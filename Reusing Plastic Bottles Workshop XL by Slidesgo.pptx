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84.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82.xml"/>
  <Override ContentType="application/vnd.openxmlformats-officedocument.presentationml.notesSlide+xml" PartName="/ppt/notesSlides/notesSlide85.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21.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59.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56.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5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8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79.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80.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74.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07" r:id="rId4"/>
    <p:sldMasterId id="2147483708" r:id="rId5"/>
    <p:sldMasterId id="2147483709"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Lst>
  <p:sldSz cy="5143500" cx="9144000"/>
  <p:notesSz cx="6858000" cy="9144000"/>
  <p:embeddedFontLst>
    <p:embeddedFont>
      <p:font typeface="Proxima Nova"/>
      <p:regular r:id="rId93"/>
      <p:bold r:id="rId94"/>
      <p:italic r:id="rId95"/>
      <p:boldItalic r:id="rId96"/>
    </p:embeddedFont>
    <p:embeddedFont>
      <p:font typeface="Roboto Medium"/>
      <p:regular r:id="rId97"/>
      <p:bold r:id="rId98"/>
      <p:italic r:id="rId99"/>
      <p:boldItalic r:id="rId100"/>
    </p:embeddedFont>
    <p:embeddedFont>
      <p:font typeface="Amatic SC"/>
      <p:regular r:id="rId101"/>
      <p:bold r:id="rId102"/>
    </p:embeddedFont>
    <p:embeddedFont>
      <p:font typeface="Hind"/>
      <p:regular r:id="rId103"/>
      <p:bold r:id="rId104"/>
    </p:embeddedFont>
    <p:embeddedFont>
      <p:font typeface="Londrina Solid"/>
      <p:regular r:id="rId105"/>
    </p:embeddedFont>
    <p:embeddedFont>
      <p:font typeface="Proxima Nova Semibold"/>
      <p:regular r:id="rId106"/>
      <p:bold r:id="rId107"/>
      <p:boldItalic r:id="rId108"/>
    </p:embeddedFont>
    <p:embeddedFont>
      <p:font typeface="Red Hat Display"/>
      <p:regular r:id="rId109"/>
      <p:bold r:id="rId110"/>
      <p:italic r:id="rId111"/>
      <p:boldItalic r:id="rId112"/>
    </p:embeddedFont>
    <p:embeddedFont>
      <p:font typeface="Londrina Solid Black"/>
      <p:bold r:id="rId11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7CC78D9-A9CD-4001-82E7-596E4BF683FC}">
  <a:tblStyle styleId="{87CC78D9-A9CD-4001-82E7-596E4BF683F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07" Type="http://schemas.openxmlformats.org/officeDocument/2006/relationships/font" Target="fonts/ProximaNovaSemibold-bold.fntdata"/><Relationship Id="rId106" Type="http://schemas.openxmlformats.org/officeDocument/2006/relationships/font" Target="fonts/ProximaNovaSemibold-regular.fntdata"/><Relationship Id="rId105" Type="http://schemas.openxmlformats.org/officeDocument/2006/relationships/font" Target="fonts/LondrinaSolid-regular.fntdata"/><Relationship Id="rId104" Type="http://schemas.openxmlformats.org/officeDocument/2006/relationships/font" Target="fonts/Hind-bold.fntdata"/><Relationship Id="rId109" Type="http://schemas.openxmlformats.org/officeDocument/2006/relationships/font" Target="fonts/RedHatDisplay-regular.fntdata"/><Relationship Id="rId108" Type="http://schemas.openxmlformats.org/officeDocument/2006/relationships/font" Target="fonts/ProximaNovaSemibold-boldItalic.fntdata"/><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103" Type="http://schemas.openxmlformats.org/officeDocument/2006/relationships/font" Target="fonts/Hind-regular.fntdata"/><Relationship Id="rId102" Type="http://schemas.openxmlformats.org/officeDocument/2006/relationships/font" Target="fonts/AmaticSC-bold.fntdata"/><Relationship Id="rId101" Type="http://schemas.openxmlformats.org/officeDocument/2006/relationships/font" Target="fonts/AmaticSC-regular.fntdata"/><Relationship Id="rId100" Type="http://schemas.openxmlformats.org/officeDocument/2006/relationships/font" Target="fonts/RobotoMedium-boldItalic.fntdata"/><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95" Type="http://schemas.openxmlformats.org/officeDocument/2006/relationships/font" Target="fonts/ProximaNova-italic.fntdata"/><Relationship Id="rId94" Type="http://schemas.openxmlformats.org/officeDocument/2006/relationships/font" Target="fonts/ProximaNova-bold.fntdata"/><Relationship Id="rId97" Type="http://schemas.openxmlformats.org/officeDocument/2006/relationships/font" Target="fonts/RobotoMedium-regular.fntdata"/><Relationship Id="rId96" Type="http://schemas.openxmlformats.org/officeDocument/2006/relationships/font" Target="fonts/ProximaNova-boldItalic.fntdata"/><Relationship Id="rId11" Type="http://schemas.openxmlformats.org/officeDocument/2006/relationships/slide" Target="slides/slide4.xml"/><Relationship Id="rId99" Type="http://schemas.openxmlformats.org/officeDocument/2006/relationships/font" Target="fonts/RobotoMedium-italic.fntdata"/><Relationship Id="rId10" Type="http://schemas.openxmlformats.org/officeDocument/2006/relationships/slide" Target="slides/slide3.xml"/><Relationship Id="rId98" Type="http://schemas.openxmlformats.org/officeDocument/2006/relationships/font" Target="fonts/RobotoMedium-bold.fntdata"/><Relationship Id="rId13" Type="http://schemas.openxmlformats.org/officeDocument/2006/relationships/slide" Target="slides/slide6.xml"/><Relationship Id="rId12" Type="http://schemas.openxmlformats.org/officeDocument/2006/relationships/slide" Target="slides/slide5.xml"/><Relationship Id="rId91" Type="http://schemas.openxmlformats.org/officeDocument/2006/relationships/slide" Target="slides/slide84.xml"/><Relationship Id="rId90" Type="http://schemas.openxmlformats.org/officeDocument/2006/relationships/slide" Target="slides/slide83.xml"/><Relationship Id="rId93" Type="http://schemas.openxmlformats.org/officeDocument/2006/relationships/font" Target="fonts/ProximaNova-regular.fntdata"/><Relationship Id="rId92" Type="http://schemas.openxmlformats.org/officeDocument/2006/relationships/slide" Target="slides/slide85.xml"/><Relationship Id="rId15" Type="http://schemas.openxmlformats.org/officeDocument/2006/relationships/slide" Target="slides/slide8.xml"/><Relationship Id="rId110" Type="http://schemas.openxmlformats.org/officeDocument/2006/relationships/font" Target="fonts/RedHatDisplay-bold.fntdata"/><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 Id="rId113" Type="http://schemas.openxmlformats.org/officeDocument/2006/relationships/font" Target="fonts/LondrinaSolidBlack-bold.fntdata"/><Relationship Id="rId112" Type="http://schemas.openxmlformats.org/officeDocument/2006/relationships/font" Target="fonts/RedHatDisplay-boldItalic.fntdata"/><Relationship Id="rId111" Type="http://schemas.openxmlformats.org/officeDocument/2006/relationships/font" Target="fonts/RedHatDisplay-italic.fntdata"/><Relationship Id="rId84" Type="http://schemas.openxmlformats.org/officeDocument/2006/relationships/slide" Target="slides/slide77.xml"/><Relationship Id="rId83" Type="http://schemas.openxmlformats.org/officeDocument/2006/relationships/slide" Target="slides/slide76.xml"/><Relationship Id="rId86" Type="http://schemas.openxmlformats.org/officeDocument/2006/relationships/slide" Target="slides/slide79.xml"/><Relationship Id="rId85" Type="http://schemas.openxmlformats.org/officeDocument/2006/relationships/slide" Target="slides/slide78.xml"/><Relationship Id="rId88" Type="http://schemas.openxmlformats.org/officeDocument/2006/relationships/slide" Target="slides/slide81.xml"/><Relationship Id="rId87" Type="http://schemas.openxmlformats.org/officeDocument/2006/relationships/slide" Target="slides/slide80.xml"/><Relationship Id="rId89" Type="http://schemas.openxmlformats.org/officeDocument/2006/relationships/slide" Target="slides/slide82.xml"/><Relationship Id="rId80" Type="http://schemas.openxmlformats.org/officeDocument/2006/relationships/slide" Target="slides/slide73.xml"/><Relationship Id="rId82" Type="http://schemas.openxmlformats.org/officeDocument/2006/relationships/slide" Target="slides/slide75.xml"/><Relationship Id="rId81" Type="http://schemas.openxmlformats.org/officeDocument/2006/relationships/slide" Target="slides/slide74.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slide" Target="slides/slide66.xml"/><Relationship Id="rId72" Type="http://schemas.openxmlformats.org/officeDocument/2006/relationships/slide" Target="slides/slide65.xml"/><Relationship Id="rId75" Type="http://schemas.openxmlformats.org/officeDocument/2006/relationships/slide" Target="slides/slide68.xml"/><Relationship Id="rId74" Type="http://schemas.openxmlformats.org/officeDocument/2006/relationships/slide" Target="slides/slide67.xml"/><Relationship Id="rId77" Type="http://schemas.openxmlformats.org/officeDocument/2006/relationships/slide" Target="slides/slide70.xml"/><Relationship Id="rId76" Type="http://schemas.openxmlformats.org/officeDocument/2006/relationships/slide" Target="slides/slide69.xml"/><Relationship Id="rId79" Type="http://schemas.openxmlformats.org/officeDocument/2006/relationships/slide" Target="slides/slide72.xml"/><Relationship Id="rId78" Type="http://schemas.openxmlformats.org/officeDocument/2006/relationships/slide" Target="slides/slide71.xml"/><Relationship Id="rId71" Type="http://schemas.openxmlformats.org/officeDocument/2006/relationships/slide" Target="slides/slide64.xml"/><Relationship Id="rId70" Type="http://schemas.openxmlformats.org/officeDocument/2006/relationships/slide" Target="slides/slide63.xml"/><Relationship Id="rId62" Type="http://schemas.openxmlformats.org/officeDocument/2006/relationships/slide" Target="slides/slide55.xml"/><Relationship Id="rId61" Type="http://schemas.openxmlformats.org/officeDocument/2006/relationships/slide" Target="slides/slide54.xml"/><Relationship Id="rId64" Type="http://schemas.openxmlformats.org/officeDocument/2006/relationships/slide" Target="slides/slide57.xml"/><Relationship Id="rId63" Type="http://schemas.openxmlformats.org/officeDocument/2006/relationships/slide" Target="slides/slide56.xml"/><Relationship Id="rId66" Type="http://schemas.openxmlformats.org/officeDocument/2006/relationships/slide" Target="slides/slide59.xml"/><Relationship Id="rId65" Type="http://schemas.openxmlformats.org/officeDocument/2006/relationships/slide" Target="slides/slide58.xml"/><Relationship Id="rId68" Type="http://schemas.openxmlformats.org/officeDocument/2006/relationships/slide" Target="slides/slide61.xml"/><Relationship Id="rId67" Type="http://schemas.openxmlformats.org/officeDocument/2006/relationships/slide" Target="slides/slide60.xml"/><Relationship Id="rId60" Type="http://schemas.openxmlformats.org/officeDocument/2006/relationships/slide" Target="slides/slide53.xml"/><Relationship Id="rId69" Type="http://schemas.openxmlformats.org/officeDocument/2006/relationships/slide" Target="slides/slide6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55" Type="http://schemas.openxmlformats.org/officeDocument/2006/relationships/slide" Target="slides/slide48.xml"/><Relationship Id="rId54" Type="http://schemas.openxmlformats.org/officeDocument/2006/relationships/slide" Target="slides/slide47.xml"/><Relationship Id="rId57" Type="http://schemas.openxmlformats.org/officeDocument/2006/relationships/slide" Target="slides/slide50.xml"/><Relationship Id="rId56" Type="http://schemas.openxmlformats.org/officeDocument/2006/relationships/slide" Target="slides/slide49.xml"/><Relationship Id="rId59" Type="http://schemas.openxmlformats.org/officeDocument/2006/relationships/slide" Target="slides/slide52.xml"/><Relationship Id="rId58" Type="http://schemas.openxmlformats.org/officeDocument/2006/relationships/slide" Target="slides/slide5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0" name="Shape 2360"/>
        <p:cNvGrpSpPr/>
        <p:nvPr/>
      </p:nvGrpSpPr>
      <p:grpSpPr>
        <a:xfrm>
          <a:off x="0" y="0"/>
          <a:ext cx="0" cy="0"/>
          <a:chOff x="0" y="0"/>
          <a:chExt cx="0" cy="0"/>
        </a:xfrm>
      </p:grpSpPr>
      <p:sp>
        <p:nvSpPr>
          <p:cNvPr id="2361" name="Google Shape;2361;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2362" name="Google Shape;2362;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1" name="Shape 2511"/>
        <p:cNvGrpSpPr/>
        <p:nvPr/>
      </p:nvGrpSpPr>
      <p:grpSpPr>
        <a:xfrm>
          <a:off x="0" y="0"/>
          <a:ext cx="0" cy="0"/>
          <a:chOff x="0" y="0"/>
          <a:chExt cx="0" cy="0"/>
        </a:xfrm>
      </p:grpSpPr>
      <p:sp>
        <p:nvSpPr>
          <p:cNvPr id="2512" name="Google Shape;2512;gf09f6a330b_0_3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13" name="Google Shape;2513;gf09f6a330b_0_3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8" name="Shape 2518"/>
        <p:cNvGrpSpPr/>
        <p:nvPr/>
      </p:nvGrpSpPr>
      <p:grpSpPr>
        <a:xfrm>
          <a:off x="0" y="0"/>
          <a:ext cx="0" cy="0"/>
          <a:chOff x="0" y="0"/>
          <a:chExt cx="0" cy="0"/>
        </a:xfrm>
      </p:grpSpPr>
      <p:sp>
        <p:nvSpPr>
          <p:cNvPr id="2519" name="Google Shape;2519;gf09f6a330b_0_5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20" name="Google Shape;2520;gf09f6a330b_0_5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9" name="Shape 2589"/>
        <p:cNvGrpSpPr/>
        <p:nvPr/>
      </p:nvGrpSpPr>
      <p:grpSpPr>
        <a:xfrm>
          <a:off x="0" y="0"/>
          <a:ext cx="0" cy="0"/>
          <a:chOff x="0" y="0"/>
          <a:chExt cx="0" cy="0"/>
        </a:xfrm>
      </p:grpSpPr>
      <p:sp>
        <p:nvSpPr>
          <p:cNvPr id="2590" name="Google Shape;2590;g10d8772b69e_0_10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1" name="Google Shape;2591;g10d8772b69e_0_10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93" name="Shape 2693"/>
        <p:cNvGrpSpPr/>
        <p:nvPr/>
      </p:nvGrpSpPr>
      <p:grpSpPr>
        <a:xfrm>
          <a:off x="0" y="0"/>
          <a:ext cx="0" cy="0"/>
          <a:chOff x="0" y="0"/>
          <a:chExt cx="0" cy="0"/>
        </a:xfrm>
      </p:grpSpPr>
      <p:sp>
        <p:nvSpPr>
          <p:cNvPr id="2694" name="Google Shape;2694;gf09f6a330b_0_12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95" name="Google Shape;2695;gf09f6a330b_0_12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g10d83609e8a_0_35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7" name="Google Shape;2767;g10d83609e8a_0_35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0" name="Shape 2820"/>
        <p:cNvGrpSpPr/>
        <p:nvPr/>
      </p:nvGrpSpPr>
      <p:grpSpPr>
        <a:xfrm>
          <a:off x="0" y="0"/>
          <a:ext cx="0" cy="0"/>
          <a:chOff x="0" y="0"/>
          <a:chExt cx="0" cy="0"/>
        </a:xfrm>
      </p:grpSpPr>
      <p:sp>
        <p:nvSpPr>
          <p:cNvPr id="2821" name="Google Shape;2821;gf09f6a330b_0_15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22" name="Google Shape;2822;gf09f6a330b_0_15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2" name="Shape 2942"/>
        <p:cNvGrpSpPr/>
        <p:nvPr/>
      </p:nvGrpSpPr>
      <p:grpSpPr>
        <a:xfrm>
          <a:off x="0" y="0"/>
          <a:ext cx="0" cy="0"/>
          <a:chOff x="0" y="0"/>
          <a:chExt cx="0" cy="0"/>
        </a:xfrm>
      </p:grpSpPr>
      <p:sp>
        <p:nvSpPr>
          <p:cNvPr id="2943" name="Google Shape;2943;gedac56f28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44" name="Google Shape;2944;gedac56f28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02" name="Shape 3202"/>
        <p:cNvGrpSpPr/>
        <p:nvPr/>
      </p:nvGrpSpPr>
      <p:grpSpPr>
        <a:xfrm>
          <a:off x="0" y="0"/>
          <a:ext cx="0" cy="0"/>
          <a:chOff x="0" y="0"/>
          <a:chExt cx="0" cy="0"/>
        </a:xfrm>
      </p:grpSpPr>
      <p:sp>
        <p:nvSpPr>
          <p:cNvPr id="3203" name="Google Shape;3203;g10d83609e8a_0_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04" name="Google Shape;3204;g10d83609e8a_0_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29" name="Shape 3329"/>
        <p:cNvGrpSpPr/>
        <p:nvPr/>
      </p:nvGrpSpPr>
      <p:grpSpPr>
        <a:xfrm>
          <a:off x="0" y="0"/>
          <a:ext cx="0" cy="0"/>
          <a:chOff x="0" y="0"/>
          <a:chExt cx="0" cy="0"/>
        </a:xfrm>
      </p:grpSpPr>
      <p:sp>
        <p:nvSpPr>
          <p:cNvPr id="3330" name="Google Shape;3330;gedac56f28e_0_4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31" name="Google Shape;3331;gedac56f28e_0_4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92" name="Shape 3492"/>
        <p:cNvGrpSpPr/>
        <p:nvPr/>
      </p:nvGrpSpPr>
      <p:grpSpPr>
        <a:xfrm>
          <a:off x="0" y="0"/>
          <a:ext cx="0" cy="0"/>
          <a:chOff x="0" y="0"/>
          <a:chExt cx="0" cy="0"/>
        </a:xfrm>
      </p:grpSpPr>
      <p:sp>
        <p:nvSpPr>
          <p:cNvPr id="3493" name="Google Shape;3493;g10d83609e8a_0_6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94" name="Google Shape;3494;g10d83609e8a_0_6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2" name="Shape 3602"/>
        <p:cNvGrpSpPr/>
        <p:nvPr/>
      </p:nvGrpSpPr>
      <p:grpSpPr>
        <a:xfrm>
          <a:off x="0" y="0"/>
          <a:ext cx="0" cy="0"/>
          <a:chOff x="0" y="0"/>
          <a:chExt cx="0" cy="0"/>
        </a:xfrm>
      </p:grpSpPr>
      <p:sp>
        <p:nvSpPr>
          <p:cNvPr id="3603" name="Google Shape;3603;g10d83609e8a_0_18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4" name="Google Shape;3604;g10d83609e8a_0_18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2" name="Shape 3762"/>
        <p:cNvGrpSpPr/>
        <p:nvPr/>
      </p:nvGrpSpPr>
      <p:grpSpPr>
        <a:xfrm>
          <a:off x="0" y="0"/>
          <a:ext cx="0" cy="0"/>
          <a:chOff x="0" y="0"/>
          <a:chExt cx="0" cy="0"/>
        </a:xfrm>
      </p:grpSpPr>
      <p:sp>
        <p:nvSpPr>
          <p:cNvPr id="3763" name="Google Shape;3763;g10d83609e8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4" name="Google Shape;3764;g10d83609e8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18" name="Shape 3918"/>
        <p:cNvGrpSpPr/>
        <p:nvPr/>
      </p:nvGrpSpPr>
      <p:grpSpPr>
        <a:xfrm>
          <a:off x="0" y="0"/>
          <a:ext cx="0" cy="0"/>
          <a:chOff x="0" y="0"/>
          <a:chExt cx="0" cy="0"/>
        </a:xfrm>
      </p:grpSpPr>
      <p:sp>
        <p:nvSpPr>
          <p:cNvPr id="3919" name="Google Shape;3919;gedac56f28e_0_6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20" name="Google Shape;3920;gedac56f28e_0_6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20" name="Shape 4020"/>
        <p:cNvGrpSpPr/>
        <p:nvPr/>
      </p:nvGrpSpPr>
      <p:grpSpPr>
        <a:xfrm>
          <a:off x="0" y="0"/>
          <a:ext cx="0" cy="0"/>
          <a:chOff x="0" y="0"/>
          <a:chExt cx="0" cy="0"/>
        </a:xfrm>
      </p:grpSpPr>
      <p:sp>
        <p:nvSpPr>
          <p:cNvPr id="4021" name="Google Shape;4021;g10d83609e8a_0_7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22" name="Google Shape;4022;g10d83609e8a_0_7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45" name="Shape 4145"/>
        <p:cNvGrpSpPr/>
        <p:nvPr/>
      </p:nvGrpSpPr>
      <p:grpSpPr>
        <a:xfrm>
          <a:off x="0" y="0"/>
          <a:ext cx="0" cy="0"/>
          <a:chOff x="0" y="0"/>
          <a:chExt cx="0" cy="0"/>
        </a:xfrm>
      </p:grpSpPr>
      <p:sp>
        <p:nvSpPr>
          <p:cNvPr id="4146" name="Google Shape;4146;gedac56f28e_0_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47" name="Google Shape;4147;gedac56f28e_0_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2" name="Shape 4242"/>
        <p:cNvGrpSpPr/>
        <p:nvPr/>
      </p:nvGrpSpPr>
      <p:grpSpPr>
        <a:xfrm>
          <a:off x="0" y="0"/>
          <a:ext cx="0" cy="0"/>
          <a:chOff x="0" y="0"/>
          <a:chExt cx="0" cy="0"/>
        </a:xfrm>
      </p:grpSpPr>
      <p:sp>
        <p:nvSpPr>
          <p:cNvPr id="4243" name="Google Shape;4243;g10d83609e8a_0_8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44" name="Google Shape;4244;g10d83609e8a_0_8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0" name="Shape 4340"/>
        <p:cNvGrpSpPr/>
        <p:nvPr/>
      </p:nvGrpSpPr>
      <p:grpSpPr>
        <a:xfrm>
          <a:off x="0" y="0"/>
          <a:ext cx="0" cy="0"/>
          <a:chOff x="0" y="0"/>
          <a:chExt cx="0" cy="0"/>
        </a:xfrm>
      </p:grpSpPr>
      <p:sp>
        <p:nvSpPr>
          <p:cNvPr id="4341" name="Google Shape;4341;gedac56f28e_0_10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42" name="Google Shape;4342;gedac56f28e_0_10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0" name="Shape 4450"/>
        <p:cNvGrpSpPr/>
        <p:nvPr/>
      </p:nvGrpSpPr>
      <p:grpSpPr>
        <a:xfrm>
          <a:off x="0" y="0"/>
          <a:ext cx="0" cy="0"/>
          <a:chOff x="0" y="0"/>
          <a:chExt cx="0" cy="0"/>
        </a:xfrm>
      </p:grpSpPr>
      <p:sp>
        <p:nvSpPr>
          <p:cNvPr id="4451" name="Google Shape;4451;g10d83609e8a_0_9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52" name="Google Shape;4452;g10d83609e8a_0_9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1" name="Shape 4571"/>
        <p:cNvGrpSpPr/>
        <p:nvPr/>
      </p:nvGrpSpPr>
      <p:grpSpPr>
        <a:xfrm>
          <a:off x="0" y="0"/>
          <a:ext cx="0" cy="0"/>
          <a:chOff x="0" y="0"/>
          <a:chExt cx="0" cy="0"/>
        </a:xfrm>
      </p:grpSpPr>
      <p:sp>
        <p:nvSpPr>
          <p:cNvPr id="4572" name="Google Shape;4572;g10e794ebf01_0_7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73" name="Google Shape;4573;g10e794ebf01_0_7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gedac56f28e_0_12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38" name="Google Shape;4638;gedac56f28e_0_12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77" name="Shape 4677"/>
        <p:cNvGrpSpPr/>
        <p:nvPr/>
      </p:nvGrpSpPr>
      <p:grpSpPr>
        <a:xfrm>
          <a:off x="0" y="0"/>
          <a:ext cx="0" cy="0"/>
          <a:chOff x="0" y="0"/>
          <a:chExt cx="0" cy="0"/>
        </a:xfrm>
      </p:grpSpPr>
      <p:sp>
        <p:nvSpPr>
          <p:cNvPr id="4678" name="Google Shape;4678;g10d83609e8a_0_10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79" name="Google Shape;4679;g10d83609e8a_0_10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7" name="Shape 4747"/>
        <p:cNvGrpSpPr/>
        <p:nvPr/>
      </p:nvGrpSpPr>
      <p:grpSpPr>
        <a:xfrm>
          <a:off x="0" y="0"/>
          <a:ext cx="0" cy="0"/>
          <a:chOff x="0" y="0"/>
          <a:chExt cx="0" cy="0"/>
        </a:xfrm>
      </p:grpSpPr>
      <p:sp>
        <p:nvSpPr>
          <p:cNvPr id="4748" name="Google Shape;4748;g10d83609e8a_0_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49" name="Google Shape;4749;g10d83609e8a_0_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29" name="Shape 4929"/>
        <p:cNvGrpSpPr/>
        <p:nvPr/>
      </p:nvGrpSpPr>
      <p:grpSpPr>
        <a:xfrm>
          <a:off x="0" y="0"/>
          <a:ext cx="0" cy="0"/>
          <a:chOff x="0" y="0"/>
          <a:chExt cx="0" cy="0"/>
        </a:xfrm>
      </p:grpSpPr>
      <p:sp>
        <p:nvSpPr>
          <p:cNvPr id="4930" name="Google Shape;4930;gedac56f28e_0_14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1" name="Google Shape;4931;gedac56f28e_0_14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51" name="Shape 4951"/>
        <p:cNvGrpSpPr/>
        <p:nvPr/>
      </p:nvGrpSpPr>
      <p:grpSpPr>
        <a:xfrm>
          <a:off x="0" y="0"/>
          <a:ext cx="0" cy="0"/>
          <a:chOff x="0" y="0"/>
          <a:chExt cx="0" cy="0"/>
        </a:xfrm>
      </p:grpSpPr>
      <p:sp>
        <p:nvSpPr>
          <p:cNvPr id="4952" name="Google Shape;4952;g10d83609e8a_0_1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53" name="Google Shape;4953;g10d83609e8a_0_1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4" name="Shape 4994"/>
        <p:cNvGrpSpPr/>
        <p:nvPr/>
      </p:nvGrpSpPr>
      <p:grpSpPr>
        <a:xfrm>
          <a:off x="0" y="0"/>
          <a:ext cx="0" cy="0"/>
          <a:chOff x="0" y="0"/>
          <a:chExt cx="0" cy="0"/>
        </a:xfrm>
      </p:grpSpPr>
      <p:sp>
        <p:nvSpPr>
          <p:cNvPr id="4995" name="Google Shape;4995;gf114aa7512_1_11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96" name="Google Shape;4996;gf114aa7512_1_11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31" name="Shape 5031"/>
        <p:cNvGrpSpPr/>
        <p:nvPr/>
      </p:nvGrpSpPr>
      <p:grpSpPr>
        <a:xfrm>
          <a:off x="0" y="0"/>
          <a:ext cx="0" cy="0"/>
          <a:chOff x="0" y="0"/>
          <a:chExt cx="0" cy="0"/>
        </a:xfrm>
      </p:grpSpPr>
      <p:sp>
        <p:nvSpPr>
          <p:cNvPr id="5032" name="Google Shape;5032;g10d83609e8a_0_1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33" name="Google Shape;5033;g10d83609e8a_0_1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0" name="Shape 5090"/>
        <p:cNvGrpSpPr/>
        <p:nvPr/>
      </p:nvGrpSpPr>
      <p:grpSpPr>
        <a:xfrm>
          <a:off x="0" y="0"/>
          <a:ext cx="0" cy="0"/>
          <a:chOff x="0" y="0"/>
          <a:chExt cx="0" cy="0"/>
        </a:xfrm>
      </p:grpSpPr>
      <p:sp>
        <p:nvSpPr>
          <p:cNvPr id="5091" name="Google Shape;5091;g10e8288f3d1_0_8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2" name="Google Shape;5092;g10e8288f3d1_0_8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34" name="Shape 5134"/>
        <p:cNvGrpSpPr/>
        <p:nvPr/>
      </p:nvGrpSpPr>
      <p:grpSpPr>
        <a:xfrm>
          <a:off x="0" y="0"/>
          <a:ext cx="0" cy="0"/>
          <a:chOff x="0" y="0"/>
          <a:chExt cx="0" cy="0"/>
        </a:xfrm>
      </p:grpSpPr>
      <p:sp>
        <p:nvSpPr>
          <p:cNvPr id="5135" name="Google Shape;5135;gedac56f28e_0_16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6" name="Google Shape;5136;gedac56f28e_0_16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15" name="Shape 5215"/>
        <p:cNvGrpSpPr/>
        <p:nvPr/>
      </p:nvGrpSpPr>
      <p:grpSpPr>
        <a:xfrm>
          <a:off x="0" y="0"/>
          <a:ext cx="0" cy="0"/>
          <a:chOff x="0" y="0"/>
          <a:chExt cx="0" cy="0"/>
        </a:xfrm>
      </p:grpSpPr>
      <p:sp>
        <p:nvSpPr>
          <p:cNvPr id="5216" name="Google Shape;5216;g10e8288f3d1_0_10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17" name="Google Shape;5217;g10e8288f3d1_0_10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65" name="Shape 5265"/>
        <p:cNvGrpSpPr/>
        <p:nvPr/>
      </p:nvGrpSpPr>
      <p:grpSpPr>
        <a:xfrm>
          <a:off x="0" y="0"/>
          <a:ext cx="0" cy="0"/>
          <a:chOff x="0" y="0"/>
          <a:chExt cx="0" cy="0"/>
        </a:xfrm>
      </p:grpSpPr>
      <p:sp>
        <p:nvSpPr>
          <p:cNvPr id="5266" name="Google Shape;5266;g10e8288f3d1_0_13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67" name="Google Shape;5267;g10e8288f3d1_0_13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28" name="Shape 5328"/>
        <p:cNvGrpSpPr/>
        <p:nvPr/>
      </p:nvGrpSpPr>
      <p:grpSpPr>
        <a:xfrm>
          <a:off x="0" y="0"/>
          <a:ext cx="0" cy="0"/>
          <a:chOff x="0" y="0"/>
          <a:chExt cx="0" cy="0"/>
        </a:xfrm>
      </p:grpSpPr>
      <p:sp>
        <p:nvSpPr>
          <p:cNvPr id="5329" name="Google Shape;5329;g10e8288f3d1_0_16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30" name="Google Shape;5330;g10e8288f3d1_0_16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1" name="Shape 5371"/>
        <p:cNvGrpSpPr/>
        <p:nvPr/>
      </p:nvGrpSpPr>
      <p:grpSpPr>
        <a:xfrm>
          <a:off x="0" y="0"/>
          <a:ext cx="0" cy="0"/>
          <a:chOff x="0" y="0"/>
          <a:chExt cx="0" cy="0"/>
        </a:xfrm>
      </p:grpSpPr>
      <p:sp>
        <p:nvSpPr>
          <p:cNvPr id="5372" name="Google Shape;5372;gf114aa7512_0_1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73" name="Google Shape;5373;gf114aa7512_0_1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00" name="Shape 5400"/>
        <p:cNvGrpSpPr/>
        <p:nvPr/>
      </p:nvGrpSpPr>
      <p:grpSpPr>
        <a:xfrm>
          <a:off x="0" y="0"/>
          <a:ext cx="0" cy="0"/>
          <a:chOff x="0" y="0"/>
          <a:chExt cx="0" cy="0"/>
        </a:xfrm>
      </p:grpSpPr>
      <p:sp>
        <p:nvSpPr>
          <p:cNvPr id="5401" name="Google Shape;5401;g10e8288f3d1_0_19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02" name="Google Shape;5402;g10e8288f3d1_0_19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47" name="Shape 5447"/>
        <p:cNvGrpSpPr/>
        <p:nvPr/>
      </p:nvGrpSpPr>
      <p:grpSpPr>
        <a:xfrm>
          <a:off x="0" y="0"/>
          <a:ext cx="0" cy="0"/>
          <a:chOff x="0" y="0"/>
          <a:chExt cx="0" cy="0"/>
        </a:xfrm>
      </p:grpSpPr>
      <p:sp>
        <p:nvSpPr>
          <p:cNvPr id="5448" name="Google Shape;5448;g10e8288f3d1_0_21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9" name="Google Shape;5449;g10e8288f3d1_0_21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8" name="Shape 5488"/>
        <p:cNvGrpSpPr/>
        <p:nvPr/>
      </p:nvGrpSpPr>
      <p:grpSpPr>
        <a:xfrm>
          <a:off x="0" y="0"/>
          <a:ext cx="0" cy="0"/>
          <a:chOff x="0" y="0"/>
          <a:chExt cx="0" cy="0"/>
        </a:xfrm>
      </p:grpSpPr>
      <p:sp>
        <p:nvSpPr>
          <p:cNvPr id="5489" name="Google Shape;5489;g10d83609e8a_0_2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90" name="Google Shape;5490;g10d83609e8a_0_2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6" name="Shape 5606"/>
        <p:cNvGrpSpPr/>
        <p:nvPr/>
      </p:nvGrpSpPr>
      <p:grpSpPr>
        <a:xfrm>
          <a:off x="0" y="0"/>
          <a:ext cx="0" cy="0"/>
          <a:chOff x="0" y="0"/>
          <a:chExt cx="0" cy="0"/>
        </a:xfrm>
      </p:grpSpPr>
      <p:sp>
        <p:nvSpPr>
          <p:cNvPr id="5607" name="Google Shape;5607;gf114aa7512_0_2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08" name="Google Shape;5608;gf114aa7512_0_2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8" name="Shape 5628"/>
        <p:cNvGrpSpPr/>
        <p:nvPr/>
      </p:nvGrpSpPr>
      <p:grpSpPr>
        <a:xfrm>
          <a:off x="0" y="0"/>
          <a:ext cx="0" cy="0"/>
          <a:chOff x="0" y="0"/>
          <a:chExt cx="0" cy="0"/>
        </a:xfrm>
      </p:grpSpPr>
      <p:sp>
        <p:nvSpPr>
          <p:cNvPr id="5629" name="Google Shape;5629;g10d83609e8a_0_12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30" name="Google Shape;5630;g10d83609e8a_0_12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6" name="Shape 5666"/>
        <p:cNvGrpSpPr/>
        <p:nvPr/>
      </p:nvGrpSpPr>
      <p:grpSpPr>
        <a:xfrm>
          <a:off x="0" y="0"/>
          <a:ext cx="0" cy="0"/>
          <a:chOff x="0" y="0"/>
          <a:chExt cx="0" cy="0"/>
        </a:xfrm>
      </p:grpSpPr>
      <p:sp>
        <p:nvSpPr>
          <p:cNvPr id="5667" name="Google Shape;5667;gf114aa7512_1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68" name="Google Shape;5668;gf114aa7512_1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5" name="Shape 5685"/>
        <p:cNvGrpSpPr/>
        <p:nvPr/>
      </p:nvGrpSpPr>
      <p:grpSpPr>
        <a:xfrm>
          <a:off x="0" y="0"/>
          <a:ext cx="0" cy="0"/>
          <a:chOff x="0" y="0"/>
          <a:chExt cx="0" cy="0"/>
        </a:xfrm>
      </p:grpSpPr>
      <p:sp>
        <p:nvSpPr>
          <p:cNvPr id="5686" name="Google Shape;5686;g10d83609e8a_0_13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87" name="Google Shape;5687;g10d83609e8a_0_13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32" name="Shape 5732"/>
        <p:cNvGrpSpPr/>
        <p:nvPr/>
      </p:nvGrpSpPr>
      <p:grpSpPr>
        <a:xfrm>
          <a:off x="0" y="0"/>
          <a:ext cx="0" cy="0"/>
          <a:chOff x="0" y="0"/>
          <a:chExt cx="0" cy="0"/>
        </a:xfrm>
      </p:grpSpPr>
      <p:sp>
        <p:nvSpPr>
          <p:cNvPr id="5733" name="Google Shape;5733;gf114aa7512_1_1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34" name="Google Shape;5734;gf114aa7512_1_1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1" name="Shape 5821"/>
        <p:cNvGrpSpPr/>
        <p:nvPr/>
      </p:nvGrpSpPr>
      <p:grpSpPr>
        <a:xfrm>
          <a:off x="0" y="0"/>
          <a:ext cx="0" cy="0"/>
          <a:chOff x="0" y="0"/>
          <a:chExt cx="0" cy="0"/>
        </a:xfrm>
      </p:grpSpPr>
      <p:sp>
        <p:nvSpPr>
          <p:cNvPr id="5822" name="Google Shape;5822;g10d83609e8a_0_13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23" name="Google Shape;5823;g10d83609e8a_0_13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3" name="Shape 5903"/>
        <p:cNvGrpSpPr/>
        <p:nvPr/>
      </p:nvGrpSpPr>
      <p:grpSpPr>
        <a:xfrm>
          <a:off x="0" y="0"/>
          <a:ext cx="0" cy="0"/>
          <a:chOff x="0" y="0"/>
          <a:chExt cx="0" cy="0"/>
        </a:xfrm>
      </p:grpSpPr>
      <p:sp>
        <p:nvSpPr>
          <p:cNvPr id="5904" name="Google Shape;5904;gf114aa7512_1_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05" name="Google Shape;5905;gf114aa7512_1_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50" name="Shape 5950"/>
        <p:cNvGrpSpPr/>
        <p:nvPr/>
      </p:nvGrpSpPr>
      <p:grpSpPr>
        <a:xfrm>
          <a:off x="0" y="0"/>
          <a:ext cx="0" cy="0"/>
          <a:chOff x="0" y="0"/>
          <a:chExt cx="0" cy="0"/>
        </a:xfrm>
      </p:grpSpPr>
      <p:sp>
        <p:nvSpPr>
          <p:cNvPr id="5951" name="Google Shape;5951;g10d83609e8a_0_33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52" name="Google Shape;5952;g10d83609e8a_0_33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38" name="Shape 6038"/>
        <p:cNvGrpSpPr/>
        <p:nvPr/>
      </p:nvGrpSpPr>
      <p:grpSpPr>
        <a:xfrm>
          <a:off x="0" y="0"/>
          <a:ext cx="0" cy="0"/>
          <a:chOff x="0" y="0"/>
          <a:chExt cx="0" cy="0"/>
        </a:xfrm>
      </p:grpSpPr>
      <p:sp>
        <p:nvSpPr>
          <p:cNvPr id="6039" name="Google Shape;6039;g10e794ebf01_0_10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40" name="Google Shape;6040;g10e794ebf01_0_10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75" name="Shape 6075"/>
        <p:cNvGrpSpPr/>
        <p:nvPr/>
      </p:nvGrpSpPr>
      <p:grpSpPr>
        <a:xfrm>
          <a:off x="0" y="0"/>
          <a:ext cx="0" cy="0"/>
          <a:chOff x="0" y="0"/>
          <a:chExt cx="0" cy="0"/>
        </a:xfrm>
      </p:grpSpPr>
      <p:sp>
        <p:nvSpPr>
          <p:cNvPr id="6076" name="Google Shape;6076;g10d83609e8a_0_36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77" name="Google Shape;6077;g10d83609e8a_0_36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g10d8772b69e_0_3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50" name="Google Shape;6150;g10d8772b69e_0_3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77" name="Shape 6177"/>
        <p:cNvGrpSpPr/>
        <p:nvPr/>
      </p:nvGrpSpPr>
      <p:grpSpPr>
        <a:xfrm>
          <a:off x="0" y="0"/>
          <a:ext cx="0" cy="0"/>
          <a:chOff x="0" y="0"/>
          <a:chExt cx="0" cy="0"/>
        </a:xfrm>
      </p:grpSpPr>
      <p:sp>
        <p:nvSpPr>
          <p:cNvPr id="6178" name="Google Shape;6178;g10d8772b69e_0_3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79" name="Google Shape;6179;g10d8772b69e_0_3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4" name="Shape 6224"/>
        <p:cNvGrpSpPr/>
        <p:nvPr/>
      </p:nvGrpSpPr>
      <p:grpSpPr>
        <a:xfrm>
          <a:off x="0" y="0"/>
          <a:ext cx="0" cy="0"/>
          <a:chOff x="0" y="0"/>
          <a:chExt cx="0" cy="0"/>
        </a:xfrm>
      </p:grpSpPr>
      <p:sp>
        <p:nvSpPr>
          <p:cNvPr id="6225" name="Google Shape;6225;gf114aa7512_1_6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26" name="Google Shape;6226;gf114aa7512_1_6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38" name="Shape 6238"/>
        <p:cNvGrpSpPr/>
        <p:nvPr/>
      </p:nvGrpSpPr>
      <p:grpSpPr>
        <a:xfrm>
          <a:off x="0" y="0"/>
          <a:ext cx="0" cy="0"/>
          <a:chOff x="0" y="0"/>
          <a:chExt cx="0" cy="0"/>
        </a:xfrm>
      </p:grpSpPr>
      <p:sp>
        <p:nvSpPr>
          <p:cNvPr id="6239" name="Google Shape;6239;g10d83609e8a_0_14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40" name="Google Shape;6240;g10d83609e8a_0_14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52" name="Shape 6252"/>
        <p:cNvGrpSpPr/>
        <p:nvPr/>
      </p:nvGrpSpPr>
      <p:grpSpPr>
        <a:xfrm>
          <a:off x="0" y="0"/>
          <a:ext cx="0" cy="0"/>
          <a:chOff x="0" y="0"/>
          <a:chExt cx="0" cy="0"/>
        </a:xfrm>
      </p:grpSpPr>
      <p:sp>
        <p:nvSpPr>
          <p:cNvPr id="6253" name="Google Shape;6253;gf114aa7512_1_6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54" name="Google Shape;6254;gf114aa7512_1_6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68" name="Shape 6268"/>
        <p:cNvGrpSpPr/>
        <p:nvPr/>
      </p:nvGrpSpPr>
      <p:grpSpPr>
        <a:xfrm>
          <a:off x="0" y="0"/>
          <a:ext cx="0" cy="0"/>
          <a:chOff x="0" y="0"/>
          <a:chExt cx="0" cy="0"/>
        </a:xfrm>
      </p:grpSpPr>
      <p:sp>
        <p:nvSpPr>
          <p:cNvPr id="6269" name="Google Shape;6269;g10d83609e8a_0_14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70" name="Google Shape;6270;g10d83609e8a_0_14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2" name="Shape 6282"/>
        <p:cNvGrpSpPr/>
        <p:nvPr/>
      </p:nvGrpSpPr>
      <p:grpSpPr>
        <a:xfrm>
          <a:off x="0" y="0"/>
          <a:ext cx="0" cy="0"/>
          <a:chOff x="0" y="0"/>
          <a:chExt cx="0" cy="0"/>
        </a:xfrm>
      </p:grpSpPr>
      <p:sp>
        <p:nvSpPr>
          <p:cNvPr id="6283" name="Google Shape;6283;gf114aa7512_1_6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84" name="Google Shape;6284;gf114aa7512_1_6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44" name="Shape 6344"/>
        <p:cNvGrpSpPr/>
        <p:nvPr/>
      </p:nvGrpSpPr>
      <p:grpSpPr>
        <a:xfrm>
          <a:off x="0" y="0"/>
          <a:ext cx="0" cy="0"/>
          <a:chOff x="0" y="0"/>
          <a:chExt cx="0" cy="0"/>
        </a:xfrm>
      </p:grpSpPr>
      <p:sp>
        <p:nvSpPr>
          <p:cNvPr id="6345" name="Google Shape;6345;g10d83609e8a_0_20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46" name="Google Shape;6346;g10d83609e8a_0_20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7" name="Shape 6377"/>
        <p:cNvGrpSpPr/>
        <p:nvPr/>
      </p:nvGrpSpPr>
      <p:grpSpPr>
        <a:xfrm>
          <a:off x="0" y="0"/>
          <a:ext cx="0" cy="0"/>
          <a:chOff x="0" y="0"/>
          <a:chExt cx="0" cy="0"/>
        </a:xfrm>
      </p:grpSpPr>
      <p:sp>
        <p:nvSpPr>
          <p:cNvPr id="6378" name="Google Shape;6378;gf114aa7512_1_7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79" name="Google Shape;6379;gf114aa7512_1_7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2" name="Shape 6692"/>
        <p:cNvGrpSpPr/>
        <p:nvPr/>
      </p:nvGrpSpPr>
      <p:grpSpPr>
        <a:xfrm>
          <a:off x="0" y="0"/>
          <a:ext cx="0" cy="0"/>
          <a:chOff x="0" y="0"/>
          <a:chExt cx="0" cy="0"/>
        </a:xfrm>
      </p:grpSpPr>
      <p:sp>
        <p:nvSpPr>
          <p:cNvPr id="6693" name="Google Shape;6693;g10d83609e8a_0_15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94" name="Google Shape;6694;g10d83609e8a_0_15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0" name="Shape 6780"/>
        <p:cNvGrpSpPr/>
        <p:nvPr/>
      </p:nvGrpSpPr>
      <p:grpSpPr>
        <a:xfrm>
          <a:off x="0" y="0"/>
          <a:ext cx="0" cy="0"/>
          <a:chOff x="0" y="0"/>
          <a:chExt cx="0" cy="0"/>
        </a:xfrm>
      </p:grpSpPr>
      <p:sp>
        <p:nvSpPr>
          <p:cNvPr id="6781" name="Google Shape;6781;gf114aa7512_1_15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82" name="Google Shape;6782;gf114aa7512_1_15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3" name="Shape 6813"/>
        <p:cNvGrpSpPr/>
        <p:nvPr/>
      </p:nvGrpSpPr>
      <p:grpSpPr>
        <a:xfrm>
          <a:off x="0" y="0"/>
          <a:ext cx="0" cy="0"/>
          <a:chOff x="0" y="0"/>
          <a:chExt cx="0" cy="0"/>
        </a:xfrm>
      </p:grpSpPr>
      <p:sp>
        <p:nvSpPr>
          <p:cNvPr id="6814" name="Google Shape;6814;g10d83609e8a_0_14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15" name="Google Shape;6815;g10d83609e8a_0_14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68" name="Shape 6868"/>
        <p:cNvGrpSpPr/>
        <p:nvPr/>
      </p:nvGrpSpPr>
      <p:grpSpPr>
        <a:xfrm>
          <a:off x="0" y="0"/>
          <a:ext cx="0" cy="0"/>
          <a:chOff x="0" y="0"/>
          <a:chExt cx="0" cy="0"/>
        </a:xfrm>
      </p:grpSpPr>
      <p:sp>
        <p:nvSpPr>
          <p:cNvPr id="6869" name="Google Shape;6869;g10e8288f3d1_0_39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70" name="Google Shape;6870;g10e8288f3d1_0_39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17" name="Shape 6917"/>
        <p:cNvGrpSpPr/>
        <p:nvPr/>
      </p:nvGrpSpPr>
      <p:grpSpPr>
        <a:xfrm>
          <a:off x="0" y="0"/>
          <a:ext cx="0" cy="0"/>
          <a:chOff x="0" y="0"/>
          <a:chExt cx="0" cy="0"/>
        </a:xfrm>
      </p:grpSpPr>
      <p:sp>
        <p:nvSpPr>
          <p:cNvPr id="6918" name="Google Shape;6918;gf114aa7512_2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19" name="Google Shape;6919;gf114aa7512_2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9" name="Shape 6989"/>
        <p:cNvGrpSpPr/>
        <p:nvPr/>
      </p:nvGrpSpPr>
      <p:grpSpPr>
        <a:xfrm>
          <a:off x="0" y="0"/>
          <a:ext cx="0" cy="0"/>
          <a:chOff x="0" y="0"/>
          <a:chExt cx="0" cy="0"/>
        </a:xfrm>
      </p:grpSpPr>
      <p:sp>
        <p:nvSpPr>
          <p:cNvPr id="6990" name="Google Shape;6990;g10d83609e8a_0_29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91" name="Google Shape;6991;g10d83609e8a_0_29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1" name="Shape 7241"/>
        <p:cNvGrpSpPr/>
        <p:nvPr/>
      </p:nvGrpSpPr>
      <p:grpSpPr>
        <a:xfrm>
          <a:off x="0" y="0"/>
          <a:ext cx="0" cy="0"/>
          <a:chOff x="0" y="0"/>
          <a:chExt cx="0" cy="0"/>
        </a:xfrm>
      </p:grpSpPr>
      <p:sp>
        <p:nvSpPr>
          <p:cNvPr id="7242" name="Google Shape;7242;gf114aa7512_2_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43" name="Google Shape;7243;gf114aa7512_2_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47" name="Shape 7647"/>
        <p:cNvGrpSpPr/>
        <p:nvPr/>
      </p:nvGrpSpPr>
      <p:grpSpPr>
        <a:xfrm>
          <a:off x="0" y="0"/>
          <a:ext cx="0" cy="0"/>
          <a:chOff x="0" y="0"/>
          <a:chExt cx="0" cy="0"/>
        </a:xfrm>
      </p:grpSpPr>
      <p:sp>
        <p:nvSpPr>
          <p:cNvPr id="7648" name="Google Shape;7648;g10d83609e8a_0_20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49" name="Google Shape;7649;g10d83609e8a_0_20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64" name="Shape 7864"/>
        <p:cNvGrpSpPr/>
        <p:nvPr/>
      </p:nvGrpSpPr>
      <p:grpSpPr>
        <a:xfrm>
          <a:off x="0" y="0"/>
          <a:ext cx="0" cy="0"/>
          <a:chOff x="0" y="0"/>
          <a:chExt cx="0" cy="0"/>
        </a:xfrm>
      </p:grpSpPr>
      <p:sp>
        <p:nvSpPr>
          <p:cNvPr id="7865" name="Google Shape;7865;g10d83609e8a_0_24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66" name="Google Shape;7866;g10d83609e8a_0_24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75" name="Shape 7975"/>
        <p:cNvGrpSpPr/>
        <p:nvPr/>
      </p:nvGrpSpPr>
      <p:grpSpPr>
        <a:xfrm>
          <a:off x="0" y="0"/>
          <a:ext cx="0" cy="0"/>
          <a:chOff x="0" y="0"/>
          <a:chExt cx="0" cy="0"/>
        </a:xfrm>
      </p:grpSpPr>
      <p:sp>
        <p:nvSpPr>
          <p:cNvPr id="7976" name="Google Shape;7976;g10e8288f3d1_0_45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77" name="Google Shape;7977;g10e8288f3d1_0_45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3" name="Shape 8013"/>
        <p:cNvGrpSpPr/>
        <p:nvPr/>
      </p:nvGrpSpPr>
      <p:grpSpPr>
        <a:xfrm>
          <a:off x="0" y="0"/>
          <a:ext cx="0" cy="0"/>
          <a:chOff x="0" y="0"/>
          <a:chExt cx="0" cy="0"/>
        </a:xfrm>
      </p:grpSpPr>
      <p:sp>
        <p:nvSpPr>
          <p:cNvPr id="8014" name="Google Shape;8014;g10e8bfbf6a2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15" name="Google Shape;8015;g10e8bfbf6a2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9" name="Shape 8019"/>
        <p:cNvGrpSpPr/>
        <p:nvPr/>
      </p:nvGrpSpPr>
      <p:grpSpPr>
        <a:xfrm>
          <a:off x="0" y="0"/>
          <a:ext cx="0" cy="0"/>
          <a:chOff x="0" y="0"/>
          <a:chExt cx="0" cy="0"/>
        </a:xfrm>
      </p:grpSpPr>
      <p:sp>
        <p:nvSpPr>
          <p:cNvPr id="8020" name="Google Shape;8020;gf114aa7512_2_1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21" name="Google Shape;8021;gf114aa7512_2_1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6" name="Shape 8026"/>
        <p:cNvGrpSpPr/>
        <p:nvPr/>
      </p:nvGrpSpPr>
      <p:grpSpPr>
        <a:xfrm>
          <a:off x="0" y="0"/>
          <a:ext cx="0" cy="0"/>
          <a:chOff x="0" y="0"/>
          <a:chExt cx="0" cy="0"/>
        </a:xfrm>
      </p:grpSpPr>
      <p:sp>
        <p:nvSpPr>
          <p:cNvPr id="8027" name="Google Shape;8027;SLIDES_API7471729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28" name="Google Shape;8028;SLIDES_API7471729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3" name="Shape 8033"/>
        <p:cNvGrpSpPr/>
        <p:nvPr/>
      </p:nvGrpSpPr>
      <p:grpSpPr>
        <a:xfrm>
          <a:off x="0" y="0"/>
          <a:ext cx="0" cy="0"/>
          <a:chOff x="0" y="0"/>
          <a:chExt cx="0" cy="0"/>
        </a:xfrm>
      </p:grpSpPr>
      <p:sp>
        <p:nvSpPr>
          <p:cNvPr id="8034" name="Google Shape;8034;gf114aa7512_4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35" name="Google Shape;8035;gf114aa7512_4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40" name="Shape 8040"/>
        <p:cNvGrpSpPr/>
        <p:nvPr/>
      </p:nvGrpSpPr>
      <p:grpSpPr>
        <a:xfrm>
          <a:off x="0" y="0"/>
          <a:ext cx="0" cy="0"/>
          <a:chOff x="0" y="0"/>
          <a:chExt cx="0" cy="0"/>
        </a:xfrm>
      </p:grpSpPr>
      <p:sp>
        <p:nvSpPr>
          <p:cNvPr id="8041" name="Google Shape;8041;gf114aa7512_4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42" name="Google Shape;8042;gf114aa7512_4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5" name="Shape 8065"/>
        <p:cNvGrpSpPr/>
        <p:nvPr/>
      </p:nvGrpSpPr>
      <p:grpSpPr>
        <a:xfrm>
          <a:off x="0" y="0"/>
          <a:ext cx="0" cy="0"/>
          <a:chOff x="0" y="0"/>
          <a:chExt cx="0" cy="0"/>
        </a:xfrm>
      </p:grpSpPr>
      <p:sp>
        <p:nvSpPr>
          <p:cNvPr id="8066" name="Google Shape;8066;gf114aa7512_4_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67" name="Google Shape;8067;gf114aa7512_4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81" name="Shape 8081"/>
        <p:cNvGrpSpPr/>
        <p:nvPr/>
      </p:nvGrpSpPr>
      <p:grpSpPr>
        <a:xfrm>
          <a:off x="0" y="0"/>
          <a:ext cx="0" cy="0"/>
          <a:chOff x="0" y="0"/>
          <a:chExt cx="0" cy="0"/>
        </a:xfrm>
      </p:grpSpPr>
      <p:sp>
        <p:nvSpPr>
          <p:cNvPr id="8082" name="Google Shape;8082;gf114aa7512_4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83" name="Google Shape;8083;gf114aa7512_4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gf114aa7512_4_3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20" name="Google Shape;8420;gf114aa7512_4_3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5" name="Shape 11205"/>
        <p:cNvGrpSpPr/>
        <p:nvPr/>
      </p:nvGrpSpPr>
      <p:grpSpPr>
        <a:xfrm>
          <a:off x="0" y="0"/>
          <a:ext cx="0" cy="0"/>
          <a:chOff x="0" y="0"/>
          <a:chExt cx="0" cy="0"/>
        </a:xfrm>
      </p:grpSpPr>
      <p:sp>
        <p:nvSpPr>
          <p:cNvPr id="11206" name="Google Shape;11206;gf114aa7512_4_31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07" name="Google Shape;11207;gf114aa7512_4_31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24" name="Shape 11624"/>
        <p:cNvGrpSpPr/>
        <p:nvPr/>
      </p:nvGrpSpPr>
      <p:grpSpPr>
        <a:xfrm>
          <a:off x="0" y="0"/>
          <a:ext cx="0" cy="0"/>
          <a:chOff x="0" y="0"/>
          <a:chExt cx="0" cy="0"/>
        </a:xfrm>
      </p:grpSpPr>
      <p:sp>
        <p:nvSpPr>
          <p:cNvPr id="11625" name="Google Shape;11625;gf114aa7512_4_36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26" name="Google Shape;11626;gf114aa7512_4_36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94" name="Shape 11794"/>
        <p:cNvGrpSpPr/>
        <p:nvPr/>
      </p:nvGrpSpPr>
      <p:grpSpPr>
        <a:xfrm>
          <a:off x="0" y="0"/>
          <a:ext cx="0" cy="0"/>
          <a:chOff x="0" y="0"/>
          <a:chExt cx="0" cy="0"/>
        </a:xfrm>
      </p:grpSpPr>
      <p:sp>
        <p:nvSpPr>
          <p:cNvPr id="11795" name="Google Shape;11795;gf114aa7512_4_37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96" name="Google Shape;11796;gf114aa7512_4_37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99" name="Shape 12199"/>
        <p:cNvGrpSpPr/>
        <p:nvPr/>
      </p:nvGrpSpPr>
      <p:grpSpPr>
        <a:xfrm>
          <a:off x="0" y="0"/>
          <a:ext cx="0" cy="0"/>
          <a:chOff x="0" y="0"/>
          <a:chExt cx="0" cy="0"/>
        </a:xfrm>
      </p:grpSpPr>
      <p:sp>
        <p:nvSpPr>
          <p:cNvPr id="12200" name="Google Shape;12200;gf114aa7512_4_4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01" name="Google Shape;12201;gf114aa7512_4_4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79" name="Shape 12579"/>
        <p:cNvGrpSpPr/>
        <p:nvPr/>
      </p:nvGrpSpPr>
      <p:grpSpPr>
        <a:xfrm>
          <a:off x="0" y="0"/>
          <a:ext cx="0" cy="0"/>
          <a:chOff x="0" y="0"/>
          <a:chExt cx="0" cy="0"/>
        </a:xfrm>
      </p:grpSpPr>
      <p:sp>
        <p:nvSpPr>
          <p:cNvPr id="12580" name="Google Shape;12580;gf114aa7512_4_45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81" name="Google Shape;12581;gf114aa7512_4_45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47" name="Shape 13347"/>
        <p:cNvGrpSpPr/>
        <p:nvPr/>
      </p:nvGrpSpPr>
      <p:grpSpPr>
        <a:xfrm>
          <a:off x="0" y="0"/>
          <a:ext cx="0" cy="0"/>
          <a:chOff x="0" y="0"/>
          <a:chExt cx="0" cy="0"/>
        </a:xfrm>
      </p:grpSpPr>
      <p:sp>
        <p:nvSpPr>
          <p:cNvPr id="13348" name="Google Shape;13348;gf114aa7512_4_53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49" name="Google Shape;13349;gf114aa7512_4_53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54" name="Shape 14754"/>
        <p:cNvGrpSpPr/>
        <p:nvPr/>
      </p:nvGrpSpPr>
      <p:grpSpPr>
        <a:xfrm>
          <a:off x="0" y="0"/>
          <a:ext cx="0" cy="0"/>
          <a:chOff x="0" y="0"/>
          <a:chExt cx="0" cy="0"/>
        </a:xfrm>
      </p:grpSpPr>
      <p:sp>
        <p:nvSpPr>
          <p:cNvPr id="14755" name="Google Shape;14755;gf114aa7512_4_6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56" name="Google Shape;14756;gf114aa7512_4_6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48" name="Shape 17148"/>
        <p:cNvGrpSpPr/>
        <p:nvPr/>
      </p:nvGrpSpPr>
      <p:grpSpPr>
        <a:xfrm>
          <a:off x="0" y="0"/>
          <a:ext cx="0" cy="0"/>
          <a:chOff x="0" y="0"/>
          <a:chExt cx="0" cy="0"/>
        </a:xfrm>
      </p:grpSpPr>
      <p:sp>
        <p:nvSpPr>
          <p:cNvPr id="17149" name="Google Shape;17149;gf114aa7512_4_9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50" name="Google Shape;17150;gf114aa7512_4_9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62" name="Shape 19162"/>
        <p:cNvGrpSpPr/>
        <p:nvPr/>
      </p:nvGrpSpPr>
      <p:grpSpPr>
        <a:xfrm>
          <a:off x="0" y="0"/>
          <a:ext cx="0" cy="0"/>
          <a:chOff x="0" y="0"/>
          <a:chExt cx="0" cy="0"/>
        </a:xfrm>
      </p:grpSpPr>
      <p:sp>
        <p:nvSpPr>
          <p:cNvPr id="19163" name="Google Shape;19163;gf114aa7512_4_11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64" name="Google Shape;19164;gf114aa7512_4_11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98" name="Shape 20798"/>
        <p:cNvGrpSpPr/>
        <p:nvPr/>
      </p:nvGrpSpPr>
      <p:grpSpPr>
        <a:xfrm>
          <a:off x="0" y="0"/>
          <a:ext cx="0" cy="0"/>
          <a:chOff x="0" y="0"/>
          <a:chExt cx="0" cy="0"/>
        </a:xfrm>
      </p:grpSpPr>
      <p:sp>
        <p:nvSpPr>
          <p:cNvPr id="20799" name="Google Shape;20799;gf114aa7512_4_127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00" name="Google Shape;20800;gf114aa7512_4_127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40" name="Shape 21840"/>
        <p:cNvGrpSpPr/>
        <p:nvPr/>
      </p:nvGrpSpPr>
      <p:grpSpPr>
        <a:xfrm>
          <a:off x="0" y="0"/>
          <a:ext cx="0" cy="0"/>
          <a:chOff x="0" y="0"/>
          <a:chExt cx="0" cy="0"/>
        </a:xfrm>
      </p:grpSpPr>
      <p:sp>
        <p:nvSpPr>
          <p:cNvPr id="21841" name="Google Shape;21841;gf114aa7512_4_138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42" name="Google Shape;21842;gf114aa7512_4_138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83" name="Shape 23383"/>
        <p:cNvGrpSpPr/>
        <p:nvPr/>
      </p:nvGrpSpPr>
      <p:grpSpPr>
        <a:xfrm>
          <a:off x="0" y="0"/>
          <a:ext cx="0" cy="0"/>
          <a:chOff x="0" y="0"/>
          <a:chExt cx="0" cy="0"/>
        </a:xfrm>
      </p:grpSpPr>
      <p:sp>
        <p:nvSpPr>
          <p:cNvPr id="23384" name="Google Shape;23384;gf114aa7512_4_19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85" name="Google Shape;23385;gf114aa7512_4_19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 Target="/ppt/slides/slide7.xml"/><Relationship Id="rId3" Type="http://schemas.openxmlformats.org/officeDocument/2006/relationships/slide" Target="/ppt/slides/slide13.xml"/><Relationship Id="rId4" Type="http://schemas.openxmlformats.org/officeDocument/2006/relationships/slide" Target="/ppt/slides/slide23.xml"/><Relationship Id="rId5" Type="http://schemas.openxmlformats.org/officeDocument/2006/relationships/slide" Target="/ppt/slides/slide36.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 Target="/ppt/slides/slide7.xml"/><Relationship Id="rId3" Type="http://schemas.openxmlformats.org/officeDocument/2006/relationships/slide" Target="/ppt/slides/slide23.xml"/><Relationship Id="rId4" Type="http://schemas.openxmlformats.org/officeDocument/2006/relationships/slide" Target="/ppt/slides/slide1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945488" y="2357650"/>
            <a:ext cx="5262600" cy="17238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5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2200575" y="4142400"/>
            <a:ext cx="4743000" cy="461700"/>
          </a:xfrm>
          <a:prstGeom prst="rect">
            <a:avLst/>
          </a:prstGeom>
          <a:solidFill>
            <a:schemeClr val="accent2"/>
          </a:solidFill>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a:solidFill>
                  <a:schemeClr val="accent4"/>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1" name="Google Shape;11;p2"/>
          <p:cNvSpPr/>
          <p:nvPr/>
        </p:nvSpPr>
        <p:spPr>
          <a:xfrm flipH="1" rot="10800000">
            <a:off x="0" y="61"/>
            <a:ext cx="2853959" cy="2324057"/>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6290050" y="2819436"/>
            <a:ext cx="2853959" cy="2324057"/>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 name="Google Shape;13;p2"/>
          <p:cNvGrpSpPr/>
          <p:nvPr/>
        </p:nvGrpSpPr>
        <p:grpSpPr>
          <a:xfrm rot="-537825">
            <a:off x="-156003" y="1976196"/>
            <a:ext cx="444194" cy="1383977"/>
            <a:chOff x="2642275" y="5716900"/>
            <a:chExt cx="601300" cy="1873475"/>
          </a:xfrm>
        </p:grpSpPr>
        <p:sp>
          <p:nvSpPr>
            <p:cNvPr id="14" name="Google Shape;14;p2"/>
            <p:cNvSpPr/>
            <p:nvPr/>
          </p:nvSpPr>
          <p:spPr>
            <a:xfrm>
              <a:off x="2807775" y="5716900"/>
              <a:ext cx="269700" cy="175650"/>
            </a:xfrm>
            <a:custGeom>
              <a:rect b="b" l="l" r="r" t="t"/>
              <a:pathLst>
                <a:path extrusionOk="0" h="7026" w="10788">
                  <a:moveTo>
                    <a:pt x="656" y="1"/>
                  </a:moveTo>
                  <a:cubicBezTo>
                    <a:pt x="286" y="1"/>
                    <a:pt x="1" y="298"/>
                    <a:pt x="1" y="655"/>
                  </a:cubicBezTo>
                  <a:lnTo>
                    <a:pt x="1" y="6370"/>
                  </a:lnTo>
                  <a:cubicBezTo>
                    <a:pt x="1" y="6739"/>
                    <a:pt x="298" y="7025"/>
                    <a:pt x="656" y="7025"/>
                  </a:cubicBezTo>
                  <a:lnTo>
                    <a:pt x="10133" y="7025"/>
                  </a:lnTo>
                  <a:cubicBezTo>
                    <a:pt x="10490" y="7025"/>
                    <a:pt x="10776" y="6728"/>
                    <a:pt x="10788" y="6370"/>
                  </a:cubicBezTo>
                  <a:lnTo>
                    <a:pt x="10788" y="655"/>
                  </a:lnTo>
                  <a:cubicBezTo>
                    <a:pt x="10788" y="286"/>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2642275" y="5892525"/>
              <a:ext cx="601300" cy="1697850"/>
            </a:xfrm>
            <a:custGeom>
              <a:rect b="b" l="l" r="r" t="t"/>
              <a:pathLst>
                <a:path extrusionOk="0" h="67914" w="24052">
                  <a:moveTo>
                    <a:pt x="8002" y="0"/>
                  </a:moveTo>
                  <a:lnTo>
                    <a:pt x="8002" y="1989"/>
                  </a:lnTo>
                  <a:cubicBezTo>
                    <a:pt x="8002" y="2334"/>
                    <a:pt x="7907" y="2667"/>
                    <a:pt x="7704" y="2941"/>
                  </a:cubicBezTo>
                  <a:lnTo>
                    <a:pt x="799" y="12799"/>
                  </a:lnTo>
                  <a:cubicBezTo>
                    <a:pt x="287" y="13561"/>
                    <a:pt x="1" y="14454"/>
                    <a:pt x="1" y="15359"/>
                  </a:cubicBezTo>
                  <a:lnTo>
                    <a:pt x="1" y="63651"/>
                  </a:lnTo>
                  <a:lnTo>
                    <a:pt x="120" y="63651"/>
                  </a:lnTo>
                  <a:cubicBezTo>
                    <a:pt x="120" y="66008"/>
                    <a:pt x="2025" y="67913"/>
                    <a:pt x="4370" y="67913"/>
                  </a:cubicBezTo>
                  <a:cubicBezTo>
                    <a:pt x="5906" y="67913"/>
                    <a:pt x="7264" y="67092"/>
                    <a:pt x="8002" y="65865"/>
                  </a:cubicBezTo>
                  <a:cubicBezTo>
                    <a:pt x="8752" y="67092"/>
                    <a:pt x="10109" y="67913"/>
                    <a:pt x="11633" y="67913"/>
                  </a:cubicBezTo>
                  <a:cubicBezTo>
                    <a:pt x="13562" y="67913"/>
                    <a:pt x="15181" y="66639"/>
                    <a:pt x="15717" y="64901"/>
                  </a:cubicBezTo>
                  <a:cubicBezTo>
                    <a:pt x="16253" y="66639"/>
                    <a:pt x="17872" y="67913"/>
                    <a:pt x="19789" y="67913"/>
                  </a:cubicBezTo>
                  <a:cubicBezTo>
                    <a:pt x="22146" y="67913"/>
                    <a:pt x="24051" y="65996"/>
                    <a:pt x="24051" y="63651"/>
                  </a:cubicBezTo>
                  <a:lnTo>
                    <a:pt x="24051" y="15359"/>
                  </a:lnTo>
                  <a:lnTo>
                    <a:pt x="24040" y="15359"/>
                  </a:lnTo>
                  <a:cubicBezTo>
                    <a:pt x="24040" y="14431"/>
                    <a:pt x="23754" y="13538"/>
                    <a:pt x="23230" y="12799"/>
                  </a:cubicBezTo>
                  <a:lnTo>
                    <a:pt x="16324" y="2941"/>
                  </a:lnTo>
                  <a:cubicBezTo>
                    <a:pt x="16134" y="2667"/>
                    <a:pt x="16027" y="2334"/>
                    <a:pt x="16027" y="1989"/>
                  </a:cubicBezTo>
                  <a:lnTo>
                    <a:pt x="16027"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 name="Google Shape;16;p2"/>
          <p:cNvGrpSpPr/>
          <p:nvPr/>
        </p:nvGrpSpPr>
        <p:grpSpPr>
          <a:xfrm rot="3680464">
            <a:off x="379357" y="1376599"/>
            <a:ext cx="744158" cy="981111"/>
            <a:chOff x="4326425" y="5583250"/>
            <a:chExt cx="744150" cy="981100"/>
          </a:xfrm>
        </p:grpSpPr>
        <p:sp>
          <p:nvSpPr>
            <p:cNvPr id="17" name="Google Shape;17;p2"/>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 name="Google Shape;42;p2"/>
          <p:cNvGrpSpPr/>
          <p:nvPr/>
        </p:nvGrpSpPr>
        <p:grpSpPr>
          <a:xfrm>
            <a:off x="281172" y="3188518"/>
            <a:ext cx="864443" cy="1751954"/>
            <a:chOff x="1803775" y="5029925"/>
            <a:chExt cx="655775" cy="1329050"/>
          </a:xfrm>
        </p:grpSpPr>
        <p:sp>
          <p:nvSpPr>
            <p:cNvPr id="43" name="Google Shape;43;p2"/>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 name="Google Shape;54;p2"/>
          <p:cNvGrpSpPr/>
          <p:nvPr/>
        </p:nvGrpSpPr>
        <p:grpSpPr>
          <a:xfrm rot="3680486">
            <a:off x="8153213" y="2520975"/>
            <a:ext cx="962017" cy="1268340"/>
            <a:chOff x="4326425" y="5583250"/>
            <a:chExt cx="744150" cy="981100"/>
          </a:xfrm>
        </p:grpSpPr>
        <p:sp>
          <p:nvSpPr>
            <p:cNvPr id="55" name="Google Shape;55;p2"/>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 name="Google Shape;80;p2"/>
          <p:cNvGrpSpPr/>
          <p:nvPr/>
        </p:nvGrpSpPr>
        <p:grpSpPr>
          <a:xfrm rot="1350639">
            <a:off x="8853220" y="625004"/>
            <a:ext cx="335945" cy="975417"/>
            <a:chOff x="1460575" y="5630575"/>
            <a:chExt cx="645350" cy="1873775"/>
          </a:xfrm>
        </p:grpSpPr>
        <p:sp>
          <p:nvSpPr>
            <p:cNvPr id="81" name="Google Shape;81;p2"/>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 name="Google Shape;83;p2"/>
          <p:cNvSpPr/>
          <p:nvPr/>
        </p:nvSpPr>
        <p:spPr>
          <a:xfrm rot="1078197">
            <a:off x="538144" y="2615762"/>
            <a:ext cx="142844" cy="302822"/>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rot="-2700996">
            <a:off x="265904" y="4704184"/>
            <a:ext cx="142836" cy="302854"/>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rot="1623075">
            <a:off x="8616870" y="4195840"/>
            <a:ext cx="225062" cy="477144"/>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rot="-1229716">
            <a:off x="8871756" y="1848082"/>
            <a:ext cx="169977" cy="36033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 name="Google Shape;87;p2"/>
          <p:cNvGrpSpPr/>
          <p:nvPr/>
        </p:nvGrpSpPr>
        <p:grpSpPr>
          <a:xfrm rot="-1269334">
            <a:off x="7492058" y="3707781"/>
            <a:ext cx="601297" cy="1873742"/>
            <a:chOff x="3855225" y="5718400"/>
            <a:chExt cx="601300" cy="1873750"/>
          </a:xfrm>
        </p:grpSpPr>
        <p:sp>
          <p:nvSpPr>
            <p:cNvPr id="88" name="Google Shape;88;p2"/>
            <p:cNvSpPr/>
            <p:nvPr/>
          </p:nvSpPr>
          <p:spPr>
            <a:xfrm>
              <a:off x="4020125" y="5718400"/>
              <a:ext cx="269700" cy="175625"/>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3855225" y="5894300"/>
              <a:ext cx="601300" cy="1697850"/>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90" name="Shape 90"/>
        <p:cNvGrpSpPr/>
        <p:nvPr/>
      </p:nvGrpSpPr>
      <p:grpSpPr>
        <a:xfrm>
          <a:off x="0" y="0"/>
          <a:ext cx="0" cy="0"/>
          <a:chOff x="0" y="0"/>
          <a:chExt cx="0" cy="0"/>
        </a:xfrm>
      </p:grpSpPr>
      <p:sp>
        <p:nvSpPr>
          <p:cNvPr id="91" name="Google Shape;91;p3"/>
          <p:cNvSpPr txBox="1"/>
          <p:nvPr>
            <p:ph type="ctrTitle"/>
          </p:nvPr>
        </p:nvSpPr>
        <p:spPr>
          <a:xfrm>
            <a:off x="4481525" y="1000300"/>
            <a:ext cx="3949200" cy="2493600"/>
          </a:xfrm>
          <a:prstGeom prst="rect">
            <a:avLst/>
          </a:prstGeom>
        </p:spPr>
        <p:txBody>
          <a:bodyPr anchorCtr="0" anchor="b" bIns="91425" lIns="91425" spcFirstLastPara="1" rIns="91425" wrap="square" tIns="91425">
            <a:noAutofit/>
          </a:bodyPr>
          <a:lstStyle>
            <a:lvl1pPr lvl="0" rtl="0">
              <a:spcBef>
                <a:spcPts val="0"/>
              </a:spcBef>
              <a:spcAft>
                <a:spcPts val="0"/>
              </a:spcAft>
              <a:buSzPts val="5200"/>
              <a:buNone/>
              <a:defRPr sz="5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92" name="Google Shape;92;p3"/>
          <p:cNvSpPr txBox="1"/>
          <p:nvPr>
            <p:ph idx="1" type="subTitle"/>
          </p:nvPr>
        </p:nvSpPr>
        <p:spPr>
          <a:xfrm>
            <a:off x="4481525" y="3429209"/>
            <a:ext cx="2480700" cy="714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93" name="Google Shape;93;p3"/>
          <p:cNvSpPr txBox="1"/>
          <p:nvPr>
            <p:ph hasCustomPrompt="1" idx="2" type="title"/>
          </p:nvPr>
        </p:nvSpPr>
        <p:spPr>
          <a:xfrm>
            <a:off x="3246025" y="1220625"/>
            <a:ext cx="982500" cy="617700"/>
          </a:xfrm>
          <a:prstGeom prst="rect">
            <a:avLst/>
          </a:prstGeom>
        </p:spPr>
        <p:txBody>
          <a:bodyPr anchorCtr="0" anchor="ctr" bIns="91425" lIns="91425" spcFirstLastPara="1" rIns="91425" wrap="square" tIns="91425">
            <a:noAutofit/>
          </a:bodyPr>
          <a:lstStyle>
            <a:lvl1pPr lvl="0" rtl="0" algn="ctr">
              <a:spcBef>
                <a:spcPts val="1000"/>
              </a:spcBef>
              <a:spcAft>
                <a:spcPts val="0"/>
              </a:spcAft>
              <a:buSzPts val="2400"/>
              <a:buNone/>
              <a:defRPr sz="48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94" name="Google Shape;94;p3"/>
          <p:cNvSpPr/>
          <p:nvPr/>
        </p:nvSpPr>
        <p:spPr>
          <a:xfrm>
            <a:off x="0" y="1000301"/>
            <a:ext cx="3357407" cy="4143255"/>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 name="Google Shape;95;p3"/>
          <p:cNvGrpSpPr/>
          <p:nvPr/>
        </p:nvGrpSpPr>
        <p:grpSpPr>
          <a:xfrm flipH="1" rot="-4179738">
            <a:off x="-283932" y="3876446"/>
            <a:ext cx="946744" cy="1725616"/>
            <a:chOff x="-214625" y="3943775"/>
            <a:chExt cx="458725" cy="836125"/>
          </a:xfrm>
        </p:grpSpPr>
        <p:sp>
          <p:nvSpPr>
            <p:cNvPr id="96" name="Google Shape;96;p3"/>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3"/>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3"/>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3"/>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3"/>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3"/>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3"/>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3"/>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3"/>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3"/>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3"/>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3"/>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 name="Google Shape;108;p3"/>
          <p:cNvGrpSpPr/>
          <p:nvPr/>
        </p:nvGrpSpPr>
        <p:grpSpPr>
          <a:xfrm rot="-872858">
            <a:off x="-204884" y="1299567"/>
            <a:ext cx="1247406" cy="2528100"/>
            <a:chOff x="1803775" y="5029925"/>
            <a:chExt cx="655775" cy="1329050"/>
          </a:xfrm>
        </p:grpSpPr>
        <p:sp>
          <p:nvSpPr>
            <p:cNvPr id="109" name="Google Shape;109;p3"/>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3"/>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3"/>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3"/>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3"/>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3"/>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3"/>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3"/>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3"/>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3"/>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3"/>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 name="Google Shape;120;p3"/>
          <p:cNvSpPr/>
          <p:nvPr/>
        </p:nvSpPr>
        <p:spPr>
          <a:xfrm flipH="1" rot="-869022">
            <a:off x="226808" y="3734638"/>
            <a:ext cx="384006" cy="315819"/>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 name="Google Shape;121;p3"/>
          <p:cNvGrpSpPr/>
          <p:nvPr/>
        </p:nvGrpSpPr>
        <p:grpSpPr>
          <a:xfrm rot="1525285">
            <a:off x="278554" y="560189"/>
            <a:ext cx="280526" cy="814509"/>
            <a:chOff x="1460575" y="5630575"/>
            <a:chExt cx="645350" cy="1873775"/>
          </a:xfrm>
        </p:grpSpPr>
        <p:sp>
          <p:nvSpPr>
            <p:cNvPr id="122" name="Google Shape;122;p3"/>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3"/>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 name="Google Shape;124;p3"/>
          <p:cNvSpPr/>
          <p:nvPr/>
        </p:nvSpPr>
        <p:spPr>
          <a:xfrm rot="-2701011">
            <a:off x="249983" y="192710"/>
            <a:ext cx="93762" cy="198803"/>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 name="Google Shape;125;p3"/>
          <p:cNvGrpSpPr/>
          <p:nvPr/>
        </p:nvGrpSpPr>
        <p:grpSpPr>
          <a:xfrm rot="1659831">
            <a:off x="1236203" y="4449117"/>
            <a:ext cx="392812" cy="1140530"/>
            <a:chOff x="1460575" y="5630575"/>
            <a:chExt cx="645350" cy="1873775"/>
          </a:xfrm>
        </p:grpSpPr>
        <p:sp>
          <p:nvSpPr>
            <p:cNvPr id="126" name="Google Shape;126;p3"/>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3"/>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 name="Google Shape;128;p3"/>
          <p:cNvSpPr/>
          <p:nvPr/>
        </p:nvSpPr>
        <p:spPr>
          <a:xfrm rot="10800000">
            <a:off x="7062065" y="101"/>
            <a:ext cx="2081938" cy="1695352"/>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29" name="Shape 129"/>
        <p:cNvGrpSpPr/>
        <p:nvPr/>
      </p:nvGrpSpPr>
      <p:grpSpPr>
        <a:xfrm>
          <a:off x="0" y="0"/>
          <a:ext cx="0" cy="0"/>
          <a:chOff x="0" y="0"/>
          <a:chExt cx="0" cy="0"/>
        </a:xfrm>
      </p:grpSpPr>
      <p:sp>
        <p:nvSpPr>
          <p:cNvPr id="130" name="Google Shape;130;p4"/>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31" name="Google Shape;131;p4"/>
          <p:cNvSpPr txBox="1"/>
          <p:nvPr>
            <p:ph idx="1" type="body"/>
          </p:nvPr>
        </p:nvSpPr>
        <p:spPr>
          <a:xfrm>
            <a:off x="713275" y="1152475"/>
            <a:ext cx="7717500" cy="34515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Clr>
                <a:srgbClr val="434343"/>
              </a:buClr>
              <a:buSzPts val="1200"/>
              <a:buAutoNum type="arabicPeriod"/>
              <a:defRPr sz="1100"/>
            </a:lvl1pPr>
            <a:lvl2pPr indent="-304800" lvl="1" marL="914400">
              <a:spcBef>
                <a:spcPts val="0"/>
              </a:spcBef>
              <a:spcAft>
                <a:spcPts val="0"/>
              </a:spcAft>
              <a:buClr>
                <a:srgbClr val="434343"/>
              </a:buClr>
              <a:buSzPts val="1200"/>
              <a:buFont typeface="Roboto Condensed Light"/>
              <a:buAutoNum type="alphaLcPeriod"/>
              <a:defRPr/>
            </a:lvl2pPr>
            <a:lvl3pPr indent="-304800" lvl="2" marL="1371600">
              <a:spcBef>
                <a:spcPts val="0"/>
              </a:spcBef>
              <a:spcAft>
                <a:spcPts val="0"/>
              </a:spcAft>
              <a:buClr>
                <a:srgbClr val="434343"/>
              </a:buClr>
              <a:buSzPts val="1200"/>
              <a:buFont typeface="Roboto Condensed Light"/>
              <a:buAutoNum type="romanLcPeriod"/>
              <a:defRPr/>
            </a:lvl3pPr>
            <a:lvl4pPr indent="-304800" lvl="3" marL="1828800">
              <a:spcBef>
                <a:spcPts val="0"/>
              </a:spcBef>
              <a:spcAft>
                <a:spcPts val="0"/>
              </a:spcAft>
              <a:buClr>
                <a:srgbClr val="434343"/>
              </a:buClr>
              <a:buSzPts val="1200"/>
              <a:buFont typeface="Roboto Condensed Light"/>
              <a:buAutoNum type="arabicPeriod"/>
              <a:defRPr/>
            </a:lvl4pPr>
            <a:lvl5pPr indent="-304800" lvl="4" marL="2286000">
              <a:spcBef>
                <a:spcPts val="0"/>
              </a:spcBef>
              <a:spcAft>
                <a:spcPts val="0"/>
              </a:spcAft>
              <a:buClr>
                <a:srgbClr val="434343"/>
              </a:buClr>
              <a:buSzPts val="1200"/>
              <a:buFont typeface="Roboto Condensed Light"/>
              <a:buAutoNum type="alphaLcPeriod"/>
              <a:defRPr/>
            </a:lvl5pPr>
            <a:lvl6pPr indent="-304800" lvl="5" marL="2743200">
              <a:spcBef>
                <a:spcPts val="0"/>
              </a:spcBef>
              <a:spcAft>
                <a:spcPts val="0"/>
              </a:spcAft>
              <a:buClr>
                <a:srgbClr val="434343"/>
              </a:buClr>
              <a:buSzPts val="1200"/>
              <a:buFont typeface="Roboto Condensed Light"/>
              <a:buAutoNum type="romanLcPeriod"/>
              <a:defRPr/>
            </a:lvl6pPr>
            <a:lvl7pPr indent="-304800" lvl="6" marL="3200400">
              <a:spcBef>
                <a:spcPts val="0"/>
              </a:spcBef>
              <a:spcAft>
                <a:spcPts val="0"/>
              </a:spcAft>
              <a:buClr>
                <a:srgbClr val="434343"/>
              </a:buClr>
              <a:buSzPts val="1200"/>
              <a:buFont typeface="Roboto Condensed Light"/>
              <a:buAutoNum type="arabicPeriod"/>
              <a:defRPr/>
            </a:lvl7pPr>
            <a:lvl8pPr indent="-304800" lvl="7" marL="3657600">
              <a:spcBef>
                <a:spcPts val="0"/>
              </a:spcBef>
              <a:spcAft>
                <a:spcPts val="0"/>
              </a:spcAft>
              <a:buClr>
                <a:srgbClr val="434343"/>
              </a:buClr>
              <a:buSzPts val="1200"/>
              <a:buFont typeface="Roboto Condensed Light"/>
              <a:buAutoNum type="alphaLcPeriod"/>
              <a:defRPr/>
            </a:lvl8pPr>
            <a:lvl9pPr indent="-304800" lvl="8" marL="4114800">
              <a:spcBef>
                <a:spcPts val="0"/>
              </a:spcBef>
              <a:spcAft>
                <a:spcPts val="0"/>
              </a:spcAft>
              <a:buClr>
                <a:srgbClr val="434343"/>
              </a:buClr>
              <a:buSzPts val="1200"/>
              <a:buFont typeface="Roboto Condensed Light"/>
              <a:buAutoNum type="romanLcPeriod"/>
              <a:defRPr/>
            </a:lvl9pPr>
          </a:lstStyle>
          <a:p/>
        </p:txBody>
      </p:sp>
      <p:sp>
        <p:nvSpPr>
          <p:cNvPr id="132" name="Google Shape;132;p4"/>
          <p:cNvSpPr/>
          <p:nvPr/>
        </p:nvSpPr>
        <p:spPr>
          <a:xfrm rot="-5400000">
            <a:off x="8207268" y="4206761"/>
            <a:ext cx="739918" cy="1133545"/>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4"/>
          <p:cNvSpPr/>
          <p:nvPr/>
        </p:nvSpPr>
        <p:spPr>
          <a:xfrm rot="5400000">
            <a:off x="196743" y="-196814"/>
            <a:ext cx="739918" cy="1133545"/>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 name="Google Shape;134;p4"/>
          <p:cNvGrpSpPr/>
          <p:nvPr/>
        </p:nvGrpSpPr>
        <p:grpSpPr>
          <a:xfrm rot="822728">
            <a:off x="-105378" y="204390"/>
            <a:ext cx="578235" cy="1053977"/>
            <a:chOff x="-214625" y="3943775"/>
            <a:chExt cx="458725" cy="836125"/>
          </a:xfrm>
        </p:grpSpPr>
        <p:sp>
          <p:nvSpPr>
            <p:cNvPr id="135" name="Google Shape;135;p4"/>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4"/>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4"/>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4"/>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4"/>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4"/>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4"/>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4"/>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4"/>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4"/>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4"/>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4"/>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 name="Google Shape;147;p4"/>
          <p:cNvGrpSpPr/>
          <p:nvPr/>
        </p:nvGrpSpPr>
        <p:grpSpPr>
          <a:xfrm rot="1937137">
            <a:off x="-49276" y="1419598"/>
            <a:ext cx="247561" cy="718794"/>
            <a:chOff x="1460575" y="5630575"/>
            <a:chExt cx="645350" cy="1873775"/>
          </a:xfrm>
        </p:grpSpPr>
        <p:sp>
          <p:nvSpPr>
            <p:cNvPr id="148" name="Google Shape;148;p4"/>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4"/>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 name="Google Shape;150;p4"/>
          <p:cNvGrpSpPr/>
          <p:nvPr/>
        </p:nvGrpSpPr>
        <p:grpSpPr>
          <a:xfrm rot="-1360815">
            <a:off x="8787582" y="2477598"/>
            <a:ext cx="744173" cy="981131"/>
            <a:chOff x="4326425" y="5583250"/>
            <a:chExt cx="744150" cy="981100"/>
          </a:xfrm>
        </p:grpSpPr>
        <p:sp>
          <p:nvSpPr>
            <p:cNvPr id="151" name="Google Shape;151;p4"/>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4"/>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4"/>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4"/>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4"/>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4"/>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4"/>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4"/>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4"/>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4"/>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4"/>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4"/>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4"/>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4"/>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4"/>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4"/>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4"/>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4"/>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4"/>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4"/>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4"/>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4"/>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4"/>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4"/>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4"/>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 name="Google Shape;176;p4"/>
          <p:cNvGrpSpPr/>
          <p:nvPr/>
        </p:nvGrpSpPr>
        <p:grpSpPr>
          <a:xfrm rot="-2418941">
            <a:off x="8394237" y="4374566"/>
            <a:ext cx="714867" cy="1448812"/>
            <a:chOff x="1803775" y="5029925"/>
            <a:chExt cx="655775" cy="1329050"/>
          </a:xfrm>
        </p:grpSpPr>
        <p:sp>
          <p:nvSpPr>
            <p:cNvPr id="177" name="Google Shape;177;p4"/>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4"/>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4"/>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4"/>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4"/>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4"/>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4"/>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4"/>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4"/>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4"/>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4"/>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 name="Google Shape;188;p4"/>
          <p:cNvGrpSpPr/>
          <p:nvPr/>
        </p:nvGrpSpPr>
        <p:grpSpPr>
          <a:xfrm rot="-1269334">
            <a:off x="8891383" y="3721956"/>
            <a:ext cx="601297" cy="1873742"/>
            <a:chOff x="3855225" y="5718400"/>
            <a:chExt cx="601300" cy="1873750"/>
          </a:xfrm>
        </p:grpSpPr>
        <p:sp>
          <p:nvSpPr>
            <p:cNvPr id="189" name="Google Shape;189;p4"/>
            <p:cNvSpPr/>
            <p:nvPr/>
          </p:nvSpPr>
          <p:spPr>
            <a:xfrm>
              <a:off x="4020125" y="5718400"/>
              <a:ext cx="269700" cy="175625"/>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4"/>
            <p:cNvSpPr/>
            <p:nvPr/>
          </p:nvSpPr>
          <p:spPr>
            <a:xfrm>
              <a:off x="3855225" y="5894300"/>
              <a:ext cx="601300" cy="1697850"/>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 name="Google Shape;191;p4"/>
          <p:cNvSpPr/>
          <p:nvPr/>
        </p:nvSpPr>
        <p:spPr>
          <a:xfrm rot="-2161609">
            <a:off x="7787037" y="4718605"/>
            <a:ext cx="148961" cy="301771"/>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4"/>
          <p:cNvSpPr/>
          <p:nvPr/>
        </p:nvSpPr>
        <p:spPr>
          <a:xfrm rot="-2161533">
            <a:off x="476718" y="-166239"/>
            <a:ext cx="179966" cy="364573"/>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93" name="Shape 193"/>
        <p:cNvGrpSpPr/>
        <p:nvPr/>
      </p:nvGrpSpPr>
      <p:grpSpPr>
        <a:xfrm>
          <a:off x="0" y="0"/>
          <a:ext cx="0" cy="0"/>
          <a:chOff x="0" y="0"/>
          <a:chExt cx="0" cy="0"/>
        </a:xfrm>
      </p:grpSpPr>
      <p:sp>
        <p:nvSpPr>
          <p:cNvPr id="194" name="Google Shape;194;p5"/>
          <p:cNvSpPr/>
          <p:nvPr/>
        </p:nvSpPr>
        <p:spPr>
          <a:xfrm>
            <a:off x="0" y="2419350"/>
            <a:ext cx="9144085" cy="2724190"/>
          </a:xfrm>
          <a:custGeom>
            <a:rect b="b" l="l" r="r" t="t"/>
            <a:pathLst>
              <a:path extrusionOk="0" h="30664" w="83785">
                <a:moveTo>
                  <a:pt x="7278" y="0"/>
                </a:moveTo>
                <a:cubicBezTo>
                  <a:pt x="6838" y="0"/>
                  <a:pt x="6397" y="6"/>
                  <a:pt x="5953" y="17"/>
                </a:cubicBezTo>
                <a:cubicBezTo>
                  <a:pt x="3906" y="77"/>
                  <a:pt x="1929" y="255"/>
                  <a:pt x="0" y="553"/>
                </a:cubicBezTo>
                <a:lnTo>
                  <a:pt x="0" y="30664"/>
                </a:lnTo>
                <a:lnTo>
                  <a:pt x="83785" y="30664"/>
                </a:lnTo>
                <a:lnTo>
                  <a:pt x="83785" y="3398"/>
                </a:lnTo>
                <a:cubicBezTo>
                  <a:pt x="82594" y="3101"/>
                  <a:pt x="81332" y="2851"/>
                  <a:pt x="79998" y="2672"/>
                </a:cubicBezTo>
                <a:cubicBezTo>
                  <a:pt x="77596" y="2332"/>
                  <a:pt x="75162" y="2197"/>
                  <a:pt x="72705" y="2197"/>
                </a:cubicBezTo>
                <a:cubicBezTo>
                  <a:pt x="63072" y="2197"/>
                  <a:pt x="53083" y="4279"/>
                  <a:pt x="43220" y="4279"/>
                </a:cubicBezTo>
                <a:cubicBezTo>
                  <a:pt x="42386" y="4279"/>
                  <a:pt x="41552" y="4264"/>
                  <a:pt x="40720" y="4232"/>
                </a:cubicBezTo>
                <a:cubicBezTo>
                  <a:pt x="29124" y="3785"/>
                  <a:pt x="18831" y="0"/>
                  <a:pt x="7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5"/>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96" name="Google Shape;196;p5"/>
          <p:cNvSpPr txBox="1"/>
          <p:nvPr>
            <p:ph idx="1" type="subTitle"/>
          </p:nvPr>
        </p:nvSpPr>
        <p:spPr>
          <a:xfrm>
            <a:off x="1186075" y="3629482"/>
            <a:ext cx="2948400" cy="92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197" name="Google Shape;197;p5"/>
          <p:cNvSpPr txBox="1"/>
          <p:nvPr>
            <p:ph idx="2" type="subTitle"/>
          </p:nvPr>
        </p:nvSpPr>
        <p:spPr>
          <a:xfrm>
            <a:off x="5025829" y="3629482"/>
            <a:ext cx="2933400" cy="92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198" name="Google Shape;198;p5"/>
          <p:cNvSpPr txBox="1"/>
          <p:nvPr>
            <p:ph idx="3" type="title"/>
          </p:nvPr>
        </p:nvSpPr>
        <p:spPr>
          <a:xfrm>
            <a:off x="1189284" y="3311600"/>
            <a:ext cx="29454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99" name="Google Shape;199;p5"/>
          <p:cNvSpPr txBox="1"/>
          <p:nvPr>
            <p:ph idx="4" type="title"/>
          </p:nvPr>
        </p:nvSpPr>
        <p:spPr>
          <a:xfrm>
            <a:off x="5010837" y="3311600"/>
            <a:ext cx="29484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00" name="Shape 200"/>
        <p:cNvGrpSpPr/>
        <p:nvPr/>
      </p:nvGrpSpPr>
      <p:grpSpPr>
        <a:xfrm>
          <a:off x="0" y="0"/>
          <a:ext cx="0" cy="0"/>
          <a:chOff x="0" y="0"/>
          <a:chExt cx="0" cy="0"/>
        </a:xfrm>
      </p:grpSpPr>
      <p:sp>
        <p:nvSpPr>
          <p:cNvPr id="201" name="Google Shape;201;p6"/>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02" name="Google Shape;202;p6"/>
          <p:cNvSpPr/>
          <p:nvPr/>
        </p:nvSpPr>
        <p:spPr>
          <a:xfrm rot="10800000">
            <a:off x="7541186" y="102"/>
            <a:ext cx="1602814" cy="1305172"/>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6"/>
          <p:cNvSpPr/>
          <p:nvPr/>
        </p:nvSpPr>
        <p:spPr>
          <a:xfrm>
            <a:off x="-1" y="4007550"/>
            <a:ext cx="1394966" cy="1135909"/>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 name="Google Shape;204;p6"/>
          <p:cNvGrpSpPr/>
          <p:nvPr/>
        </p:nvGrpSpPr>
        <p:grpSpPr>
          <a:xfrm rot="1985753">
            <a:off x="-167008" y="3376599"/>
            <a:ext cx="366063" cy="1062241"/>
            <a:chOff x="4879175" y="1187475"/>
            <a:chExt cx="645625" cy="1873475"/>
          </a:xfrm>
        </p:grpSpPr>
        <p:sp>
          <p:nvSpPr>
            <p:cNvPr id="205" name="Google Shape;205;p6"/>
            <p:cNvSpPr/>
            <p:nvPr/>
          </p:nvSpPr>
          <p:spPr>
            <a:xfrm>
              <a:off x="5067000" y="1187475"/>
              <a:ext cx="269700" cy="175650"/>
            </a:xfrm>
            <a:custGeom>
              <a:rect b="b" l="l" r="r" t="t"/>
              <a:pathLst>
                <a:path extrusionOk="0" h="7026" w="10788">
                  <a:moveTo>
                    <a:pt x="655" y="1"/>
                  </a:moveTo>
                  <a:cubicBezTo>
                    <a:pt x="274" y="1"/>
                    <a:pt x="0" y="298"/>
                    <a:pt x="0" y="655"/>
                  </a:cubicBezTo>
                  <a:lnTo>
                    <a:pt x="0" y="6370"/>
                  </a:lnTo>
                  <a:cubicBezTo>
                    <a:pt x="0" y="6740"/>
                    <a:pt x="298" y="7025"/>
                    <a:pt x="655" y="7025"/>
                  </a:cubicBezTo>
                  <a:lnTo>
                    <a:pt x="10132" y="7025"/>
                  </a:lnTo>
                  <a:cubicBezTo>
                    <a:pt x="10490" y="7025"/>
                    <a:pt x="10787" y="6728"/>
                    <a:pt x="10787" y="6370"/>
                  </a:cubicBezTo>
                  <a:lnTo>
                    <a:pt x="10787" y="655"/>
                  </a:lnTo>
                  <a:cubicBezTo>
                    <a:pt x="10787" y="286"/>
                    <a:pt x="10490" y="1"/>
                    <a:pt x="10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6"/>
            <p:cNvSpPr/>
            <p:nvPr/>
          </p:nvSpPr>
          <p:spPr>
            <a:xfrm>
              <a:off x="4879175" y="1363100"/>
              <a:ext cx="645625" cy="1697850"/>
            </a:xfrm>
            <a:custGeom>
              <a:rect b="b" l="l" r="r" t="t"/>
              <a:pathLst>
                <a:path extrusionOk="0" h="67914" w="25825">
                  <a:moveTo>
                    <a:pt x="8608" y="0"/>
                  </a:moveTo>
                  <a:lnTo>
                    <a:pt x="8608" y="500"/>
                  </a:lnTo>
                  <a:cubicBezTo>
                    <a:pt x="8608" y="941"/>
                    <a:pt x="8358" y="1322"/>
                    <a:pt x="7954" y="1489"/>
                  </a:cubicBezTo>
                  <a:cubicBezTo>
                    <a:pt x="3274" y="3441"/>
                    <a:pt x="0" y="8037"/>
                    <a:pt x="0" y="13407"/>
                  </a:cubicBezTo>
                  <a:lnTo>
                    <a:pt x="0" y="63651"/>
                  </a:lnTo>
                  <a:lnTo>
                    <a:pt x="143" y="63651"/>
                  </a:lnTo>
                  <a:cubicBezTo>
                    <a:pt x="143" y="66008"/>
                    <a:pt x="2191" y="67913"/>
                    <a:pt x="4715" y="67913"/>
                  </a:cubicBezTo>
                  <a:cubicBezTo>
                    <a:pt x="6358" y="67913"/>
                    <a:pt x="7811" y="67092"/>
                    <a:pt x="8608" y="65877"/>
                  </a:cubicBezTo>
                  <a:cubicBezTo>
                    <a:pt x="9418" y="67092"/>
                    <a:pt x="10859" y="67913"/>
                    <a:pt x="12514" y="67913"/>
                  </a:cubicBezTo>
                  <a:cubicBezTo>
                    <a:pt x="14562" y="67913"/>
                    <a:pt x="16300" y="66651"/>
                    <a:pt x="16883" y="64901"/>
                  </a:cubicBezTo>
                  <a:cubicBezTo>
                    <a:pt x="17467" y="66651"/>
                    <a:pt x="19193" y="67913"/>
                    <a:pt x="21265" y="67913"/>
                  </a:cubicBezTo>
                  <a:cubicBezTo>
                    <a:pt x="23789" y="67913"/>
                    <a:pt x="25825" y="66008"/>
                    <a:pt x="25825" y="63651"/>
                  </a:cubicBezTo>
                  <a:lnTo>
                    <a:pt x="25825" y="13407"/>
                  </a:lnTo>
                  <a:cubicBezTo>
                    <a:pt x="25825" y="8037"/>
                    <a:pt x="22551" y="3441"/>
                    <a:pt x="17883" y="1489"/>
                  </a:cubicBezTo>
                  <a:cubicBezTo>
                    <a:pt x="17467" y="1322"/>
                    <a:pt x="17217" y="941"/>
                    <a:pt x="17217" y="500"/>
                  </a:cubicBezTo>
                  <a:lnTo>
                    <a:pt x="17217"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 name="Google Shape;207;p6"/>
          <p:cNvGrpSpPr/>
          <p:nvPr/>
        </p:nvGrpSpPr>
        <p:grpSpPr>
          <a:xfrm rot="2350920">
            <a:off x="124483" y="4434764"/>
            <a:ext cx="425263" cy="775134"/>
            <a:chOff x="-214625" y="3943775"/>
            <a:chExt cx="458725" cy="836125"/>
          </a:xfrm>
        </p:grpSpPr>
        <p:sp>
          <p:nvSpPr>
            <p:cNvPr id="208" name="Google Shape;208;p6"/>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6"/>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6"/>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6"/>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6"/>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6"/>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6"/>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6"/>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6"/>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6"/>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6"/>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6"/>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 name="Google Shape;220;p6"/>
          <p:cNvSpPr/>
          <p:nvPr/>
        </p:nvSpPr>
        <p:spPr>
          <a:xfrm rot="2841006">
            <a:off x="411871" y="3989275"/>
            <a:ext cx="128452" cy="27238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 name="Google Shape;221;p6"/>
          <p:cNvGrpSpPr/>
          <p:nvPr/>
        </p:nvGrpSpPr>
        <p:grpSpPr>
          <a:xfrm rot="-1978349">
            <a:off x="8254895" y="4369489"/>
            <a:ext cx="782796" cy="1032187"/>
            <a:chOff x="4326425" y="5583250"/>
            <a:chExt cx="744150" cy="981100"/>
          </a:xfrm>
        </p:grpSpPr>
        <p:sp>
          <p:nvSpPr>
            <p:cNvPr id="222" name="Google Shape;222;p6"/>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6"/>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6"/>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6"/>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6"/>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6"/>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6"/>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6"/>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6"/>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6"/>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6"/>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6"/>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6"/>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6"/>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6"/>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6"/>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6"/>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6"/>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6"/>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6"/>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6"/>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6"/>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6"/>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6"/>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6"/>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 name="Google Shape;247;p6"/>
          <p:cNvSpPr/>
          <p:nvPr/>
        </p:nvSpPr>
        <p:spPr>
          <a:xfrm rot="2841006">
            <a:off x="8871471" y="448325"/>
            <a:ext cx="128452" cy="27238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6"/>
          <p:cNvSpPr/>
          <p:nvPr/>
        </p:nvSpPr>
        <p:spPr>
          <a:xfrm flipH="1" rot="7958994">
            <a:off x="7791971" y="4981425"/>
            <a:ext cx="128452" cy="27238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 name="Google Shape;249;p6"/>
          <p:cNvGrpSpPr/>
          <p:nvPr/>
        </p:nvGrpSpPr>
        <p:grpSpPr>
          <a:xfrm rot="-8287720">
            <a:off x="8091424" y="-418374"/>
            <a:ext cx="619364" cy="1255256"/>
            <a:chOff x="1803775" y="5029925"/>
            <a:chExt cx="655775" cy="1329050"/>
          </a:xfrm>
        </p:grpSpPr>
        <p:sp>
          <p:nvSpPr>
            <p:cNvPr id="250" name="Google Shape;250;p6"/>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6"/>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6"/>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6"/>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6"/>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6"/>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6"/>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6"/>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6"/>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6"/>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6"/>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61" name="Shape 261"/>
        <p:cNvGrpSpPr/>
        <p:nvPr/>
      </p:nvGrpSpPr>
      <p:grpSpPr>
        <a:xfrm>
          <a:off x="0" y="0"/>
          <a:ext cx="0" cy="0"/>
          <a:chOff x="0" y="0"/>
          <a:chExt cx="0" cy="0"/>
        </a:xfrm>
      </p:grpSpPr>
      <p:sp>
        <p:nvSpPr>
          <p:cNvPr id="262" name="Google Shape;262;p7"/>
          <p:cNvSpPr txBox="1"/>
          <p:nvPr>
            <p:ph type="title"/>
          </p:nvPr>
        </p:nvSpPr>
        <p:spPr>
          <a:xfrm>
            <a:off x="4461075" y="1186500"/>
            <a:ext cx="3729900" cy="1108200"/>
          </a:xfrm>
          <a:prstGeom prst="rect">
            <a:avLst/>
          </a:prstGeom>
        </p:spPr>
        <p:txBody>
          <a:bodyPr anchorCtr="0" anchor="b" bIns="91425" lIns="91425" spcFirstLastPara="1" rIns="91425" wrap="square" tIns="91425">
            <a:noAutofit/>
          </a:bodyPr>
          <a:lstStyle>
            <a:lvl1pPr lvl="0">
              <a:spcBef>
                <a:spcPts val="0"/>
              </a:spcBef>
              <a:spcAft>
                <a:spcPts val="0"/>
              </a:spcAft>
              <a:buSzPts val="2400"/>
              <a:buNone/>
              <a:defRPr/>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263" name="Google Shape;263;p7"/>
          <p:cNvSpPr txBox="1"/>
          <p:nvPr>
            <p:ph idx="1" type="subTitle"/>
          </p:nvPr>
        </p:nvSpPr>
        <p:spPr>
          <a:xfrm>
            <a:off x="4462115" y="2294700"/>
            <a:ext cx="3729000" cy="1662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grpSp>
        <p:nvGrpSpPr>
          <p:cNvPr id="264" name="Google Shape;264;p7"/>
          <p:cNvGrpSpPr/>
          <p:nvPr/>
        </p:nvGrpSpPr>
        <p:grpSpPr>
          <a:xfrm rot="1073015">
            <a:off x="-196801" y="2873525"/>
            <a:ext cx="820942" cy="1558567"/>
            <a:chOff x="2876825" y="1865250"/>
            <a:chExt cx="422700" cy="802500"/>
          </a:xfrm>
        </p:grpSpPr>
        <p:sp>
          <p:nvSpPr>
            <p:cNvPr id="265" name="Google Shape;265;p7"/>
            <p:cNvSpPr/>
            <p:nvPr/>
          </p:nvSpPr>
          <p:spPr>
            <a:xfrm>
              <a:off x="3011075" y="2148900"/>
              <a:ext cx="133375" cy="518850"/>
            </a:xfrm>
            <a:custGeom>
              <a:rect b="b" l="l" r="r" t="t"/>
              <a:pathLst>
                <a:path extrusionOk="0" h="20754" w="5335">
                  <a:moveTo>
                    <a:pt x="5120" y="1"/>
                  </a:moveTo>
                  <a:cubicBezTo>
                    <a:pt x="1" y="13336"/>
                    <a:pt x="3549" y="20670"/>
                    <a:pt x="3573" y="20753"/>
                  </a:cubicBezTo>
                  <a:lnTo>
                    <a:pt x="3787" y="20646"/>
                  </a:lnTo>
                  <a:cubicBezTo>
                    <a:pt x="3739" y="20575"/>
                    <a:pt x="251" y="13312"/>
                    <a:pt x="5335" y="72"/>
                  </a:cubicBezTo>
                  <a:lnTo>
                    <a:pt x="51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7"/>
            <p:cNvSpPr/>
            <p:nvPr/>
          </p:nvSpPr>
          <p:spPr>
            <a:xfrm>
              <a:off x="3028650" y="2256950"/>
              <a:ext cx="50625" cy="182500"/>
            </a:xfrm>
            <a:custGeom>
              <a:rect b="b" l="l" r="r" t="t"/>
              <a:pathLst>
                <a:path extrusionOk="0" h="7300" w="2025">
                  <a:moveTo>
                    <a:pt x="226" y="1"/>
                  </a:moveTo>
                  <a:lnTo>
                    <a:pt x="0" y="36"/>
                  </a:lnTo>
                  <a:cubicBezTo>
                    <a:pt x="36" y="263"/>
                    <a:pt x="905" y="5370"/>
                    <a:pt x="1822" y="7299"/>
                  </a:cubicBezTo>
                  <a:lnTo>
                    <a:pt x="2024" y="7204"/>
                  </a:lnTo>
                  <a:cubicBezTo>
                    <a:pt x="1131" y="5299"/>
                    <a:pt x="238" y="60"/>
                    <a:pt x="2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7"/>
            <p:cNvSpPr/>
            <p:nvPr/>
          </p:nvSpPr>
          <p:spPr>
            <a:xfrm>
              <a:off x="2876825" y="2343050"/>
              <a:ext cx="202150" cy="216950"/>
            </a:xfrm>
            <a:custGeom>
              <a:rect b="b" l="l" r="r" t="t"/>
              <a:pathLst>
                <a:path extrusionOk="0" h="8678" w="8086">
                  <a:moveTo>
                    <a:pt x="261" y="0"/>
                  </a:moveTo>
                  <a:cubicBezTo>
                    <a:pt x="174" y="0"/>
                    <a:pt x="120" y="26"/>
                    <a:pt x="108" y="81"/>
                  </a:cubicBezTo>
                  <a:cubicBezTo>
                    <a:pt x="1" y="617"/>
                    <a:pt x="358" y="7225"/>
                    <a:pt x="8085" y="8677"/>
                  </a:cubicBezTo>
                  <a:cubicBezTo>
                    <a:pt x="8085" y="8677"/>
                    <a:pt x="6835" y="4486"/>
                    <a:pt x="5537" y="3141"/>
                  </a:cubicBezTo>
                  <a:cubicBezTo>
                    <a:pt x="4373" y="1944"/>
                    <a:pt x="1023" y="0"/>
                    <a:pt x="2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7"/>
            <p:cNvSpPr/>
            <p:nvPr/>
          </p:nvSpPr>
          <p:spPr>
            <a:xfrm>
              <a:off x="3081025" y="2402800"/>
              <a:ext cx="189325" cy="246200"/>
            </a:xfrm>
            <a:custGeom>
              <a:rect b="b" l="l" r="r" t="t"/>
              <a:pathLst>
                <a:path extrusionOk="0" h="9848" w="7573">
                  <a:moveTo>
                    <a:pt x="7573" y="1"/>
                  </a:moveTo>
                  <a:cubicBezTo>
                    <a:pt x="7573" y="1"/>
                    <a:pt x="4620" y="1287"/>
                    <a:pt x="2310" y="3870"/>
                  </a:cubicBezTo>
                  <a:cubicBezTo>
                    <a:pt x="1" y="6442"/>
                    <a:pt x="632" y="9847"/>
                    <a:pt x="632" y="9847"/>
                  </a:cubicBezTo>
                  <a:cubicBezTo>
                    <a:pt x="632" y="9847"/>
                    <a:pt x="3775" y="8907"/>
                    <a:pt x="4835" y="7835"/>
                  </a:cubicBezTo>
                  <a:cubicBezTo>
                    <a:pt x="5906" y="6764"/>
                    <a:pt x="7573"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7"/>
            <p:cNvSpPr/>
            <p:nvPr/>
          </p:nvSpPr>
          <p:spPr>
            <a:xfrm>
              <a:off x="2895875" y="2019725"/>
              <a:ext cx="152125" cy="237950"/>
            </a:xfrm>
            <a:custGeom>
              <a:rect b="b" l="l" r="r" t="t"/>
              <a:pathLst>
                <a:path extrusionOk="0" h="9518" w="6085">
                  <a:moveTo>
                    <a:pt x="1" y="0"/>
                  </a:moveTo>
                  <a:cubicBezTo>
                    <a:pt x="1" y="1"/>
                    <a:pt x="1132" y="4013"/>
                    <a:pt x="1608" y="6001"/>
                  </a:cubicBezTo>
                  <a:cubicBezTo>
                    <a:pt x="2071" y="7945"/>
                    <a:pt x="5063" y="9518"/>
                    <a:pt x="5418" y="9518"/>
                  </a:cubicBezTo>
                  <a:cubicBezTo>
                    <a:pt x="5428" y="9518"/>
                    <a:pt x="5436" y="9516"/>
                    <a:pt x="5442" y="9514"/>
                  </a:cubicBezTo>
                  <a:cubicBezTo>
                    <a:pt x="5656" y="9442"/>
                    <a:pt x="6085" y="5215"/>
                    <a:pt x="4478" y="3418"/>
                  </a:cubicBezTo>
                  <a:cubicBezTo>
                    <a:pt x="2870" y="1632"/>
                    <a:pt x="1" y="1"/>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7"/>
            <p:cNvSpPr/>
            <p:nvPr/>
          </p:nvSpPr>
          <p:spPr>
            <a:xfrm>
              <a:off x="3104850" y="1866800"/>
              <a:ext cx="124125" cy="286900"/>
            </a:xfrm>
            <a:custGeom>
              <a:rect b="b" l="l" r="r" t="t"/>
              <a:pathLst>
                <a:path extrusionOk="0" h="11476" w="4965">
                  <a:moveTo>
                    <a:pt x="4537" y="1"/>
                  </a:moveTo>
                  <a:cubicBezTo>
                    <a:pt x="4134" y="1"/>
                    <a:pt x="981" y="4103"/>
                    <a:pt x="500" y="5820"/>
                  </a:cubicBezTo>
                  <a:cubicBezTo>
                    <a:pt x="0" y="7606"/>
                    <a:pt x="1417" y="11475"/>
                    <a:pt x="1417" y="11475"/>
                  </a:cubicBezTo>
                  <a:cubicBezTo>
                    <a:pt x="1417" y="11475"/>
                    <a:pt x="4191" y="7403"/>
                    <a:pt x="4572" y="6391"/>
                  </a:cubicBezTo>
                  <a:cubicBezTo>
                    <a:pt x="4965" y="5391"/>
                    <a:pt x="4751" y="379"/>
                    <a:pt x="4572" y="21"/>
                  </a:cubicBezTo>
                  <a:cubicBezTo>
                    <a:pt x="4565" y="8"/>
                    <a:pt x="4553" y="1"/>
                    <a:pt x="45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7"/>
            <p:cNvSpPr/>
            <p:nvPr/>
          </p:nvSpPr>
          <p:spPr>
            <a:xfrm>
              <a:off x="3096500" y="2117000"/>
              <a:ext cx="203025" cy="184025"/>
            </a:xfrm>
            <a:custGeom>
              <a:rect b="b" l="l" r="r" t="t"/>
              <a:pathLst>
                <a:path extrusionOk="0" h="7361" w="8121">
                  <a:moveTo>
                    <a:pt x="7707" y="0"/>
                  </a:moveTo>
                  <a:cubicBezTo>
                    <a:pt x="7169" y="0"/>
                    <a:pt x="3407" y="1466"/>
                    <a:pt x="2442" y="2432"/>
                  </a:cubicBezTo>
                  <a:cubicBezTo>
                    <a:pt x="1441" y="3432"/>
                    <a:pt x="1" y="7361"/>
                    <a:pt x="1" y="7361"/>
                  </a:cubicBezTo>
                  <a:cubicBezTo>
                    <a:pt x="1" y="7361"/>
                    <a:pt x="4489" y="6027"/>
                    <a:pt x="5656" y="5087"/>
                  </a:cubicBezTo>
                  <a:cubicBezTo>
                    <a:pt x="6847" y="4146"/>
                    <a:pt x="8121" y="74"/>
                    <a:pt x="7740" y="3"/>
                  </a:cubicBezTo>
                  <a:cubicBezTo>
                    <a:pt x="7731" y="1"/>
                    <a:pt x="7720" y="0"/>
                    <a:pt x="77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7"/>
            <p:cNvSpPr/>
            <p:nvPr/>
          </p:nvSpPr>
          <p:spPr>
            <a:xfrm>
              <a:off x="2876825" y="2343875"/>
              <a:ext cx="203625" cy="218500"/>
            </a:xfrm>
            <a:custGeom>
              <a:rect b="b" l="l" r="r" t="t"/>
              <a:pathLst>
                <a:path extrusionOk="0" h="8740" w="8145">
                  <a:moveTo>
                    <a:pt x="215" y="0"/>
                  </a:moveTo>
                  <a:lnTo>
                    <a:pt x="1" y="96"/>
                  </a:lnTo>
                  <a:cubicBezTo>
                    <a:pt x="13" y="131"/>
                    <a:pt x="1787" y="4084"/>
                    <a:pt x="8014" y="8739"/>
                  </a:cubicBezTo>
                  <a:lnTo>
                    <a:pt x="8145" y="8561"/>
                  </a:lnTo>
                  <a:cubicBezTo>
                    <a:pt x="1977" y="3941"/>
                    <a:pt x="227" y="48"/>
                    <a:pt x="2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7"/>
            <p:cNvSpPr/>
            <p:nvPr/>
          </p:nvSpPr>
          <p:spPr>
            <a:xfrm>
              <a:off x="2893500" y="2018825"/>
              <a:ext cx="141125" cy="239950"/>
            </a:xfrm>
            <a:custGeom>
              <a:rect b="b" l="l" r="r" t="t"/>
              <a:pathLst>
                <a:path extrusionOk="0" h="9598" w="5645">
                  <a:moveTo>
                    <a:pt x="179" y="1"/>
                  </a:moveTo>
                  <a:lnTo>
                    <a:pt x="1" y="120"/>
                  </a:lnTo>
                  <a:cubicBezTo>
                    <a:pt x="36" y="179"/>
                    <a:pt x="4346" y="6573"/>
                    <a:pt x="5442" y="9597"/>
                  </a:cubicBezTo>
                  <a:lnTo>
                    <a:pt x="5644" y="9538"/>
                  </a:lnTo>
                  <a:cubicBezTo>
                    <a:pt x="4561" y="6490"/>
                    <a:pt x="227" y="48"/>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7"/>
            <p:cNvSpPr/>
            <p:nvPr/>
          </p:nvSpPr>
          <p:spPr>
            <a:xfrm>
              <a:off x="3138775" y="1865250"/>
              <a:ext cx="82175" cy="285175"/>
            </a:xfrm>
            <a:custGeom>
              <a:rect b="b" l="l" r="r" t="t"/>
              <a:pathLst>
                <a:path extrusionOk="0" h="11407" w="3287">
                  <a:moveTo>
                    <a:pt x="3132" y="0"/>
                  </a:moveTo>
                  <a:cubicBezTo>
                    <a:pt x="1798" y="1488"/>
                    <a:pt x="72" y="10966"/>
                    <a:pt x="0" y="11359"/>
                  </a:cubicBezTo>
                  <a:lnTo>
                    <a:pt x="227" y="11406"/>
                  </a:lnTo>
                  <a:cubicBezTo>
                    <a:pt x="239" y="11323"/>
                    <a:pt x="2024" y="1619"/>
                    <a:pt x="3287" y="155"/>
                  </a:cubicBezTo>
                  <a:lnTo>
                    <a:pt x="313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7"/>
            <p:cNvSpPr/>
            <p:nvPr/>
          </p:nvSpPr>
          <p:spPr>
            <a:xfrm>
              <a:off x="3095025" y="2116450"/>
              <a:ext cx="197950" cy="187250"/>
            </a:xfrm>
            <a:custGeom>
              <a:rect b="b" l="l" r="r" t="t"/>
              <a:pathLst>
                <a:path extrusionOk="0" h="7490" w="7918">
                  <a:moveTo>
                    <a:pt x="7704" y="1"/>
                  </a:moveTo>
                  <a:cubicBezTo>
                    <a:pt x="7061" y="2061"/>
                    <a:pt x="72" y="7252"/>
                    <a:pt x="0" y="7311"/>
                  </a:cubicBezTo>
                  <a:lnTo>
                    <a:pt x="131" y="7490"/>
                  </a:lnTo>
                  <a:cubicBezTo>
                    <a:pt x="417" y="7264"/>
                    <a:pt x="7263" y="2192"/>
                    <a:pt x="7918" y="60"/>
                  </a:cubicBezTo>
                  <a:lnTo>
                    <a:pt x="770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7"/>
            <p:cNvSpPr/>
            <p:nvPr/>
          </p:nvSpPr>
          <p:spPr>
            <a:xfrm>
              <a:off x="3094125" y="2400125"/>
              <a:ext cx="177425" cy="250050"/>
            </a:xfrm>
            <a:custGeom>
              <a:rect b="b" l="l" r="r" t="t"/>
              <a:pathLst>
                <a:path extrusionOk="0" h="10002" w="7097">
                  <a:moveTo>
                    <a:pt x="7013" y="1"/>
                  </a:moveTo>
                  <a:cubicBezTo>
                    <a:pt x="3203" y="1596"/>
                    <a:pt x="131" y="9585"/>
                    <a:pt x="0" y="9930"/>
                  </a:cubicBezTo>
                  <a:lnTo>
                    <a:pt x="215" y="10002"/>
                  </a:lnTo>
                  <a:cubicBezTo>
                    <a:pt x="239" y="9907"/>
                    <a:pt x="3382" y="1739"/>
                    <a:pt x="7097" y="203"/>
                  </a:cubicBezTo>
                  <a:lnTo>
                    <a:pt x="70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 name="Google Shape;277;p7"/>
          <p:cNvGrpSpPr/>
          <p:nvPr/>
        </p:nvGrpSpPr>
        <p:grpSpPr>
          <a:xfrm rot="884265">
            <a:off x="7984904" y="3503486"/>
            <a:ext cx="960441" cy="2788755"/>
            <a:chOff x="6512944" y="2975654"/>
            <a:chExt cx="1594853" cy="4630848"/>
          </a:xfrm>
        </p:grpSpPr>
        <p:grpSp>
          <p:nvGrpSpPr>
            <p:cNvPr id="278" name="Google Shape;278;p7"/>
            <p:cNvGrpSpPr/>
            <p:nvPr/>
          </p:nvGrpSpPr>
          <p:grpSpPr>
            <a:xfrm>
              <a:off x="6512944" y="2975654"/>
              <a:ext cx="1594853" cy="4630848"/>
              <a:chOff x="1460575" y="5630575"/>
              <a:chExt cx="645350" cy="1873775"/>
            </a:xfrm>
          </p:grpSpPr>
          <p:sp>
            <p:nvSpPr>
              <p:cNvPr id="279" name="Google Shape;279;p7"/>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7"/>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 name="Google Shape;281;p7"/>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82" name="Shape 282"/>
        <p:cNvGrpSpPr/>
        <p:nvPr/>
      </p:nvGrpSpPr>
      <p:grpSpPr>
        <a:xfrm>
          <a:off x="0" y="0"/>
          <a:ext cx="0" cy="0"/>
          <a:chOff x="0" y="0"/>
          <a:chExt cx="0" cy="0"/>
        </a:xfrm>
      </p:grpSpPr>
      <p:sp>
        <p:nvSpPr>
          <p:cNvPr id="283" name="Google Shape;283;p8"/>
          <p:cNvSpPr txBox="1"/>
          <p:nvPr>
            <p:ph type="title"/>
          </p:nvPr>
        </p:nvSpPr>
        <p:spPr>
          <a:xfrm>
            <a:off x="1504700" y="2231150"/>
            <a:ext cx="6134700" cy="16623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284" name="Google Shape;284;p8"/>
          <p:cNvGrpSpPr/>
          <p:nvPr/>
        </p:nvGrpSpPr>
        <p:grpSpPr>
          <a:xfrm rot="4458764">
            <a:off x="-461166" y="-607720"/>
            <a:ext cx="2631211" cy="2631751"/>
            <a:chOff x="494881" y="2817898"/>
            <a:chExt cx="2631079" cy="2631619"/>
          </a:xfrm>
        </p:grpSpPr>
        <p:grpSp>
          <p:nvGrpSpPr>
            <p:cNvPr id="285" name="Google Shape;285;p8"/>
            <p:cNvGrpSpPr/>
            <p:nvPr/>
          </p:nvGrpSpPr>
          <p:grpSpPr>
            <a:xfrm rot="-872865">
              <a:off x="758334" y="2920740"/>
              <a:ext cx="1104590" cy="2238658"/>
              <a:chOff x="1803775" y="5029925"/>
              <a:chExt cx="655775" cy="1329050"/>
            </a:xfrm>
          </p:grpSpPr>
          <p:sp>
            <p:nvSpPr>
              <p:cNvPr id="286" name="Google Shape;286;p8"/>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8"/>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8"/>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8"/>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8"/>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8"/>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8"/>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8"/>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8"/>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8"/>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8"/>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 name="Google Shape;297;p8"/>
            <p:cNvGrpSpPr/>
            <p:nvPr/>
          </p:nvGrpSpPr>
          <p:grpSpPr>
            <a:xfrm rot="2700000">
              <a:off x="2022629" y="4043249"/>
              <a:ext cx="736574" cy="1342446"/>
              <a:chOff x="-214625" y="3943775"/>
              <a:chExt cx="458725" cy="836125"/>
            </a:xfrm>
          </p:grpSpPr>
          <p:sp>
            <p:nvSpPr>
              <p:cNvPr id="298" name="Google Shape;298;p8"/>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8"/>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8"/>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8"/>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8"/>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8"/>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8"/>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8"/>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8"/>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8"/>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8"/>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8"/>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0" name="Google Shape;310;p8"/>
          <p:cNvGrpSpPr/>
          <p:nvPr/>
        </p:nvGrpSpPr>
        <p:grpSpPr>
          <a:xfrm rot="-7214108">
            <a:off x="7782042" y="3822721"/>
            <a:ext cx="1104614" cy="2238706"/>
            <a:chOff x="1803775" y="5029925"/>
            <a:chExt cx="655775" cy="1329050"/>
          </a:xfrm>
        </p:grpSpPr>
        <p:sp>
          <p:nvSpPr>
            <p:cNvPr id="311" name="Google Shape;311;p8"/>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8"/>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8"/>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8"/>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8"/>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8"/>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8"/>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8"/>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8"/>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8"/>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8"/>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 name="Google Shape;322;p8"/>
          <p:cNvGrpSpPr/>
          <p:nvPr/>
        </p:nvGrpSpPr>
        <p:grpSpPr>
          <a:xfrm rot="-3641170">
            <a:off x="8690525" y="2998832"/>
            <a:ext cx="736632" cy="1342556"/>
            <a:chOff x="-214625" y="3943775"/>
            <a:chExt cx="458725" cy="836125"/>
          </a:xfrm>
        </p:grpSpPr>
        <p:sp>
          <p:nvSpPr>
            <p:cNvPr id="323" name="Google Shape;323;p8"/>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8"/>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8"/>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8"/>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8"/>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8"/>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8"/>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8"/>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8"/>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8"/>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8"/>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8"/>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35" name="Shape 335"/>
        <p:cNvGrpSpPr/>
        <p:nvPr/>
      </p:nvGrpSpPr>
      <p:grpSpPr>
        <a:xfrm>
          <a:off x="0" y="0"/>
          <a:ext cx="0" cy="0"/>
          <a:chOff x="0" y="0"/>
          <a:chExt cx="0" cy="0"/>
        </a:xfrm>
      </p:grpSpPr>
      <p:sp>
        <p:nvSpPr>
          <p:cNvPr id="336" name="Google Shape;336;p9"/>
          <p:cNvSpPr/>
          <p:nvPr/>
        </p:nvSpPr>
        <p:spPr>
          <a:xfrm>
            <a:off x="0" y="2636951"/>
            <a:ext cx="3076260" cy="2505090"/>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 name="Google Shape;337;p9"/>
          <p:cNvGrpSpPr/>
          <p:nvPr/>
        </p:nvGrpSpPr>
        <p:grpSpPr>
          <a:xfrm rot="3680395">
            <a:off x="-190692" y="2288049"/>
            <a:ext cx="1055996" cy="1392243"/>
            <a:chOff x="4326425" y="5583250"/>
            <a:chExt cx="744150" cy="981100"/>
          </a:xfrm>
        </p:grpSpPr>
        <p:sp>
          <p:nvSpPr>
            <p:cNvPr id="338" name="Google Shape;338;p9"/>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9"/>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9"/>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9"/>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9"/>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9"/>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9"/>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9"/>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9"/>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9"/>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9"/>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9"/>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9"/>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9"/>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9"/>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9"/>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9"/>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9"/>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9"/>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9"/>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9"/>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9"/>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9"/>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9"/>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9"/>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 name="Google Shape;363;p9"/>
          <p:cNvSpPr/>
          <p:nvPr/>
        </p:nvSpPr>
        <p:spPr>
          <a:xfrm rot="1078197">
            <a:off x="221319" y="1991062"/>
            <a:ext cx="142844" cy="302822"/>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9"/>
          <p:cNvSpPr/>
          <p:nvPr/>
        </p:nvSpPr>
        <p:spPr>
          <a:xfrm rot="-2700996">
            <a:off x="414079" y="3787509"/>
            <a:ext cx="142836" cy="302854"/>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 name="Google Shape;365;p9"/>
          <p:cNvGrpSpPr/>
          <p:nvPr/>
        </p:nvGrpSpPr>
        <p:grpSpPr>
          <a:xfrm rot="6677660">
            <a:off x="-188215" y="4000541"/>
            <a:ext cx="838354" cy="1528002"/>
            <a:chOff x="-214625" y="3943775"/>
            <a:chExt cx="458725" cy="836125"/>
          </a:xfrm>
        </p:grpSpPr>
        <p:sp>
          <p:nvSpPr>
            <p:cNvPr id="366" name="Google Shape;366;p9"/>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9"/>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9"/>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9"/>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9"/>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9"/>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9"/>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9"/>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9"/>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9"/>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9"/>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9"/>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 name="Google Shape;378;p9"/>
          <p:cNvGrpSpPr/>
          <p:nvPr/>
        </p:nvGrpSpPr>
        <p:grpSpPr>
          <a:xfrm rot="-7119607">
            <a:off x="8140784" y="1533003"/>
            <a:ext cx="1192532" cy="1572255"/>
            <a:chOff x="4326425" y="5583250"/>
            <a:chExt cx="744150" cy="981100"/>
          </a:xfrm>
        </p:grpSpPr>
        <p:sp>
          <p:nvSpPr>
            <p:cNvPr id="379" name="Google Shape;379;p9"/>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9"/>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9"/>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9"/>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9"/>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9"/>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9"/>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9"/>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9"/>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9"/>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9"/>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9"/>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9"/>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9"/>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9"/>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9"/>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9"/>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9"/>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9"/>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9"/>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9"/>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9"/>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9"/>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9"/>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9"/>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 name="Google Shape;404;p9"/>
          <p:cNvSpPr/>
          <p:nvPr/>
        </p:nvSpPr>
        <p:spPr>
          <a:xfrm rot="8099118">
            <a:off x="8610199" y="1069811"/>
            <a:ext cx="161313" cy="342033"/>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 name="Google Shape;405;p9"/>
          <p:cNvGrpSpPr/>
          <p:nvPr/>
        </p:nvGrpSpPr>
        <p:grpSpPr>
          <a:xfrm rot="-4122382">
            <a:off x="8217461" y="-554346"/>
            <a:ext cx="946762" cy="1725600"/>
            <a:chOff x="-214625" y="3943775"/>
            <a:chExt cx="458725" cy="836125"/>
          </a:xfrm>
        </p:grpSpPr>
        <p:sp>
          <p:nvSpPr>
            <p:cNvPr id="406" name="Google Shape;406;p9"/>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9"/>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9"/>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9"/>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9"/>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9"/>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9"/>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9"/>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9"/>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9"/>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9"/>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9"/>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 name="Google Shape;418;p9"/>
          <p:cNvGrpSpPr/>
          <p:nvPr/>
        </p:nvGrpSpPr>
        <p:grpSpPr>
          <a:xfrm rot="2700000">
            <a:off x="25735" y="1107176"/>
            <a:ext cx="335951" cy="975435"/>
            <a:chOff x="1460575" y="5630575"/>
            <a:chExt cx="645350" cy="1873775"/>
          </a:xfrm>
        </p:grpSpPr>
        <p:sp>
          <p:nvSpPr>
            <p:cNvPr id="419" name="Google Shape;419;p9"/>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9"/>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 name="Google Shape;421;p9"/>
          <p:cNvGrpSpPr/>
          <p:nvPr/>
        </p:nvGrpSpPr>
        <p:grpSpPr>
          <a:xfrm rot="-2306939">
            <a:off x="8852116" y="3084683"/>
            <a:ext cx="432781" cy="1256581"/>
            <a:chOff x="1460575" y="5630575"/>
            <a:chExt cx="645350" cy="1873775"/>
          </a:xfrm>
        </p:grpSpPr>
        <p:sp>
          <p:nvSpPr>
            <p:cNvPr id="422" name="Google Shape;422;p9"/>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9"/>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 name="Google Shape;424;p9"/>
          <p:cNvGrpSpPr/>
          <p:nvPr/>
        </p:nvGrpSpPr>
        <p:grpSpPr>
          <a:xfrm rot="-8100000">
            <a:off x="6035024" y="-449558"/>
            <a:ext cx="831808" cy="1516031"/>
            <a:chOff x="-214625" y="3943775"/>
            <a:chExt cx="458725" cy="836125"/>
          </a:xfrm>
        </p:grpSpPr>
        <p:sp>
          <p:nvSpPr>
            <p:cNvPr id="425" name="Google Shape;425;p9"/>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9"/>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9"/>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9"/>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9"/>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9"/>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9"/>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9"/>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9"/>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9"/>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9"/>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9"/>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 name="Google Shape;437;p9"/>
          <p:cNvSpPr txBox="1"/>
          <p:nvPr>
            <p:ph type="title"/>
          </p:nvPr>
        </p:nvSpPr>
        <p:spPr>
          <a:xfrm>
            <a:off x="3996425" y="1094100"/>
            <a:ext cx="3228600" cy="831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4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38" name="Google Shape;438;p9"/>
          <p:cNvSpPr txBox="1"/>
          <p:nvPr>
            <p:ph idx="1" type="subTitle"/>
          </p:nvPr>
        </p:nvSpPr>
        <p:spPr>
          <a:xfrm>
            <a:off x="3996875" y="1925400"/>
            <a:ext cx="3227700" cy="2124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800"/>
            </a:lvl1pPr>
            <a:lvl2pPr lvl="1" rtl="0">
              <a:lnSpc>
                <a:spcPct val="100000"/>
              </a:lnSpc>
              <a:spcBef>
                <a:spcPts val="0"/>
              </a:spcBef>
              <a:spcAft>
                <a:spcPts val="0"/>
              </a:spcAft>
              <a:buNone/>
              <a:defRPr b="1" sz="1800"/>
            </a:lvl2pPr>
            <a:lvl3pPr lvl="2" rtl="0">
              <a:lnSpc>
                <a:spcPct val="100000"/>
              </a:lnSpc>
              <a:spcBef>
                <a:spcPts val="0"/>
              </a:spcBef>
              <a:spcAft>
                <a:spcPts val="0"/>
              </a:spcAft>
              <a:buNone/>
              <a:defRPr b="1" sz="1800"/>
            </a:lvl3pPr>
            <a:lvl4pPr lvl="3" rtl="0">
              <a:lnSpc>
                <a:spcPct val="100000"/>
              </a:lnSpc>
              <a:spcBef>
                <a:spcPts val="0"/>
              </a:spcBef>
              <a:spcAft>
                <a:spcPts val="0"/>
              </a:spcAft>
              <a:buNone/>
              <a:defRPr b="1" sz="1800"/>
            </a:lvl4pPr>
            <a:lvl5pPr lvl="4" rtl="0">
              <a:lnSpc>
                <a:spcPct val="100000"/>
              </a:lnSpc>
              <a:spcBef>
                <a:spcPts val="0"/>
              </a:spcBef>
              <a:spcAft>
                <a:spcPts val="0"/>
              </a:spcAft>
              <a:buNone/>
              <a:defRPr b="1" sz="1800"/>
            </a:lvl5pPr>
            <a:lvl6pPr lvl="5" rtl="0">
              <a:lnSpc>
                <a:spcPct val="100000"/>
              </a:lnSpc>
              <a:spcBef>
                <a:spcPts val="0"/>
              </a:spcBef>
              <a:spcAft>
                <a:spcPts val="0"/>
              </a:spcAft>
              <a:buNone/>
              <a:defRPr b="1" sz="1800"/>
            </a:lvl6pPr>
            <a:lvl7pPr lvl="6" rtl="0">
              <a:lnSpc>
                <a:spcPct val="100000"/>
              </a:lnSpc>
              <a:spcBef>
                <a:spcPts val="0"/>
              </a:spcBef>
              <a:spcAft>
                <a:spcPts val="0"/>
              </a:spcAft>
              <a:buNone/>
              <a:defRPr b="1" sz="1800"/>
            </a:lvl7pPr>
            <a:lvl8pPr lvl="7" rtl="0">
              <a:lnSpc>
                <a:spcPct val="100000"/>
              </a:lnSpc>
              <a:spcBef>
                <a:spcPts val="0"/>
              </a:spcBef>
              <a:spcAft>
                <a:spcPts val="0"/>
              </a:spcAft>
              <a:buNone/>
              <a:defRPr b="1" sz="1800"/>
            </a:lvl8pPr>
            <a:lvl9pPr lvl="8" rtl="0">
              <a:lnSpc>
                <a:spcPct val="100000"/>
              </a:lnSpc>
              <a:spcBef>
                <a:spcPts val="0"/>
              </a:spcBef>
              <a:spcAft>
                <a:spcPts val="0"/>
              </a:spcAft>
              <a:buNone/>
              <a:defRPr b="1" sz="18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39" name="Shape 439"/>
        <p:cNvGrpSpPr/>
        <p:nvPr/>
      </p:nvGrpSpPr>
      <p:grpSpPr>
        <a:xfrm>
          <a:off x="0" y="0"/>
          <a:ext cx="0" cy="0"/>
          <a:chOff x="0" y="0"/>
          <a:chExt cx="0" cy="0"/>
        </a:xfrm>
      </p:grpSpPr>
      <p:sp>
        <p:nvSpPr>
          <p:cNvPr id="440" name="Google Shape;440;p10"/>
          <p:cNvSpPr txBox="1"/>
          <p:nvPr>
            <p:ph idx="1" type="body"/>
          </p:nvPr>
        </p:nvSpPr>
        <p:spPr>
          <a:xfrm>
            <a:off x="5156825" y="3468088"/>
            <a:ext cx="2876100" cy="1046700"/>
          </a:xfrm>
          <a:prstGeom prst="rect">
            <a:avLst/>
          </a:prstGeom>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1600"/>
              <a:buNone/>
              <a:defRPr sz="2800">
                <a:solidFill>
                  <a:schemeClr val="lt1"/>
                </a:solidFill>
                <a:latin typeface="Londrina Solid"/>
                <a:ea typeface="Londrina Solid"/>
                <a:cs typeface="Londrina Solid"/>
                <a:sym typeface="Londrina Solid"/>
              </a:defRPr>
            </a:lvl1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41" name="Shape 441"/>
        <p:cNvGrpSpPr/>
        <p:nvPr/>
      </p:nvGrpSpPr>
      <p:grpSpPr>
        <a:xfrm>
          <a:off x="0" y="0"/>
          <a:ext cx="0" cy="0"/>
          <a:chOff x="0" y="0"/>
          <a:chExt cx="0" cy="0"/>
        </a:xfrm>
      </p:grpSpPr>
      <p:sp>
        <p:nvSpPr>
          <p:cNvPr id="442" name="Google Shape;442;p11"/>
          <p:cNvSpPr txBox="1"/>
          <p:nvPr>
            <p:ph hasCustomPrompt="1" type="title"/>
          </p:nvPr>
        </p:nvSpPr>
        <p:spPr>
          <a:xfrm>
            <a:off x="1206550" y="1303025"/>
            <a:ext cx="6731100" cy="17238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None/>
              <a:defRPr sz="10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43" name="Google Shape;443;p11"/>
          <p:cNvSpPr txBox="1"/>
          <p:nvPr>
            <p:ph idx="1" type="subTitle"/>
          </p:nvPr>
        </p:nvSpPr>
        <p:spPr>
          <a:xfrm>
            <a:off x="1432475" y="3026825"/>
            <a:ext cx="6279300" cy="516600"/>
          </a:xfrm>
          <a:prstGeom prst="rect">
            <a:avLst/>
          </a:prstGeom>
          <a:solidFill>
            <a:schemeClr val="accent2"/>
          </a:solidFill>
        </p:spPr>
        <p:txBody>
          <a:bodyPr anchorCtr="0" anchor="ctr" bIns="91425" lIns="91425" spcFirstLastPara="1" rIns="91425" wrap="square" tIns="91425">
            <a:noAutofit/>
          </a:bodyPr>
          <a:lstStyle>
            <a:lvl1pPr lvl="0" rtl="0" algn="ctr">
              <a:lnSpc>
                <a:spcPct val="100000"/>
              </a:lnSpc>
              <a:spcBef>
                <a:spcPts val="1000"/>
              </a:spcBef>
              <a:spcAft>
                <a:spcPts val="0"/>
              </a:spcAft>
              <a:buNone/>
              <a:defRPr sz="1600"/>
            </a:lvl1pPr>
            <a:lvl2pPr lvl="1" rtl="0" algn="ctr">
              <a:lnSpc>
                <a:spcPct val="100000"/>
              </a:lnSpc>
              <a:spcBef>
                <a:spcPts val="1000"/>
              </a:spcBef>
              <a:spcAft>
                <a:spcPts val="0"/>
              </a:spcAft>
              <a:buNone/>
              <a:defRPr b="1" sz="1600"/>
            </a:lvl2pPr>
            <a:lvl3pPr lvl="2" rtl="0" algn="ctr">
              <a:lnSpc>
                <a:spcPct val="100000"/>
              </a:lnSpc>
              <a:spcBef>
                <a:spcPts val="1000"/>
              </a:spcBef>
              <a:spcAft>
                <a:spcPts val="0"/>
              </a:spcAft>
              <a:buNone/>
              <a:defRPr b="1" sz="1600"/>
            </a:lvl3pPr>
            <a:lvl4pPr lvl="3" rtl="0" algn="ctr">
              <a:lnSpc>
                <a:spcPct val="100000"/>
              </a:lnSpc>
              <a:spcBef>
                <a:spcPts val="1000"/>
              </a:spcBef>
              <a:spcAft>
                <a:spcPts val="0"/>
              </a:spcAft>
              <a:buNone/>
              <a:defRPr b="1" sz="1600"/>
            </a:lvl4pPr>
            <a:lvl5pPr lvl="4" rtl="0" algn="ctr">
              <a:lnSpc>
                <a:spcPct val="100000"/>
              </a:lnSpc>
              <a:spcBef>
                <a:spcPts val="1000"/>
              </a:spcBef>
              <a:spcAft>
                <a:spcPts val="0"/>
              </a:spcAft>
              <a:buNone/>
              <a:defRPr b="1" sz="1600"/>
            </a:lvl5pPr>
            <a:lvl6pPr lvl="5" rtl="0" algn="ctr">
              <a:lnSpc>
                <a:spcPct val="100000"/>
              </a:lnSpc>
              <a:spcBef>
                <a:spcPts val="1000"/>
              </a:spcBef>
              <a:spcAft>
                <a:spcPts val="0"/>
              </a:spcAft>
              <a:buNone/>
              <a:defRPr b="1" sz="1600"/>
            </a:lvl6pPr>
            <a:lvl7pPr lvl="6" rtl="0" algn="ctr">
              <a:lnSpc>
                <a:spcPct val="100000"/>
              </a:lnSpc>
              <a:spcBef>
                <a:spcPts val="1000"/>
              </a:spcBef>
              <a:spcAft>
                <a:spcPts val="0"/>
              </a:spcAft>
              <a:buNone/>
              <a:defRPr b="1" sz="1600"/>
            </a:lvl7pPr>
            <a:lvl8pPr lvl="7" rtl="0" algn="ctr">
              <a:lnSpc>
                <a:spcPct val="100000"/>
              </a:lnSpc>
              <a:spcBef>
                <a:spcPts val="1000"/>
              </a:spcBef>
              <a:spcAft>
                <a:spcPts val="0"/>
              </a:spcAft>
              <a:buNone/>
              <a:defRPr b="1" sz="1600"/>
            </a:lvl8pPr>
            <a:lvl9pPr lvl="8" rtl="0" algn="ctr">
              <a:lnSpc>
                <a:spcPct val="100000"/>
              </a:lnSpc>
              <a:spcBef>
                <a:spcPts val="1000"/>
              </a:spcBef>
              <a:spcAft>
                <a:spcPts val="0"/>
              </a:spcAft>
              <a:buNone/>
              <a:defRPr b="1" sz="1600"/>
            </a:lvl9pPr>
          </a:lstStyle>
          <a:p/>
        </p:txBody>
      </p:sp>
      <p:sp>
        <p:nvSpPr>
          <p:cNvPr id="444" name="Google Shape;444;p11"/>
          <p:cNvSpPr/>
          <p:nvPr/>
        </p:nvSpPr>
        <p:spPr>
          <a:xfrm rot="10800000">
            <a:off x="0" y="-1"/>
            <a:ext cx="9144085" cy="1206552"/>
          </a:xfrm>
          <a:custGeom>
            <a:rect b="b" l="l" r="r" t="t"/>
            <a:pathLst>
              <a:path extrusionOk="0" h="30664" w="83785">
                <a:moveTo>
                  <a:pt x="7278" y="0"/>
                </a:moveTo>
                <a:cubicBezTo>
                  <a:pt x="6838" y="0"/>
                  <a:pt x="6397" y="6"/>
                  <a:pt x="5953" y="17"/>
                </a:cubicBezTo>
                <a:cubicBezTo>
                  <a:pt x="3906" y="77"/>
                  <a:pt x="1929" y="255"/>
                  <a:pt x="0" y="553"/>
                </a:cubicBezTo>
                <a:lnTo>
                  <a:pt x="0" y="30664"/>
                </a:lnTo>
                <a:lnTo>
                  <a:pt x="83785" y="30664"/>
                </a:lnTo>
                <a:lnTo>
                  <a:pt x="83785" y="3398"/>
                </a:lnTo>
                <a:cubicBezTo>
                  <a:pt x="82594" y="3101"/>
                  <a:pt x="81332" y="2851"/>
                  <a:pt x="79998" y="2672"/>
                </a:cubicBezTo>
                <a:cubicBezTo>
                  <a:pt x="77596" y="2332"/>
                  <a:pt x="75162" y="2197"/>
                  <a:pt x="72705" y="2197"/>
                </a:cubicBezTo>
                <a:cubicBezTo>
                  <a:pt x="63072" y="2197"/>
                  <a:pt x="53083" y="4279"/>
                  <a:pt x="43220" y="4279"/>
                </a:cubicBezTo>
                <a:cubicBezTo>
                  <a:pt x="42386" y="4279"/>
                  <a:pt x="41552" y="4264"/>
                  <a:pt x="40720" y="4232"/>
                </a:cubicBezTo>
                <a:cubicBezTo>
                  <a:pt x="29124" y="3785"/>
                  <a:pt x="18831" y="0"/>
                  <a:pt x="7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11"/>
          <p:cNvSpPr/>
          <p:nvPr/>
        </p:nvSpPr>
        <p:spPr>
          <a:xfrm>
            <a:off x="0" y="3936999"/>
            <a:ext cx="9144085" cy="1206552"/>
          </a:xfrm>
          <a:custGeom>
            <a:rect b="b" l="l" r="r" t="t"/>
            <a:pathLst>
              <a:path extrusionOk="0" h="30664" w="83785">
                <a:moveTo>
                  <a:pt x="7278" y="0"/>
                </a:moveTo>
                <a:cubicBezTo>
                  <a:pt x="6838" y="0"/>
                  <a:pt x="6397" y="6"/>
                  <a:pt x="5953" y="17"/>
                </a:cubicBezTo>
                <a:cubicBezTo>
                  <a:pt x="3906" y="77"/>
                  <a:pt x="1929" y="255"/>
                  <a:pt x="0" y="553"/>
                </a:cubicBezTo>
                <a:lnTo>
                  <a:pt x="0" y="30664"/>
                </a:lnTo>
                <a:lnTo>
                  <a:pt x="83785" y="30664"/>
                </a:lnTo>
                <a:lnTo>
                  <a:pt x="83785" y="3398"/>
                </a:lnTo>
                <a:cubicBezTo>
                  <a:pt x="82594" y="3101"/>
                  <a:pt x="81332" y="2851"/>
                  <a:pt x="79998" y="2672"/>
                </a:cubicBezTo>
                <a:cubicBezTo>
                  <a:pt x="77596" y="2332"/>
                  <a:pt x="75162" y="2197"/>
                  <a:pt x="72705" y="2197"/>
                </a:cubicBezTo>
                <a:cubicBezTo>
                  <a:pt x="63072" y="2197"/>
                  <a:pt x="53083" y="4279"/>
                  <a:pt x="43220" y="4279"/>
                </a:cubicBezTo>
                <a:cubicBezTo>
                  <a:pt x="42386" y="4279"/>
                  <a:pt x="41552" y="4264"/>
                  <a:pt x="40720" y="4232"/>
                </a:cubicBezTo>
                <a:cubicBezTo>
                  <a:pt x="29124" y="3785"/>
                  <a:pt x="18831" y="0"/>
                  <a:pt x="7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 name="Google Shape;446;p11"/>
          <p:cNvGrpSpPr/>
          <p:nvPr/>
        </p:nvGrpSpPr>
        <p:grpSpPr>
          <a:xfrm rot="1185894">
            <a:off x="821595" y="4296292"/>
            <a:ext cx="400616" cy="1248386"/>
            <a:chOff x="4118750" y="2154275"/>
            <a:chExt cx="601300" cy="1873750"/>
          </a:xfrm>
        </p:grpSpPr>
        <p:sp>
          <p:nvSpPr>
            <p:cNvPr id="447" name="Google Shape;447;p11"/>
            <p:cNvSpPr/>
            <p:nvPr/>
          </p:nvSpPr>
          <p:spPr>
            <a:xfrm>
              <a:off x="4283650" y="2154275"/>
              <a:ext cx="269700" cy="175625"/>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11"/>
            <p:cNvSpPr/>
            <p:nvPr/>
          </p:nvSpPr>
          <p:spPr>
            <a:xfrm>
              <a:off x="4118750" y="2330175"/>
              <a:ext cx="601300" cy="1697850"/>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 name="Google Shape;449;p11"/>
          <p:cNvSpPr/>
          <p:nvPr/>
        </p:nvSpPr>
        <p:spPr>
          <a:xfrm rot="2131633">
            <a:off x="1897726" y="4453224"/>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11"/>
          <p:cNvSpPr/>
          <p:nvPr/>
        </p:nvSpPr>
        <p:spPr>
          <a:xfrm rot="-2701591">
            <a:off x="638920" y="178208"/>
            <a:ext cx="148958" cy="30178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 name="Google Shape;451;p11"/>
          <p:cNvGrpSpPr/>
          <p:nvPr/>
        </p:nvGrpSpPr>
        <p:grpSpPr>
          <a:xfrm rot="-854210">
            <a:off x="-41990" y="3622377"/>
            <a:ext cx="298309" cy="866175"/>
            <a:chOff x="6512944" y="2975654"/>
            <a:chExt cx="1594853" cy="4630848"/>
          </a:xfrm>
        </p:grpSpPr>
        <p:grpSp>
          <p:nvGrpSpPr>
            <p:cNvPr id="452" name="Google Shape;452;p11"/>
            <p:cNvGrpSpPr/>
            <p:nvPr/>
          </p:nvGrpSpPr>
          <p:grpSpPr>
            <a:xfrm>
              <a:off x="6512944" y="2975654"/>
              <a:ext cx="1594853" cy="4630848"/>
              <a:chOff x="1460575" y="5630575"/>
              <a:chExt cx="645350" cy="1873775"/>
            </a:xfrm>
          </p:grpSpPr>
          <p:sp>
            <p:nvSpPr>
              <p:cNvPr id="453" name="Google Shape;453;p11"/>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11"/>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 name="Google Shape;455;p11"/>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 name="Google Shape;456;p11"/>
          <p:cNvSpPr/>
          <p:nvPr/>
        </p:nvSpPr>
        <p:spPr>
          <a:xfrm flipH="1" rot="-2131633">
            <a:off x="225551" y="2999799"/>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 name="Google Shape;457;p11"/>
          <p:cNvGrpSpPr/>
          <p:nvPr/>
        </p:nvGrpSpPr>
        <p:grpSpPr>
          <a:xfrm rot="-1324980">
            <a:off x="8698081" y="-353291"/>
            <a:ext cx="470036" cy="1364806"/>
            <a:chOff x="6512944" y="2975654"/>
            <a:chExt cx="1594853" cy="4630848"/>
          </a:xfrm>
        </p:grpSpPr>
        <p:grpSp>
          <p:nvGrpSpPr>
            <p:cNvPr id="458" name="Google Shape;458;p11"/>
            <p:cNvGrpSpPr/>
            <p:nvPr/>
          </p:nvGrpSpPr>
          <p:grpSpPr>
            <a:xfrm>
              <a:off x="6512944" y="2975654"/>
              <a:ext cx="1594853" cy="4630848"/>
              <a:chOff x="1460575" y="5630575"/>
              <a:chExt cx="645350" cy="1873775"/>
            </a:xfrm>
          </p:grpSpPr>
          <p:sp>
            <p:nvSpPr>
              <p:cNvPr id="459" name="Google Shape;459;p11"/>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11"/>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 name="Google Shape;461;p11"/>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 name="Google Shape;462;p11"/>
          <p:cNvGrpSpPr/>
          <p:nvPr/>
        </p:nvGrpSpPr>
        <p:grpSpPr>
          <a:xfrm rot="-1866940">
            <a:off x="6839885" y="-344456"/>
            <a:ext cx="400620" cy="1248399"/>
            <a:chOff x="4118750" y="2154275"/>
            <a:chExt cx="601300" cy="1873750"/>
          </a:xfrm>
        </p:grpSpPr>
        <p:sp>
          <p:nvSpPr>
            <p:cNvPr id="463" name="Google Shape;463;p11"/>
            <p:cNvSpPr/>
            <p:nvPr/>
          </p:nvSpPr>
          <p:spPr>
            <a:xfrm>
              <a:off x="4283650" y="2154275"/>
              <a:ext cx="269700" cy="175625"/>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11"/>
            <p:cNvSpPr/>
            <p:nvPr/>
          </p:nvSpPr>
          <p:spPr>
            <a:xfrm>
              <a:off x="4118750" y="2330175"/>
              <a:ext cx="601300" cy="1697850"/>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465" name="Shape 46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2">
    <p:spTree>
      <p:nvGrpSpPr>
        <p:cNvPr id="466" name="Shape 466"/>
        <p:cNvGrpSpPr/>
        <p:nvPr/>
      </p:nvGrpSpPr>
      <p:grpSpPr>
        <a:xfrm>
          <a:off x="0" y="0"/>
          <a:ext cx="0" cy="0"/>
          <a:chOff x="0" y="0"/>
          <a:chExt cx="0" cy="0"/>
        </a:xfrm>
      </p:grpSpPr>
      <p:sp>
        <p:nvSpPr>
          <p:cNvPr id="467" name="Google Shape;467;p13"/>
          <p:cNvSpPr/>
          <p:nvPr/>
        </p:nvSpPr>
        <p:spPr>
          <a:xfrm flipH="1" rot="10800000">
            <a:off x="0" y="-1"/>
            <a:ext cx="9144085" cy="1485901"/>
          </a:xfrm>
          <a:custGeom>
            <a:rect b="b" l="l" r="r" t="t"/>
            <a:pathLst>
              <a:path extrusionOk="0" h="30664" w="83785">
                <a:moveTo>
                  <a:pt x="7278" y="0"/>
                </a:moveTo>
                <a:cubicBezTo>
                  <a:pt x="6838" y="0"/>
                  <a:pt x="6397" y="6"/>
                  <a:pt x="5953" y="17"/>
                </a:cubicBezTo>
                <a:cubicBezTo>
                  <a:pt x="3906" y="77"/>
                  <a:pt x="1929" y="255"/>
                  <a:pt x="0" y="553"/>
                </a:cubicBezTo>
                <a:lnTo>
                  <a:pt x="0" y="30664"/>
                </a:lnTo>
                <a:lnTo>
                  <a:pt x="83785" y="30664"/>
                </a:lnTo>
                <a:lnTo>
                  <a:pt x="83785" y="3398"/>
                </a:lnTo>
                <a:cubicBezTo>
                  <a:pt x="82594" y="3101"/>
                  <a:pt x="81332" y="2851"/>
                  <a:pt x="79998" y="2672"/>
                </a:cubicBezTo>
                <a:cubicBezTo>
                  <a:pt x="77596" y="2332"/>
                  <a:pt x="75162" y="2197"/>
                  <a:pt x="72705" y="2197"/>
                </a:cubicBezTo>
                <a:cubicBezTo>
                  <a:pt x="63072" y="2197"/>
                  <a:pt x="53083" y="4279"/>
                  <a:pt x="43220" y="4279"/>
                </a:cubicBezTo>
                <a:cubicBezTo>
                  <a:pt x="42386" y="4279"/>
                  <a:pt x="41552" y="4264"/>
                  <a:pt x="40720" y="4232"/>
                </a:cubicBezTo>
                <a:cubicBezTo>
                  <a:pt x="29124" y="3785"/>
                  <a:pt x="18831" y="0"/>
                  <a:pt x="7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3"/>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69" name="Google Shape;469;p13"/>
          <p:cNvSpPr txBox="1"/>
          <p:nvPr>
            <p:ph hasCustomPrompt="1" idx="2" type="title"/>
          </p:nvPr>
        </p:nvSpPr>
        <p:spPr>
          <a:xfrm>
            <a:off x="959332" y="2180500"/>
            <a:ext cx="870000" cy="476100"/>
          </a:xfrm>
          <a:prstGeom prst="rect">
            <a:avLst/>
          </a:prstGeom>
        </p:spPr>
        <p:txBody>
          <a:bodyPr anchorCtr="0" anchor="ctr" bIns="91425" lIns="91425" spcFirstLastPara="1" rIns="91425" wrap="square" tIns="91425">
            <a:noAutofit/>
          </a:bodyPr>
          <a:lstStyle>
            <a:lvl1pPr lvl="0" rtl="0" algn="ctr">
              <a:spcBef>
                <a:spcPts val="1000"/>
              </a:spcBef>
              <a:spcAft>
                <a:spcPts val="0"/>
              </a:spcAft>
              <a:buSzPts val="2400"/>
              <a:buNone/>
              <a:defRPr sz="3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470" name="Google Shape;470;p13"/>
          <p:cNvSpPr txBox="1"/>
          <p:nvPr>
            <p:ph idx="1" type="subTitle"/>
          </p:nvPr>
        </p:nvSpPr>
        <p:spPr>
          <a:xfrm>
            <a:off x="2102900" y="2249059"/>
            <a:ext cx="2480700" cy="714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471" name="Google Shape;471;p13"/>
          <p:cNvSpPr txBox="1"/>
          <p:nvPr>
            <p:ph hasCustomPrompt="1" idx="3" type="title"/>
          </p:nvPr>
        </p:nvSpPr>
        <p:spPr>
          <a:xfrm>
            <a:off x="4796056" y="2180500"/>
            <a:ext cx="870000" cy="476100"/>
          </a:xfrm>
          <a:prstGeom prst="rect">
            <a:avLst/>
          </a:prstGeom>
        </p:spPr>
        <p:txBody>
          <a:bodyPr anchorCtr="0" anchor="ctr" bIns="91425" lIns="91425" spcFirstLastPara="1" rIns="91425" wrap="square" tIns="91425">
            <a:noAutofit/>
          </a:bodyPr>
          <a:lstStyle>
            <a:lvl1pPr lvl="0" rtl="0" algn="ctr">
              <a:spcBef>
                <a:spcPts val="1000"/>
              </a:spcBef>
              <a:spcAft>
                <a:spcPts val="0"/>
              </a:spcAft>
              <a:buSzPts val="2400"/>
              <a:buNone/>
              <a:defRPr sz="3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472" name="Google Shape;472;p13"/>
          <p:cNvSpPr txBox="1"/>
          <p:nvPr>
            <p:ph hasCustomPrompt="1" idx="4" type="title"/>
          </p:nvPr>
        </p:nvSpPr>
        <p:spPr>
          <a:xfrm>
            <a:off x="959332" y="3684225"/>
            <a:ext cx="870000" cy="469200"/>
          </a:xfrm>
          <a:prstGeom prst="rect">
            <a:avLst/>
          </a:prstGeom>
        </p:spPr>
        <p:txBody>
          <a:bodyPr anchorCtr="0" anchor="ctr" bIns="91425" lIns="91425" spcFirstLastPara="1" rIns="91425" wrap="square" tIns="91425">
            <a:noAutofit/>
          </a:bodyPr>
          <a:lstStyle>
            <a:lvl1pPr lvl="0" rtl="0" algn="ctr">
              <a:spcBef>
                <a:spcPts val="1000"/>
              </a:spcBef>
              <a:spcAft>
                <a:spcPts val="0"/>
              </a:spcAft>
              <a:buSzPts val="2400"/>
              <a:buNone/>
              <a:defRPr sz="3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473" name="Google Shape;473;p13"/>
          <p:cNvSpPr txBox="1"/>
          <p:nvPr>
            <p:ph hasCustomPrompt="1" idx="5" type="title"/>
          </p:nvPr>
        </p:nvSpPr>
        <p:spPr>
          <a:xfrm>
            <a:off x="4796056" y="3684225"/>
            <a:ext cx="870000" cy="469200"/>
          </a:xfrm>
          <a:prstGeom prst="rect">
            <a:avLst/>
          </a:prstGeom>
        </p:spPr>
        <p:txBody>
          <a:bodyPr anchorCtr="0" anchor="ctr" bIns="91425" lIns="91425" spcFirstLastPara="1" rIns="91425" wrap="square" tIns="91425">
            <a:noAutofit/>
          </a:bodyPr>
          <a:lstStyle>
            <a:lvl1pPr lvl="0" rtl="0" algn="ctr">
              <a:spcBef>
                <a:spcPts val="1000"/>
              </a:spcBef>
              <a:spcAft>
                <a:spcPts val="0"/>
              </a:spcAft>
              <a:buSzPts val="2400"/>
              <a:buNone/>
              <a:defRPr sz="3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474" name="Google Shape;474;p13"/>
          <p:cNvSpPr txBox="1"/>
          <p:nvPr>
            <p:ph idx="6" type="subTitle"/>
          </p:nvPr>
        </p:nvSpPr>
        <p:spPr>
          <a:xfrm>
            <a:off x="5948004" y="2249059"/>
            <a:ext cx="2465400" cy="714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475" name="Google Shape;475;p13"/>
          <p:cNvSpPr txBox="1"/>
          <p:nvPr>
            <p:ph idx="7" type="subTitle"/>
          </p:nvPr>
        </p:nvSpPr>
        <p:spPr>
          <a:xfrm>
            <a:off x="2102900" y="3773851"/>
            <a:ext cx="2480700" cy="699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476" name="Google Shape;476;p13"/>
          <p:cNvSpPr txBox="1"/>
          <p:nvPr>
            <p:ph idx="8" type="subTitle"/>
          </p:nvPr>
        </p:nvSpPr>
        <p:spPr>
          <a:xfrm>
            <a:off x="5948004" y="3773851"/>
            <a:ext cx="2465400" cy="699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477" name="Google Shape;477;p13">
            <a:hlinkClick action="ppaction://hlinksldjump" r:id="rId2"/>
          </p:cNvPr>
          <p:cNvSpPr txBox="1"/>
          <p:nvPr>
            <p:ph idx="9" type="title"/>
          </p:nvPr>
        </p:nvSpPr>
        <p:spPr>
          <a:xfrm>
            <a:off x="2105600" y="1931175"/>
            <a:ext cx="24780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478" name="Google Shape;478;p13">
            <a:hlinkClick action="ppaction://hlinksldjump" r:id="rId3"/>
          </p:cNvPr>
          <p:cNvSpPr txBox="1"/>
          <p:nvPr>
            <p:ph idx="13" type="title"/>
          </p:nvPr>
        </p:nvSpPr>
        <p:spPr>
          <a:xfrm>
            <a:off x="5935404" y="1931175"/>
            <a:ext cx="24780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479" name="Google Shape;479;p13">
            <a:hlinkClick action="ppaction://hlinksldjump" r:id="rId4"/>
          </p:cNvPr>
          <p:cNvSpPr txBox="1"/>
          <p:nvPr>
            <p:ph idx="14" type="title"/>
          </p:nvPr>
        </p:nvSpPr>
        <p:spPr>
          <a:xfrm>
            <a:off x="2105600" y="3440077"/>
            <a:ext cx="24780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480" name="Google Shape;480;p13">
            <a:hlinkClick action="ppaction://hlinksldjump" r:id="rId5"/>
          </p:cNvPr>
          <p:cNvSpPr txBox="1"/>
          <p:nvPr>
            <p:ph idx="15" type="title"/>
          </p:nvPr>
        </p:nvSpPr>
        <p:spPr>
          <a:xfrm>
            <a:off x="5935404" y="3440077"/>
            <a:ext cx="24780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grpSp>
        <p:nvGrpSpPr>
          <p:cNvPr id="481" name="Google Shape;481;p13"/>
          <p:cNvGrpSpPr/>
          <p:nvPr/>
        </p:nvGrpSpPr>
        <p:grpSpPr>
          <a:xfrm rot="1357337">
            <a:off x="8327544" y="4145117"/>
            <a:ext cx="714840" cy="1448757"/>
            <a:chOff x="1803775" y="5029925"/>
            <a:chExt cx="655775" cy="1329050"/>
          </a:xfrm>
        </p:grpSpPr>
        <p:sp>
          <p:nvSpPr>
            <p:cNvPr id="482" name="Google Shape;482;p13"/>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3"/>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13"/>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13"/>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13"/>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13"/>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13"/>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13"/>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13"/>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13"/>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3"/>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 name="Google Shape;493;p13"/>
          <p:cNvSpPr/>
          <p:nvPr/>
        </p:nvSpPr>
        <p:spPr>
          <a:xfrm rot="-2161609">
            <a:off x="384399" y="3203005"/>
            <a:ext cx="148961" cy="301771"/>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13"/>
          <p:cNvSpPr/>
          <p:nvPr/>
        </p:nvSpPr>
        <p:spPr>
          <a:xfrm rot="2699045">
            <a:off x="8758241" y="2420853"/>
            <a:ext cx="148958" cy="30178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_2_2">
    <p:spTree>
      <p:nvGrpSpPr>
        <p:cNvPr id="495" name="Shape 495"/>
        <p:cNvGrpSpPr/>
        <p:nvPr/>
      </p:nvGrpSpPr>
      <p:grpSpPr>
        <a:xfrm>
          <a:off x="0" y="0"/>
          <a:ext cx="0" cy="0"/>
          <a:chOff x="0" y="0"/>
          <a:chExt cx="0" cy="0"/>
        </a:xfrm>
      </p:grpSpPr>
      <p:sp>
        <p:nvSpPr>
          <p:cNvPr id="496" name="Google Shape;496;p14"/>
          <p:cNvSpPr txBox="1"/>
          <p:nvPr>
            <p:ph type="title"/>
          </p:nvPr>
        </p:nvSpPr>
        <p:spPr>
          <a:xfrm>
            <a:off x="1413738" y="2051975"/>
            <a:ext cx="1774500" cy="1108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97" name="Google Shape;497;p14"/>
          <p:cNvSpPr txBox="1"/>
          <p:nvPr>
            <p:ph hasCustomPrompt="1" idx="2" type="title"/>
          </p:nvPr>
        </p:nvSpPr>
        <p:spPr>
          <a:xfrm>
            <a:off x="5167738" y="1088900"/>
            <a:ext cx="686700" cy="385500"/>
          </a:xfrm>
          <a:prstGeom prst="rect">
            <a:avLst/>
          </a:prstGeom>
        </p:spPr>
        <p:txBody>
          <a:bodyPr anchorCtr="0" anchor="ctr" bIns="91425" lIns="91425" spcFirstLastPara="1" rIns="91425" wrap="square" tIns="91425">
            <a:noAutofit/>
          </a:bodyPr>
          <a:lstStyle>
            <a:lvl1pPr lvl="0" rtl="0" algn="ctr">
              <a:spcBef>
                <a:spcPts val="100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498" name="Google Shape;498;p14"/>
          <p:cNvSpPr txBox="1"/>
          <p:nvPr>
            <p:ph idx="1" type="subTitle"/>
          </p:nvPr>
        </p:nvSpPr>
        <p:spPr>
          <a:xfrm>
            <a:off x="5946088" y="1140287"/>
            <a:ext cx="23379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b="1"/>
            </a:lvl2pPr>
            <a:lvl3pPr lvl="2" rtl="0">
              <a:lnSpc>
                <a:spcPct val="100000"/>
              </a:lnSpc>
              <a:spcBef>
                <a:spcPts val="0"/>
              </a:spcBef>
              <a:spcAft>
                <a:spcPts val="0"/>
              </a:spcAft>
              <a:buNone/>
              <a:defRPr b="1"/>
            </a:lvl3pPr>
            <a:lvl4pPr lvl="3" rtl="0">
              <a:lnSpc>
                <a:spcPct val="100000"/>
              </a:lnSpc>
              <a:spcBef>
                <a:spcPts val="0"/>
              </a:spcBef>
              <a:spcAft>
                <a:spcPts val="0"/>
              </a:spcAft>
              <a:buNone/>
              <a:defRPr b="1"/>
            </a:lvl4pPr>
            <a:lvl5pPr lvl="4" rtl="0">
              <a:lnSpc>
                <a:spcPct val="100000"/>
              </a:lnSpc>
              <a:spcBef>
                <a:spcPts val="0"/>
              </a:spcBef>
              <a:spcAft>
                <a:spcPts val="0"/>
              </a:spcAft>
              <a:buNone/>
              <a:defRPr b="1"/>
            </a:lvl5pPr>
            <a:lvl6pPr lvl="5" rtl="0">
              <a:lnSpc>
                <a:spcPct val="100000"/>
              </a:lnSpc>
              <a:spcBef>
                <a:spcPts val="0"/>
              </a:spcBef>
              <a:spcAft>
                <a:spcPts val="0"/>
              </a:spcAft>
              <a:buNone/>
              <a:defRPr b="1"/>
            </a:lvl6pPr>
            <a:lvl7pPr lvl="6" rtl="0">
              <a:lnSpc>
                <a:spcPct val="100000"/>
              </a:lnSpc>
              <a:spcBef>
                <a:spcPts val="0"/>
              </a:spcBef>
              <a:spcAft>
                <a:spcPts val="0"/>
              </a:spcAft>
              <a:buNone/>
              <a:defRPr b="1"/>
            </a:lvl7pPr>
            <a:lvl8pPr lvl="7" rtl="0">
              <a:lnSpc>
                <a:spcPct val="100000"/>
              </a:lnSpc>
              <a:spcBef>
                <a:spcPts val="0"/>
              </a:spcBef>
              <a:spcAft>
                <a:spcPts val="0"/>
              </a:spcAft>
              <a:buNone/>
              <a:defRPr b="1"/>
            </a:lvl8pPr>
            <a:lvl9pPr lvl="8" rtl="0">
              <a:lnSpc>
                <a:spcPct val="100000"/>
              </a:lnSpc>
              <a:spcBef>
                <a:spcPts val="0"/>
              </a:spcBef>
              <a:spcAft>
                <a:spcPts val="0"/>
              </a:spcAft>
              <a:buNone/>
              <a:defRPr b="1"/>
            </a:lvl9pPr>
          </a:lstStyle>
          <a:p/>
        </p:txBody>
      </p:sp>
      <p:sp>
        <p:nvSpPr>
          <p:cNvPr id="499" name="Google Shape;499;p14"/>
          <p:cNvSpPr txBox="1"/>
          <p:nvPr>
            <p:ph hasCustomPrompt="1" idx="3" type="title"/>
          </p:nvPr>
        </p:nvSpPr>
        <p:spPr>
          <a:xfrm>
            <a:off x="5167738" y="3668216"/>
            <a:ext cx="686700" cy="385500"/>
          </a:xfrm>
          <a:prstGeom prst="rect">
            <a:avLst/>
          </a:prstGeom>
        </p:spPr>
        <p:txBody>
          <a:bodyPr anchorCtr="0" anchor="ctr" bIns="91425" lIns="91425" spcFirstLastPara="1" rIns="91425" wrap="square" tIns="91425">
            <a:noAutofit/>
          </a:bodyPr>
          <a:lstStyle>
            <a:lvl1pPr lvl="0" rtl="0" algn="ctr">
              <a:spcBef>
                <a:spcPts val="100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500" name="Google Shape;500;p14"/>
          <p:cNvSpPr txBox="1"/>
          <p:nvPr>
            <p:ph hasCustomPrompt="1" idx="4" type="title"/>
          </p:nvPr>
        </p:nvSpPr>
        <p:spPr>
          <a:xfrm>
            <a:off x="5167738" y="2379827"/>
            <a:ext cx="686700" cy="385500"/>
          </a:xfrm>
          <a:prstGeom prst="rect">
            <a:avLst/>
          </a:prstGeom>
        </p:spPr>
        <p:txBody>
          <a:bodyPr anchorCtr="0" anchor="ctr" bIns="91425" lIns="91425" spcFirstLastPara="1" rIns="91425" wrap="square" tIns="91425">
            <a:noAutofit/>
          </a:bodyPr>
          <a:lstStyle>
            <a:lvl1pPr lvl="0" rtl="0" algn="ctr">
              <a:spcBef>
                <a:spcPts val="100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501" name="Google Shape;501;p14"/>
          <p:cNvSpPr txBox="1"/>
          <p:nvPr>
            <p:ph idx="5" type="subTitle"/>
          </p:nvPr>
        </p:nvSpPr>
        <p:spPr>
          <a:xfrm>
            <a:off x="5946088" y="3725708"/>
            <a:ext cx="23352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b="1"/>
            </a:lvl2pPr>
            <a:lvl3pPr lvl="2" rtl="0">
              <a:lnSpc>
                <a:spcPct val="100000"/>
              </a:lnSpc>
              <a:spcBef>
                <a:spcPts val="0"/>
              </a:spcBef>
              <a:spcAft>
                <a:spcPts val="0"/>
              </a:spcAft>
              <a:buNone/>
              <a:defRPr b="1"/>
            </a:lvl3pPr>
            <a:lvl4pPr lvl="3" rtl="0">
              <a:lnSpc>
                <a:spcPct val="100000"/>
              </a:lnSpc>
              <a:spcBef>
                <a:spcPts val="0"/>
              </a:spcBef>
              <a:spcAft>
                <a:spcPts val="0"/>
              </a:spcAft>
              <a:buNone/>
              <a:defRPr b="1"/>
            </a:lvl4pPr>
            <a:lvl5pPr lvl="4" rtl="0">
              <a:lnSpc>
                <a:spcPct val="100000"/>
              </a:lnSpc>
              <a:spcBef>
                <a:spcPts val="0"/>
              </a:spcBef>
              <a:spcAft>
                <a:spcPts val="0"/>
              </a:spcAft>
              <a:buNone/>
              <a:defRPr b="1"/>
            </a:lvl5pPr>
            <a:lvl6pPr lvl="5" rtl="0">
              <a:lnSpc>
                <a:spcPct val="100000"/>
              </a:lnSpc>
              <a:spcBef>
                <a:spcPts val="0"/>
              </a:spcBef>
              <a:spcAft>
                <a:spcPts val="0"/>
              </a:spcAft>
              <a:buNone/>
              <a:defRPr b="1"/>
            </a:lvl6pPr>
            <a:lvl7pPr lvl="6" rtl="0">
              <a:lnSpc>
                <a:spcPct val="100000"/>
              </a:lnSpc>
              <a:spcBef>
                <a:spcPts val="0"/>
              </a:spcBef>
              <a:spcAft>
                <a:spcPts val="0"/>
              </a:spcAft>
              <a:buNone/>
              <a:defRPr b="1"/>
            </a:lvl7pPr>
            <a:lvl8pPr lvl="7" rtl="0">
              <a:lnSpc>
                <a:spcPct val="100000"/>
              </a:lnSpc>
              <a:spcBef>
                <a:spcPts val="0"/>
              </a:spcBef>
              <a:spcAft>
                <a:spcPts val="0"/>
              </a:spcAft>
              <a:buNone/>
              <a:defRPr b="1"/>
            </a:lvl8pPr>
            <a:lvl9pPr lvl="8" rtl="0">
              <a:lnSpc>
                <a:spcPct val="100000"/>
              </a:lnSpc>
              <a:spcBef>
                <a:spcPts val="0"/>
              </a:spcBef>
              <a:spcAft>
                <a:spcPts val="0"/>
              </a:spcAft>
              <a:buNone/>
              <a:defRPr b="1"/>
            </a:lvl9pPr>
          </a:lstStyle>
          <a:p/>
        </p:txBody>
      </p:sp>
      <p:sp>
        <p:nvSpPr>
          <p:cNvPr id="502" name="Google Shape;502;p14"/>
          <p:cNvSpPr txBox="1"/>
          <p:nvPr>
            <p:ph idx="6" type="subTitle"/>
          </p:nvPr>
        </p:nvSpPr>
        <p:spPr>
          <a:xfrm>
            <a:off x="5946088" y="2428287"/>
            <a:ext cx="23379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b="1"/>
            </a:lvl2pPr>
            <a:lvl3pPr lvl="2" rtl="0">
              <a:lnSpc>
                <a:spcPct val="100000"/>
              </a:lnSpc>
              <a:spcBef>
                <a:spcPts val="0"/>
              </a:spcBef>
              <a:spcAft>
                <a:spcPts val="0"/>
              </a:spcAft>
              <a:buNone/>
              <a:defRPr b="1"/>
            </a:lvl3pPr>
            <a:lvl4pPr lvl="3" rtl="0">
              <a:lnSpc>
                <a:spcPct val="100000"/>
              </a:lnSpc>
              <a:spcBef>
                <a:spcPts val="0"/>
              </a:spcBef>
              <a:spcAft>
                <a:spcPts val="0"/>
              </a:spcAft>
              <a:buNone/>
              <a:defRPr b="1"/>
            </a:lvl4pPr>
            <a:lvl5pPr lvl="4" rtl="0">
              <a:lnSpc>
                <a:spcPct val="100000"/>
              </a:lnSpc>
              <a:spcBef>
                <a:spcPts val="0"/>
              </a:spcBef>
              <a:spcAft>
                <a:spcPts val="0"/>
              </a:spcAft>
              <a:buNone/>
              <a:defRPr b="1"/>
            </a:lvl5pPr>
            <a:lvl6pPr lvl="5" rtl="0">
              <a:lnSpc>
                <a:spcPct val="100000"/>
              </a:lnSpc>
              <a:spcBef>
                <a:spcPts val="0"/>
              </a:spcBef>
              <a:spcAft>
                <a:spcPts val="0"/>
              </a:spcAft>
              <a:buNone/>
              <a:defRPr b="1"/>
            </a:lvl6pPr>
            <a:lvl7pPr lvl="6" rtl="0">
              <a:lnSpc>
                <a:spcPct val="100000"/>
              </a:lnSpc>
              <a:spcBef>
                <a:spcPts val="0"/>
              </a:spcBef>
              <a:spcAft>
                <a:spcPts val="0"/>
              </a:spcAft>
              <a:buNone/>
              <a:defRPr b="1"/>
            </a:lvl7pPr>
            <a:lvl8pPr lvl="7" rtl="0">
              <a:lnSpc>
                <a:spcPct val="100000"/>
              </a:lnSpc>
              <a:spcBef>
                <a:spcPts val="0"/>
              </a:spcBef>
              <a:spcAft>
                <a:spcPts val="0"/>
              </a:spcAft>
              <a:buNone/>
              <a:defRPr b="1"/>
            </a:lvl8pPr>
            <a:lvl9pPr lvl="8" rtl="0">
              <a:lnSpc>
                <a:spcPct val="100000"/>
              </a:lnSpc>
              <a:spcBef>
                <a:spcPts val="0"/>
              </a:spcBef>
              <a:spcAft>
                <a:spcPts val="0"/>
              </a:spcAft>
              <a:buNone/>
              <a:defRPr b="1"/>
            </a:lvl9pPr>
          </a:lstStyle>
          <a:p/>
        </p:txBody>
      </p:sp>
      <p:sp>
        <p:nvSpPr>
          <p:cNvPr id="503" name="Google Shape;503;p14">
            <a:hlinkClick action="ppaction://hlinksldjump" r:id="rId2"/>
          </p:cNvPr>
          <p:cNvSpPr txBox="1"/>
          <p:nvPr>
            <p:ph idx="7" type="title"/>
          </p:nvPr>
        </p:nvSpPr>
        <p:spPr>
          <a:xfrm>
            <a:off x="5946088" y="818438"/>
            <a:ext cx="23352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504" name="Google Shape;504;p14">
            <a:hlinkClick action="ppaction://hlinksldjump" r:id="rId3"/>
          </p:cNvPr>
          <p:cNvSpPr txBox="1"/>
          <p:nvPr>
            <p:ph idx="8" type="title"/>
          </p:nvPr>
        </p:nvSpPr>
        <p:spPr>
          <a:xfrm>
            <a:off x="5946088" y="3407824"/>
            <a:ext cx="23352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505" name="Google Shape;505;p14">
            <a:hlinkClick action="ppaction://hlinksldjump" r:id="rId4"/>
          </p:cNvPr>
          <p:cNvSpPr txBox="1"/>
          <p:nvPr>
            <p:ph idx="9" type="title"/>
          </p:nvPr>
        </p:nvSpPr>
        <p:spPr>
          <a:xfrm>
            <a:off x="5946088" y="2112440"/>
            <a:ext cx="23352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506" name="Google Shape;506;p14"/>
          <p:cNvSpPr/>
          <p:nvPr/>
        </p:nvSpPr>
        <p:spPr>
          <a:xfrm rot="2131502">
            <a:off x="159472" y="3180047"/>
            <a:ext cx="174643" cy="35378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 name="Google Shape;507;p14"/>
          <p:cNvGrpSpPr/>
          <p:nvPr/>
        </p:nvGrpSpPr>
        <p:grpSpPr>
          <a:xfrm rot="-7307454">
            <a:off x="2660991" y="-282694"/>
            <a:ext cx="579305" cy="1055908"/>
            <a:chOff x="-214625" y="3943775"/>
            <a:chExt cx="458725" cy="836125"/>
          </a:xfrm>
        </p:grpSpPr>
        <p:sp>
          <p:nvSpPr>
            <p:cNvPr id="508" name="Google Shape;508;p14"/>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14"/>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14"/>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14"/>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14"/>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14"/>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14"/>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14"/>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14"/>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4"/>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14"/>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14"/>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 name="Google Shape;520;p14"/>
          <p:cNvSpPr/>
          <p:nvPr/>
        </p:nvSpPr>
        <p:spPr>
          <a:xfrm>
            <a:off x="337626" y="346124"/>
            <a:ext cx="767484" cy="354419"/>
          </a:xfrm>
          <a:custGeom>
            <a:rect b="b" l="l" r="r" t="t"/>
            <a:pathLst>
              <a:path extrusionOk="0" h="5228" w="9038">
                <a:moveTo>
                  <a:pt x="5252" y="1"/>
                </a:moveTo>
                <a:cubicBezTo>
                  <a:pt x="4156" y="1"/>
                  <a:pt x="3430" y="1870"/>
                  <a:pt x="3085" y="3096"/>
                </a:cubicBezTo>
                <a:cubicBezTo>
                  <a:pt x="3047" y="3228"/>
                  <a:pt x="2934" y="3293"/>
                  <a:pt x="2820" y="3293"/>
                </a:cubicBezTo>
                <a:cubicBezTo>
                  <a:pt x="2716" y="3293"/>
                  <a:pt x="2612" y="3240"/>
                  <a:pt x="2561" y="3132"/>
                </a:cubicBezTo>
                <a:cubicBezTo>
                  <a:pt x="2394" y="2727"/>
                  <a:pt x="2156" y="2358"/>
                  <a:pt x="1787" y="2322"/>
                </a:cubicBezTo>
                <a:cubicBezTo>
                  <a:pt x="1762" y="2320"/>
                  <a:pt x="1737" y="2319"/>
                  <a:pt x="1712" y="2319"/>
                </a:cubicBezTo>
                <a:cubicBezTo>
                  <a:pt x="506" y="2319"/>
                  <a:pt x="36" y="5014"/>
                  <a:pt x="3" y="5216"/>
                </a:cubicBezTo>
                <a:lnTo>
                  <a:pt x="8752" y="5216"/>
                </a:lnTo>
                <a:cubicBezTo>
                  <a:pt x="8752" y="5216"/>
                  <a:pt x="9038" y="3049"/>
                  <a:pt x="7990" y="2811"/>
                </a:cubicBezTo>
                <a:cubicBezTo>
                  <a:pt x="7923" y="2794"/>
                  <a:pt x="7858" y="2787"/>
                  <a:pt x="7795" y="2787"/>
                </a:cubicBezTo>
                <a:cubicBezTo>
                  <a:pt x="7347" y="2787"/>
                  <a:pt x="6977" y="3165"/>
                  <a:pt x="6716" y="3561"/>
                </a:cubicBezTo>
                <a:cubicBezTo>
                  <a:pt x="6673" y="3621"/>
                  <a:pt x="6614" y="3647"/>
                  <a:pt x="6555" y="3647"/>
                </a:cubicBezTo>
                <a:cubicBezTo>
                  <a:pt x="6451" y="3647"/>
                  <a:pt x="6351" y="3564"/>
                  <a:pt x="6359" y="3442"/>
                </a:cubicBezTo>
                <a:cubicBezTo>
                  <a:pt x="6442" y="2144"/>
                  <a:pt x="6395" y="1"/>
                  <a:pt x="5252" y="1"/>
                </a:cubicBezTo>
                <a:close/>
                <a:moveTo>
                  <a:pt x="1" y="5216"/>
                </a:moveTo>
                <a:lnTo>
                  <a:pt x="1" y="5228"/>
                </a:lnTo>
                <a:cubicBezTo>
                  <a:pt x="1" y="5228"/>
                  <a:pt x="2" y="5223"/>
                  <a:pt x="3" y="521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14"/>
          <p:cNvSpPr/>
          <p:nvPr/>
        </p:nvSpPr>
        <p:spPr>
          <a:xfrm>
            <a:off x="2543949" y="4152556"/>
            <a:ext cx="1451751" cy="670426"/>
          </a:xfrm>
          <a:custGeom>
            <a:rect b="b" l="l" r="r" t="t"/>
            <a:pathLst>
              <a:path extrusionOk="0" h="5228" w="9038">
                <a:moveTo>
                  <a:pt x="5252" y="1"/>
                </a:moveTo>
                <a:cubicBezTo>
                  <a:pt x="4156" y="1"/>
                  <a:pt x="3430" y="1870"/>
                  <a:pt x="3085" y="3096"/>
                </a:cubicBezTo>
                <a:cubicBezTo>
                  <a:pt x="3047" y="3228"/>
                  <a:pt x="2934" y="3293"/>
                  <a:pt x="2820" y="3293"/>
                </a:cubicBezTo>
                <a:cubicBezTo>
                  <a:pt x="2716" y="3293"/>
                  <a:pt x="2612" y="3240"/>
                  <a:pt x="2561" y="3132"/>
                </a:cubicBezTo>
                <a:cubicBezTo>
                  <a:pt x="2394" y="2727"/>
                  <a:pt x="2156" y="2358"/>
                  <a:pt x="1787" y="2322"/>
                </a:cubicBezTo>
                <a:cubicBezTo>
                  <a:pt x="1762" y="2320"/>
                  <a:pt x="1737" y="2319"/>
                  <a:pt x="1712" y="2319"/>
                </a:cubicBezTo>
                <a:cubicBezTo>
                  <a:pt x="506" y="2319"/>
                  <a:pt x="36" y="5014"/>
                  <a:pt x="3" y="5216"/>
                </a:cubicBezTo>
                <a:lnTo>
                  <a:pt x="8752" y="5216"/>
                </a:lnTo>
                <a:cubicBezTo>
                  <a:pt x="8752" y="5216"/>
                  <a:pt x="9038" y="3049"/>
                  <a:pt x="7990" y="2811"/>
                </a:cubicBezTo>
                <a:cubicBezTo>
                  <a:pt x="7923" y="2794"/>
                  <a:pt x="7858" y="2787"/>
                  <a:pt x="7795" y="2787"/>
                </a:cubicBezTo>
                <a:cubicBezTo>
                  <a:pt x="7347" y="2787"/>
                  <a:pt x="6977" y="3165"/>
                  <a:pt x="6716" y="3561"/>
                </a:cubicBezTo>
                <a:cubicBezTo>
                  <a:pt x="6673" y="3621"/>
                  <a:pt x="6614" y="3647"/>
                  <a:pt x="6555" y="3647"/>
                </a:cubicBezTo>
                <a:cubicBezTo>
                  <a:pt x="6451" y="3647"/>
                  <a:pt x="6351" y="3564"/>
                  <a:pt x="6359" y="3442"/>
                </a:cubicBezTo>
                <a:cubicBezTo>
                  <a:pt x="6442" y="2144"/>
                  <a:pt x="6395" y="1"/>
                  <a:pt x="5252" y="1"/>
                </a:cubicBezTo>
                <a:close/>
                <a:moveTo>
                  <a:pt x="1" y="5216"/>
                </a:moveTo>
                <a:lnTo>
                  <a:pt x="1" y="5228"/>
                </a:lnTo>
                <a:cubicBezTo>
                  <a:pt x="1" y="5228"/>
                  <a:pt x="2" y="5223"/>
                  <a:pt x="3" y="521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8">
    <p:spTree>
      <p:nvGrpSpPr>
        <p:cNvPr id="522" name="Shape 522"/>
        <p:cNvGrpSpPr/>
        <p:nvPr/>
      </p:nvGrpSpPr>
      <p:grpSpPr>
        <a:xfrm>
          <a:off x="0" y="0"/>
          <a:ext cx="0" cy="0"/>
          <a:chOff x="0" y="0"/>
          <a:chExt cx="0" cy="0"/>
        </a:xfrm>
      </p:grpSpPr>
      <p:sp>
        <p:nvSpPr>
          <p:cNvPr id="523" name="Google Shape;523;p15"/>
          <p:cNvSpPr txBox="1"/>
          <p:nvPr>
            <p:ph type="ctrTitle"/>
          </p:nvPr>
        </p:nvSpPr>
        <p:spPr>
          <a:xfrm>
            <a:off x="713275" y="1459200"/>
            <a:ext cx="3949200" cy="2493600"/>
          </a:xfrm>
          <a:prstGeom prst="rect">
            <a:avLst/>
          </a:prstGeom>
        </p:spPr>
        <p:txBody>
          <a:bodyPr anchorCtr="0" anchor="b" bIns="91425" lIns="91425" spcFirstLastPara="1" rIns="91425" wrap="square" tIns="91425">
            <a:noAutofit/>
          </a:bodyPr>
          <a:lstStyle>
            <a:lvl1pPr lvl="0" rtl="0">
              <a:spcBef>
                <a:spcPts val="0"/>
              </a:spcBef>
              <a:spcAft>
                <a:spcPts val="0"/>
              </a:spcAft>
              <a:buSzPts val="5200"/>
              <a:buNone/>
              <a:defRPr sz="5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524" name="Google Shape;524;p15"/>
          <p:cNvSpPr txBox="1"/>
          <p:nvPr>
            <p:ph idx="1" type="subTitle"/>
          </p:nvPr>
        </p:nvSpPr>
        <p:spPr>
          <a:xfrm>
            <a:off x="713275" y="3888109"/>
            <a:ext cx="2480700" cy="714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525" name="Google Shape;525;p15"/>
          <p:cNvSpPr txBox="1"/>
          <p:nvPr>
            <p:ph hasCustomPrompt="1" idx="2" type="title"/>
          </p:nvPr>
        </p:nvSpPr>
        <p:spPr>
          <a:xfrm>
            <a:off x="776425" y="723800"/>
            <a:ext cx="982500" cy="617700"/>
          </a:xfrm>
          <a:prstGeom prst="rect">
            <a:avLst/>
          </a:prstGeom>
        </p:spPr>
        <p:txBody>
          <a:bodyPr anchorCtr="0" anchor="ctr" bIns="91425" lIns="91425" spcFirstLastPara="1" rIns="91425" wrap="square" tIns="91425">
            <a:noAutofit/>
          </a:bodyPr>
          <a:lstStyle>
            <a:lvl1pPr lvl="0" rtl="0" algn="ctr">
              <a:spcBef>
                <a:spcPts val="1000"/>
              </a:spcBef>
              <a:spcAft>
                <a:spcPts val="0"/>
              </a:spcAft>
              <a:buSzPts val="2400"/>
              <a:buNone/>
              <a:defRPr sz="48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526" name="Google Shape;526;p15"/>
          <p:cNvGrpSpPr/>
          <p:nvPr/>
        </p:nvGrpSpPr>
        <p:grpSpPr>
          <a:xfrm flipH="1" rot="-3230046">
            <a:off x="6357314" y="-194168"/>
            <a:ext cx="528665" cy="963557"/>
            <a:chOff x="-214625" y="3943775"/>
            <a:chExt cx="458725" cy="836125"/>
          </a:xfrm>
        </p:grpSpPr>
        <p:sp>
          <p:nvSpPr>
            <p:cNvPr id="527" name="Google Shape;527;p15"/>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15"/>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15"/>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15"/>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15"/>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5"/>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15"/>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15"/>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5"/>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5"/>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5"/>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15"/>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 name="Google Shape;539;p15"/>
          <p:cNvGrpSpPr/>
          <p:nvPr/>
        </p:nvGrpSpPr>
        <p:grpSpPr>
          <a:xfrm flipH="1" rot="-7089949">
            <a:off x="7825346" y="-952507"/>
            <a:ext cx="1046684" cy="2121300"/>
            <a:chOff x="1803775" y="5029925"/>
            <a:chExt cx="655775" cy="1329050"/>
          </a:xfrm>
        </p:grpSpPr>
        <p:sp>
          <p:nvSpPr>
            <p:cNvPr id="540" name="Google Shape;540;p15"/>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15"/>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15"/>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15"/>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15"/>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15"/>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15"/>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15"/>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15"/>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15"/>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15"/>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 name="Google Shape;551;p15"/>
          <p:cNvSpPr/>
          <p:nvPr/>
        </p:nvSpPr>
        <p:spPr>
          <a:xfrm flipH="1" rot="-869070">
            <a:off x="5791152" y="409350"/>
            <a:ext cx="280804" cy="230961"/>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15"/>
          <p:cNvSpPr/>
          <p:nvPr/>
        </p:nvSpPr>
        <p:spPr>
          <a:xfrm flipH="1">
            <a:off x="4114796" y="1459200"/>
            <a:ext cx="5029204" cy="3684370"/>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8_1">
    <p:spTree>
      <p:nvGrpSpPr>
        <p:cNvPr id="553" name="Shape 553"/>
        <p:cNvGrpSpPr/>
        <p:nvPr/>
      </p:nvGrpSpPr>
      <p:grpSpPr>
        <a:xfrm>
          <a:off x="0" y="0"/>
          <a:ext cx="0" cy="0"/>
          <a:chOff x="0" y="0"/>
          <a:chExt cx="0" cy="0"/>
        </a:xfrm>
      </p:grpSpPr>
      <p:sp>
        <p:nvSpPr>
          <p:cNvPr id="554" name="Google Shape;554;p16"/>
          <p:cNvSpPr txBox="1"/>
          <p:nvPr>
            <p:ph type="ctrTitle"/>
          </p:nvPr>
        </p:nvSpPr>
        <p:spPr>
          <a:xfrm>
            <a:off x="2147750" y="2619600"/>
            <a:ext cx="6084000" cy="1723800"/>
          </a:xfrm>
          <a:prstGeom prst="rect">
            <a:avLst/>
          </a:prstGeom>
        </p:spPr>
        <p:txBody>
          <a:bodyPr anchorCtr="0" anchor="b" bIns="91425" lIns="91425" spcFirstLastPara="1" rIns="91425" wrap="square" tIns="91425">
            <a:noAutofit/>
          </a:bodyPr>
          <a:lstStyle>
            <a:lvl1pPr lvl="0" rtl="0">
              <a:spcBef>
                <a:spcPts val="0"/>
              </a:spcBef>
              <a:spcAft>
                <a:spcPts val="0"/>
              </a:spcAft>
              <a:buSzPts val="5200"/>
              <a:buNone/>
              <a:defRPr sz="5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555" name="Google Shape;555;p16"/>
          <p:cNvSpPr txBox="1"/>
          <p:nvPr>
            <p:ph idx="1" type="subTitle"/>
          </p:nvPr>
        </p:nvSpPr>
        <p:spPr>
          <a:xfrm>
            <a:off x="2147750" y="4260550"/>
            <a:ext cx="4041000" cy="431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556" name="Google Shape;556;p16"/>
          <p:cNvSpPr txBox="1"/>
          <p:nvPr>
            <p:ph hasCustomPrompt="1" idx="2" type="title"/>
          </p:nvPr>
        </p:nvSpPr>
        <p:spPr>
          <a:xfrm>
            <a:off x="912250" y="3172650"/>
            <a:ext cx="982500" cy="617700"/>
          </a:xfrm>
          <a:prstGeom prst="rect">
            <a:avLst/>
          </a:prstGeom>
        </p:spPr>
        <p:txBody>
          <a:bodyPr anchorCtr="0" anchor="ctr" bIns="91425" lIns="91425" spcFirstLastPara="1" rIns="91425" wrap="square" tIns="91425">
            <a:noAutofit/>
          </a:bodyPr>
          <a:lstStyle>
            <a:lvl1pPr lvl="0" rtl="0" algn="ctr">
              <a:spcBef>
                <a:spcPts val="1000"/>
              </a:spcBef>
              <a:spcAft>
                <a:spcPts val="0"/>
              </a:spcAft>
              <a:buSzPts val="2400"/>
              <a:buNone/>
              <a:defRPr sz="48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8_1_1">
    <p:spTree>
      <p:nvGrpSpPr>
        <p:cNvPr id="557" name="Shape 557"/>
        <p:cNvGrpSpPr/>
        <p:nvPr/>
      </p:nvGrpSpPr>
      <p:grpSpPr>
        <a:xfrm>
          <a:off x="0" y="0"/>
          <a:ext cx="0" cy="0"/>
          <a:chOff x="0" y="0"/>
          <a:chExt cx="0" cy="0"/>
        </a:xfrm>
      </p:grpSpPr>
      <p:sp>
        <p:nvSpPr>
          <p:cNvPr id="558" name="Google Shape;558;p17"/>
          <p:cNvSpPr txBox="1"/>
          <p:nvPr>
            <p:ph type="ctrTitle"/>
          </p:nvPr>
        </p:nvSpPr>
        <p:spPr>
          <a:xfrm>
            <a:off x="2256325" y="2369550"/>
            <a:ext cx="4718400" cy="954300"/>
          </a:xfrm>
          <a:prstGeom prst="rect">
            <a:avLst/>
          </a:prstGeom>
        </p:spPr>
        <p:txBody>
          <a:bodyPr anchorCtr="0" anchor="b" bIns="91425" lIns="91425" spcFirstLastPara="1" rIns="91425" wrap="square" tIns="91425">
            <a:noAutofit/>
          </a:bodyPr>
          <a:lstStyle>
            <a:lvl1pPr lvl="0" rtl="0">
              <a:spcBef>
                <a:spcPts val="0"/>
              </a:spcBef>
              <a:spcAft>
                <a:spcPts val="0"/>
              </a:spcAft>
              <a:buSzPts val="5200"/>
              <a:buNone/>
              <a:defRPr sz="5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559" name="Google Shape;559;p17"/>
          <p:cNvSpPr txBox="1"/>
          <p:nvPr>
            <p:ph idx="1" type="subTitle"/>
          </p:nvPr>
        </p:nvSpPr>
        <p:spPr>
          <a:xfrm>
            <a:off x="2661175" y="3258100"/>
            <a:ext cx="3908700" cy="43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560" name="Google Shape;560;p17"/>
          <p:cNvSpPr txBox="1"/>
          <p:nvPr>
            <p:ph hasCustomPrompt="1" idx="2" type="title"/>
          </p:nvPr>
        </p:nvSpPr>
        <p:spPr>
          <a:xfrm>
            <a:off x="4124275" y="1636700"/>
            <a:ext cx="982500" cy="617700"/>
          </a:xfrm>
          <a:prstGeom prst="rect">
            <a:avLst/>
          </a:prstGeom>
        </p:spPr>
        <p:txBody>
          <a:bodyPr anchorCtr="0" anchor="ctr" bIns="91425" lIns="91425" spcFirstLastPara="1" rIns="91425" wrap="square" tIns="91425">
            <a:noAutofit/>
          </a:bodyPr>
          <a:lstStyle>
            <a:lvl1pPr lvl="0" rtl="0" algn="ctr">
              <a:spcBef>
                <a:spcPts val="1000"/>
              </a:spcBef>
              <a:spcAft>
                <a:spcPts val="0"/>
              </a:spcAft>
              <a:buSzPts val="2400"/>
              <a:buNone/>
              <a:defRPr sz="48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561" name="Google Shape;561;p17"/>
          <p:cNvSpPr/>
          <p:nvPr/>
        </p:nvSpPr>
        <p:spPr>
          <a:xfrm>
            <a:off x="0" y="2819436"/>
            <a:ext cx="2853959" cy="2324057"/>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 name="Google Shape;562;p17"/>
          <p:cNvGrpSpPr/>
          <p:nvPr/>
        </p:nvGrpSpPr>
        <p:grpSpPr>
          <a:xfrm rot="-6658467">
            <a:off x="-88301" y="144705"/>
            <a:ext cx="463821" cy="609144"/>
            <a:chOff x="2136875" y="1156838"/>
            <a:chExt cx="166125" cy="218175"/>
          </a:xfrm>
        </p:grpSpPr>
        <p:sp>
          <p:nvSpPr>
            <p:cNvPr id="563" name="Google Shape;563;p17"/>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7"/>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 name="Google Shape;565;p17"/>
          <p:cNvSpPr/>
          <p:nvPr/>
        </p:nvSpPr>
        <p:spPr>
          <a:xfrm rot="10800000">
            <a:off x="6298475" y="11"/>
            <a:ext cx="2853959" cy="2324057"/>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 name="Google Shape;566;p17"/>
          <p:cNvGrpSpPr/>
          <p:nvPr/>
        </p:nvGrpSpPr>
        <p:grpSpPr>
          <a:xfrm flipH="1" rot="-1865761">
            <a:off x="424740" y="2998400"/>
            <a:ext cx="1261844" cy="2557361"/>
            <a:chOff x="1803775" y="5029925"/>
            <a:chExt cx="655775" cy="1329050"/>
          </a:xfrm>
        </p:grpSpPr>
        <p:sp>
          <p:nvSpPr>
            <p:cNvPr id="567" name="Google Shape;567;p17"/>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7"/>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17"/>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17"/>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7"/>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7"/>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7"/>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17"/>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17"/>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7"/>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7"/>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 name="Google Shape;578;p17"/>
          <p:cNvGrpSpPr/>
          <p:nvPr/>
        </p:nvGrpSpPr>
        <p:grpSpPr>
          <a:xfrm flipH="1" rot="-1911685">
            <a:off x="7733955" y="107077"/>
            <a:ext cx="845641" cy="1541291"/>
            <a:chOff x="-214625" y="3943775"/>
            <a:chExt cx="458725" cy="836125"/>
          </a:xfrm>
        </p:grpSpPr>
        <p:sp>
          <p:nvSpPr>
            <p:cNvPr id="579" name="Google Shape;579;p17"/>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7"/>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7"/>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7"/>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17"/>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17"/>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17"/>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17"/>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17"/>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7"/>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7"/>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7"/>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1">
  <p:cSld name="CUSTOM_12">
    <p:spTree>
      <p:nvGrpSpPr>
        <p:cNvPr id="591" name="Shape 591"/>
        <p:cNvGrpSpPr/>
        <p:nvPr/>
      </p:nvGrpSpPr>
      <p:grpSpPr>
        <a:xfrm>
          <a:off x="0" y="0"/>
          <a:ext cx="0" cy="0"/>
          <a:chOff x="0" y="0"/>
          <a:chExt cx="0" cy="0"/>
        </a:xfrm>
      </p:grpSpPr>
      <p:sp>
        <p:nvSpPr>
          <p:cNvPr id="592" name="Google Shape;592;p18"/>
          <p:cNvSpPr txBox="1"/>
          <p:nvPr>
            <p:ph type="title"/>
          </p:nvPr>
        </p:nvSpPr>
        <p:spPr>
          <a:xfrm>
            <a:off x="4739375" y="1806275"/>
            <a:ext cx="3162000" cy="2401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593" name="Google Shape;593;p18"/>
          <p:cNvGrpSpPr/>
          <p:nvPr/>
        </p:nvGrpSpPr>
        <p:grpSpPr>
          <a:xfrm rot="10800000">
            <a:off x="-902099" y="-828739"/>
            <a:ext cx="3304780" cy="3178027"/>
            <a:chOff x="5787838" y="1739187"/>
            <a:chExt cx="4399920" cy="4231164"/>
          </a:xfrm>
        </p:grpSpPr>
        <p:grpSp>
          <p:nvGrpSpPr>
            <p:cNvPr id="594" name="Google Shape;594;p18"/>
            <p:cNvGrpSpPr/>
            <p:nvPr/>
          </p:nvGrpSpPr>
          <p:grpSpPr>
            <a:xfrm flipH="1" rot="-3182169">
              <a:off x="7099543" y="3150442"/>
              <a:ext cx="379449" cy="720480"/>
              <a:chOff x="2263675" y="890788"/>
              <a:chExt cx="248900" cy="472600"/>
            </a:xfrm>
          </p:grpSpPr>
          <p:sp>
            <p:nvSpPr>
              <p:cNvPr id="595" name="Google Shape;595;p18"/>
              <p:cNvSpPr/>
              <p:nvPr/>
            </p:nvSpPr>
            <p:spPr>
              <a:xfrm>
                <a:off x="2263675" y="890788"/>
                <a:ext cx="248900" cy="472600"/>
              </a:xfrm>
              <a:custGeom>
                <a:rect b="b" l="l" r="r" t="t"/>
                <a:pathLst>
                  <a:path extrusionOk="0" h="18904" w="9956">
                    <a:moveTo>
                      <a:pt x="4075" y="0"/>
                    </a:moveTo>
                    <a:cubicBezTo>
                      <a:pt x="3898" y="0"/>
                      <a:pt x="3718" y="22"/>
                      <a:pt x="3537" y="68"/>
                    </a:cubicBezTo>
                    <a:cubicBezTo>
                      <a:pt x="1" y="961"/>
                      <a:pt x="1215" y="9010"/>
                      <a:pt x="2882" y="13236"/>
                    </a:cubicBezTo>
                    <a:cubicBezTo>
                      <a:pt x="4537" y="17463"/>
                      <a:pt x="4132" y="18904"/>
                      <a:pt x="4132" y="18904"/>
                    </a:cubicBezTo>
                    <a:cubicBezTo>
                      <a:pt x="4132" y="18904"/>
                      <a:pt x="6811" y="17285"/>
                      <a:pt x="8430" y="12284"/>
                    </a:cubicBezTo>
                    <a:cubicBezTo>
                      <a:pt x="9955" y="7540"/>
                      <a:pt x="7355" y="0"/>
                      <a:pt x="407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8"/>
              <p:cNvSpPr/>
              <p:nvPr/>
            </p:nvSpPr>
            <p:spPr>
              <a:xfrm>
                <a:off x="2365475" y="990113"/>
                <a:ext cx="93200" cy="360175"/>
              </a:xfrm>
              <a:custGeom>
                <a:rect b="b" l="l" r="r" t="t"/>
                <a:pathLst>
                  <a:path extrusionOk="0" h="14407" w="3728">
                    <a:moveTo>
                      <a:pt x="394" y="0"/>
                    </a:moveTo>
                    <a:lnTo>
                      <a:pt x="191" y="108"/>
                    </a:lnTo>
                    <a:cubicBezTo>
                      <a:pt x="215" y="179"/>
                      <a:pt x="3477" y="7001"/>
                      <a:pt x="1" y="14324"/>
                    </a:cubicBezTo>
                    <a:lnTo>
                      <a:pt x="203" y="14407"/>
                    </a:lnTo>
                    <a:cubicBezTo>
                      <a:pt x="3727" y="6989"/>
                      <a:pt x="429" y="84"/>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 name="Google Shape;597;p18"/>
            <p:cNvGrpSpPr/>
            <p:nvPr/>
          </p:nvGrpSpPr>
          <p:grpSpPr>
            <a:xfrm flipH="1" rot="6658501">
              <a:off x="8421228" y="2403509"/>
              <a:ext cx="379438" cy="498322"/>
              <a:chOff x="2136875" y="1156838"/>
              <a:chExt cx="166125" cy="218175"/>
            </a:xfrm>
          </p:grpSpPr>
          <p:sp>
            <p:nvSpPr>
              <p:cNvPr id="598" name="Google Shape;598;p18"/>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18"/>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 name="Google Shape;600;p18"/>
            <p:cNvGrpSpPr/>
            <p:nvPr/>
          </p:nvGrpSpPr>
          <p:grpSpPr>
            <a:xfrm flipH="1" rot="-3724926">
              <a:off x="6970058" y="2752488"/>
              <a:ext cx="2736131" cy="2736693"/>
              <a:chOff x="494881" y="2817898"/>
              <a:chExt cx="2631079" cy="2631619"/>
            </a:xfrm>
          </p:grpSpPr>
          <p:grpSp>
            <p:nvGrpSpPr>
              <p:cNvPr id="601" name="Google Shape;601;p18"/>
              <p:cNvGrpSpPr/>
              <p:nvPr/>
            </p:nvGrpSpPr>
            <p:grpSpPr>
              <a:xfrm rot="-872865">
                <a:off x="758334" y="2920740"/>
                <a:ext cx="1104590" cy="2238658"/>
                <a:chOff x="1803775" y="5029925"/>
                <a:chExt cx="655775" cy="1329050"/>
              </a:xfrm>
            </p:grpSpPr>
            <p:sp>
              <p:nvSpPr>
                <p:cNvPr id="602" name="Google Shape;602;p18"/>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8"/>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8"/>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18"/>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18"/>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18"/>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18"/>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18"/>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18"/>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18"/>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8"/>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 name="Google Shape;613;p18"/>
              <p:cNvGrpSpPr/>
              <p:nvPr/>
            </p:nvGrpSpPr>
            <p:grpSpPr>
              <a:xfrm rot="2700000">
                <a:off x="2022629" y="4043249"/>
                <a:ext cx="736574" cy="1342446"/>
                <a:chOff x="-214625" y="3943775"/>
                <a:chExt cx="458725" cy="836125"/>
              </a:xfrm>
            </p:grpSpPr>
            <p:sp>
              <p:nvSpPr>
                <p:cNvPr id="614" name="Google Shape;614;p18"/>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18"/>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18"/>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18"/>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18"/>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18"/>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8"/>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8"/>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18"/>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18"/>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8"/>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18"/>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6" name="Google Shape;626;p18"/>
            <p:cNvGrpSpPr/>
            <p:nvPr/>
          </p:nvGrpSpPr>
          <p:grpSpPr>
            <a:xfrm flipH="1" rot="-6486648">
              <a:off x="6170795" y="3660617"/>
              <a:ext cx="1166731" cy="1651795"/>
              <a:chOff x="1793075" y="1583538"/>
              <a:chExt cx="552200" cy="781775"/>
            </a:xfrm>
          </p:grpSpPr>
          <p:sp>
            <p:nvSpPr>
              <p:cNvPr id="627" name="Google Shape;627;p18"/>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8"/>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18"/>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18"/>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18"/>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18"/>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8"/>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 name="Google Shape;634;p18"/>
            <p:cNvSpPr/>
            <p:nvPr/>
          </p:nvSpPr>
          <p:spPr>
            <a:xfrm flipH="1" rot="-3045368">
              <a:off x="7937276" y="1742621"/>
              <a:ext cx="233030" cy="47211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8"/>
            <p:cNvSpPr/>
            <p:nvPr/>
          </p:nvSpPr>
          <p:spPr>
            <a:xfrm rot="3045368">
              <a:off x="7831276" y="4303646"/>
              <a:ext cx="233030" cy="47211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3">
    <p:spTree>
      <p:nvGrpSpPr>
        <p:cNvPr id="636" name="Shape 636"/>
        <p:cNvGrpSpPr/>
        <p:nvPr/>
      </p:nvGrpSpPr>
      <p:grpSpPr>
        <a:xfrm>
          <a:off x="0" y="0"/>
          <a:ext cx="0" cy="0"/>
          <a:chOff x="0" y="0"/>
          <a:chExt cx="0" cy="0"/>
        </a:xfrm>
      </p:grpSpPr>
      <p:sp>
        <p:nvSpPr>
          <p:cNvPr id="637" name="Google Shape;637;p19"/>
          <p:cNvSpPr txBox="1"/>
          <p:nvPr>
            <p:ph idx="1" type="subTitle"/>
          </p:nvPr>
        </p:nvSpPr>
        <p:spPr>
          <a:xfrm>
            <a:off x="4423825" y="1451475"/>
            <a:ext cx="4006800" cy="1662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2400"/>
            </a:lvl1pPr>
            <a:lvl2pPr lvl="1" rtl="0">
              <a:lnSpc>
                <a:spcPct val="100000"/>
              </a:lnSpc>
              <a:spcBef>
                <a:spcPts val="0"/>
              </a:spcBef>
              <a:spcAft>
                <a:spcPts val="0"/>
              </a:spcAft>
              <a:buNone/>
              <a:defRPr b="1" sz="2400"/>
            </a:lvl2pPr>
            <a:lvl3pPr lvl="2" rtl="0">
              <a:lnSpc>
                <a:spcPct val="100000"/>
              </a:lnSpc>
              <a:spcBef>
                <a:spcPts val="0"/>
              </a:spcBef>
              <a:spcAft>
                <a:spcPts val="0"/>
              </a:spcAft>
              <a:buNone/>
              <a:defRPr b="1" sz="2400"/>
            </a:lvl3pPr>
            <a:lvl4pPr lvl="3" rtl="0">
              <a:lnSpc>
                <a:spcPct val="100000"/>
              </a:lnSpc>
              <a:spcBef>
                <a:spcPts val="0"/>
              </a:spcBef>
              <a:spcAft>
                <a:spcPts val="0"/>
              </a:spcAft>
              <a:buNone/>
              <a:defRPr b="1" sz="2400"/>
            </a:lvl4pPr>
            <a:lvl5pPr lvl="4" rtl="0">
              <a:lnSpc>
                <a:spcPct val="100000"/>
              </a:lnSpc>
              <a:spcBef>
                <a:spcPts val="0"/>
              </a:spcBef>
              <a:spcAft>
                <a:spcPts val="0"/>
              </a:spcAft>
              <a:buNone/>
              <a:defRPr b="1" sz="2400"/>
            </a:lvl5pPr>
            <a:lvl6pPr lvl="5" rtl="0">
              <a:lnSpc>
                <a:spcPct val="100000"/>
              </a:lnSpc>
              <a:spcBef>
                <a:spcPts val="0"/>
              </a:spcBef>
              <a:spcAft>
                <a:spcPts val="0"/>
              </a:spcAft>
              <a:buNone/>
              <a:defRPr b="1" sz="2400"/>
            </a:lvl6pPr>
            <a:lvl7pPr lvl="6" rtl="0">
              <a:lnSpc>
                <a:spcPct val="100000"/>
              </a:lnSpc>
              <a:spcBef>
                <a:spcPts val="0"/>
              </a:spcBef>
              <a:spcAft>
                <a:spcPts val="0"/>
              </a:spcAft>
              <a:buNone/>
              <a:defRPr b="1" sz="2400"/>
            </a:lvl7pPr>
            <a:lvl8pPr lvl="7" rtl="0">
              <a:lnSpc>
                <a:spcPct val="100000"/>
              </a:lnSpc>
              <a:spcBef>
                <a:spcPts val="0"/>
              </a:spcBef>
              <a:spcAft>
                <a:spcPts val="0"/>
              </a:spcAft>
              <a:buNone/>
              <a:defRPr b="1" sz="2400"/>
            </a:lvl8pPr>
            <a:lvl9pPr lvl="8" rtl="0">
              <a:lnSpc>
                <a:spcPct val="100000"/>
              </a:lnSpc>
              <a:spcBef>
                <a:spcPts val="0"/>
              </a:spcBef>
              <a:spcAft>
                <a:spcPts val="0"/>
              </a:spcAft>
              <a:buNone/>
              <a:defRPr b="1" sz="2400"/>
            </a:lvl9pPr>
          </a:lstStyle>
          <a:p/>
        </p:txBody>
      </p:sp>
      <p:sp>
        <p:nvSpPr>
          <p:cNvPr id="638" name="Google Shape;638;p19"/>
          <p:cNvSpPr txBox="1"/>
          <p:nvPr>
            <p:ph type="title"/>
          </p:nvPr>
        </p:nvSpPr>
        <p:spPr>
          <a:xfrm>
            <a:off x="4423975" y="3271450"/>
            <a:ext cx="40068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639" name="Google Shape;639;p19"/>
          <p:cNvSpPr/>
          <p:nvPr/>
        </p:nvSpPr>
        <p:spPr>
          <a:xfrm flipH="1" rot="10800000">
            <a:off x="-1" y="148"/>
            <a:ext cx="1871343" cy="1523852"/>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19"/>
          <p:cNvSpPr/>
          <p:nvPr/>
        </p:nvSpPr>
        <p:spPr>
          <a:xfrm rot="-5400000">
            <a:off x="6931820" y="2931355"/>
            <a:ext cx="1072926" cy="3351365"/>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3_1">
    <p:spTree>
      <p:nvGrpSpPr>
        <p:cNvPr id="641" name="Shape 641"/>
        <p:cNvGrpSpPr/>
        <p:nvPr/>
      </p:nvGrpSpPr>
      <p:grpSpPr>
        <a:xfrm>
          <a:off x="0" y="0"/>
          <a:ext cx="0" cy="0"/>
          <a:chOff x="0" y="0"/>
          <a:chExt cx="0" cy="0"/>
        </a:xfrm>
      </p:grpSpPr>
      <p:sp>
        <p:nvSpPr>
          <p:cNvPr id="642" name="Google Shape;642;p20"/>
          <p:cNvSpPr txBox="1"/>
          <p:nvPr>
            <p:ph idx="1" type="subTitle"/>
          </p:nvPr>
        </p:nvSpPr>
        <p:spPr>
          <a:xfrm>
            <a:off x="1986875" y="1694400"/>
            <a:ext cx="5170200" cy="1293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2400"/>
            </a:lvl1pPr>
            <a:lvl2pPr lvl="1" rtl="0" algn="ctr">
              <a:lnSpc>
                <a:spcPct val="100000"/>
              </a:lnSpc>
              <a:spcBef>
                <a:spcPts val="0"/>
              </a:spcBef>
              <a:spcAft>
                <a:spcPts val="0"/>
              </a:spcAft>
              <a:buNone/>
              <a:defRPr b="1" sz="2400"/>
            </a:lvl2pPr>
            <a:lvl3pPr lvl="2" rtl="0" algn="ctr">
              <a:lnSpc>
                <a:spcPct val="100000"/>
              </a:lnSpc>
              <a:spcBef>
                <a:spcPts val="0"/>
              </a:spcBef>
              <a:spcAft>
                <a:spcPts val="0"/>
              </a:spcAft>
              <a:buNone/>
              <a:defRPr b="1" sz="2400"/>
            </a:lvl3pPr>
            <a:lvl4pPr lvl="3" rtl="0" algn="ctr">
              <a:lnSpc>
                <a:spcPct val="100000"/>
              </a:lnSpc>
              <a:spcBef>
                <a:spcPts val="0"/>
              </a:spcBef>
              <a:spcAft>
                <a:spcPts val="0"/>
              </a:spcAft>
              <a:buNone/>
              <a:defRPr b="1" sz="2400"/>
            </a:lvl4pPr>
            <a:lvl5pPr lvl="4" rtl="0" algn="ctr">
              <a:lnSpc>
                <a:spcPct val="100000"/>
              </a:lnSpc>
              <a:spcBef>
                <a:spcPts val="0"/>
              </a:spcBef>
              <a:spcAft>
                <a:spcPts val="0"/>
              </a:spcAft>
              <a:buNone/>
              <a:defRPr b="1" sz="2400"/>
            </a:lvl5pPr>
            <a:lvl6pPr lvl="5" rtl="0" algn="ctr">
              <a:lnSpc>
                <a:spcPct val="100000"/>
              </a:lnSpc>
              <a:spcBef>
                <a:spcPts val="0"/>
              </a:spcBef>
              <a:spcAft>
                <a:spcPts val="0"/>
              </a:spcAft>
              <a:buNone/>
              <a:defRPr b="1" sz="2400"/>
            </a:lvl6pPr>
            <a:lvl7pPr lvl="6" rtl="0" algn="ctr">
              <a:lnSpc>
                <a:spcPct val="100000"/>
              </a:lnSpc>
              <a:spcBef>
                <a:spcPts val="0"/>
              </a:spcBef>
              <a:spcAft>
                <a:spcPts val="0"/>
              </a:spcAft>
              <a:buNone/>
              <a:defRPr b="1" sz="2400"/>
            </a:lvl7pPr>
            <a:lvl8pPr lvl="7" rtl="0" algn="ctr">
              <a:lnSpc>
                <a:spcPct val="100000"/>
              </a:lnSpc>
              <a:spcBef>
                <a:spcPts val="0"/>
              </a:spcBef>
              <a:spcAft>
                <a:spcPts val="0"/>
              </a:spcAft>
              <a:buNone/>
              <a:defRPr b="1" sz="2400"/>
            </a:lvl8pPr>
            <a:lvl9pPr lvl="8" rtl="0" algn="ctr">
              <a:lnSpc>
                <a:spcPct val="100000"/>
              </a:lnSpc>
              <a:spcBef>
                <a:spcPts val="0"/>
              </a:spcBef>
              <a:spcAft>
                <a:spcPts val="0"/>
              </a:spcAft>
              <a:buNone/>
              <a:defRPr b="1" sz="2400"/>
            </a:lvl9pPr>
          </a:lstStyle>
          <a:p/>
        </p:txBody>
      </p:sp>
      <p:sp>
        <p:nvSpPr>
          <p:cNvPr id="643" name="Google Shape;643;p20"/>
          <p:cNvSpPr txBox="1"/>
          <p:nvPr>
            <p:ph type="title"/>
          </p:nvPr>
        </p:nvSpPr>
        <p:spPr>
          <a:xfrm>
            <a:off x="1987069" y="2987400"/>
            <a:ext cx="5170200" cy="461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3">
    <p:spTree>
      <p:nvGrpSpPr>
        <p:cNvPr id="644" name="Shape 644"/>
        <p:cNvGrpSpPr/>
        <p:nvPr/>
      </p:nvGrpSpPr>
      <p:grpSpPr>
        <a:xfrm>
          <a:off x="0" y="0"/>
          <a:ext cx="0" cy="0"/>
          <a:chOff x="0" y="0"/>
          <a:chExt cx="0" cy="0"/>
        </a:xfrm>
      </p:grpSpPr>
      <p:sp>
        <p:nvSpPr>
          <p:cNvPr id="645" name="Google Shape;645;p21"/>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46" name="Google Shape;646;p21"/>
          <p:cNvSpPr/>
          <p:nvPr/>
        </p:nvSpPr>
        <p:spPr>
          <a:xfrm flipH="1" rot="10800000">
            <a:off x="0" y="172"/>
            <a:ext cx="1397475" cy="1137952"/>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1"/>
          <p:cNvSpPr/>
          <p:nvPr/>
        </p:nvSpPr>
        <p:spPr>
          <a:xfrm rot="-5400000">
            <a:off x="7861388" y="3860948"/>
            <a:ext cx="622059" cy="1943044"/>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 name="Google Shape;648;p21"/>
          <p:cNvGrpSpPr/>
          <p:nvPr/>
        </p:nvGrpSpPr>
        <p:grpSpPr>
          <a:xfrm flipH="1" rot="-3182222">
            <a:off x="-2223" y="3517727"/>
            <a:ext cx="284996" cy="541137"/>
            <a:chOff x="2263675" y="890788"/>
            <a:chExt cx="248900" cy="472600"/>
          </a:xfrm>
        </p:grpSpPr>
        <p:sp>
          <p:nvSpPr>
            <p:cNvPr id="649" name="Google Shape;649;p21"/>
            <p:cNvSpPr/>
            <p:nvPr/>
          </p:nvSpPr>
          <p:spPr>
            <a:xfrm>
              <a:off x="2263675" y="890788"/>
              <a:ext cx="248900" cy="472600"/>
            </a:xfrm>
            <a:custGeom>
              <a:rect b="b" l="l" r="r" t="t"/>
              <a:pathLst>
                <a:path extrusionOk="0" h="18904" w="9956">
                  <a:moveTo>
                    <a:pt x="4075" y="0"/>
                  </a:moveTo>
                  <a:cubicBezTo>
                    <a:pt x="3898" y="0"/>
                    <a:pt x="3718" y="22"/>
                    <a:pt x="3537" y="68"/>
                  </a:cubicBezTo>
                  <a:cubicBezTo>
                    <a:pt x="1" y="961"/>
                    <a:pt x="1215" y="9010"/>
                    <a:pt x="2882" y="13236"/>
                  </a:cubicBezTo>
                  <a:cubicBezTo>
                    <a:pt x="4537" y="17463"/>
                    <a:pt x="4132" y="18904"/>
                    <a:pt x="4132" y="18904"/>
                  </a:cubicBezTo>
                  <a:cubicBezTo>
                    <a:pt x="4132" y="18904"/>
                    <a:pt x="6811" y="17285"/>
                    <a:pt x="8430" y="12284"/>
                  </a:cubicBezTo>
                  <a:cubicBezTo>
                    <a:pt x="9955" y="7540"/>
                    <a:pt x="7355" y="0"/>
                    <a:pt x="407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1"/>
            <p:cNvSpPr/>
            <p:nvPr/>
          </p:nvSpPr>
          <p:spPr>
            <a:xfrm>
              <a:off x="2365475" y="990113"/>
              <a:ext cx="93200" cy="360175"/>
            </a:xfrm>
            <a:custGeom>
              <a:rect b="b" l="l" r="r" t="t"/>
              <a:pathLst>
                <a:path extrusionOk="0" h="14407" w="3728">
                  <a:moveTo>
                    <a:pt x="394" y="0"/>
                  </a:moveTo>
                  <a:lnTo>
                    <a:pt x="191" y="108"/>
                  </a:lnTo>
                  <a:cubicBezTo>
                    <a:pt x="215" y="179"/>
                    <a:pt x="3477" y="7001"/>
                    <a:pt x="1" y="14324"/>
                  </a:cubicBezTo>
                  <a:lnTo>
                    <a:pt x="203" y="14407"/>
                  </a:lnTo>
                  <a:cubicBezTo>
                    <a:pt x="3727" y="6989"/>
                    <a:pt x="429" y="84"/>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 name="Google Shape;651;p21"/>
          <p:cNvGrpSpPr/>
          <p:nvPr/>
        </p:nvGrpSpPr>
        <p:grpSpPr>
          <a:xfrm flipH="1" rot="6658481">
            <a:off x="8991677" y="3410990"/>
            <a:ext cx="285000" cy="374296"/>
            <a:chOff x="2136875" y="1156838"/>
            <a:chExt cx="166125" cy="218175"/>
          </a:xfrm>
        </p:grpSpPr>
        <p:sp>
          <p:nvSpPr>
            <p:cNvPr id="652" name="Google Shape;652;p21"/>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1"/>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 name="Google Shape;654;p21"/>
          <p:cNvGrpSpPr/>
          <p:nvPr/>
        </p:nvGrpSpPr>
        <p:grpSpPr>
          <a:xfrm flipH="1" rot="-2851925">
            <a:off x="8615734" y="3447521"/>
            <a:ext cx="862773" cy="1748571"/>
            <a:chOff x="1803775" y="5029925"/>
            <a:chExt cx="655775" cy="1329050"/>
          </a:xfrm>
        </p:grpSpPr>
        <p:sp>
          <p:nvSpPr>
            <p:cNvPr id="655" name="Google Shape;655;p21"/>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1"/>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1"/>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1"/>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1"/>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1"/>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1"/>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1"/>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1"/>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1"/>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1"/>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 name="Google Shape;666;p21"/>
          <p:cNvGrpSpPr/>
          <p:nvPr/>
        </p:nvGrpSpPr>
        <p:grpSpPr>
          <a:xfrm flipH="1" rot="-4288182">
            <a:off x="8727814" y="4678347"/>
            <a:ext cx="575344" cy="1048582"/>
            <a:chOff x="-214625" y="3943775"/>
            <a:chExt cx="458725" cy="836125"/>
          </a:xfrm>
        </p:grpSpPr>
        <p:sp>
          <p:nvSpPr>
            <p:cNvPr id="667" name="Google Shape;667;p21"/>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1"/>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1"/>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1"/>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1"/>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1"/>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1"/>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1"/>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1"/>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1"/>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1"/>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1"/>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 name="Google Shape;679;p21"/>
          <p:cNvGrpSpPr/>
          <p:nvPr/>
        </p:nvGrpSpPr>
        <p:grpSpPr>
          <a:xfrm flipH="1" rot="-6486702">
            <a:off x="7299762" y="4490409"/>
            <a:ext cx="779974" cy="1104246"/>
            <a:chOff x="1793075" y="1583538"/>
            <a:chExt cx="552200" cy="781775"/>
          </a:xfrm>
        </p:grpSpPr>
        <p:sp>
          <p:nvSpPr>
            <p:cNvPr id="680" name="Google Shape;680;p21"/>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1"/>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1"/>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1"/>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1"/>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1"/>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1"/>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 name="Google Shape;687;p21"/>
          <p:cNvSpPr/>
          <p:nvPr/>
        </p:nvSpPr>
        <p:spPr>
          <a:xfrm flipH="1" rot="-3045357">
            <a:off x="8628227" y="2914666"/>
            <a:ext cx="175018" cy="354623"/>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 name="Google Shape;688;p21"/>
          <p:cNvGrpSpPr/>
          <p:nvPr/>
        </p:nvGrpSpPr>
        <p:grpSpPr>
          <a:xfrm rot="3442321">
            <a:off x="-249712" y="-78959"/>
            <a:ext cx="779988" cy="1104265"/>
            <a:chOff x="1793075" y="1583538"/>
            <a:chExt cx="552200" cy="781775"/>
          </a:xfrm>
        </p:grpSpPr>
        <p:sp>
          <p:nvSpPr>
            <p:cNvPr id="689" name="Google Shape;689;p21"/>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1"/>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1"/>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1"/>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1"/>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1"/>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1"/>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 name="Google Shape;696;p21"/>
          <p:cNvGrpSpPr/>
          <p:nvPr/>
        </p:nvGrpSpPr>
        <p:grpSpPr>
          <a:xfrm flipH="1" rot="7617778">
            <a:off x="974915" y="-146998"/>
            <a:ext cx="284996" cy="541137"/>
            <a:chOff x="2263675" y="890788"/>
            <a:chExt cx="248900" cy="472600"/>
          </a:xfrm>
        </p:grpSpPr>
        <p:sp>
          <p:nvSpPr>
            <p:cNvPr id="697" name="Google Shape;697;p21"/>
            <p:cNvSpPr/>
            <p:nvPr/>
          </p:nvSpPr>
          <p:spPr>
            <a:xfrm>
              <a:off x="2263675" y="890788"/>
              <a:ext cx="248900" cy="472600"/>
            </a:xfrm>
            <a:custGeom>
              <a:rect b="b" l="l" r="r" t="t"/>
              <a:pathLst>
                <a:path extrusionOk="0" h="18904" w="9956">
                  <a:moveTo>
                    <a:pt x="4075" y="0"/>
                  </a:moveTo>
                  <a:cubicBezTo>
                    <a:pt x="3898" y="0"/>
                    <a:pt x="3718" y="22"/>
                    <a:pt x="3537" y="68"/>
                  </a:cubicBezTo>
                  <a:cubicBezTo>
                    <a:pt x="1" y="961"/>
                    <a:pt x="1215" y="9010"/>
                    <a:pt x="2882" y="13236"/>
                  </a:cubicBezTo>
                  <a:cubicBezTo>
                    <a:pt x="4537" y="17463"/>
                    <a:pt x="4132" y="18904"/>
                    <a:pt x="4132" y="18904"/>
                  </a:cubicBezTo>
                  <a:cubicBezTo>
                    <a:pt x="4132" y="18904"/>
                    <a:pt x="6811" y="17285"/>
                    <a:pt x="8430" y="12284"/>
                  </a:cubicBezTo>
                  <a:cubicBezTo>
                    <a:pt x="9955" y="7540"/>
                    <a:pt x="7355" y="0"/>
                    <a:pt x="4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1"/>
            <p:cNvSpPr/>
            <p:nvPr/>
          </p:nvSpPr>
          <p:spPr>
            <a:xfrm>
              <a:off x="2365475" y="990113"/>
              <a:ext cx="93200" cy="360175"/>
            </a:xfrm>
            <a:custGeom>
              <a:rect b="b" l="l" r="r" t="t"/>
              <a:pathLst>
                <a:path extrusionOk="0" h="14407" w="3728">
                  <a:moveTo>
                    <a:pt x="394" y="0"/>
                  </a:moveTo>
                  <a:lnTo>
                    <a:pt x="191" y="108"/>
                  </a:lnTo>
                  <a:cubicBezTo>
                    <a:pt x="215" y="179"/>
                    <a:pt x="3477" y="7001"/>
                    <a:pt x="1" y="14324"/>
                  </a:cubicBezTo>
                  <a:lnTo>
                    <a:pt x="203" y="14407"/>
                  </a:lnTo>
                  <a:cubicBezTo>
                    <a:pt x="3727" y="6989"/>
                    <a:pt x="429" y="84"/>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 name="Google Shape;699;p21"/>
          <p:cNvGrpSpPr/>
          <p:nvPr/>
        </p:nvGrpSpPr>
        <p:grpSpPr>
          <a:xfrm flipH="1" rot="-1978607">
            <a:off x="8835793" y="95365"/>
            <a:ext cx="423330" cy="1316135"/>
            <a:chOff x="-863525" y="1017825"/>
            <a:chExt cx="601300" cy="1869300"/>
          </a:xfrm>
        </p:grpSpPr>
        <p:sp>
          <p:nvSpPr>
            <p:cNvPr id="700" name="Google Shape;700;p21"/>
            <p:cNvSpPr/>
            <p:nvPr/>
          </p:nvSpPr>
          <p:spPr>
            <a:xfrm>
              <a:off x="-698900" y="1017825"/>
              <a:ext cx="270000" cy="175325"/>
            </a:xfrm>
            <a:custGeom>
              <a:rect b="b" l="l" r="r" t="t"/>
              <a:pathLst>
                <a:path extrusionOk="0" h="7013" w="10800">
                  <a:moveTo>
                    <a:pt x="667" y="0"/>
                  </a:moveTo>
                  <a:cubicBezTo>
                    <a:pt x="286" y="0"/>
                    <a:pt x="0" y="298"/>
                    <a:pt x="0" y="655"/>
                  </a:cubicBezTo>
                  <a:lnTo>
                    <a:pt x="0" y="6358"/>
                  </a:lnTo>
                  <a:cubicBezTo>
                    <a:pt x="0" y="6727"/>
                    <a:pt x="298" y="7013"/>
                    <a:pt x="667" y="7013"/>
                  </a:cubicBezTo>
                  <a:lnTo>
                    <a:pt x="10144" y="7013"/>
                  </a:lnTo>
                  <a:cubicBezTo>
                    <a:pt x="10501" y="7013"/>
                    <a:pt x="10799" y="6727"/>
                    <a:pt x="10799" y="6370"/>
                  </a:cubicBezTo>
                  <a:lnTo>
                    <a:pt x="10799" y="655"/>
                  </a:lnTo>
                  <a:cubicBezTo>
                    <a:pt x="10799" y="286"/>
                    <a:pt x="10501" y="0"/>
                    <a:pt x="101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1"/>
            <p:cNvSpPr/>
            <p:nvPr/>
          </p:nvSpPr>
          <p:spPr>
            <a:xfrm>
              <a:off x="-863525" y="1189275"/>
              <a:ext cx="601300" cy="1697850"/>
            </a:xfrm>
            <a:custGeom>
              <a:rect b="b" l="l" r="r" t="t"/>
              <a:pathLst>
                <a:path extrusionOk="0" h="67914" w="24052">
                  <a:moveTo>
                    <a:pt x="8002" y="0"/>
                  </a:moveTo>
                  <a:lnTo>
                    <a:pt x="8002" y="2000"/>
                  </a:lnTo>
                  <a:cubicBezTo>
                    <a:pt x="8002" y="2346"/>
                    <a:pt x="7895" y="2667"/>
                    <a:pt x="7704" y="2953"/>
                  </a:cubicBezTo>
                  <a:lnTo>
                    <a:pt x="799" y="12799"/>
                  </a:lnTo>
                  <a:cubicBezTo>
                    <a:pt x="275" y="13561"/>
                    <a:pt x="1" y="14454"/>
                    <a:pt x="1" y="15359"/>
                  </a:cubicBezTo>
                  <a:lnTo>
                    <a:pt x="1" y="24848"/>
                  </a:lnTo>
                  <a:lnTo>
                    <a:pt x="156" y="25146"/>
                  </a:lnTo>
                  <a:cubicBezTo>
                    <a:pt x="489" y="25753"/>
                    <a:pt x="656" y="26420"/>
                    <a:pt x="656" y="27111"/>
                  </a:cubicBezTo>
                  <a:lnTo>
                    <a:pt x="656" y="47827"/>
                  </a:lnTo>
                  <a:cubicBezTo>
                    <a:pt x="656" y="48280"/>
                    <a:pt x="561" y="48732"/>
                    <a:pt x="370" y="49161"/>
                  </a:cubicBezTo>
                  <a:lnTo>
                    <a:pt x="1" y="50006"/>
                  </a:lnTo>
                  <a:lnTo>
                    <a:pt x="1" y="63651"/>
                  </a:lnTo>
                  <a:lnTo>
                    <a:pt x="120" y="63651"/>
                  </a:lnTo>
                  <a:cubicBezTo>
                    <a:pt x="120" y="66008"/>
                    <a:pt x="2025" y="67913"/>
                    <a:pt x="4371" y="67913"/>
                  </a:cubicBezTo>
                  <a:cubicBezTo>
                    <a:pt x="5906" y="67913"/>
                    <a:pt x="7264" y="67092"/>
                    <a:pt x="8002" y="65877"/>
                  </a:cubicBezTo>
                  <a:cubicBezTo>
                    <a:pt x="8752" y="67092"/>
                    <a:pt x="10109" y="67913"/>
                    <a:pt x="11633" y="67913"/>
                  </a:cubicBezTo>
                  <a:cubicBezTo>
                    <a:pt x="13562" y="67913"/>
                    <a:pt x="15181" y="66651"/>
                    <a:pt x="15717" y="64901"/>
                  </a:cubicBezTo>
                  <a:cubicBezTo>
                    <a:pt x="16253" y="66651"/>
                    <a:pt x="17872" y="67913"/>
                    <a:pt x="19789" y="67913"/>
                  </a:cubicBezTo>
                  <a:cubicBezTo>
                    <a:pt x="22147" y="67913"/>
                    <a:pt x="24052" y="66008"/>
                    <a:pt x="24052" y="63651"/>
                  </a:cubicBezTo>
                  <a:lnTo>
                    <a:pt x="24052" y="50006"/>
                  </a:lnTo>
                  <a:lnTo>
                    <a:pt x="23683" y="49161"/>
                  </a:lnTo>
                  <a:cubicBezTo>
                    <a:pt x="23504" y="48744"/>
                    <a:pt x="23397" y="48280"/>
                    <a:pt x="23397" y="47827"/>
                  </a:cubicBezTo>
                  <a:lnTo>
                    <a:pt x="23397" y="27122"/>
                  </a:lnTo>
                  <a:cubicBezTo>
                    <a:pt x="23361" y="26432"/>
                    <a:pt x="23528" y="25753"/>
                    <a:pt x="23849" y="25158"/>
                  </a:cubicBezTo>
                  <a:lnTo>
                    <a:pt x="24016" y="24860"/>
                  </a:lnTo>
                  <a:lnTo>
                    <a:pt x="24016" y="15383"/>
                  </a:lnTo>
                  <a:cubicBezTo>
                    <a:pt x="24016" y="14454"/>
                    <a:pt x="23730" y="13561"/>
                    <a:pt x="23218" y="12823"/>
                  </a:cubicBezTo>
                  <a:lnTo>
                    <a:pt x="16313" y="2965"/>
                  </a:lnTo>
                  <a:cubicBezTo>
                    <a:pt x="16110" y="2679"/>
                    <a:pt x="16015" y="2357"/>
                    <a:pt x="16015" y="2012"/>
                  </a:cubicBezTo>
                  <a:lnTo>
                    <a:pt x="16015"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3_1">
    <p:spTree>
      <p:nvGrpSpPr>
        <p:cNvPr id="702" name="Shape 702"/>
        <p:cNvGrpSpPr/>
        <p:nvPr/>
      </p:nvGrpSpPr>
      <p:grpSpPr>
        <a:xfrm>
          <a:off x="0" y="0"/>
          <a:ext cx="0" cy="0"/>
          <a:chOff x="0" y="0"/>
          <a:chExt cx="0" cy="0"/>
        </a:xfrm>
      </p:grpSpPr>
      <p:sp>
        <p:nvSpPr>
          <p:cNvPr id="703" name="Google Shape;703;p22"/>
          <p:cNvSpPr/>
          <p:nvPr/>
        </p:nvSpPr>
        <p:spPr>
          <a:xfrm>
            <a:off x="0" y="3978325"/>
            <a:ext cx="1581193" cy="1165190"/>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2"/>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05" name="Google Shape;705;p22"/>
          <p:cNvSpPr/>
          <p:nvPr/>
        </p:nvSpPr>
        <p:spPr>
          <a:xfrm rot="10800000">
            <a:off x="6306883" y="100"/>
            <a:ext cx="2837116" cy="1382800"/>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 name="Google Shape;706;p22"/>
          <p:cNvGrpSpPr/>
          <p:nvPr/>
        </p:nvGrpSpPr>
        <p:grpSpPr>
          <a:xfrm rot="1161746">
            <a:off x="7520865" y="4505214"/>
            <a:ext cx="542132" cy="1574146"/>
            <a:chOff x="6512944" y="2975654"/>
            <a:chExt cx="1594853" cy="4630848"/>
          </a:xfrm>
        </p:grpSpPr>
        <p:grpSp>
          <p:nvGrpSpPr>
            <p:cNvPr id="707" name="Google Shape;707;p22"/>
            <p:cNvGrpSpPr/>
            <p:nvPr/>
          </p:nvGrpSpPr>
          <p:grpSpPr>
            <a:xfrm>
              <a:off x="6512944" y="2975654"/>
              <a:ext cx="1594853" cy="4630848"/>
              <a:chOff x="1460575" y="5630575"/>
              <a:chExt cx="645350" cy="1873775"/>
            </a:xfrm>
          </p:grpSpPr>
          <p:sp>
            <p:nvSpPr>
              <p:cNvPr id="708" name="Google Shape;708;p22"/>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2"/>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 name="Google Shape;710;p22"/>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 name="Google Shape;711;p22"/>
          <p:cNvGrpSpPr/>
          <p:nvPr/>
        </p:nvGrpSpPr>
        <p:grpSpPr>
          <a:xfrm rot="1865792">
            <a:off x="-287707" y="3793068"/>
            <a:ext cx="723092" cy="1465481"/>
            <a:chOff x="1803775" y="5029925"/>
            <a:chExt cx="655775" cy="1329050"/>
          </a:xfrm>
        </p:grpSpPr>
        <p:sp>
          <p:nvSpPr>
            <p:cNvPr id="712" name="Google Shape;712;p22"/>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2"/>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2"/>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2"/>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2"/>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2"/>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2"/>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2"/>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2"/>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2"/>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2"/>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 name="Google Shape;723;p22"/>
          <p:cNvGrpSpPr/>
          <p:nvPr/>
        </p:nvGrpSpPr>
        <p:grpSpPr>
          <a:xfrm rot="3492532">
            <a:off x="5956335" y="-394653"/>
            <a:ext cx="494143" cy="900682"/>
            <a:chOff x="-214625" y="3943775"/>
            <a:chExt cx="458725" cy="836125"/>
          </a:xfrm>
        </p:grpSpPr>
        <p:sp>
          <p:nvSpPr>
            <p:cNvPr id="724" name="Google Shape;724;p22"/>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2"/>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2"/>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2"/>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2"/>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2"/>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2"/>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2"/>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2"/>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2"/>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2"/>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2"/>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 name="Google Shape;736;p22"/>
          <p:cNvSpPr/>
          <p:nvPr/>
        </p:nvSpPr>
        <p:spPr>
          <a:xfrm rot="2131633">
            <a:off x="7884376" y="330587"/>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2"/>
          <p:cNvSpPr/>
          <p:nvPr/>
        </p:nvSpPr>
        <p:spPr>
          <a:xfrm rot="-2281775">
            <a:off x="689767" y="4755524"/>
            <a:ext cx="148956" cy="301766"/>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 name="Google Shape;738;p22"/>
          <p:cNvGrpSpPr/>
          <p:nvPr/>
        </p:nvGrpSpPr>
        <p:grpSpPr>
          <a:xfrm flipH="1" rot="-7738681">
            <a:off x="8760947" y="1766159"/>
            <a:ext cx="344309" cy="484912"/>
            <a:chOff x="1554950" y="3841075"/>
            <a:chExt cx="389950" cy="549200"/>
          </a:xfrm>
        </p:grpSpPr>
        <p:sp>
          <p:nvSpPr>
            <p:cNvPr id="739" name="Google Shape;739;p22"/>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2"/>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2"/>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2"/>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2"/>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2"/>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2"/>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2"/>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 name="Google Shape;747;p22"/>
          <p:cNvGrpSpPr/>
          <p:nvPr/>
        </p:nvGrpSpPr>
        <p:grpSpPr>
          <a:xfrm rot="-1324980">
            <a:off x="8698081" y="-353291"/>
            <a:ext cx="470036" cy="1364806"/>
            <a:chOff x="6512944" y="2975654"/>
            <a:chExt cx="1594853" cy="4630848"/>
          </a:xfrm>
        </p:grpSpPr>
        <p:grpSp>
          <p:nvGrpSpPr>
            <p:cNvPr id="748" name="Google Shape;748;p22"/>
            <p:cNvGrpSpPr/>
            <p:nvPr/>
          </p:nvGrpSpPr>
          <p:grpSpPr>
            <a:xfrm>
              <a:off x="6512944" y="2975654"/>
              <a:ext cx="1594853" cy="4630848"/>
              <a:chOff x="1460575" y="5630575"/>
              <a:chExt cx="645350" cy="1873775"/>
            </a:xfrm>
          </p:grpSpPr>
          <p:sp>
            <p:nvSpPr>
              <p:cNvPr id="749" name="Google Shape;749;p22"/>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2"/>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 name="Google Shape;751;p22"/>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 name="Google Shape;752;p22"/>
          <p:cNvGrpSpPr/>
          <p:nvPr/>
        </p:nvGrpSpPr>
        <p:grpSpPr>
          <a:xfrm flipH="1" rot="2422028">
            <a:off x="-102502" y="1625140"/>
            <a:ext cx="352694" cy="1099052"/>
            <a:chOff x="4118750" y="2154275"/>
            <a:chExt cx="601300" cy="1873750"/>
          </a:xfrm>
        </p:grpSpPr>
        <p:sp>
          <p:nvSpPr>
            <p:cNvPr id="753" name="Google Shape;753;p22"/>
            <p:cNvSpPr/>
            <p:nvPr/>
          </p:nvSpPr>
          <p:spPr>
            <a:xfrm>
              <a:off x="4283650" y="2154275"/>
              <a:ext cx="269700" cy="175625"/>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2"/>
            <p:cNvSpPr/>
            <p:nvPr/>
          </p:nvSpPr>
          <p:spPr>
            <a:xfrm>
              <a:off x="4118750" y="2330175"/>
              <a:ext cx="601300" cy="1697850"/>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_1">
    <p:spTree>
      <p:nvGrpSpPr>
        <p:cNvPr id="755" name="Shape 755"/>
        <p:cNvGrpSpPr/>
        <p:nvPr/>
      </p:nvGrpSpPr>
      <p:grpSpPr>
        <a:xfrm>
          <a:off x="0" y="0"/>
          <a:ext cx="0" cy="0"/>
          <a:chOff x="0" y="0"/>
          <a:chExt cx="0" cy="0"/>
        </a:xfrm>
      </p:grpSpPr>
      <p:sp>
        <p:nvSpPr>
          <p:cNvPr id="756" name="Google Shape;756;p23"/>
          <p:cNvSpPr txBox="1"/>
          <p:nvPr>
            <p:ph type="title"/>
          </p:nvPr>
        </p:nvSpPr>
        <p:spPr>
          <a:xfrm>
            <a:off x="713275" y="950675"/>
            <a:ext cx="3672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57" name="Google Shape;757;p23"/>
          <p:cNvSpPr txBox="1"/>
          <p:nvPr>
            <p:ph idx="1" type="body"/>
          </p:nvPr>
        </p:nvSpPr>
        <p:spPr>
          <a:xfrm>
            <a:off x="713275" y="1658125"/>
            <a:ext cx="3672900" cy="2534700"/>
          </a:xfrm>
          <a:prstGeom prst="rect">
            <a:avLst/>
          </a:prstGeom>
        </p:spPr>
        <p:txBody>
          <a:bodyPr anchorCtr="0" anchor="t" bIns="91425" lIns="91425" spcFirstLastPara="1" rIns="91425" wrap="square" tIns="91425">
            <a:noAutofit/>
          </a:bodyPr>
          <a:lstStyle>
            <a:lvl1pPr indent="-292100" lvl="0" marL="457200" rtl="0">
              <a:lnSpc>
                <a:spcPct val="100000"/>
              </a:lnSpc>
              <a:spcBef>
                <a:spcPts val="0"/>
              </a:spcBef>
              <a:spcAft>
                <a:spcPts val="0"/>
              </a:spcAft>
              <a:buClr>
                <a:srgbClr val="595959"/>
              </a:buClr>
              <a:buSzPts val="1000"/>
              <a:buFont typeface="Anaheim"/>
              <a:buChar char="●"/>
              <a:defRPr sz="1400"/>
            </a:lvl1pPr>
            <a:lvl2pPr indent="-330200" lvl="1" marL="914400" rtl="0">
              <a:spcBef>
                <a:spcPts val="0"/>
              </a:spcBef>
              <a:spcAft>
                <a:spcPts val="0"/>
              </a:spcAft>
              <a:buClr>
                <a:srgbClr val="595959"/>
              </a:buClr>
              <a:buSzPts val="1600"/>
              <a:buFont typeface="Anaheim"/>
              <a:buChar char="○"/>
              <a:defRPr/>
            </a:lvl2pPr>
            <a:lvl3pPr indent="-330200" lvl="2" marL="1371600" rtl="0">
              <a:spcBef>
                <a:spcPts val="0"/>
              </a:spcBef>
              <a:spcAft>
                <a:spcPts val="0"/>
              </a:spcAft>
              <a:buClr>
                <a:srgbClr val="595959"/>
              </a:buClr>
              <a:buSzPts val="1600"/>
              <a:buFont typeface="Anaheim"/>
              <a:buChar char="■"/>
              <a:defRPr/>
            </a:lvl3pPr>
            <a:lvl4pPr indent="-330200" lvl="3" marL="1828800" rtl="0">
              <a:spcBef>
                <a:spcPts val="0"/>
              </a:spcBef>
              <a:spcAft>
                <a:spcPts val="0"/>
              </a:spcAft>
              <a:buClr>
                <a:srgbClr val="595959"/>
              </a:buClr>
              <a:buSzPts val="1600"/>
              <a:buFont typeface="Anaheim"/>
              <a:buChar char="●"/>
              <a:defRPr/>
            </a:lvl4pPr>
            <a:lvl5pPr indent="-330200" lvl="4" marL="2286000" rtl="0">
              <a:spcBef>
                <a:spcPts val="0"/>
              </a:spcBef>
              <a:spcAft>
                <a:spcPts val="0"/>
              </a:spcAft>
              <a:buClr>
                <a:srgbClr val="595959"/>
              </a:buClr>
              <a:buSzPts val="1600"/>
              <a:buFont typeface="Anaheim"/>
              <a:buChar char="○"/>
              <a:defRPr/>
            </a:lvl5pPr>
            <a:lvl6pPr indent="-330200" lvl="5" marL="2743200" rtl="0">
              <a:spcBef>
                <a:spcPts val="0"/>
              </a:spcBef>
              <a:spcAft>
                <a:spcPts val="0"/>
              </a:spcAft>
              <a:buClr>
                <a:srgbClr val="595959"/>
              </a:buClr>
              <a:buSzPts val="1600"/>
              <a:buFont typeface="Anaheim"/>
              <a:buChar char="■"/>
              <a:defRPr/>
            </a:lvl6pPr>
            <a:lvl7pPr indent="-330200" lvl="6" marL="3200400" rtl="0">
              <a:spcBef>
                <a:spcPts val="0"/>
              </a:spcBef>
              <a:spcAft>
                <a:spcPts val="0"/>
              </a:spcAft>
              <a:buClr>
                <a:srgbClr val="595959"/>
              </a:buClr>
              <a:buSzPts val="1600"/>
              <a:buFont typeface="Anaheim"/>
              <a:buChar char="●"/>
              <a:defRPr/>
            </a:lvl7pPr>
            <a:lvl8pPr indent="-330200" lvl="7" marL="3657600" rtl="0">
              <a:spcBef>
                <a:spcPts val="0"/>
              </a:spcBef>
              <a:spcAft>
                <a:spcPts val="0"/>
              </a:spcAft>
              <a:buClr>
                <a:srgbClr val="595959"/>
              </a:buClr>
              <a:buSzPts val="1600"/>
              <a:buFont typeface="Anaheim"/>
              <a:buChar char="○"/>
              <a:defRPr/>
            </a:lvl8pPr>
            <a:lvl9pPr indent="-330200" lvl="8" marL="4114800" rtl="0">
              <a:spcBef>
                <a:spcPts val="0"/>
              </a:spcBef>
              <a:spcAft>
                <a:spcPts val="0"/>
              </a:spcAft>
              <a:buClr>
                <a:srgbClr val="595959"/>
              </a:buClr>
              <a:buSzPts val="1600"/>
              <a:buFont typeface="Anaheim"/>
              <a:buChar char="■"/>
              <a:defRPr/>
            </a:lvl9pPr>
          </a:lstStyle>
          <a:p/>
        </p:txBody>
      </p:sp>
      <p:sp>
        <p:nvSpPr>
          <p:cNvPr id="758" name="Google Shape;758;p23"/>
          <p:cNvSpPr/>
          <p:nvPr/>
        </p:nvSpPr>
        <p:spPr>
          <a:xfrm flipH="1">
            <a:off x="4607222" y="0"/>
            <a:ext cx="4536778" cy="5143452"/>
          </a:xfrm>
          <a:custGeom>
            <a:rect b="b" l="l" r="r" t="t"/>
            <a:pathLst>
              <a:path extrusionOk="0" h="53365" w="53555">
                <a:moveTo>
                  <a:pt x="0" y="1"/>
                </a:moveTo>
                <a:lnTo>
                  <a:pt x="0" y="53364"/>
                </a:lnTo>
                <a:lnTo>
                  <a:pt x="40874" y="53364"/>
                </a:lnTo>
                <a:cubicBezTo>
                  <a:pt x="43208" y="50650"/>
                  <a:pt x="45268" y="47590"/>
                  <a:pt x="46947" y="44256"/>
                </a:cubicBezTo>
                <a:cubicBezTo>
                  <a:pt x="51269" y="35636"/>
                  <a:pt x="53555" y="25206"/>
                  <a:pt x="50138" y="15693"/>
                </a:cubicBezTo>
                <a:cubicBezTo>
                  <a:pt x="48018" y="9811"/>
                  <a:pt x="44946" y="4442"/>
                  <a:pt x="411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_1_1">
    <p:spTree>
      <p:nvGrpSpPr>
        <p:cNvPr id="759" name="Shape 759"/>
        <p:cNvGrpSpPr/>
        <p:nvPr/>
      </p:nvGrpSpPr>
      <p:grpSpPr>
        <a:xfrm>
          <a:off x="0" y="0"/>
          <a:ext cx="0" cy="0"/>
          <a:chOff x="0" y="0"/>
          <a:chExt cx="0" cy="0"/>
        </a:xfrm>
      </p:grpSpPr>
      <p:sp>
        <p:nvSpPr>
          <p:cNvPr id="760" name="Google Shape;760;p24"/>
          <p:cNvSpPr/>
          <p:nvPr/>
        </p:nvSpPr>
        <p:spPr>
          <a:xfrm>
            <a:off x="0" y="0"/>
            <a:ext cx="4684858" cy="5143452"/>
          </a:xfrm>
          <a:custGeom>
            <a:rect b="b" l="l" r="r" t="t"/>
            <a:pathLst>
              <a:path extrusionOk="0" h="53365" w="53555">
                <a:moveTo>
                  <a:pt x="0" y="1"/>
                </a:moveTo>
                <a:lnTo>
                  <a:pt x="0" y="53364"/>
                </a:lnTo>
                <a:lnTo>
                  <a:pt x="40874" y="53364"/>
                </a:lnTo>
                <a:cubicBezTo>
                  <a:pt x="43208" y="50650"/>
                  <a:pt x="45268" y="47590"/>
                  <a:pt x="46947" y="44256"/>
                </a:cubicBezTo>
                <a:cubicBezTo>
                  <a:pt x="51269" y="35636"/>
                  <a:pt x="53555" y="25206"/>
                  <a:pt x="50138" y="15693"/>
                </a:cubicBezTo>
                <a:cubicBezTo>
                  <a:pt x="48018" y="9811"/>
                  <a:pt x="44946" y="4442"/>
                  <a:pt x="411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4"/>
          <p:cNvSpPr txBox="1"/>
          <p:nvPr>
            <p:ph type="title"/>
          </p:nvPr>
        </p:nvSpPr>
        <p:spPr>
          <a:xfrm>
            <a:off x="1060850" y="739988"/>
            <a:ext cx="2304000" cy="2031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62" name="Google Shape;762;p24"/>
          <p:cNvSpPr txBox="1"/>
          <p:nvPr>
            <p:ph idx="1" type="subTitle"/>
          </p:nvPr>
        </p:nvSpPr>
        <p:spPr>
          <a:xfrm>
            <a:off x="1061649" y="2741163"/>
            <a:ext cx="2304000" cy="1662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grpSp>
        <p:nvGrpSpPr>
          <p:cNvPr id="763" name="Google Shape;763;p24"/>
          <p:cNvGrpSpPr/>
          <p:nvPr/>
        </p:nvGrpSpPr>
        <p:grpSpPr>
          <a:xfrm rot="3585892">
            <a:off x="257344" y="-917927"/>
            <a:ext cx="1104614" cy="2238706"/>
            <a:chOff x="1803775" y="5029925"/>
            <a:chExt cx="655775" cy="1329050"/>
          </a:xfrm>
        </p:grpSpPr>
        <p:sp>
          <p:nvSpPr>
            <p:cNvPr id="764" name="Google Shape;764;p24"/>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4"/>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4"/>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4"/>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4"/>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4"/>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4"/>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4"/>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4"/>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4"/>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4"/>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 name="Google Shape;775;p24"/>
          <p:cNvGrpSpPr/>
          <p:nvPr/>
        </p:nvGrpSpPr>
        <p:grpSpPr>
          <a:xfrm rot="7158751">
            <a:off x="16898" y="792003"/>
            <a:ext cx="560226" cy="1021019"/>
            <a:chOff x="-214625" y="3943775"/>
            <a:chExt cx="458725" cy="836125"/>
          </a:xfrm>
        </p:grpSpPr>
        <p:sp>
          <p:nvSpPr>
            <p:cNvPr id="776" name="Google Shape;776;p24"/>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4"/>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4"/>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4"/>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4"/>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4"/>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4"/>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4"/>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4"/>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4"/>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4"/>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4"/>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 name="Google Shape;788;p24"/>
          <p:cNvSpPr/>
          <p:nvPr/>
        </p:nvSpPr>
        <p:spPr>
          <a:xfrm rot="2131633">
            <a:off x="222526" y="1811837"/>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4"/>
          <p:cNvSpPr/>
          <p:nvPr/>
        </p:nvSpPr>
        <p:spPr>
          <a:xfrm flipH="1" rot="7630736">
            <a:off x="3439509" y="388491"/>
            <a:ext cx="148951" cy="301771"/>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2_1_1_1">
    <p:spTree>
      <p:nvGrpSpPr>
        <p:cNvPr id="790" name="Shape 790"/>
        <p:cNvGrpSpPr/>
        <p:nvPr/>
      </p:nvGrpSpPr>
      <p:grpSpPr>
        <a:xfrm>
          <a:off x="0" y="0"/>
          <a:ext cx="0" cy="0"/>
          <a:chOff x="0" y="0"/>
          <a:chExt cx="0" cy="0"/>
        </a:xfrm>
      </p:grpSpPr>
      <p:sp>
        <p:nvSpPr>
          <p:cNvPr id="791" name="Google Shape;791;p25"/>
          <p:cNvSpPr txBox="1"/>
          <p:nvPr>
            <p:ph type="title"/>
          </p:nvPr>
        </p:nvSpPr>
        <p:spPr>
          <a:xfrm>
            <a:off x="5389425" y="2371525"/>
            <a:ext cx="3040200" cy="646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92" name="Google Shape;792;p25"/>
          <p:cNvSpPr txBox="1"/>
          <p:nvPr>
            <p:ph idx="1" type="subTitle"/>
          </p:nvPr>
        </p:nvSpPr>
        <p:spPr>
          <a:xfrm>
            <a:off x="5390525" y="3018025"/>
            <a:ext cx="3040200" cy="141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793" name="Google Shape;793;p25"/>
          <p:cNvSpPr/>
          <p:nvPr/>
        </p:nvSpPr>
        <p:spPr>
          <a:xfrm flipH="1" rot="5400000">
            <a:off x="909545" y="919752"/>
            <a:ext cx="3311332" cy="5130377"/>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 name="Google Shape;794;p25"/>
          <p:cNvGrpSpPr/>
          <p:nvPr/>
        </p:nvGrpSpPr>
        <p:grpSpPr>
          <a:xfrm rot="3585892">
            <a:off x="86667" y="2907764"/>
            <a:ext cx="1104614" cy="2238706"/>
            <a:chOff x="1803775" y="5029925"/>
            <a:chExt cx="655775" cy="1329050"/>
          </a:xfrm>
        </p:grpSpPr>
        <p:sp>
          <p:nvSpPr>
            <p:cNvPr id="795" name="Google Shape;795;p25"/>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5"/>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5"/>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5"/>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5"/>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5"/>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5"/>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5"/>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5"/>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5"/>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5"/>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 name="Google Shape;806;p25"/>
          <p:cNvGrpSpPr/>
          <p:nvPr/>
        </p:nvGrpSpPr>
        <p:grpSpPr>
          <a:xfrm flipH="1" rot="2700318">
            <a:off x="759587" y="4383540"/>
            <a:ext cx="700958" cy="1277647"/>
            <a:chOff x="-214625" y="3943775"/>
            <a:chExt cx="458725" cy="836125"/>
          </a:xfrm>
        </p:grpSpPr>
        <p:sp>
          <p:nvSpPr>
            <p:cNvPr id="807" name="Google Shape;807;p25"/>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5"/>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5"/>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5"/>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5"/>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5"/>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5"/>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5"/>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5"/>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5"/>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5"/>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5"/>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 name="Google Shape;819;p25"/>
          <p:cNvSpPr/>
          <p:nvPr/>
        </p:nvSpPr>
        <p:spPr>
          <a:xfrm rot="10800000">
            <a:off x="7013206" y="60"/>
            <a:ext cx="2130794" cy="1735139"/>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5"/>
          <p:cNvSpPr/>
          <p:nvPr/>
        </p:nvSpPr>
        <p:spPr>
          <a:xfrm rot="4253446">
            <a:off x="-64824" y="2564578"/>
            <a:ext cx="232127" cy="47027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2_1_1_1_1">
    <p:spTree>
      <p:nvGrpSpPr>
        <p:cNvPr id="821" name="Shape 821"/>
        <p:cNvGrpSpPr/>
        <p:nvPr/>
      </p:nvGrpSpPr>
      <p:grpSpPr>
        <a:xfrm>
          <a:off x="0" y="0"/>
          <a:ext cx="0" cy="0"/>
          <a:chOff x="0" y="0"/>
          <a:chExt cx="0" cy="0"/>
        </a:xfrm>
      </p:grpSpPr>
      <p:sp>
        <p:nvSpPr>
          <p:cNvPr id="822" name="Google Shape;822;p26"/>
          <p:cNvSpPr txBox="1"/>
          <p:nvPr>
            <p:ph type="title"/>
          </p:nvPr>
        </p:nvSpPr>
        <p:spPr>
          <a:xfrm>
            <a:off x="713275" y="2875950"/>
            <a:ext cx="3040200" cy="11082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23" name="Google Shape;823;p26"/>
          <p:cNvSpPr txBox="1"/>
          <p:nvPr>
            <p:ph idx="1" type="subTitle"/>
          </p:nvPr>
        </p:nvSpPr>
        <p:spPr>
          <a:xfrm>
            <a:off x="714375" y="3927000"/>
            <a:ext cx="30402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_1_1_1_1_1">
    <p:spTree>
      <p:nvGrpSpPr>
        <p:cNvPr id="824" name="Shape 824"/>
        <p:cNvGrpSpPr/>
        <p:nvPr/>
      </p:nvGrpSpPr>
      <p:grpSpPr>
        <a:xfrm>
          <a:off x="0" y="0"/>
          <a:ext cx="0" cy="0"/>
          <a:chOff x="0" y="0"/>
          <a:chExt cx="0" cy="0"/>
        </a:xfrm>
      </p:grpSpPr>
      <p:sp>
        <p:nvSpPr>
          <p:cNvPr id="825" name="Google Shape;825;p27"/>
          <p:cNvSpPr txBox="1"/>
          <p:nvPr>
            <p:ph idx="1" type="subTitle"/>
          </p:nvPr>
        </p:nvSpPr>
        <p:spPr>
          <a:xfrm>
            <a:off x="2362200" y="1763075"/>
            <a:ext cx="4419600" cy="67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26" name="Google Shape;826;p27"/>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27" name="Google Shape;827;p27"/>
          <p:cNvSpPr/>
          <p:nvPr/>
        </p:nvSpPr>
        <p:spPr>
          <a:xfrm rot="10800000">
            <a:off x="6306883" y="100"/>
            <a:ext cx="2837116" cy="1382800"/>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 name="Google Shape;828;p27"/>
          <p:cNvGrpSpPr/>
          <p:nvPr/>
        </p:nvGrpSpPr>
        <p:grpSpPr>
          <a:xfrm rot="1161746">
            <a:off x="8320965" y="4067064"/>
            <a:ext cx="542132" cy="1574146"/>
            <a:chOff x="6512944" y="2975654"/>
            <a:chExt cx="1594853" cy="4630848"/>
          </a:xfrm>
        </p:grpSpPr>
        <p:grpSp>
          <p:nvGrpSpPr>
            <p:cNvPr id="829" name="Google Shape;829;p27"/>
            <p:cNvGrpSpPr/>
            <p:nvPr/>
          </p:nvGrpSpPr>
          <p:grpSpPr>
            <a:xfrm>
              <a:off x="6512944" y="2975654"/>
              <a:ext cx="1594853" cy="4630848"/>
              <a:chOff x="1460575" y="5630575"/>
              <a:chExt cx="645350" cy="1873775"/>
            </a:xfrm>
          </p:grpSpPr>
          <p:sp>
            <p:nvSpPr>
              <p:cNvPr id="830" name="Google Shape;830;p27"/>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7"/>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 name="Google Shape;832;p27"/>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 name="Google Shape;833;p27"/>
          <p:cNvGrpSpPr/>
          <p:nvPr/>
        </p:nvGrpSpPr>
        <p:grpSpPr>
          <a:xfrm rot="-1866940">
            <a:off x="-180040" y="4132"/>
            <a:ext cx="400620" cy="1248399"/>
            <a:chOff x="4118750" y="2154275"/>
            <a:chExt cx="601300" cy="1873750"/>
          </a:xfrm>
        </p:grpSpPr>
        <p:sp>
          <p:nvSpPr>
            <p:cNvPr id="834" name="Google Shape;834;p27"/>
            <p:cNvSpPr/>
            <p:nvPr/>
          </p:nvSpPr>
          <p:spPr>
            <a:xfrm>
              <a:off x="4283650" y="2154275"/>
              <a:ext cx="269700" cy="175625"/>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7"/>
            <p:cNvSpPr/>
            <p:nvPr/>
          </p:nvSpPr>
          <p:spPr>
            <a:xfrm>
              <a:off x="4118750" y="2330175"/>
              <a:ext cx="601300" cy="1697850"/>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 name="Google Shape;836;p27"/>
          <p:cNvGrpSpPr/>
          <p:nvPr/>
        </p:nvGrpSpPr>
        <p:grpSpPr>
          <a:xfrm rot="1865792">
            <a:off x="-287707" y="3793068"/>
            <a:ext cx="723092" cy="1465481"/>
            <a:chOff x="1803775" y="5029925"/>
            <a:chExt cx="655775" cy="1329050"/>
          </a:xfrm>
        </p:grpSpPr>
        <p:sp>
          <p:nvSpPr>
            <p:cNvPr id="837" name="Google Shape;837;p27"/>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7"/>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7"/>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7"/>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7"/>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7"/>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7"/>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7"/>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7"/>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7"/>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7"/>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 name="Google Shape;848;p27"/>
          <p:cNvGrpSpPr/>
          <p:nvPr/>
        </p:nvGrpSpPr>
        <p:grpSpPr>
          <a:xfrm rot="3492532">
            <a:off x="5956335" y="-394653"/>
            <a:ext cx="494143" cy="900682"/>
            <a:chOff x="-214625" y="3943775"/>
            <a:chExt cx="458725" cy="836125"/>
          </a:xfrm>
        </p:grpSpPr>
        <p:sp>
          <p:nvSpPr>
            <p:cNvPr id="849" name="Google Shape;849;p27"/>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7"/>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7"/>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7"/>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7"/>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7"/>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7"/>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7"/>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7"/>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7"/>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7"/>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7"/>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 name="Google Shape;861;p27"/>
          <p:cNvSpPr/>
          <p:nvPr/>
        </p:nvSpPr>
        <p:spPr>
          <a:xfrm rot="2131633">
            <a:off x="7884376" y="330587"/>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7"/>
          <p:cNvSpPr/>
          <p:nvPr/>
        </p:nvSpPr>
        <p:spPr>
          <a:xfrm rot="-2281775">
            <a:off x="689767" y="4755524"/>
            <a:ext cx="148956" cy="301766"/>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 name="Google Shape;863;p27"/>
          <p:cNvGrpSpPr/>
          <p:nvPr/>
        </p:nvGrpSpPr>
        <p:grpSpPr>
          <a:xfrm flipH="1" rot="-7738681">
            <a:off x="8760947" y="1766159"/>
            <a:ext cx="344309" cy="484912"/>
            <a:chOff x="1554950" y="3841075"/>
            <a:chExt cx="389950" cy="549200"/>
          </a:xfrm>
        </p:grpSpPr>
        <p:sp>
          <p:nvSpPr>
            <p:cNvPr id="864" name="Google Shape;864;p27"/>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7"/>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7"/>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7"/>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7"/>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7"/>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7"/>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7"/>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 name="Google Shape;872;p27"/>
          <p:cNvGrpSpPr/>
          <p:nvPr/>
        </p:nvGrpSpPr>
        <p:grpSpPr>
          <a:xfrm rot="-1324980">
            <a:off x="8698081" y="-353291"/>
            <a:ext cx="470036" cy="1364806"/>
            <a:chOff x="6512944" y="2975654"/>
            <a:chExt cx="1594853" cy="4630848"/>
          </a:xfrm>
        </p:grpSpPr>
        <p:grpSp>
          <p:nvGrpSpPr>
            <p:cNvPr id="873" name="Google Shape;873;p27"/>
            <p:cNvGrpSpPr/>
            <p:nvPr/>
          </p:nvGrpSpPr>
          <p:grpSpPr>
            <a:xfrm>
              <a:off x="6512944" y="2975654"/>
              <a:ext cx="1594853" cy="4630848"/>
              <a:chOff x="1460575" y="5630575"/>
              <a:chExt cx="645350" cy="1873775"/>
            </a:xfrm>
          </p:grpSpPr>
          <p:sp>
            <p:nvSpPr>
              <p:cNvPr id="874" name="Google Shape;874;p27"/>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7"/>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 name="Google Shape;876;p27"/>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 name="Google Shape;877;p27"/>
          <p:cNvGrpSpPr/>
          <p:nvPr/>
        </p:nvGrpSpPr>
        <p:grpSpPr>
          <a:xfrm rot="7738681">
            <a:off x="369422" y="385871"/>
            <a:ext cx="344309" cy="484912"/>
            <a:chOff x="1554950" y="3841075"/>
            <a:chExt cx="389950" cy="549200"/>
          </a:xfrm>
        </p:grpSpPr>
        <p:sp>
          <p:nvSpPr>
            <p:cNvPr id="878" name="Google Shape;878;p27"/>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7"/>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7"/>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7"/>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7"/>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7"/>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7"/>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7"/>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 name="Google Shape;886;p27"/>
          <p:cNvGrpSpPr/>
          <p:nvPr/>
        </p:nvGrpSpPr>
        <p:grpSpPr>
          <a:xfrm flipH="1" rot="2422028">
            <a:off x="-102502" y="2720515"/>
            <a:ext cx="352694" cy="1099052"/>
            <a:chOff x="4118750" y="2154275"/>
            <a:chExt cx="601300" cy="1873750"/>
          </a:xfrm>
        </p:grpSpPr>
        <p:sp>
          <p:nvSpPr>
            <p:cNvPr id="887" name="Google Shape;887;p27"/>
            <p:cNvSpPr/>
            <p:nvPr/>
          </p:nvSpPr>
          <p:spPr>
            <a:xfrm>
              <a:off x="4283650" y="2154275"/>
              <a:ext cx="269700" cy="175625"/>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7"/>
            <p:cNvSpPr/>
            <p:nvPr/>
          </p:nvSpPr>
          <p:spPr>
            <a:xfrm>
              <a:off x="4118750" y="2330175"/>
              <a:ext cx="601300" cy="1697850"/>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2_1_1_1_1_1_1">
    <p:spTree>
      <p:nvGrpSpPr>
        <p:cNvPr id="889" name="Shape 889"/>
        <p:cNvGrpSpPr/>
        <p:nvPr/>
      </p:nvGrpSpPr>
      <p:grpSpPr>
        <a:xfrm>
          <a:off x="0" y="0"/>
          <a:ext cx="0" cy="0"/>
          <a:chOff x="0" y="0"/>
          <a:chExt cx="0" cy="0"/>
        </a:xfrm>
      </p:grpSpPr>
      <p:sp>
        <p:nvSpPr>
          <p:cNvPr id="890" name="Google Shape;890;p28"/>
          <p:cNvSpPr txBox="1"/>
          <p:nvPr>
            <p:ph type="title"/>
          </p:nvPr>
        </p:nvSpPr>
        <p:spPr>
          <a:xfrm>
            <a:off x="1213100" y="1443475"/>
            <a:ext cx="3040200" cy="646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91" name="Google Shape;891;p28"/>
          <p:cNvSpPr txBox="1"/>
          <p:nvPr>
            <p:ph idx="1" type="subTitle"/>
          </p:nvPr>
        </p:nvSpPr>
        <p:spPr>
          <a:xfrm>
            <a:off x="1214200" y="2089975"/>
            <a:ext cx="3040200" cy="141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892" name="Google Shape;892;p28"/>
          <p:cNvSpPr/>
          <p:nvPr/>
        </p:nvSpPr>
        <p:spPr>
          <a:xfrm flipH="1" rot="-5400000">
            <a:off x="7576828" y="-376458"/>
            <a:ext cx="1191188" cy="1943044"/>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 name="Google Shape;893;p28"/>
          <p:cNvGrpSpPr/>
          <p:nvPr/>
        </p:nvGrpSpPr>
        <p:grpSpPr>
          <a:xfrm rot="4141519">
            <a:off x="8991677" y="1357695"/>
            <a:ext cx="285000" cy="374296"/>
            <a:chOff x="2136875" y="1156838"/>
            <a:chExt cx="166125" cy="218175"/>
          </a:xfrm>
        </p:grpSpPr>
        <p:sp>
          <p:nvSpPr>
            <p:cNvPr id="894" name="Google Shape;894;p28"/>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8"/>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 name="Google Shape;896;p28"/>
          <p:cNvGrpSpPr/>
          <p:nvPr/>
        </p:nvGrpSpPr>
        <p:grpSpPr>
          <a:xfrm rot="-7948000">
            <a:off x="8083374" y="103494"/>
            <a:ext cx="1075312" cy="2179319"/>
            <a:chOff x="1803775" y="5029925"/>
            <a:chExt cx="655775" cy="1329050"/>
          </a:xfrm>
        </p:grpSpPr>
        <p:sp>
          <p:nvSpPr>
            <p:cNvPr id="897" name="Google Shape;897;p28"/>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8"/>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8"/>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8"/>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8"/>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8"/>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8"/>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8"/>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8"/>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8"/>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8"/>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 name="Google Shape;908;p28"/>
          <p:cNvGrpSpPr/>
          <p:nvPr/>
        </p:nvGrpSpPr>
        <p:grpSpPr>
          <a:xfrm rot="-6511718">
            <a:off x="8817127" y="-702249"/>
            <a:ext cx="736348" cy="1342047"/>
            <a:chOff x="-214625" y="3943775"/>
            <a:chExt cx="458725" cy="836125"/>
          </a:xfrm>
        </p:grpSpPr>
        <p:sp>
          <p:nvSpPr>
            <p:cNvPr id="909" name="Google Shape;909;p28"/>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8"/>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8"/>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8"/>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8"/>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8"/>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8"/>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8"/>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8"/>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8"/>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8"/>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8"/>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 name="Google Shape;921;p28"/>
          <p:cNvGrpSpPr/>
          <p:nvPr/>
        </p:nvGrpSpPr>
        <p:grpSpPr>
          <a:xfrm rot="-4313185">
            <a:off x="7303429" y="-454112"/>
            <a:ext cx="990012" cy="1401605"/>
            <a:chOff x="1793075" y="1583538"/>
            <a:chExt cx="552200" cy="781775"/>
          </a:xfrm>
        </p:grpSpPr>
        <p:sp>
          <p:nvSpPr>
            <p:cNvPr id="922" name="Google Shape;922;p28"/>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8"/>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8"/>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8"/>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8"/>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8"/>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8"/>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 name="Google Shape;929;p28"/>
          <p:cNvSpPr/>
          <p:nvPr/>
        </p:nvSpPr>
        <p:spPr>
          <a:xfrm rot="-7754643">
            <a:off x="8628227" y="1873692"/>
            <a:ext cx="175018" cy="354623"/>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8"/>
          <p:cNvSpPr/>
          <p:nvPr/>
        </p:nvSpPr>
        <p:spPr>
          <a:xfrm flipH="1" rot="7754670">
            <a:off x="-76483" y="1277189"/>
            <a:ext cx="362301" cy="734101"/>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2_1_1_1_1_1_1_1">
    <p:spTree>
      <p:nvGrpSpPr>
        <p:cNvPr id="931" name="Shape 931"/>
        <p:cNvGrpSpPr/>
        <p:nvPr/>
      </p:nvGrpSpPr>
      <p:grpSpPr>
        <a:xfrm>
          <a:off x="0" y="0"/>
          <a:ext cx="0" cy="0"/>
          <a:chOff x="0" y="0"/>
          <a:chExt cx="0" cy="0"/>
        </a:xfrm>
      </p:grpSpPr>
      <p:sp>
        <p:nvSpPr>
          <p:cNvPr id="932" name="Google Shape;932;p29"/>
          <p:cNvSpPr txBox="1"/>
          <p:nvPr>
            <p:ph type="title"/>
          </p:nvPr>
        </p:nvSpPr>
        <p:spPr>
          <a:xfrm>
            <a:off x="4722725" y="1443475"/>
            <a:ext cx="3040200" cy="646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33" name="Google Shape;933;p29"/>
          <p:cNvSpPr txBox="1"/>
          <p:nvPr>
            <p:ph idx="1" type="subTitle"/>
          </p:nvPr>
        </p:nvSpPr>
        <p:spPr>
          <a:xfrm>
            <a:off x="4723825" y="2089975"/>
            <a:ext cx="3040200" cy="141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934" name="Google Shape;934;p29"/>
          <p:cNvSpPr/>
          <p:nvPr/>
        </p:nvSpPr>
        <p:spPr>
          <a:xfrm flipH="1" rot="5400000">
            <a:off x="909545" y="919752"/>
            <a:ext cx="3311332" cy="5130377"/>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9"/>
          <p:cNvSpPr/>
          <p:nvPr/>
        </p:nvSpPr>
        <p:spPr>
          <a:xfrm rot="4253446">
            <a:off x="-64824" y="2564578"/>
            <a:ext cx="232127" cy="47027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9"/>
          <p:cNvSpPr/>
          <p:nvPr/>
        </p:nvSpPr>
        <p:spPr>
          <a:xfrm rot="10800000">
            <a:off x="7013206" y="60"/>
            <a:ext cx="2130794" cy="1735139"/>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CUSTOM_2_1_1_1_1_1_1_1_1">
    <p:spTree>
      <p:nvGrpSpPr>
        <p:cNvPr id="937" name="Shape 937"/>
        <p:cNvGrpSpPr/>
        <p:nvPr/>
      </p:nvGrpSpPr>
      <p:grpSpPr>
        <a:xfrm>
          <a:off x="0" y="0"/>
          <a:ext cx="0" cy="0"/>
          <a:chOff x="0" y="0"/>
          <a:chExt cx="0" cy="0"/>
        </a:xfrm>
      </p:grpSpPr>
      <p:sp>
        <p:nvSpPr>
          <p:cNvPr id="938" name="Google Shape;938;p30"/>
          <p:cNvSpPr/>
          <p:nvPr/>
        </p:nvSpPr>
        <p:spPr>
          <a:xfrm rot="499">
            <a:off x="-383299" y="-333755"/>
            <a:ext cx="2377392" cy="2075789"/>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0"/>
          <p:cNvSpPr/>
          <p:nvPr/>
        </p:nvSpPr>
        <p:spPr>
          <a:xfrm flipH="1" rot="-3729966">
            <a:off x="7299048" y="3833627"/>
            <a:ext cx="2377484" cy="2075776"/>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 name="Google Shape;940;p30"/>
          <p:cNvGrpSpPr/>
          <p:nvPr/>
        </p:nvGrpSpPr>
        <p:grpSpPr>
          <a:xfrm flipH="1" rot="1230377">
            <a:off x="-242610" y="210485"/>
            <a:ext cx="1522415" cy="2706444"/>
            <a:chOff x="5644300" y="1118350"/>
            <a:chExt cx="824675" cy="1466050"/>
          </a:xfrm>
        </p:grpSpPr>
        <p:sp>
          <p:nvSpPr>
            <p:cNvPr id="941" name="Google Shape;941;p30"/>
            <p:cNvSpPr/>
            <p:nvPr/>
          </p:nvSpPr>
          <p:spPr>
            <a:xfrm>
              <a:off x="5957875" y="1481500"/>
              <a:ext cx="154200" cy="1102900"/>
            </a:xfrm>
            <a:custGeom>
              <a:rect b="b" l="l" r="r" t="t"/>
              <a:pathLst>
                <a:path extrusionOk="0" h="44116" w="6168">
                  <a:moveTo>
                    <a:pt x="279" y="1"/>
                  </a:moveTo>
                  <a:cubicBezTo>
                    <a:pt x="243" y="1"/>
                    <a:pt x="205" y="9"/>
                    <a:pt x="167" y="27"/>
                  </a:cubicBezTo>
                  <a:cubicBezTo>
                    <a:pt x="48" y="74"/>
                    <a:pt x="1" y="205"/>
                    <a:pt x="36" y="336"/>
                  </a:cubicBezTo>
                  <a:cubicBezTo>
                    <a:pt x="2382" y="9587"/>
                    <a:pt x="5144" y="21756"/>
                    <a:pt x="5537" y="34079"/>
                  </a:cubicBezTo>
                  <a:cubicBezTo>
                    <a:pt x="5656" y="37424"/>
                    <a:pt x="5585" y="40687"/>
                    <a:pt x="5358" y="43842"/>
                  </a:cubicBezTo>
                  <a:cubicBezTo>
                    <a:pt x="5346" y="43996"/>
                    <a:pt x="5465" y="44116"/>
                    <a:pt x="5620" y="44116"/>
                  </a:cubicBezTo>
                  <a:cubicBezTo>
                    <a:pt x="5751" y="44116"/>
                    <a:pt x="5858" y="44008"/>
                    <a:pt x="5870" y="43877"/>
                  </a:cubicBezTo>
                  <a:cubicBezTo>
                    <a:pt x="6108" y="40698"/>
                    <a:pt x="6168" y="37424"/>
                    <a:pt x="6049" y="34055"/>
                  </a:cubicBezTo>
                  <a:cubicBezTo>
                    <a:pt x="5632" y="21672"/>
                    <a:pt x="2882" y="9445"/>
                    <a:pt x="512" y="193"/>
                  </a:cubicBezTo>
                  <a:cubicBezTo>
                    <a:pt x="477" y="77"/>
                    <a:pt x="387" y="1"/>
                    <a:pt x="2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0"/>
            <p:cNvSpPr/>
            <p:nvPr/>
          </p:nvSpPr>
          <p:spPr>
            <a:xfrm>
              <a:off x="5892400" y="1505500"/>
              <a:ext cx="175925" cy="126700"/>
            </a:xfrm>
            <a:custGeom>
              <a:rect b="b" l="l" r="r" t="t"/>
              <a:pathLst>
                <a:path extrusionOk="0" h="5068" w="7037">
                  <a:moveTo>
                    <a:pt x="6758" y="1"/>
                  </a:moveTo>
                  <a:cubicBezTo>
                    <a:pt x="6707" y="1"/>
                    <a:pt x="6655" y="18"/>
                    <a:pt x="6608" y="55"/>
                  </a:cubicBezTo>
                  <a:cubicBezTo>
                    <a:pt x="4632" y="1496"/>
                    <a:pt x="4084" y="3698"/>
                    <a:pt x="3929" y="4484"/>
                  </a:cubicBezTo>
                  <a:lnTo>
                    <a:pt x="345" y="3472"/>
                  </a:lnTo>
                  <a:cubicBezTo>
                    <a:pt x="329" y="3469"/>
                    <a:pt x="312" y="3468"/>
                    <a:pt x="295" y="3468"/>
                  </a:cubicBezTo>
                  <a:cubicBezTo>
                    <a:pt x="180" y="3468"/>
                    <a:pt x="67" y="3536"/>
                    <a:pt x="36" y="3651"/>
                  </a:cubicBezTo>
                  <a:cubicBezTo>
                    <a:pt x="0" y="3782"/>
                    <a:pt x="72" y="3913"/>
                    <a:pt x="214" y="3960"/>
                  </a:cubicBezTo>
                  <a:lnTo>
                    <a:pt x="4084" y="5056"/>
                  </a:lnTo>
                  <a:cubicBezTo>
                    <a:pt x="4108" y="5068"/>
                    <a:pt x="4132" y="5068"/>
                    <a:pt x="4155" y="5068"/>
                  </a:cubicBezTo>
                  <a:cubicBezTo>
                    <a:pt x="4203" y="5068"/>
                    <a:pt x="4251" y="5056"/>
                    <a:pt x="4286" y="5020"/>
                  </a:cubicBezTo>
                  <a:cubicBezTo>
                    <a:pt x="4346" y="4972"/>
                    <a:pt x="4382" y="4913"/>
                    <a:pt x="4394" y="4841"/>
                  </a:cubicBezTo>
                  <a:cubicBezTo>
                    <a:pt x="4394" y="4817"/>
                    <a:pt x="4703" y="2091"/>
                    <a:pt x="6906" y="472"/>
                  </a:cubicBezTo>
                  <a:cubicBezTo>
                    <a:pt x="7025" y="376"/>
                    <a:pt x="7037" y="234"/>
                    <a:pt x="6965" y="115"/>
                  </a:cubicBezTo>
                  <a:cubicBezTo>
                    <a:pt x="6915" y="42"/>
                    <a:pt x="6837" y="1"/>
                    <a:pt x="67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0"/>
            <p:cNvSpPr/>
            <p:nvPr/>
          </p:nvSpPr>
          <p:spPr>
            <a:xfrm>
              <a:off x="5942100" y="1885975"/>
              <a:ext cx="125625" cy="65300"/>
            </a:xfrm>
            <a:custGeom>
              <a:rect b="b" l="l" r="r" t="t"/>
              <a:pathLst>
                <a:path extrusionOk="0" h="2612" w="5025">
                  <a:moveTo>
                    <a:pt x="277" y="1"/>
                  </a:moveTo>
                  <a:cubicBezTo>
                    <a:pt x="162" y="1"/>
                    <a:pt x="56" y="80"/>
                    <a:pt x="24" y="207"/>
                  </a:cubicBezTo>
                  <a:cubicBezTo>
                    <a:pt x="0" y="338"/>
                    <a:pt x="84" y="469"/>
                    <a:pt x="215" y="505"/>
                  </a:cubicBezTo>
                  <a:cubicBezTo>
                    <a:pt x="251" y="505"/>
                    <a:pt x="3477" y="1231"/>
                    <a:pt x="4549" y="2529"/>
                  </a:cubicBezTo>
                  <a:cubicBezTo>
                    <a:pt x="4596" y="2588"/>
                    <a:pt x="4668" y="2612"/>
                    <a:pt x="4739" y="2612"/>
                  </a:cubicBezTo>
                  <a:cubicBezTo>
                    <a:pt x="4799" y="2612"/>
                    <a:pt x="4858" y="2600"/>
                    <a:pt x="4906" y="2564"/>
                  </a:cubicBezTo>
                  <a:cubicBezTo>
                    <a:pt x="5013" y="2481"/>
                    <a:pt x="5025" y="2314"/>
                    <a:pt x="4942" y="2207"/>
                  </a:cubicBezTo>
                  <a:cubicBezTo>
                    <a:pt x="3751" y="778"/>
                    <a:pt x="453" y="40"/>
                    <a:pt x="322" y="5"/>
                  </a:cubicBezTo>
                  <a:cubicBezTo>
                    <a:pt x="307" y="2"/>
                    <a:pt x="292" y="1"/>
                    <a:pt x="2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0"/>
            <p:cNvSpPr/>
            <p:nvPr/>
          </p:nvSpPr>
          <p:spPr>
            <a:xfrm>
              <a:off x="6082300" y="1993625"/>
              <a:ext cx="87525" cy="143400"/>
            </a:xfrm>
            <a:custGeom>
              <a:rect b="b" l="l" r="r" t="t"/>
              <a:pathLst>
                <a:path extrusionOk="0" h="5736" w="3501">
                  <a:moveTo>
                    <a:pt x="3205" y="0"/>
                  </a:moveTo>
                  <a:cubicBezTo>
                    <a:pt x="3130" y="0"/>
                    <a:pt x="3057" y="36"/>
                    <a:pt x="3001" y="92"/>
                  </a:cubicBezTo>
                  <a:cubicBezTo>
                    <a:pt x="2894" y="211"/>
                    <a:pt x="536" y="3271"/>
                    <a:pt x="24" y="5438"/>
                  </a:cubicBezTo>
                  <a:cubicBezTo>
                    <a:pt x="0" y="5569"/>
                    <a:pt x="84" y="5712"/>
                    <a:pt x="215" y="5735"/>
                  </a:cubicBezTo>
                  <a:lnTo>
                    <a:pt x="286" y="5735"/>
                  </a:lnTo>
                  <a:cubicBezTo>
                    <a:pt x="381" y="5735"/>
                    <a:pt x="488" y="5664"/>
                    <a:pt x="512" y="5557"/>
                  </a:cubicBezTo>
                  <a:cubicBezTo>
                    <a:pt x="1000" y="3485"/>
                    <a:pt x="3382" y="437"/>
                    <a:pt x="3406" y="413"/>
                  </a:cubicBezTo>
                  <a:cubicBezTo>
                    <a:pt x="3501" y="294"/>
                    <a:pt x="3465" y="140"/>
                    <a:pt x="3358" y="56"/>
                  </a:cubicBezTo>
                  <a:cubicBezTo>
                    <a:pt x="3309" y="17"/>
                    <a:pt x="3256" y="0"/>
                    <a:pt x="32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0"/>
            <p:cNvSpPr/>
            <p:nvPr/>
          </p:nvSpPr>
          <p:spPr>
            <a:xfrm>
              <a:off x="6010850" y="1356675"/>
              <a:ext cx="285725" cy="225725"/>
            </a:xfrm>
            <a:custGeom>
              <a:rect b="b" l="l" r="r" t="t"/>
              <a:pathLst>
                <a:path extrusionOk="0" h="9029" w="11429">
                  <a:moveTo>
                    <a:pt x="6891" y="1"/>
                  </a:moveTo>
                  <a:cubicBezTo>
                    <a:pt x="6155" y="1"/>
                    <a:pt x="6719" y="1920"/>
                    <a:pt x="5156" y="3020"/>
                  </a:cubicBezTo>
                  <a:cubicBezTo>
                    <a:pt x="3442" y="4258"/>
                    <a:pt x="1" y="5294"/>
                    <a:pt x="108" y="7318"/>
                  </a:cubicBezTo>
                  <a:cubicBezTo>
                    <a:pt x="132" y="7925"/>
                    <a:pt x="715" y="8866"/>
                    <a:pt x="1811" y="9020"/>
                  </a:cubicBezTo>
                  <a:cubicBezTo>
                    <a:pt x="1848" y="9026"/>
                    <a:pt x="1887" y="9028"/>
                    <a:pt x="1927" y="9028"/>
                  </a:cubicBezTo>
                  <a:cubicBezTo>
                    <a:pt x="2943" y="9028"/>
                    <a:pt x="4867" y="7363"/>
                    <a:pt x="7122" y="7363"/>
                  </a:cubicBezTo>
                  <a:cubicBezTo>
                    <a:pt x="7314" y="7363"/>
                    <a:pt x="7508" y="7375"/>
                    <a:pt x="7704" y="7401"/>
                  </a:cubicBezTo>
                  <a:cubicBezTo>
                    <a:pt x="8097" y="7453"/>
                    <a:pt x="8432" y="7477"/>
                    <a:pt x="8717" y="7477"/>
                  </a:cubicBezTo>
                  <a:cubicBezTo>
                    <a:pt x="11428" y="7477"/>
                    <a:pt x="9585" y="5341"/>
                    <a:pt x="9585" y="5341"/>
                  </a:cubicBezTo>
                  <a:cubicBezTo>
                    <a:pt x="9585" y="5341"/>
                    <a:pt x="10931" y="4246"/>
                    <a:pt x="10419" y="2924"/>
                  </a:cubicBezTo>
                  <a:cubicBezTo>
                    <a:pt x="10134" y="2199"/>
                    <a:pt x="9571" y="2034"/>
                    <a:pt x="9117" y="2034"/>
                  </a:cubicBezTo>
                  <a:cubicBezTo>
                    <a:pt x="8735" y="2034"/>
                    <a:pt x="8430" y="2150"/>
                    <a:pt x="8430" y="2150"/>
                  </a:cubicBezTo>
                  <a:cubicBezTo>
                    <a:pt x="8430" y="2150"/>
                    <a:pt x="8335" y="543"/>
                    <a:pt x="7168" y="67"/>
                  </a:cubicBezTo>
                  <a:cubicBezTo>
                    <a:pt x="7059" y="22"/>
                    <a:pt x="6968" y="1"/>
                    <a:pt x="68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0"/>
            <p:cNvSpPr/>
            <p:nvPr/>
          </p:nvSpPr>
          <p:spPr>
            <a:xfrm>
              <a:off x="6223950" y="1344375"/>
              <a:ext cx="46200" cy="40025"/>
            </a:xfrm>
            <a:custGeom>
              <a:rect b="b" l="l" r="r" t="t"/>
              <a:pathLst>
                <a:path extrusionOk="0" h="1601" w="1848">
                  <a:moveTo>
                    <a:pt x="833" y="0"/>
                  </a:moveTo>
                  <a:cubicBezTo>
                    <a:pt x="91" y="0"/>
                    <a:pt x="1" y="1490"/>
                    <a:pt x="764" y="1595"/>
                  </a:cubicBezTo>
                  <a:cubicBezTo>
                    <a:pt x="790" y="1599"/>
                    <a:pt x="816" y="1601"/>
                    <a:pt x="842" y="1601"/>
                  </a:cubicBezTo>
                  <a:cubicBezTo>
                    <a:pt x="959" y="1601"/>
                    <a:pt x="1073" y="1562"/>
                    <a:pt x="1180" y="1523"/>
                  </a:cubicBezTo>
                  <a:cubicBezTo>
                    <a:pt x="1347" y="1464"/>
                    <a:pt x="1490" y="1392"/>
                    <a:pt x="1621" y="1285"/>
                  </a:cubicBezTo>
                  <a:cubicBezTo>
                    <a:pt x="1764" y="1178"/>
                    <a:pt x="1847" y="1023"/>
                    <a:pt x="1847" y="856"/>
                  </a:cubicBezTo>
                  <a:cubicBezTo>
                    <a:pt x="1847" y="678"/>
                    <a:pt x="1764" y="511"/>
                    <a:pt x="1621" y="380"/>
                  </a:cubicBezTo>
                  <a:cubicBezTo>
                    <a:pt x="1490" y="261"/>
                    <a:pt x="1323" y="166"/>
                    <a:pt x="1180" y="94"/>
                  </a:cubicBezTo>
                  <a:cubicBezTo>
                    <a:pt x="1052" y="29"/>
                    <a:pt x="937" y="0"/>
                    <a:pt x="833"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0"/>
            <p:cNvSpPr/>
            <p:nvPr/>
          </p:nvSpPr>
          <p:spPr>
            <a:xfrm>
              <a:off x="6289175" y="1397500"/>
              <a:ext cx="43475" cy="40425"/>
            </a:xfrm>
            <a:custGeom>
              <a:rect b="b" l="l" r="r" t="t"/>
              <a:pathLst>
                <a:path extrusionOk="0" h="1617" w="1739">
                  <a:moveTo>
                    <a:pt x="961" y="1"/>
                  </a:moveTo>
                  <a:cubicBezTo>
                    <a:pt x="578" y="1"/>
                    <a:pt x="23" y="480"/>
                    <a:pt x="12" y="863"/>
                  </a:cubicBezTo>
                  <a:cubicBezTo>
                    <a:pt x="0" y="1137"/>
                    <a:pt x="119" y="1482"/>
                    <a:pt x="381" y="1589"/>
                  </a:cubicBezTo>
                  <a:cubicBezTo>
                    <a:pt x="442" y="1609"/>
                    <a:pt x="504" y="1616"/>
                    <a:pt x="567" y="1616"/>
                  </a:cubicBezTo>
                  <a:cubicBezTo>
                    <a:pt x="653" y="1616"/>
                    <a:pt x="739" y="1603"/>
                    <a:pt x="822" y="1589"/>
                  </a:cubicBezTo>
                  <a:cubicBezTo>
                    <a:pt x="976" y="1553"/>
                    <a:pt x="1131" y="1529"/>
                    <a:pt x="1298" y="1482"/>
                  </a:cubicBezTo>
                  <a:cubicBezTo>
                    <a:pt x="1381" y="1458"/>
                    <a:pt x="1477" y="1422"/>
                    <a:pt x="1548" y="1363"/>
                  </a:cubicBezTo>
                  <a:cubicBezTo>
                    <a:pt x="1619" y="1303"/>
                    <a:pt x="1667" y="1220"/>
                    <a:pt x="1691" y="1125"/>
                  </a:cubicBezTo>
                  <a:cubicBezTo>
                    <a:pt x="1727" y="1017"/>
                    <a:pt x="1738" y="898"/>
                    <a:pt x="1727" y="779"/>
                  </a:cubicBezTo>
                  <a:cubicBezTo>
                    <a:pt x="1691" y="541"/>
                    <a:pt x="1548" y="339"/>
                    <a:pt x="1357" y="172"/>
                  </a:cubicBezTo>
                  <a:cubicBezTo>
                    <a:pt x="1262" y="101"/>
                    <a:pt x="1143" y="41"/>
                    <a:pt x="1024" y="5"/>
                  </a:cubicBezTo>
                  <a:cubicBezTo>
                    <a:pt x="1004" y="2"/>
                    <a:pt x="982" y="1"/>
                    <a:pt x="961"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0"/>
            <p:cNvSpPr/>
            <p:nvPr/>
          </p:nvSpPr>
          <p:spPr>
            <a:xfrm>
              <a:off x="6288775" y="1465725"/>
              <a:ext cx="39700" cy="33300"/>
            </a:xfrm>
            <a:custGeom>
              <a:rect b="b" l="l" r="r" t="t"/>
              <a:pathLst>
                <a:path extrusionOk="0" h="1332" w="1588">
                  <a:moveTo>
                    <a:pt x="857" y="1"/>
                  </a:moveTo>
                  <a:cubicBezTo>
                    <a:pt x="413" y="1"/>
                    <a:pt x="0" y="494"/>
                    <a:pt x="266" y="1051"/>
                  </a:cubicBezTo>
                  <a:cubicBezTo>
                    <a:pt x="314" y="1134"/>
                    <a:pt x="361" y="1205"/>
                    <a:pt x="445" y="1253"/>
                  </a:cubicBezTo>
                  <a:cubicBezTo>
                    <a:pt x="540" y="1313"/>
                    <a:pt x="635" y="1325"/>
                    <a:pt x="731" y="1325"/>
                  </a:cubicBezTo>
                  <a:cubicBezTo>
                    <a:pt x="766" y="1329"/>
                    <a:pt x="801" y="1332"/>
                    <a:pt x="837" y="1332"/>
                  </a:cubicBezTo>
                  <a:cubicBezTo>
                    <a:pt x="982" y="1332"/>
                    <a:pt x="1130" y="1292"/>
                    <a:pt x="1254" y="1205"/>
                  </a:cubicBezTo>
                  <a:cubicBezTo>
                    <a:pt x="1528" y="1015"/>
                    <a:pt x="1588" y="586"/>
                    <a:pt x="1397" y="313"/>
                  </a:cubicBezTo>
                  <a:cubicBezTo>
                    <a:pt x="1246" y="93"/>
                    <a:pt x="1049" y="1"/>
                    <a:pt x="857"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0"/>
            <p:cNvSpPr/>
            <p:nvPr/>
          </p:nvSpPr>
          <p:spPr>
            <a:xfrm>
              <a:off x="6102825" y="1722650"/>
              <a:ext cx="366150" cy="314400"/>
            </a:xfrm>
            <a:custGeom>
              <a:rect b="b" l="l" r="r" t="t"/>
              <a:pathLst>
                <a:path extrusionOk="0" h="12576" w="14646">
                  <a:moveTo>
                    <a:pt x="5929" y="0"/>
                  </a:moveTo>
                  <a:cubicBezTo>
                    <a:pt x="4508" y="0"/>
                    <a:pt x="6391" y="2120"/>
                    <a:pt x="4954" y="4240"/>
                  </a:cubicBezTo>
                  <a:cubicBezTo>
                    <a:pt x="3489" y="6383"/>
                    <a:pt x="1" y="9014"/>
                    <a:pt x="989" y="11288"/>
                  </a:cubicBezTo>
                  <a:cubicBezTo>
                    <a:pt x="1245" y="11871"/>
                    <a:pt x="2061" y="12576"/>
                    <a:pt x="3138" y="12576"/>
                  </a:cubicBezTo>
                  <a:cubicBezTo>
                    <a:pt x="3316" y="12576"/>
                    <a:pt x="3501" y="12557"/>
                    <a:pt x="3692" y="12514"/>
                  </a:cubicBezTo>
                  <a:cubicBezTo>
                    <a:pt x="4954" y="12229"/>
                    <a:pt x="6585" y="8871"/>
                    <a:pt x="9716" y="8133"/>
                  </a:cubicBezTo>
                  <a:cubicBezTo>
                    <a:pt x="14646" y="6990"/>
                    <a:pt x="10978" y="4978"/>
                    <a:pt x="10978" y="4978"/>
                  </a:cubicBezTo>
                  <a:cubicBezTo>
                    <a:pt x="10978" y="4978"/>
                    <a:pt x="12050" y="3156"/>
                    <a:pt x="10895" y="1858"/>
                  </a:cubicBezTo>
                  <a:cubicBezTo>
                    <a:pt x="10499" y="1418"/>
                    <a:pt x="10074" y="1272"/>
                    <a:pt x="9685" y="1272"/>
                  </a:cubicBezTo>
                  <a:cubicBezTo>
                    <a:pt x="8929" y="1272"/>
                    <a:pt x="8311" y="1823"/>
                    <a:pt x="8311" y="1823"/>
                  </a:cubicBezTo>
                  <a:cubicBezTo>
                    <a:pt x="8311" y="1823"/>
                    <a:pt x="7502" y="37"/>
                    <a:pt x="5978" y="1"/>
                  </a:cubicBezTo>
                  <a:cubicBezTo>
                    <a:pt x="5961" y="1"/>
                    <a:pt x="5945" y="0"/>
                    <a:pt x="59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0"/>
            <p:cNvSpPr/>
            <p:nvPr/>
          </p:nvSpPr>
          <p:spPr>
            <a:xfrm>
              <a:off x="6286025" y="1681375"/>
              <a:ext cx="61800" cy="48300"/>
            </a:xfrm>
            <a:custGeom>
              <a:rect b="b" l="l" r="r" t="t"/>
              <a:pathLst>
                <a:path extrusionOk="0" h="1932" w="2472">
                  <a:moveTo>
                    <a:pt x="1176" y="0"/>
                  </a:moveTo>
                  <a:cubicBezTo>
                    <a:pt x="1" y="0"/>
                    <a:pt x="422" y="1931"/>
                    <a:pt x="1333" y="1931"/>
                  </a:cubicBezTo>
                  <a:cubicBezTo>
                    <a:pt x="1382" y="1931"/>
                    <a:pt x="1432" y="1926"/>
                    <a:pt x="1483" y="1914"/>
                  </a:cubicBezTo>
                  <a:cubicBezTo>
                    <a:pt x="1638" y="1866"/>
                    <a:pt x="1793" y="1771"/>
                    <a:pt x="1924" y="1640"/>
                  </a:cubicBezTo>
                  <a:cubicBezTo>
                    <a:pt x="2079" y="1509"/>
                    <a:pt x="2222" y="1366"/>
                    <a:pt x="2329" y="1188"/>
                  </a:cubicBezTo>
                  <a:cubicBezTo>
                    <a:pt x="2436" y="1009"/>
                    <a:pt x="2472" y="783"/>
                    <a:pt x="2400" y="592"/>
                  </a:cubicBezTo>
                  <a:cubicBezTo>
                    <a:pt x="2329" y="378"/>
                    <a:pt x="2150" y="235"/>
                    <a:pt x="1960" y="140"/>
                  </a:cubicBezTo>
                  <a:cubicBezTo>
                    <a:pt x="1757" y="57"/>
                    <a:pt x="1543" y="45"/>
                    <a:pt x="1317" y="9"/>
                  </a:cubicBezTo>
                  <a:cubicBezTo>
                    <a:pt x="1267" y="3"/>
                    <a:pt x="1220" y="0"/>
                    <a:pt x="1176"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0"/>
            <p:cNvSpPr/>
            <p:nvPr/>
          </p:nvSpPr>
          <p:spPr>
            <a:xfrm>
              <a:off x="6387100" y="1713375"/>
              <a:ext cx="54500" cy="52475"/>
            </a:xfrm>
            <a:custGeom>
              <a:rect b="b" l="l" r="r" t="t"/>
              <a:pathLst>
                <a:path extrusionOk="0" h="2099" w="2180">
                  <a:moveTo>
                    <a:pt x="1075" y="0"/>
                  </a:moveTo>
                  <a:cubicBezTo>
                    <a:pt x="1033" y="0"/>
                    <a:pt x="991" y="4"/>
                    <a:pt x="953" y="15"/>
                  </a:cubicBezTo>
                  <a:cubicBezTo>
                    <a:pt x="477" y="98"/>
                    <a:pt x="0" y="944"/>
                    <a:pt x="143" y="1420"/>
                  </a:cubicBezTo>
                  <a:cubicBezTo>
                    <a:pt x="262" y="1765"/>
                    <a:pt x="524" y="2098"/>
                    <a:pt x="869" y="2098"/>
                  </a:cubicBezTo>
                  <a:cubicBezTo>
                    <a:pt x="1048" y="2098"/>
                    <a:pt x="1215" y="2003"/>
                    <a:pt x="1381" y="1896"/>
                  </a:cubicBezTo>
                  <a:cubicBezTo>
                    <a:pt x="1548" y="1801"/>
                    <a:pt x="1703" y="1694"/>
                    <a:pt x="1870" y="1575"/>
                  </a:cubicBezTo>
                  <a:cubicBezTo>
                    <a:pt x="1965" y="1503"/>
                    <a:pt x="2060" y="1444"/>
                    <a:pt x="2108" y="1336"/>
                  </a:cubicBezTo>
                  <a:cubicBezTo>
                    <a:pt x="2167" y="1229"/>
                    <a:pt x="2179" y="1110"/>
                    <a:pt x="2179" y="991"/>
                  </a:cubicBezTo>
                  <a:cubicBezTo>
                    <a:pt x="2179" y="848"/>
                    <a:pt x="2143" y="705"/>
                    <a:pt x="2060" y="586"/>
                  </a:cubicBezTo>
                  <a:cubicBezTo>
                    <a:pt x="1917" y="336"/>
                    <a:pt x="1667" y="158"/>
                    <a:pt x="1381" y="51"/>
                  </a:cubicBezTo>
                  <a:cubicBezTo>
                    <a:pt x="1289" y="25"/>
                    <a:pt x="1178" y="0"/>
                    <a:pt x="107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0"/>
            <p:cNvSpPr/>
            <p:nvPr/>
          </p:nvSpPr>
          <p:spPr>
            <a:xfrm>
              <a:off x="6413100" y="1792050"/>
              <a:ext cx="51400" cy="41750"/>
            </a:xfrm>
            <a:custGeom>
              <a:rect b="b" l="l" r="r" t="t"/>
              <a:pathLst>
                <a:path extrusionOk="0" h="1670" w="2056">
                  <a:moveTo>
                    <a:pt x="1112" y="0"/>
                  </a:moveTo>
                  <a:cubicBezTo>
                    <a:pt x="451" y="0"/>
                    <a:pt x="1" y="900"/>
                    <a:pt x="627" y="1487"/>
                  </a:cubicBezTo>
                  <a:cubicBezTo>
                    <a:pt x="699" y="1571"/>
                    <a:pt x="806" y="1630"/>
                    <a:pt x="901" y="1654"/>
                  </a:cubicBezTo>
                  <a:cubicBezTo>
                    <a:pt x="937" y="1665"/>
                    <a:pt x="973" y="1669"/>
                    <a:pt x="1010" y="1669"/>
                  </a:cubicBezTo>
                  <a:cubicBezTo>
                    <a:pt x="1092" y="1669"/>
                    <a:pt x="1175" y="1647"/>
                    <a:pt x="1258" y="1630"/>
                  </a:cubicBezTo>
                  <a:cubicBezTo>
                    <a:pt x="1473" y="1547"/>
                    <a:pt x="1675" y="1452"/>
                    <a:pt x="1818" y="1249"/>
                  </a:cubicBezTo>
                  <a:cubicBezTo>
                    <a:pt x="2056" y="916"/>
                    <a:pt x="1937" y="392"/>
                    <a:pt x="1604" y="166"/>
                  </a:cubicBezTo>
                  <a:cubicBezTo>
                    <a:pt x="1435" y="50"/>
                    <a:pt x="1268" y="0"/>
                    <a:pt x="1112"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0"/>
            <p:cNvSpPr/>
            <p:nvPr/>
          </p:nvSpPr>
          <p:spPr>
            <a:xfrm>
              <a:off x="5771550" y="1186850"/>
              <a:ext cx="242550" cy="306450"/>
            </a:xfrm>
            <a:custGeom>
              <a:rect b="b" l="l" r="r" t="t"/>
              <a:pathLst>
                <a:path extrusionOk="0" h="12258" w="9702">
                  <a:moveTo>
                    <a:pt x="4921" y="1"/>
                  </a:moveTo>
                  <a:cubicBezTo>
                    <a:pt x="4820" y="1"/>
                    <a:pt x="4715" y="9"/>
                    <a:pt x="4608" y="26"/>
                  </a:cubicBezTo>
                  <a:cubicBezTo>
                    <a:pt x="3048" y="276"/>
                    <a:pt x="3322" y="1990"/>
                    <a:pt x="3322" y="1990"/>
                  </a:cubicBezTo>
                  <a:cubicBezTo>
                    <a:pt x="3322" y="1990"/>
                    <a:pt x="3158" y="1967"/>
                    <a:pt x="2907" y="1967"/>
                  </a:cubicBezTo>
                  <a:cubicBezTo>
                    <a:pt x="2335" y="1967"/>
                    <a:pt x="1312" y="2088"/>
                    <a:pt x="774" y="2883"/>
                  </a:cubicBezTo>
                  <a:cubicBezTo>
                    <a:pt x="0" y="4026"/>
                    <a:pt x="2596" y="3586"/>
                    <a:pt x="3524" y="5741"/>
                  </a:cubicBezTo>
                  <a:cubicBezTo>
                    <a:pt x="4477" y="7919"/>
                    <a:pt x="4775" y="11884"/>
                    <a:pt x="7013" y="12241"/>
                  </a:cubicBezTo>
                  <a:cubicBezTo>
                    <a:pt x="7081" y="12252"/>
                    <a:pt x="7154" y="12258"/>
                    <a:pt x="7231" y="12258"/>
                  </a:cubicBezTo>
                  <a:cubicBezTo>
                    <a:pt x="7910" y="12258"/>
                    <a:pt x="8889" y="11824"/>
                    <a:pt x="9263" y="10765"/>
                  </a:cubicBezTo>
                  <a:cubicBezTo>
                    <a:pt x="9656" y="9670"/>
                    <a:pt x="7882" y="6753"/>
                    <a:pt x="8858" y="4002"/>
                  </a:cubicBezTo>
                  <a:cubicBezTo>
                    <a:pt x="9702" y="1641"/>
                    <a:pt x="9092" y="1103"/>
                    <a:pt x="8363" y="1103"/>
                  </a:cubicBezTo>
                  <a:cubicBezTo>
                    <a:pt x="7754" y="1103"/>
                    <a:pt x="7061" y="1478"/>
                    <a:pt x="7061" y="1478"/>
                  </a:cubicBezTo>
                  <a:cubicBezTo>
                    <a:pt x="7061" y="1478"/>
                    <a:pt x="6296" y="1"/>
                    <a:pt x="49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0"/>
            <p:cNvSpPr/>
            <p:nvPr/>
          </p:nvSpPr>
          <p:spPr>
            <a:xfrm>
              <a:off x="5779200" y="1173675"/>
              <a:ext cx="53675" cy="44925"/>
            </a:xfrm>
            <a:custGeom>
              <a:rect b="b" l="l" r="r" t="t"/>
              <a:pathLst>
                <a:path extrusionOk="0" h="1797" w="2147">
                  <a:moveTo>
                    <a:pt x="1391" y="0"/>
                  </a:moveTo>
                  <a:cubicBezTo>
                    <a:pt x="1239" y="0"/>
                    <a:pt x="1084" y="57"/>
                    <a:pt x="956" y="148"/>
                  </a:cubicBezTo>
                  <a:cubicBezTo>
                    <a:pt x="801" y="267"/>
                    <a:pt x="682" y="422"/>
                    <a:pt x="540" y="565"/>
                  </a:cubicBezTo>
                  <a:cubicBezTo>
                    <a:pt x="0" y="1249"/>
                    <a:pt x="756" y="1797"/>
                    <a:pt x="1398" y="1797"/>
                  </a:cubicBezTo>
                  <a:cubicBezTo>
                    <a:pt x="1706" y="1797"/>
                    <a:pt x="1987" y="1671"/>
                    <a:pt x="2087" y="1374"/>
                  </a:cubicBezTo>
                  <a:cubicBezTo>
                    <a:pt x="2147" y="1219"/>
                    <a:pt x="2123" y="1065"/>
                    <a:pt x="2111" y="898"/>
                  </a:cubicBezTo>
                  <a:cubicBezTo>
                    <a:pt x="2075" y="719"/>
                    <a:pt x="2028" y="529"/>
                    <a:pt x="1944" y="362"/>
                  </a:cubicBezTo>
                  <a:cubicBezTo>
                    <a:pt x="1849" y="195"/>
                    <a:pt x="1706" y="64"/>
                    <a:pt x="1528" y="17"/>
                  </a:cubicBezTo>
                  <a:cubicBezTo>
                    <a:pt x="1483" y="6"/>
                    <a:pt x="1437" y="0"/>
                    <a:pt x="1391"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0"/>
            <p:cNvSpPr/>
            <p:nvPr/>
          </p:nvSpPr>
          <p:spPr>
            <a:xfrm>
              <a:off x="5858750" y="1118350"/>
              <a:ext cx="45575" cy="48100"/>
            </a:xfrm>
            <a:custGeom>
              <a:rect b="b" l="l" r="r" t="t"/>
              <a:pathLst>
                <a:path extrusionOk="0" h="1924" w="1823">
                  <a:moveTo>
                    <a:pt x="1082" y="0"/>
                  </a:moveTo>
                  <a:cubicBezTo>
                    <a:pt x="843" y="0"/>
                    <a:pt x="601" y="103"/>
                    <a:pt x="417" y="265"/>
                  </a:cubicBezTo>
                  <a:cubicBezTo>
                    <a:pt x="310" y="361"/>
                    <a:pt x="215" y="456"/>
                    <a:pt x="156" y="575"/>
                  </a:cubicBezTo>
                  <a:cubicBezTo>
                    <a:pt x="1" y="992"/>
                    <a:pt x="417" y="1789"/>
                    <a:pt x="846" y="1885"/>
                  </a:cubicBezTo>
                  <a:cubicBezTo>
                    <a:pt x="939" y="1910"/>
                    <a:pt x="1040" y="1924"/>
                    <a:pt x="1140" y="1924"/>
                  </a:cubicBezTo>
                  <a:cubicBezTo>
                    <a:pt x="1372" y="1924"/>
                    <a:pt x="1602" y="1846"/>
                    <a:pt x="1727" y="1646"/>
                  </a:cubicBezTo>
                  <a:cubicBezTo>
                    <a:pt x="1810" y="1515"/>
                    <a:pt x="1822" y="1337"/>
                    <a:pt x="1822" y="1170"/>
                  </a:cubicBezTo>
                  <a:cubicBezTo>
                    <a:pt x="1822" y="992"/>
                    <a:pt x="1822" y="813"/>
                    <a:pt x="1810" y="634"/>
                  </a:cubicBezTo>
                  <a:cubicBezTo>
                    <a:pt x="1810" y="539"/>
                    <a:pt x="1799" y="432"/>
                    <a:pt x="1751" y="337"/>
                  </a:cubicBezTo>
                  <a:cubicBezTo>
                    <a:pt x="1703" y="253"/>
                    <a:pt x="1620" y="182"/>
                    <a:pt x="1525" y="122"/>
                  </a:cubicBezTo>
                  <a:cubicBezTo>
                    <a:pt x="1406" y="63"/>
                    <a:pt x="1287" y="15"/>
                    <a:pt x="1156" y="3"/>
                  </a:cubicBezTo>
                  <a:cubicBezTo>
                    <a:pt x="1131" y="1"/>
                    <a:pt x="1107" y="0"/>
                    <a:pt x="1082"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0"/>
            <p:cNvSpPr/>
            <p:nvPr/>
          </p:nvSpPr>
          <p:spPr>
            <a:xfrm>
              <a:off x="5926450" y="1139650"/>
              <a:ext cx="45725" cy="36975"/>
            </a:xfrm>
            <a:custGeom>
              <a:rect b="b" l="l" r="r" t="t"/>
              <a:pathLst>
                <a:path extrusionOk="0" h="1479" w="1829">
                  <a:moveTo>
                    <a:pt x="1087" y="0"/>
                  </a:moveTo>
                  <a:cubicBezTo>
                    <a:pt x="994" y="0"/>
                    <a:pt x="902" y="18"/>
                    <a:pt x="817" y="56"/>
                  </a:cubicBezTo>
                  <a:cubicBezTo>
                    <a:pt x="0" y="394"/>
                    <a:pt x="339" y="1479"/>
                    <a:pt x="1123" y="1479"/>
                  </a:cubicBezTo>
                  <a:cubicBezTo>
                    <a:pt x="1196" y="1479"/>
                    <a:pt x="1273" y="1470"/>
                    <a:pt x="1353" y="1449"/>
                  </a:cubicBezTo>
                  <a:cubicBezTo>
                    <a:pt x="1460" y="1425"/>
                    <a:pt x="1543" y="1378"/>
                    <a:pt x="1615" y="1318"/>
                  </a:cubicBezTo>
                  <a:cubicBezTo>
                    <a:pt x="1698" y="1247"/>
                    <a:pt x="1734" y="1128"/>
                    <a:pt x="1769" y="1021"/>
                  </a:cubicBezTo>
                  <a:cubicBezTo>
                    <a:pt x="1829" y="830"/>
                    <a:pt x="1829" y="604"/>
                    <a:pt x="1758" y="425"/>
                  </a:cubicBezTo>
                  <a:cubicBezTo>
                    <a:pt x="1650" y="166"/>
                    <a:pt x="1367" y="0"/>
                    <a:pt x="108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0"/>
            <p:cNvSpPr/>
            <p:nvPr/>
          </p:nvSpPr>
          <p:spPr>
            <a:xfrm>
              <a:off x="5694450" y="1461750"/>
              <a:ext cx="266425" cy="176100"/>
            </a:xfrm>
            <a:custGeom>
              <a:rect b="b" l="l" r="r" t="t"/>
              <a:pathLst>
                <a:path extrusionOk="0" h="7044" w="10657">
                  <a:moveTo>
                    <a:pt x="3639" y="1"/>
                  </a:moveTo>
                  <a:cubicBezTo>
                    <a:pt x="2870" y="1"/>
                    <a:pt x="2715" y="1412"/>
                    <a:pt x="2715" y="1412"/>
                  </a:cubicBezTo>
                  <a:cubicBezTo>
                    <a:pt x="2715" y="1412"/>
                    <a:pt x="2610" y="1399"/>
                    <a:pt x="2444" y="1399"/>
                  </a:cubicBezTo>
                  <a:cubicBezTo>
                    <a:pt x="1967" y="1399"/>
                    <a:pt x="987" y="1510"/>
                    <a:pt x="572" y="2377"/>
                  </a:cubicBezTo>
                  <a:cubicBezTo>
                    <a:pt x="0" y="3555"/>
                    <a:pt x="1298" y="4186"/>
                    <a:pt x="1298" y="4186"/>
                  </a:cubicBezTo>
                  <a:cubicBezTo>
                    <a:pt x="1298" y="4186"/>
                    <a:pt x="286" y="5270"/>
                    <a:pt x="703" y="6341"/>
                  </a:cubicBezTo>
                  <a:cubicBezTo>
                    <a:pt x="794" y="6575"/>
                    <a:pt x="909" y="6664"/>
                    <a:pt x="1053" y="6664"/>
                  </a:cubicBezTo>
                  <a:cubicBezTo>
                    <a:pt x="1511" y="6664"/>
                    <a:pt x="2263" y="5768"/>
                    <a:pt x="3462" y="5768"/>
                  </a:cubicBezTo>
                  <a:cubicBezTo>
                    <a:pt x="3618" y="5768"/>
                    <a:pt x="3782" y="5783"/>
                    <a:pt x="3953" y="5817"/>
                  </a:cubicBezTo>
                  <a:cubicBezTo>
                    <a:pt x="5333" y="6100"/>
                    <a:pt x="7194" y="7043"/>
                    <a:pt x="8608" y="7043"/>
                  </a:cubicBezTo>
                  <a:cubicBezTo>
                    <a:pt x="9159" y="7043"/>
                    <a:pt x="9641" y="6900"/>
                    <a:pt x="10002" y="6520"/>
                  </a:cubicBezTo>
                  <a:cubicBezTo>
                    <a:pt x="10395" y="6115"/>
                    <a:pt x="10657" y="5139"/>
                    <a:pt x="10061" y="4282"/>
                  </a:cubicBezTo>
                  <a:cubicBezTo>
                    <a:pt x="9502" y="3496"/>
                    <a:pt x="6692" y="3329"/>
                    <a:pt x="5275" y="1364"/>
                  </a:cubicBezTo>
                  <a:cubicBezTo>
                    <a:pt x="4544" y="343"/>
                    <a:pt x="4017" y="1"/>
                    <a:pt x="36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0"/>
            <p:cNvSpPr/>
            <p:nvPr/>
          </p:nvSpPr>
          <p:spPr>
            <a:xfrm>
              <a:off x="5662300" y="1559475"/>
              <a:ext cx="41975" cy="37000"/>
            </a:xfrm>
            <a:custGeom>
              <a:rect b="b" l="l" r="r" t="t"/>
              <a:pathLst>
                <a:path extrusionOk="0" h="1480" w="1679">
                  <a:moveTo>
                    <a:pt x="538" y="1"/>
                  </a:moveTo>
                  <a:cubicBezTo>
                    <a:pt x="407" y="1"/>
                    <a:pt x="280" y="32"/>
                    <a:pt x="179" y="122"/>
                  </a:cubicBezTo>
                  <a:cubicBezTo>
                    <a:pt x="60" y="230"/>
                    <a:pt x="1" y="408"/>
                    <a:pt x="1" y="575"/>
                  </a:cubicBezTo>
                  <a:cubicBezTo>
                    <a:pt x="1" y="730"/>
                    <a:pt x="36" y="896"/>
                    <a:pt x="84" y="1051"/>
                  </a:cubicBezTo>
                  <a:cubicBezTo>
                    <a:pt x="174" y="1359"/>
                    <a:pt x="367" y="1480"/>
                    <a:pt x="580" y="1480"/>
                  </a:cubicBezTo>
                  <a:cubicBezTo>
                    <a:pt x="1075" y="1480"/>
                    <a:pt x="1679" y="830"/>
                    <a:pt x="1346" y="373"/>
                  </a:cubicBezTo>
                  <a:cubicBezTo>
                    <a:pt x="1275" y="277"/>
                    <a:pt x="1156" y="194"/>
                    <a:pt x="1036" y="158"/>
                  </a:cubicBezTo>
                  <a:cubicBezTo>
                    <a:pt x="905" y="99"/>
                    <a:pt x="751" y="15"/>
                    <a:pt x="608" y="3"/>
                  </a:cubicBezTo>
                  <a:cubicBezTo>
                    <a:pt x="584" y="2"/>
                    <a:pt x="561" y="1"/>
                    <a:pt x="538"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0"/>
            <p:cNvSpPr/>
            <p:nvPr/>
          </p:nvSpPr>
          <p:spPr>
            <a:xfrm>
              <a:off x="5656950" y="1482075"/>
              <a:ext cx="42000" cy="37650"/>
            </a:xfrm>
            <a:custGeom>
              <a:rect b="b" l="l" r="r" t="t"/>
              <a:pathLst>
                <a:path extrusionOk="0" h="1506" w="1680">
                  <a:moveTo>
                    <a:pt x="653" y="1"/>
                  </a:moveTo>
                  <a:cubicBezTo>
                    <a:pt x="578" y="1"/>
                    <a:pt x="512" y="22"/>
                    <a:pt x="453" y="51"/>
                  </a:cubicBezTo>
                  <a:cubicBezTo>
                    <a:pt x="346" y="99"/>
                    <a:pt x="274" y="170"/>
                    <a:pt x="191" y="242"/>
                  </a:cubicBezTo>
                  <a:cubicBezTo>
                    <a:pt x="60" y="421"/>
                    <a:pt x="0" y="647"/>
                    <a:pt x="12" y="873"/>
                  </a:cubicBezTo>
                  <a:cubicBezTo>
                    <a:pt x="36" y="968"/>
                    <a:pt x="48" y="1087"/>
                    <a:pt x="107" y="1183"/>
                  </a:cubicBezTo>
                  <a:cubicBezTo>
                    <a:pt x="245" y="1393"/>
                    <a:pt x="568" y="1506"/>
                    <a:pt x="859" y="1506"/>
                  </a:cubicBezTo>
                  <a:cubicBezTo>
                    <a:pt x="1046" y="1506"/>
                    <a:pt x="1219" y="1459"/>
                    <a:pt x="1322" y="1361"/>
                  </a:cubicBezTo>
                  <a:cubicBezTo>
                    <a:pt x="1536" y="1183"/>
                    <a:pt x="1679" y="897"/>
                    <a:pt x="1584" y="659"/>
                  </a:cubicBezTo>
                  <a:cubicBezTo>
                    <a:pt x="1524" y="540"/>
                    <a:pt x="1417" y="456"/>
                    <a:pt x="1310" y="361"/>
                  </a:cubicBezTo>
                  <a:cubicBezTo>
                    <a:pt x="1191" y="278"/>
                    <a:pt x="1072" y="194"/>
                    <a:pt x="941" y="111"/>
                  </a:cubicBezTo>
                  <a:cubicBezTo>
                    <a:pt x="869" y="63"/>
                    <a:pt x="786" y="16"/>
                    <a:pt x="703" y="4"/>
                  </a:cubicBezTo>
                  <a:cubicBezTo>
                    <a:pt x="686" y="2"/>
                    <a:pt x="669" y="1"/>
                    <a:pt x="653"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0"/>
            <p:cNvSpPr/>
            <p:nvPr/>
          </p:nvSpPr>
          <p:spPr>
            <a:xfrm>
              <a:off x="5702475" y="1447300"/>
              <a:ext cx="33675" cy="30325"/>
            </a:xfrm>
            <a:custGeom>
              <a:rect b="b" l="l" r="r" t="t"/>
              <a:pathLst>
                <a:path extrusionOk="0" h="1213" w="1347">
                  <a:moveTo>
                    <a:pt x="677" y="1"/>
                  </a:moveTo>
                  <a:cubicBezTo>
                    <a:pt x="412" y="1"/>
                    <a:pt x="147" y="216"/>
                    <a:pt x="84" y="478"/>
                  </a:cubicBezTo>
                  <a:cubicBezTo>
                    <a:pt x="0" y="935"/>
                    <a:pt x="342" y="1213"/>
                    <a:pt x="696" y="1213"/>
                  </a:cubicBezTo>
                  <a:cubicBezTo>
                    <a:pt x="942" y="1213"/>
                    <a:pt x="1193" y="1078"/>
                    <a:pt x="1311" y="776"/>
                  </a:cubicBezTo>
                  <a:cubicBezTo>
                    <a:pt x="1334" y="692"/>
                    <a:pt x="1346" y="609"/>
                    <a:pt x="1334" y="514"/>
                  </a:cubicBezTo>
                  <a:cubicBezTo>
                    <a:pt x="1323" y="430"/>
                    <a:pt x="1263" y="359"/>
                    <a:pt x="1203" y="276"/>
                  </a:cubicBezTo>
                  <a:cubicBezTo>
                    <a:pt x="1096" y="145"/>
                    <a:pt x="953" y="37"/>
                    <a:pt x="787" y="14"/>
                  </a:cubicBezTo>
                  <a:cubicBezTo>
                    <a:pt x="751" y="5"/>
                    <a:pt x="714" y="1"/>
                    <a:pt x="677"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0"/>
            <p:cNvSpPr/>
            <p:nvPr/>
          </p:nvSpPr>
          <p:spPr>
            <a:xfrm>
              <a:off x="6039425" y="1612525"/>
              <a:ext cx="122075" cy="113150"/>
            </a:xfrm>
            <a:custGeom>
              <a:rect b="b" l="l" r="r" t="t"/>
              <a:pathLst>
                <a:path extrusionOk="0" h="4526" w="4883">
                  <a:moveTo>
                    <a:pt x="4882" y="1"/>
                  </a:moveTo>
                  <a:lnTo>
                    <a:pt x="4882" y="1"/>
                  </a:lnTo>
                  <a:cubicBezTo>
                    <a:pt x="1" y="739"/>
                    <a:pt x="394" y="4525"/>
                    <a:pt x="394" y="4525"/>
                  </a:cubicBezTo>
                  <a:cubicBezTo>
                    <a:pt x="394" y="4525"/>
                    <a:pt x="2954" y="3965"/>
                    <a:pt x="48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0"/>
            <p:cNvSpPr/>
            <p:nvPr/>
          </p:nvSpPr>
          <p:spPr>
            <a:xfrm>
              <a:off x="6070675" y="1785475"/>
              <a:ext cx="84575" cy="136050"/>
            </a:xfrm>
            <a:custGeom>
              <a:rect b="b" l="l" r="r" t="t"/>
              <a:pathLst>
                <a:path extrusionOk="0" h="5442" w="3383">
                  <a:moveTo>
                    <a:pt x="3382" y="0"/>
                  </a:moveTo>
                  <a:lnTo>
                    <a:pt x="3382" y="0"/>
                  </a:lnTo>
                  <a:cubicBezTo>
                    <a:pt x="1" y="2191"/>
                    <a:pt x="287" y="5441"/>
                    <a:pt x="287" y="5441"/>
                  </a:cubicBezTo>
                  <a:cubicBezTo>
                    <a:pt x="287" y="5441"/>
                    <a:pt x="3144" y="4489"/>
                    <a:pt x="33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0"/>
            <p:cNvSpPr/>
            <p:nvPr/>
          </p:nvSpPr>
          <p:spPr>
            <a:xfrm>
              <a:off x="6132000" y="2118550"/>
              <a:ext cx="81300" cy="75325"/>
            </a:xfrm>
            <a:custGeom>
              <a:rect b="b" l="l" r="r" t="t"/>
              <a:pathLst>
                <a:path extrusionOk="0" h="3013" w="3252">
                  <a:moveTo>
                    <a:pt x="3251" y="0"/>
                  </a:moveTo>
                  <a:lnTo>
                    <a:pt x="3251" y="0"/>
                  </a:lnTo>
                  <a:cubicBezTo>
                    <a:pt x="477" y="750"/>
                    <a:pt x="1" y="3013"/>
                    <a:pt x="1" y="3013"/>
                  </a:cubicBezTo>
                  <a:cubicBezTo>
                    <a:pt x="1" y="3013"/>
                    <a:pt x="2132" y="2977"/>
                    <a:pt x="3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0"/>
            <p:cNvSpPr/>
            <p:nvPr/>
          </p:nvSpPr>
          <p:spPr>
            <a:xfrm>
              <a:off x="5896250" y="1700350"/>
              <a:ext cx="123550" cy="96150"/>
            </a:xfrm>
            <a:custGeom>
              <a:rect b="b" l="l" r="r" t="t"/>
              <a:pathLst>
                <a:path extrusionOk="0" h="3846" w="4942">
                  <a:moveTo>
                    <a:pt x="1" y="0"/>
                  </a:moveTo>
                  <a:cubicBezTo>
                    <a:pt x="1" y="0"/>
                    <a:pt x="537" y="2953"/>
                    <a:pt x="4942" y="3846"/>
                  </a:cubicBezTo>
                  <a:cubicBezTo>
                    <a:pt x="3275" y="179"/>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0"/>
            <p:cNvSpPr/>
            <p:nvPr/>
          </p:nvSpPr>
          <p:spPr>
            <a:xfrm>
              <a:off x="5908175" y="2032825"/>
              <a:ext cx="157775" cy="123250"/>
            </a:xfrm>
            <a:custGeom>
              <a:rect b="b" l="l" r="r" t="t"/>
              <a:pathLst>
                <a:path extrusionOk="0" h="4930" w="6311">
                  <a:moveTo>
                    <a:pt x="0" y="0"/>
                  </a:moveTo>
                  <a:cubicBezTo>
                    <a:pt x="0" y="0"/>
                    <a:pt x="679" y="3787"/>
                    <a:pt x="6310" y="4929"/>
                  </a:cubicBezTo>
                  <a:cubicBezTo>
                    <a:pt x="4179" y="239"/>
                    <a:pt x="1"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0"/>
            <p:cNvSpPr/>
            <p:nvPr/>
          </p:nvSpPr>
          <p:spPr>
            <a:xfrm>
              <a:off x="5828400" y="2212625"/>
              <a:ext cx="253625" cy="167350"/>
            </a:xfrm>
            <a:custGeom>
              <a:rect b="b" l="l" r="r" t="t"/>
              <a:pathLst>
                <a:path extrusionOk="0" h="6694" w="10145">
                  <a:moveTo>
                    <a:pt x="1084" y="0"/>
                  </a:moveTo>
                  <a:cubicBezTo>
                    <a:pt x="735" y="0"/>
                    <a:pt x="374" y="15"/>
                    <a:pt x="0" y="47"/>
                  </a:cubicBezTo>
                  <a:cubicBezTo>
                    <a:pt x="1485" y="5763"/>
                    <a:pt x="5579" y="6694"/>
                    <a:pt x="8089" y="6694"/>
                  </a:cubicBezTo>
                  <a:cubicBezTo>
                    <a:pt x="9302" y="6694"/>
                    <a:pt x="10144" y="6477"/>
                    <a:pt x="10144" y="6477"/>
                  </a:cubicBezTo>
                  <a:cubicBezTo>
                    <a:pt x="10144" y="6477"/>
                    <a:pt x="8271" y="0"/>
                    <a:pt x="10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0"/>
            <p:cNvSpPr/>
            <p:nvPr/>
          </p:nvSpPr>
          <p:spPr>
            <a:xfrm>
              <a:off x="6082300" y="2172725"/>
              <a:ext cx="235775" cy="314950"/>
            </a:xfrm>
            <a:custGeom>
              <a:rect b="b" l="l" r="r" t="t"/>
              <a:pathLst>
                <a:path extrusionOk="0" h="12598" w="9431">
                  <a:moveTo>
                    <a:pt x="8347" y="0"/>
                  </a:moveTo>
                  <a:cubicBezTo>
                    <a:pt x="0" y="5060"/>
                    <a:pt x="2191" y="12597"/>
                    <a:pt x="2191" y="12597"/>
                  </a:cubicBezTo>
                  <a:cubicBezTo>
                    <a:pt x="2191" y="12597"/>
                    <a:pt x="9430" y="10537"/>
                    <a:pt x="83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0"/>
            <p:cNvSpPr/>
            <p:nvPr/>
          </p:nvSpPr>
          <p:spPr>
            <a:xfrm>
              <a:off x="6162675" y="1888450"/>
              <a:ext cx="106875" cy="92300"/>
            </a:xfrm>
            <a:custGeom>
              <a:rect b="b" l="l" r="r" t="t"/>
              <a:pathLst>
                <a:path extrusionOk="0" h="3692" w="4275">
                  <a:moveTo>
                    <a:pt x="536" y="1"/>
                  </a:moveTo>
                  <a:cubicBezTo>
                    <a:pt x="357" y="215"/>
                    <a:pt x="167" y="418"/>
                    <a:pt x="0" y="644"/>
                  </a:cubicBezTo>
                  <a:cubicBezTo>
                    <a:pt x="119" y="941"/>
                    <a:pt x="262" y="1203"/>
                    <a:pt x="524" y="1382"/>
                  </a:cubicBezTo>
                  <a:cubicBezTo>
                    <a:pt x="1179" y="1882"/>
                    <a:pt x="2155" y="1668"/>
                    <a:pt x="2846" y="2132"/>
                  </a:cubicBezTo>
                  <a:cubicBezTo>
                    <a:pt x="3203" y="2370"/>
                    <a:pt x="3405" y="2751"/>
                    <a:pt x="3572" y="3144"/>
                  </a:cubicBezTo>
                  <a:cubicBezTo>
                    <a:pt x="3643" y="3323"/>
                    <a:pt x="3703" y="3501"/>
                    <a:pt x="3750" y="3692"/>
                  </a:cubicBezTo>
                  <a:cubicBezTo>
                    <a:pt x="3929" y="3525"/>
                    <a:pt x="4096" y="3382"/>
                    <a:pt x="4274" y="3215"/>
                  </a:cubicBezTo>
                  <a:lnTo>
                    <a:pt x="4096" y="2858"/>
                  </a:lnTo>
                  <a:cubicBezTo>
                    <a:pt x="3703" y="2132"/>
                    <a:pt x="3179" y="1358"/>
                    <a:pt x="2381" y="1191"/>
                  </a:cubicBezTo>
                  <a:cubicBezTo>
                    <a:pt x="1869" y="1084"/>
                    <a:pt x="1274" y="1203"/>
                    <a:pt x="893" y="870"/>
                  </a:cubicBezTo>
                  <a:cubicBezTo>
                    <a:pt x="702" y="691"/>
                    <a:pt x="607" y="429"/>
                    <a:pt x="548" y="167"/>
                  </a:cubicBezTo>
                  <a:cubicBezTo>
                    <a:pt x="536" y="108"/>
                    <a:pt x="536" y="60"/>
                    <a:pt x="5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0"/>
            <p:cNvSpPr/>
            <p:nvPr/>
          </p:nvSpPr>
          <p:spPr>
            <a:xfrm>
              <a:off x="6136175" y="1925375"/>
              <a:ext cx="103600" cy="85150"/>
            </a:xfrm>
            <a:custGeom>
              <a:rect b="b" l="l" r="r" t="t"/>
              <a:pathLst>
                <a:path extrusionOk="0" h="3406" w="4144">
                  <a:moveTo>
                    <a:pt x="417" y="0"/>
                  </a:moveTo>
                  <a:cubicBezTo>
                    <a:pt x="274" y="226"/>
                    <a:pt x="119" y="429"/>
                    <a:pt x="0" y="655"/>
                  </a:cubicBezTo>
                  <a:cubicBezTo>
                    <a:pt x="108" y="774"/>
                    <a:pt x="238" y="881"/>
                    <a:pt x="358" y="953"/>
                  </a:cubicBezTo>
                  <a:cubicBezTo>
                    <a:pt x="810" y="1238"/>
                    <a:pt x="1346" y="1334"/>
                    <a:pt x="1846" y="1500"/>
                  </a:cubicBezTo>
                  <a:cubicBezTo>
                    <a:pt x="2358" y="1667"/>
                    <a:pt x="2870" y="1905"/>
                    <a:pt x="3156" y="2346"/>
                  </a:cubicBezTo>
                  <a:cubicBezTo>
                    <a:pt x="3370" y="2679"/>
                    <a:pt x="3441" y="3072"/>
                    <a:pt x="3667" y="3405"/>
                  </a:cubicBezTo>
                  <a:cubicBezTo>
                    <a:pt x="3810" y="3262"/>
                    <a:pt x="3977" y="3084"/>
                    <a:pt x="4144" y="2917"/>
                  </a:cubicBezTo>
                  <a:cubicBezTo>
                    <a:pt x="4144" y="2572"/>
                    <a:pt x="4001" y="2227"/>
                    <a:pt x="3798" y="1965"/>
                  </a:cubicBezTo>
                  <a:cubicBezTo>
                    <a:pt x="3465" y="1548"/>
                    <a:pt x="2989" y="1274"/>
                    <a:pt x="2513" y="1072"/>
                  </a:cubicBezTo>
                  <a:cubicBezTo>
                    <a:pt x="2024" y="857"/>
                    <a:pt x="1524" y="715"/>
                    <a:pt x="1060" y="476"/>
                  </a:cubicBezTo>
                  <a:cubicBezTo>
                    <a:pt x="822" y="357"/>
                    <a:pt x="596" y="203"/>
                    <a:pt x="4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0"/>
            <p:cNvSpPr/>
            <p:nvPr/>
          </p:nvSpPr>
          <p:spPr>
            <a:xfrm>
              <a:off x="6069500" y="1464000"/>
              <a:ext cx="63425" cy="93775"/>
            </a:xfrm>
            <a:custGeom>
              <a:rect b="b" l="l" r="r" t="t"/>
              <a:pathLst>
                <a:path extrusionOk="0" h="3751" w="2537">
                  <a:moveTo>
                    <a:pt x="596" y="1"/>
                  </a:moveTo>
                  <a:lnTo>
                    <a:pt x="596" y="1"/>
                  </a:lnTo>
                  <a:cubicBezTo>
                    <a:pt x="393" y="108"/>
                    <a:pt x="203" y="227"/>
                    <a:pt x="0" y="322"/>
                  </a:cubicBezTo>
                  <a:cubicBezTo>
                    <a:pt x="0" y="584"/>
                    <a:pt x="48" y="834"/>
                    <a:pt x="203" y="1060"/>
                  </a:cubicBezTo>
                  <a:cubicBezTo>
                    <a:pt x="560" y="1620"/>
                    <a:pt x="1370" y="1751"/>
                    <a:pt x="1762" y="2287"/>
                  </a:cubicBezTo>
                  <a:cubicBezTo>
                    <a:pt x="1953" y="2572"/>
                    <a:pt x="2013" y="2929"/>
                    <a:pt x="2024" y="3275"/>
                  </a:cubicBezTo>
                  <a:cubicBezTo>
                    <a:pt x="2024" y="3441"/>
                    <a:pt x="2024" y="3584"/>
                    <a:pt x="2013" y="3751"/>
                  </a:cubicBezTo>
                  <a:cubicBezTo>
                    <a:pt x="2179" y="3703"/>
                    <a:pt x="2346" y="3632"/>
                    <a:pt x="2536" y="3560"/>
                  </a:cubicBezTo>
                  <a:cubicBezTo>
                    <a:pt x="2536" y="3453"/>
                    <a:pt x="2524" y="3346"/>
                    <a:pt x="2501" y="3227"/>
                  </a:cubicBezTo>
                  <a:cubicBezTo>
                    <a:pt x="2429" y="2560"/>
                    <a:pt x="2239" y="1810"/>
                    <a:pt x="1667" y="1441"/>
                  </a:cubicBezTo>
                  <a:cubicBezTo>
                    <a:pt x="1310" y="1215"/>
                    <a:pt x="822" y="1132"/>
                    <a:pt x="631" y="763"/>
                  </a:cubicBezTo>
                  <a:cubicBezTo>
                    <a:pt x="524" y="560"/>
                    <a:pt x="536" y="346"/>
                    <a:pt x="572" y="131"/>
                  </a:cubicBezTo>
                  <a:cubicBezTo>
                    <a:pt x="584" y="84"/>
                    <a:pt x="584" y="48"/>
                    <a:pt x="5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0"/>
            <p:cNvSpPr/>
            <p:nvPr/>
          </p:nvSpPr>
          <p:spPr>
            <a:xfrm>
              <a:off x="6038250" y="1483950"/>
              <a:ext cx="65500" cy="89025"/>
            </a:xfrm>
            <a:custGeom>
              <a:rect b="b" l="l" r="r" t="t"/>
              <a:pathLst>
                <a:path extrusionOk="0" h="3561" w="2620">
                  <a:moveTo>
                    <a:pt x="512" y="0"/>
                  </a:moveTo>
                  <a:cubicBezTo>
                    <a:pt x="334" y="119"/>
                    <a:pt x="155" y="262"/>
                    <a:pt x="0" y="393"/>
                  </a:cubicBezTo>
                  <a:cubicBezTo>
                    <a:pt x="48" y="512"/>
                    <a:pt x="119" y="631"/>
                    <a:pt x="191" y="738"/>
                  </a:cubicBezTo>
                  <a:cubicBezTo>
                    <a:pt x="465" y="1072"/>
                    <a:pt x="834" y="1310"/>
                    <a:pt x="1179" y="1584"/>
                  </a:cubicBezTo>
                  <a:cubicBezTo>
                    <a:pt x="1524" y="1846"/>
                    <a:pt x="1846" y="2179"/>
                    <a:pt x="1941" y="2608"/>
                  </a:cubicBezTo>
                  <a:cubicBezTo>
                    <a:pt x="2012" y="2917"/>
                    <a:pt x="1941" y="3251"/>
                    <a:pt x="2012" y="3560"/>
                  </a:cubicBezTo>
                  <a:cubicBezTo>
                    <a:pt x="2179" y="3489"/>
                    <a:pt x="2334" y="3394"/>
                    <a:pt x="2512" y="3322"/>
                  </a:cubicBezTo>
                  <a:cubicBezTo>
                    <a:pt x="2620" y="3060"/>
                    <a:pt x="2620" y="2762"/>
                    <a:pt x="2536" y="2489"/>
                  </a:cubicBezTo>
                  <a:cubicBezTo>
                    <a:pt x="2405" y="2072"/>
                    <a:pt x="2120" y="1727"/>
                    <a:pt x="1810" y="1429"/>
                  </a:cubicBezTo>
                  <a:cubicBezTo>
                    <a:pt x="1488" y="1131"/>
                    <a:pt x="1131" y="881"/>
                    <a:pt x="857" y="560"/>
                  </a:cubicBezTo>
                  <a:cubicBezTo>
                    <a:pt x="703" y="393"/>
                    <a:pt x="572" y="215"/>
                    <a:pt x="5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0"/>
            <p:cNvSpPr/>
            <p:nvPr/>
          </p:nvSpPr>
          <p:spPr>
            <a:xfrm>
              <a:off x="5881375" y="1364500"/>
              <a:ext cx="110150" cy="52925"/>
            </a:xfrm>
            <a:custGeom>
              <a:rect b="b" l="l" r="r" t="t"/>
              <a:pathLst>
                <a:path extrusionOk="0" h="2117" w="4406">
                  <a:moveTo>
                    <a:pt x="3406" y="0"/>
                  </a:moveTo>
                  <a:cubicBezTo>
                    <a:pt x="2814" y="0"/>
                    <a:pt x="2221" y="117"/>
                    <a:pt x="1810" y="528"/>
                  </a:cubicBezTo>
                  <a:cubicBezTo>
                    <a:pt x="1489" y="849"/>
                    <a:pt x="1298" y="1373"/>
                    <a:pt x="834" y="1492"/>
                  </a:cubicBezTo>
                  <a:cubicBezTo>
                    <a:pt x="770" y="1509"/>
                    <a:pt x="705" y="1516"/>
                    <a:pt x="638" y="1516"/>
                  </a:cubicBezTo>
                  <a:cubicBezTo>
                    <a:pt x="469" y="1516"/>
                    <a:pt x="294" y="1469"/>
                    <a:pt x="132" y="1409"/>
                  </a:cubicBezTo>
                  <a:cubicBezTo>
                    <a:pt x="84" y="1385"/>
                    <a:pt x="48" y="1361"/>
                    <a:pt x="1" y="1337"/>
                  </a:cubicBezTo>
                  <a:lnTo>
                    <a:pt x="1" y="1337"/>
                  </a:lnTo>
                  <a:cubicBezTo>
                    <a:pt x="72" y="1575"/>
                    <a:pt x="143" y="1837"/>
                    <a:pt x="215" y="2076"/>
                  </a:cubicBezTo>
                  <a:cubicBezTo>
                    <a:pt x="341" y="2102"/>
                    <a:pt x="467" y="2116"/>
                    <a:pt x="591" y="2116"/>
                  </a:cubicBezTo>
                  <a:cubicBezTo>
                    <a:pt x="748" y="2116"/>
                    <a:pt x="902" y="2093"/>
                    <a:pt x="1048" y="2040"/>
                  </a:cubicBezTo>
                  <a:cubicBezTo>
                    <a:pt x="1751" y="1790"/>
                    <a:pt x="2084" y="933"/>
                    <a:pt x="2763" y="635"/>
                  </a:cubicBezTo>
                  <a:cubicBezTo>
                    <a:pt x="2960" y="550"/>
                    <a:pt x="3171" y="515"/>
                    <a:pt x="3383" y="515"/>
                  </a:cubicBezTo>
                  <a:cubicBezTo>
                    <a:pt x="3555" y="515"/>
                    <a:pt x="3728" y="538"/>
                    <a:pt x="3894" y="575"/>
                  </a:cubicBezTo>
                  <a:cubicBezTo>
                    <a:pt x="4061" y="599"/>
                    <a:pt x="4239" y="647"/>
                    <a:pt x="4406" y="694"/>
                  </a:cubicBezTo>
                  <a:cubicBezTo>
                    <a:pt x="4370" y="516"/>
                    <a:pt x="4346" y="301"/>
                    <a:pt x="4299" y="75"/>
                  </a:cubicBezTo>
                  <a:lnTo>
                    <a:pt x="3942" y="28"/>
                  </a:lnTo>
                  <a:cubicBezTo>
                    <a:pt x="3766" y="11"/>
                    <a:pt x="3586" y="0"/>
                    <a:pt x="3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0"/>
            <p:cNvSpPr/>
            <p:nvPr/>
          </p:nvSpPr>
          <p:spPr>
            <a:xfrm>
              <a:off x="5895375" y="1398300"/>
              <a:ext cx="105100" cy="57100"/>
            </a:xfrm>
            <a:custGeom>
              <a:rect b="b" l="l" r="r" t="t"/>
              <a:pathLst>
                <a:path extrusionOk="0" h="2284" w="4204">
                  <a:moveTo>
                    <a:pt x="3296" y="1"/>
                  </a:moveTo>
                  <a:cubicBezTo>
                    <a:pt x="3248" y="1"/>
                    <a:pt x="3201" y="4"/>
                    <a:pt x="3155" y="9"/>
                  </a:cubicBezTo>
                  <a:cubicBezTo>
                    <a:pt x="2679" y="57"/>
                    <a:pt x="2239" y="295"/>
                    <a:pt x="1846" y="557"/>
                  </a:cubicBezTo>
                  <a:cubicBezTo>
                    <a:pt x="1465" y="831"/>
                    <a:pt x="1096" y="1152"/>
                    <a:pt x="667" y="1390"/>
                  </a:cubicBezTo>
                  <a:cubicBezTo>
                    <a:pt x="465" y="1509"/>
                    <a:pt x="238" y="1616"/>
                    <a:pt x="0" y="1640"/>
                  </a:cubicBezTo>
                  <a:cubicBezTo>
                    <a:pt x="95" y="1867"/>
                    <a:pt x="191" y="2093"/>
                    <a:pt x="298" y="2283"/>
                  </a:cubicBezTo>
                  <a:cubicBezTo>
                    <a:pt x="453" y="2259"/>
                    <a:pt x="584" y="2212"/>
                    <a:pt x="715" y="2152"/>
                  </a:cubicBezTo>
                  <a:cubicBezTo>
                    <a:pt x="1143" y="1938"/>
                    <a:pt x="1488" y="1581"/>
                    <a:pt x="1858" y="1271"/>
                  </a:cubicBezTo>
                  <a:cubicBezTo>
                    <a:pt x="2239" y="974"/>
                    <a:pt x="2667" y="688"/>
                    <a:pt x="3143" y="688"/>
                  </a:cubicBezTo>
                  <a:cubicBezTo>
                    <a:pt x="3487" y="688"/>
                    <a:pt x="3820" y="831"/>
                    <a:pt x="4163" y="831"/>
                  </a:cubicBezTo>
                  <a:cubicBezTo>
                    <a:pt x="4177" y="831"/>
                    <a:pt x="4190" y="831"/>
                    <a:pt x="4203" y="831"/>
                  </a:cubicBezTo>
                  <a:cubicBezTo>
                    <a:pt x="4155" y="628"/>
                    <a:pt x="4108" y="426"/>
                    <a:pt x="4048" y="212"/>
                  </a:cubicBezTo>
                  <a:cubicBezTo>
                    <a:pt x="3827" y="81"/>
                    <a:pt x="3555" y="1"/>
                    <a:pt x="32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0"/>
            <p:cNvSpPr/>
            <p:nvPr/>
          </p:nvSpPr>
          <p:spPr>
            <a:xfrm>
              <a:off x="5850125" y="1536925"/>
              <a:ext cx="40500" cy="92900"/>
            </a:xfrm>
            <a:custGeom>
              <a:rect b="b" l="l" r="r" t="t"/>
              <a:pathLst>
                <a:path extrusionOk="0" h="3716" w="1620">
                  <a:moveTo>
                    <a:pt x="1143" y="1"/>
                  </a:moveTo>
                  <a:cubicBezTo>
                    <a:pt x="1072" y="72"/>
                    <a:pt x="1012" y="143"/>
                    <a:pt x="953" y="227"/>
                  </a:cubicBezTo>
                  <a:cubicBezTo>
                    <a:pt x="548" y="703"/>
                    <a:pt x="179" y="1298"/>
                    <a:pt x="286" y="1906"/>
                  </a:cubicBezTo>
                  <a:cubicBezTo>
                    <a:pt x="358" y="2287"/>
                    <a:pt x="608" y="2668"/>
                    <a:pt x="489" y="3037"/>
                  </a:cubicBezTo>
                  <a:cubicBezTo>
                    <a:pt x="429" y="3227"/>
                    <a:pt x="262" y="3358"/>
                    <a:pt x="108" y="3465"/>
                  </a:cubicBezTo>
                  <a:cubicBezTo>
                    <a:pt x="72" y="3477"/>
                    <a:pt x="24" y="3513"/>
                    <a:pt x="0" y="3525"/>
                  </a:cubicBezTo>
                  <a:cubicBezTo>
                    <a:pt x="191" y="3596"/>
                    <a:pt x="405" y="3656"/>
                    <a:pt x="596" y="3715"/>
                  </a:cubicBezTo>
                  <a:cubicBezTo>
                    <a:pt x="774" y="3560"/>
                    <a:pt x="905" y="3358"/>
                    <a:pt x="965" y="3144"/>
                  </a:cubicBezTo>
                  <a:cubicBezTo>
                    <a:pt x="1120" y="2548"/>
                    <a:pt x="679" y="1917"/>
                    <a:pt x="798" y="1310"/>
                  </a:cubicBezTo>
                  <a:cubicBezTo>
                    <a:pt x="858" y="977"/>
                    <a:pt x="1060" y="715"/>
                    <a:pt x="1298" y="489"/>
                  </a:cubicBezTo>
                  <a:cubicBezTo>
                    <a:pt x="1393" y="382"/>
                    <a:pt x="1501" y="298"/>
                    <a:pt x="1620" y="203"/>
                  </a:cubicBezTo>
                  <a:cubicBezTo>
                    <a:pt x="1453" y="143"/>
                    <a:pt x="1298" y="72"/>
                    <a:pt x="1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0"/>
            <p:cNvSpPr/>
            <p:nvPr/>
          </p:nvSpPr>
          <p:spPr>
            <a:xfrm>
              <a:off x="5884350" y="1548825"/>
              <a:ext cx="35450" cy="88425"/>
            </a:xfrm>
            <a:custGeom>
              <a:rect b="b" l="l" r="r" t="t"/>
              <a:pathLst>
                <a:path extrusionOk="0" h="3537" w="1418">
                  <a:moveTo>
                    <a:pt x="941" y="1"/>
                  </a:moveTo>
                  <a:cubicBezTo>
                    <a:pt x="703" y="96"/>
                    <a:pt x="501" y="287"/>
                    <a:pt x="370" y="525"/>
                  </a:cubicBezTo>
                  <a:cubicBezTo>
                    <a:pt x="179" y="858"/>
                    <a:pt x="132" y="1275"/>
                    <a:pt x="132" y="1668"/>
                  </a:cubicBezTo>
                  <a:cubicBezTo>
                    <a:pt x="132" y="2061"/>
                    <a:pt x="179" y="2453"/>
                    <a:pt x="144" y="2858"/>
                  </a:cubicBezTo>
                  <a:cubicBezTo>
                    <a:pt x="132" y="3049"/>
                    <a:pt x="84" y="3251"/>
                    <a:pt x="1" y="3442"/>
                  </a:cubicBezTo>
                  <a:cubicBezTo>
                    <a:pt x="191" y="3477"/>
                    <a:pt x="382" y="3513"/>
                    <a:pt x="584" y="3537"/>
                  </a:cubicBezTo>
                  <a:cubicBezTo>
                    <a:pt x="620" y="3442"/>
                    <a:pt x="667" y="3311"/>
                    <a:pt x="679" y="3192"/>
                  </a:cubicBezTo>
                  <a:cubicBezTo>
                    <a:pt x="739" y="2811"/>
                    <a:pt x="667" y="2406"/>
                    <a:pt x="620" y="2001"/>
                  </a:cubicBezTo>
                  <a:cubicBezTo>
                    <a:pt x="596" y="1608"/>
                    <a:pt x="608" y="1191"/>
                    <a:pt x="834" y="846"/>
                  </a:cubicBezTo>
                  <a:cubicBezTo>
                    <a:pt x="977" y="596"/>
                    <a:pt x="1251" y="429"/>
                    <a:pt x="1418" y="191"/>
                  </a:cubicBezTo>
                  <a:cubicBezTo>
                    <a:pt x="1263" y="132"/>
                    <a:pt x="1096" y="60"/>
                    <a:pt x="9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0"/>
            <p:cNvSpPr/>
            <p:nvPr/>
          </p:nvSpPr>
          <p:spPr>
            <a:xfrm>
              <a:off x="5685363" y="1742819"/>
              <a:ext cx="291735" cy="192829"/>
            </a:xfrm>
            <a:custGeom>
              <a:rect b="b" l="l" r="r" t="t"/>
              <a:pathLst>
                <a:path extrusionOk="0" h="7044" w="10657">
                  <a:moveTo>
                    <a:pt x="3639" y="1"/>
                  </a:moveTo>
                  <a:cubicBezTo>
                    <a:pt x="2870" y="1"/>
                    <a:pt x="2715" y="1412"/>
                    <a:pt x="2715" y="1412"/>
                  </a:cubicBezTo>
                  <a:cubicBezTo>
                    <a:pt x="2715" y="1412"/>
                    <a:pt x="2610" y="1399"/>
                    <a:pt x="2444" y="1399"/>
                  </a:cubicBezTo>
                  <a:cubicBezTo>
                    <a:pt x="1967" y="1399"/>
                    <a:pt x="987" y="1510"/>
                    <a:pt x="572" y="2377"/>
                  </a:cubicBezTo>
                  <a:cubicBezTo>
                    <a:pt x="0" y="3555"/>
                    <a:pt x="1298" y="4186"/>
                    <a:pt x="1298" y="4186"/>
                  </a:cubicBezTo>
                  <a:cubicBezTo>
                    <a:pt x="1298" y="4186"/>
                    <a:pt x="286" y="5270"/>
                    <a:pt x="703" y="6341"/>
                  </a:cubicBezTo>
                  <a:cubicBezTo>
                    <a:pt x="794" y="6575"/>
                    <a:pt x="909" y="6664"/>
                    <a:pt x="1053" y="6664"/>
                  </a:cubicBezTo>
                  <a:cubicBezTo>
                    <a:pt x="1511" y="6664"/>
                    <a:pt x="2263" y="5768"/>
                    <a:pt x="3462" y="5768"/>
                  </a:cubicBezTo>
                  <a:cubicBezTo>
                    <a:pt x="3618" y="5768"/>
                    <a:pt x="3782" y="5783"/>
                    <a:pt x="3953" y="5817"/>
                  </a:cubicBezTo>
                  <a:cubicBezTo>
                    <a:pt x="5333" y="6100"/>
                    <a:pt x="7194" y="7043"/>
                    <a:pt x="8608" y="7043"/>
                  </a:cubicBezTo>
                  <a:cubicBezTo>
                    <a:pt x="9159" y="7043"/>
                    <a:pt x="9641" y="6900"/>
                    <a:pt x="10002" y="6520"/>
                  </a:cubicBezTo>
                  <a:cubicBezTo>
                    <a:pt x="10395" y="6115"/>
                    <a:pt x="10657" y="5139"/>
                    <a:pt x="10061" y="4282"/>
                  </a:cubicBezTo>
                  <a:cubicBezTo>
                    <a:pt x="9502" y="3496"/>
                    <a:pt x="6692" y="3329"/>
                    <a:pt x="5275" y="1364"/>
                  </a:cubicBezTo>
                  <a:cubicBezTo>
                    <a:pt x="4544" y="343"/>
                    <a:pt x="4017" y="1"/>
                    <a:pt x="36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0"/>
            <p:cNvSpPr/>
            <p:nvPr/>
          </p:nvSpPr>
          <p:spPr>
            <a:xfrm>
              <a:off x="5650158" y="1849829"/>
              <a:ext cx="45963" cy="40515"/>
            </a:xfrm>
            <a:custGeom>
              <a:rect b="b" l="l" r="r" t="t"/>
              <a:pathLst>
                <a:path extrusionOk="0" h="1480" w="1679">
                  <a:moveTo>
                    <a:pt x="538" y="1"/>
                  </a:moveTo>
                  <a:cubicBezTo>
                    <a:pt x="407" y="1"/>
                    <a:pt x="280" y="32"/>
                    <a:pt x="179" y="122"/>
                  </a:cubicBezTo>
                  <a:cubicBezTo>
                    <a:pt x="60" y="230"/>
                    <a:pt x="1" y="408"/>
                    <a:pt x="1" y="575"/>
                  </a:cubicBezTo>
                  <a:cubicBezTo>
                    <a:pt x="1" y="730"/>
                    <a:pt x="36" y="896"/>
                    <a:pt x="84" y="1051"/>
                  </a:cubicBezTo>
                  <a:cubicBezTo>
                    <a:pt x="174" y="1359"/>
                    <a:pt x="367" y="1480"/>
                    <a:pt x="580" y="1480"/>
                  </a:cubicBezTo>
                  <a:cubicBezTo>
                    <a:pt x="1075" y="1480"/>
                    <a:pt x="1679" y="830"/>
                    <a:pt x="1346" y="373"/>
                  </a:cubicBezTo>
                  <a:cubicBezTo>
                    <a:pt x="1275" y="277"/>
                    <a:pt x="1156" y="194"/>
                    <a:pt x="1036" y="158"/>
                  </a:cubicBezTo>
                  <a:cubicBezTo>
                    <a:pt x="905" y="99"/>
                    <a:pt x="751" y="15"/>
                    <a:pt x="608" y="3"/>
                  </a:cubicBezTo>
                  <a:cubicBezTo>
                    <a:pt x="584" y="2"/>
                    <a:pt x="561" y="1"/>
                    <a:pt x="538"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0"/>
            <p:cNvSpPr/>
            <p:nvPr/>
          </p:nvSpPr>
          <p:spPr>
            <a:xfrm>
              <a:off x="5644300" y="1765075"/>
              <a:ext cx="45990" cy="41227"/>
            </a:xfrm>
            <a:custGeom>
              <a:rect b="b" l="l" r="r" t="t"/>
              <a:pathLst>
                <a:path extrusionOk="0" h="1506" w="1680">
                  <a:moveTo>
                    <a:pt x="653" y="1"/>
                  </a:moveTo>
                  <a:cubicBezTo>
                    <a:pt x="578" y="1"/>
                    <a:pt x="512" y="22"/>
                    <a:pt x="453" y="51"/>
                  </a:cubicBezTo>
                  <a:cubicBezTo>
                    <a:pt x="346" y="99"/>
                    <a:pt x="274" y="170"/>
                    <a:pt x="191" y="242"/>
                  </a:cubicBezTo>
                  <a:cubicBezTo>
                    <a:pt x="60" y="421"/>
                    <a:pt x="0" y="647"/>
                    <a:pt x="12" y="873"/>
                  </a:cubicBezTo>
                  <a:cubicBezTo>
                    <a:pt x="36" y="968"/>
                    <a:pt x="48" y="1087"/>
                    <a:pt x="107" y="1183"/>
                  </a:cubicBezTo>
                  <a:cubicBezTo>
                    <a:pt x="245" y="1393"/>
                    <a:pt x="568" y="1506"/>
                    <a:pt x="859" y="1506"/>
                  </a:cubicBezTo>
                  <a:cubicBezTo>
                    <a:pt x="1046" y="1506"/>
                    <a:pt x="1219" y="1459"/>
                    <a:pt x="1322" y="1361"/>
                  </a:cubicBezTo>
                  <a:cubicBezTo>
                    <a:pt x="1536" y="1183"/>
                    <a:pt x="1679" y="897"/>
                    <a:pt x="1584" y="659"/>
                  </a:cubicBezTo>
                  <a:cubicBezTo>
                    <a:pt x="1524" y="540"/>
                    <a:pt x="1417" y="456"/>
                    <a:pt x="1310" y="361"/>
                  </a:cubicBezTo>
                  <a:cubicBezTo>
                    <a:pt x="1191" y="278"/>
                    <a:pt x="1072" y="194"/>
                    <a:pt x="941" y="111"/>
                  </a:cubicBezTo>
                  <a:cubicBezTo>
                    <a:pt x="869" y="63"/>
                    <a:pt x="786" y="16"/>
                    <a:pt x="703" y="4"/>
                  </a:cubicBezTo>
                  <a:cubicBezTo>
                    <a:pt x="686" y="2"/>
                    <a:pt x="669" y="1"/>
                    <a:pt x="653"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0"/>
            <p:cNvSpPr/>
            <p:nvPr/>
          </p:nvSpPr>
          <p:spPr>
            <a:xfrm>
              <a:off x="5694150" y="1726996"/>
              <a:ext cx="36874" cy="33206"/>
            </a:xfrm>
            <a:custGeom>
              <a:rect b="b" l="l" r="r" t="t"/>
              <a:pathLst>
                <a:path extrusionOk="0" h="1213" w="1347">
                  <a:moveTo>
                    <a:pt x="677" y="1"/>
                  </a:moveTo>
                  <a:cubicBezTo>
                    <a:pt x="412" y="1"/>
                    <a:pt x="147" y="216"/>
                    <a:pt x="84" y="478"/>
                  </a:cubicBezTo>
                  <a:cubicBezTo>
                    <a:pt x="0" y="935"/>
                    <a:pt x="342" y="1213"/>
                    <a:pt x="696" y="1213"/>
                  </a:cubicBezTo>
                  <a:cubicBezTo>
                    <a:pt x="942" y="1213"/>
                    <a:pt x="1193" y="1078"/>
                    <a:pt x="1311" y="776"/>
                  </a:cubicBezTo>
                  <a:cubicBezTo>
                    <a:pt x="1334" y="692"/>
                    <a:pt x="1346" y="609"/>
                    <a:pt x="1334" y="514"/>
                  </a:cubicBezTo>
                  <a:cubicBezTo>
                    <a:pt x="1323" y="430"/>
                    <a:pt x="1263" y="359"/>
                    <a:pt x="1203" y="276"/>
                  </a:cubicBezTo>
                  <a:cubicBezTo>
                    <a:pt x="1096" y="145"/>
                    <a:pt x="953" y="37"/>
                    <a:pt x="787" y="14"/>
                  </a:cubicBezTo>
                  <a:cubicBezTo>
                    <a:pt x="751" y="5"/>
                    <a:pt x="714" y="1"/>
                    <a:pt x="677"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0"/>
            <p:cNvSpPr/>
            <p:nvPr/>
          </p:nvSpPr>
          <p:spPr>
            <a:xfrm>
              <a:off x="5855828" y="1825136"/>
              <a:ext cx="44347" cy="101726"/>
            </a:xfrm>
            <a:custGeom>
              <a:rect b="b" l="l" r="r" t="t"/>
              <a:pathLst>
                <a:path extrusionOk="0" h="3716" w="1620">
                  <a:moveTo>
                    <a:pt x="1143" y="1"/>
                  </a:moveTo>
                  <a:cubicBezTo>
                    <a:pt x="1072" y="72"/>
                    <a:pt x="1012" y="143"/>
                    <a:pt x="953" y="227"/>
                  </a:cubicBezTo>
                  <a:cubicBezTo>
                    <a:pt x="548" y="703"/>
                    <a:pt x="179" y="1298"/>
                    <a:pt x="286" y="1906"/>
                  </a:cubicBezTo>
                  <a:cubicBezTo>
                    <a:pt x="358" y="2287"/>
                    <a:pt x="608" y="2668"/>
                    <a:pt x="489" y="3037"/>
                  </a:cubicBezTo>
                  <a:cubicBezTo>
                    <a:pt x="429" y="3227"/>
                    <a:pt x="262" y="3358"/>
                    <a:pt x="108" y="3465"/>
                  </a:cubicBezTo>
                  <a:cubicBezTo>
                    <a:pt x="72" y="3477"/>
                    <a:pt x="24" y="3513"/>
                    <a:pt x="0" y="3525"/>
                  </a:cubicBezTo>
                  <a:cubicBezTo>
                    <a:pt x="191" y="3596"/>
                    <a:pt x="405" y="3656"/>
                    <a:pt x="596" y="3715"/>
                  </a:cubicBezTo>
                  <a:cubicBezTo>
                    <a:pt x="774" y="3560"/>
                    <a:pt x="905" y="3358"/>
                    <a:pt x="965" y="3144"/>
                  </a:cubicBezTo>
                  <a:cubicBezTo>
                    <a:pt x="1120" y="2548"/>
                    <a:pt x="679" y="1917"/>
                    <a:pt x="798" y="1310"/>
                  </a:cubicBezTo>
                  <a:cubicBezTo>
                    <a:pt x="858" y="977"/>
                    <a:pt x="1060" y="715"/>
                    <a:pt x="1298" y="489"/>
                  </a:cubicBezTo>
                  <a:cubicBezTo>
                    <a:pt x="1393" y="382"/>
                    <a:pt x="1501" y="298"/>
                    <a:pt x="1620" y="203"/>
                  </a:cubicBezTo>
                  <a:cubicBezTo>
                    <a:pt x="1453" y="143"/>
                    <a:pt x="1298" y="72"/>
                    <a:pt x="1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0"/>
            <p:cNvSpPr/>
            <p:nvPr/>
          </p:nvSpPr>
          <p:spPr>
            <a:xfrm>
              <a:off x="5893305" y="1838167"/>
              <a:ext cx="38818" cy="96825"/>
            </a:xfrm>
            <a:custGeom>
              <a:rect b="b" l="l" r="r" t="t"/>
              <a:pathLst>
                <a:path extrusionOk="0" h="3537" w="1418">
                  <a:moveTo>
                    <a:pt x="941" y="1"/>
                  </a:moveTo>
                  <a:cubicBezTo>
                    <a:pt x="703" y="96"/>
                    <a:pt x="501" y="287"/>
                    <a:pt x="370" y="525"/>
                  </a:cubicBezTo>
                  <a:cubicBezTo>
                    <a:pt x="179" y="858"/>
                    <a:pt x="132" y="1275"/>
                    <a:pt x="132" y="1668"/>
                  </a:cubicBezTo>
                  <a:cubicBezTo>
                    <a:pt x="132" y="2061"/>
                    <a:pt x="179" y="2453"/>
                    <a:pt x="144" y="2858"/>
                  </a:cubicBezTo>
                  <a:cubicBezTo>
                    <a:pt x="132" y="3049"/>
                    <a:pt x="84" y="3251"/>
                    <a:pt x="1" y="3442"/>
                  </a:cubicBezTo>
                  <a:cubicBezTo>
                    <a:pt x="191" y="3477"/>
                    <a:pt x="382" y="3513"/>
                    <a:pt x="584" y="3537"/>
                  </a:cubicBezTo>
                  <a:cubicBezTo>
                    <a:pt x="620" y="3442"/>
                    <a:pt x="667" y="3311"/>
                    <a:pt x="679" y="3192"/>
                  </a:cubicBezTo>
                  <a:cubicBezTo>
                    <a:pt x="739" y="2811"/>
                    <a:pt x="667" y="2406"/>
                    <a:pt x="620" y="2001"/>
                  </a:cubicBezTo>
                  <a:cubicBezTo>
                    <a:pt x="596" y="1608"/>
                    <a:pt x="608" y="1191"/>
                    <a:pt x="834" y="846"/>
                  </a:cubicBezTo>
                  <a:cubicBezTo>
                    <a:pt x="977" y="596"/>
                    <a:pt x="1251" y="429"/>
                    <a:pt x="1418" y="191"/>
                  </a:cubicBezTo>
                  <a:cubicBezTo>
                    <a:pt x="1263" y="132"/>
                    <a:pt x="1096" y="60"/>
                    <a:pt x="9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 name="Google Shape;982;p30"/>
          <p:cNvSpPr txBox="1"/>
          <p:nvPr>
            <p:ph type="title"/>
          </p:nvPr>
        </p:nvSpPr>
        <p:spPr>
          <a:xfrm>
            <a:off x="2052525" y="1509600"/>
            <a:ext cx="5039100" cy="831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4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83" name="Google Shape;983;p30"/>
          <p:cNvSpPr txBox="1"/>
          <p:nvPr>
            <p:ph idx="1" type="subTitle"/>
          </p:nvPr>
        </p:nvSpPr>
        <p:spPr>
          <a:xfrm>
            <a:off x="2053227" y="2340900"/>
            <a:ext cx="5037600" cy="1293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800"/>
            </a:lvl1pPr>
            <a:lvl2pPr lvl="1" rtl="0" algn="ctr">
              <a:lnSpc>
                <a:spcPct val="100000"/>
              </a:lnSpc>
              <a:spcBef>
                <a:spcPts val="0"/>
              </a:spcBef>
              <a:spcAft>
                <a:spcPts val="0"/>
              </a:spcAft>
              <a:buNone/>
              <a:defRPr b="1" sz="1800"/>
            </a:lvl2pPr>
            <a:lvl3pPr lvl="2" rtl="0" algn="ctr">
              <a:lnSpc>
                <a:spcPct val="100000"/>
              </a:lnSpc>
              <a:spcBef>
                <a:spcPts val="0"/>
              </a:spcBef>
              <a:spcAft>
                <a:spcPts val="0"/>
              </a:spcAft>
              <a:buNone/>
              <a:defRPr b="1" sz="1800"/>
            </a:lvl3pPr>
            <a:lvl4pPr lvl="3" rtl="0" algn="ctr">
              <a:lnSpc>
                <a:spcPct val="100000"/>
              </a:lnSpc>
              <a:spcBef>
                <a:spcPts val="0"/>
              </a:spcBef>
              <a:spcAft>
                <a:spcPts val="0"/>
              </a:spcAft>
              <a:buNone/>
              <a:defRPr b="1" sz="1800"/>
            </a:lvl4pPr>
            <a:lvl5pPr lvl="4" rtl="0" algn="ctr">
              <a:lnSpc>
                <a:spcPct val="100000"/>
              </a:lnSpc>
              <a:spcBef>
                <a:spcPts val="0"/>
              </a:spcBef>
              <a:spcAft>
                <a:spcPts val="0"/>
              </a:spcAft>
              <a:buNone/>
              <a:defRPr b="1" sz="1800"/>
            </a:lvl5pPr>
            <a:lvl6pPr lvl="5" rtl="0" algn="ctr">
              <a:lnSpc>
                <a:spcPct val="100000"/>
              </a:lnSpc>
              <a:spcBef>
                <a:spcPts val="0"/>
              </a:spcBef>
              <a:spcAft>
                <a:spcPts val="0"/>
              </a:spcAft>
              <a:buNone/>
              <a:defRPr b="1" sz="1800"/>
            </a:lvl6pPr>
            <a:lvl7pPr lvl="6" rtl="0" algn="ctr">
              <a:lnSpc>
                <a:spcPct val="100000"/>
              </a:lnSpc>
              <a:spcBef>
                <a:spcPts val="0"/>
              </a:spcBef>
              <a:spcAft>
                <a:spcPts val="0"/>
              </a:spcAft>
              <a:buNone/>
              <a:defRPr b="1" sz="1800"/>
            </a:lvl7pPr>
            <a:lvl8pPr lvl="7" rtl="0" algn="ctr">
              <a:lnSpc>
                <a:spcPct val="100000"/>
              </a:lnSpc>
              <a:spcBef>
                <a:spcPts val="0"/>
              </a:spcBef>
              <a:spcAft>
                <a:spcPts val="0"/>
              </a:spcAft>
              <a:buNone/>
              <a:defRPr b="1" sz="1800"/>
            </a:lvl8pPr>
            <a:lvl9pPr lvl="8" rtl="0" algn="ctr">
              <a:lnSpc>
                <a:spcPct val="100000"/>
              </a:lnSpc>
              <a:spcBef>
                <a:spcPts val="0"/>
              </a:spcBef>
              <a:spcAft>
                <a:spcPts val="0"/>
              </a:spcAft>
              <a:buNone/>
              <a:defRPr b="1" sz="1800"/>
            </a:lvl9pPr>
          </a:lstStyle>
          <a:p/>
        </p:txBody>
      </p:sp>
      <p:grpSp>
        <p:nvGrpSpPr>
          <p:cNvPr id="984" name="Google Shape;984;p30"/>
          <p:cNvGrpSpPr/>
          <p:nvPr/>
        </p:nvGrpSpPr>
        <p:grpSpPr>
          <a:xfrm rot="-1230377">
            <a:off x="7864195" y="210485"/>
            <a:ext cx="1522415" cy="2706444"/>
            <a:chOff x="5644300" y="1118350"/>
            <a:chExt cx="824675" cy="1466050"/>
          </a:xfrm>
        </p:grpSpPr>
        <p:sp>
          <p:nvSpPr>
            <p:cNvPr id="985" name="Google Shape;985;p30"/>
            <p:cNvSpPr/>
            <p:nvPr/>
          </p:nvSpPr>
          <p:spPr>
            <a:xfrm>
              <a:off x="5957875" y="1481500"/>
              <a:ext cx="154200" cy="1102900"/>
            </a:xfrm>
            <a:custGeom>
              <a:rect b="b" l="l" r="r" t="t"/>
              <a:pathLst>
                <a:path extrusionOk="0" h="44116" w="6168">
                  <a:moveTo>
                    <a:pt x="279" y="1"/>
                  </a:moveTo>
                  <a:cubicBezTo>
                    <a:pt x="243" y="1"/>
                    <a:pt x="205" y="9"/>
                    <a:pt x="167" y="27"/>
                  </a:cubicBezTo>
                  <a:cubicBezTo>
                    <a:pt x="48" y="74"/>
                    <a:pt x="1" y="205"/>
                    <a:pt x="36" y="336"/>
                  </a:cubicBezTo>
                  <a:cubicBezTo>
                    <a:pt x="2382" y="9587"/>
                    <a:pt x="5144" y="21756"/>
                    <a:pt x="5537" y="34079"/>
                  </a:cubicBezTo>
                  <a:cubicBezTo>
                    <a:pt x="5656" y="37424"/>
                    <a:pt x="5585" y="40687"/>
                    <a:pt x="5358" y="43842"/>
                  </a:cubicBezTo>
                  <a:cubicBezTo>
                    <a:pt x="5346" y="43996"/>
                    <a:pt x="5465" y="44116"/>
                    <a:pt x="5620" y="44116"/>
                  </a:cubicBezTo>
                  <a:cubicBezTo>
                    <a:pt x="5751" y="44116"/>
                    <a:pt x="5858" y="44008"/>
                    <a:pt x="5870" y="43877"/>
                  </a:cubicBezTo>
                  <a:cubicBezTo>
                    <a:pt x="6108" y="40698"/>
                    <a:pt x="6168" y="37424"/>
                    <a:pt x="6049" y="34055"/>
                  </a:cubicBezTo>
                  <a:cubicBezTo>
                    <a:pt x="5632" y="21672"/>
                    <a:pt x="2882" y="9445"/>
                    <a:pt x="512" y="193"/>
                  </a:cubicBezTo>
                  <a:cubicBezTo>
                    <a:pt x="477" y="77"/>
                    <a:pt x="387" y="1"/>
                    <a:pt x="2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0"/>
            <p:cNvSpPr/>
            <p:nvPr/>
          </p:nvSpPr>
          <p:spPr>
            <a:xfrm>
              <a:off x="5892400" y="1505500"/>
              <a:ext cx="175925" cy="126700"/>
            </a:xfrm>
            <a:custGeom>
              <a:rect b="b" l="l" r="r" t="t"/>
              <a:pathLst>
                <a:path extrusionOk="0" h="5068" w="7037">
                  <a:moveTo>
                    <a:pt x="6758" y="1"/>
                  </a:moveTo>
                  <a:cubicBezTo>
                    <a:pt x="6707" y="1"/>
                    <a:pt x="6655" y="18"/>
                    <a:pt x="6608" y="55"/>
                  </a:cubicBezTo>
                  <a:cubicBezTo>
                    <a:pt x="4632" y="1496"/>
                    <a:pt x="4084" y="3698"/>
                    <a:pt x="3929" y="4484"/>
                  </a:cubicBezTo>
                  <a:lnTo>
                    <a:pt x="345" y="3472"/>
                  </a:lnTo>
                  <a:cubicBezTo>
                    <a:pt x="329" y="3469"/>
                    <a:pt x="312" y="3468"/>
                    <a:pt x="295" y="3468"/>
                  </a:cubicBezTo>
                  <a:cubicBezTo>
                    <a:pt x="180" y="3468"/>
                    <a:pt x="67" y="3536"/>
                    <a:pt x="36" y="3651"/>
                  </a:cubicBezTo>
                  <a:cubicBezTo>
                    <a:pt x="0" y="3782"/>
                    <a:pt x="72" y="3913"/>
                    <a:pt x="214" y="3960"/>
                  </a:cubicBezTo>
                  <a:lnTo>
                    <a:pt x="4084" y="5056"/>
                  </a:lnTo>
                  <a:cubicBezTo>
                    <a:pt x="4108" y="5068"/>
                    <a:pt x="4132" y="5068"/>
                    <a:pt x="4155" y="5068"/>
                  </a:cubicBezTo>
                  <a:cubicBezTo>
                    <a:pt x="4203" y="5068"/>
                    <a:pt x="4251" y="5056"/>
                    <a:pt x="4286" y="5020"/>
                  </a:cubicBezTo>
                  <a:cubicBezTo>
                    <a:pt x="4346" y="4972"/>
                    <a:pt x="4382" y="4913"/>
                    <a:pt x="4394" y="4841"/>
                  </a:cubicBezTo>
                  <a:cubicBezTo>
                    <a:pt x="4394" y="4817"/>
                    <a:pt x="4703" y="2091"/>
                    <a:pt x="6906" y="472"/>
                  </a:cubicBezTo>
                  <a:cubicBezTo>
                    <a:pt x="7025" y="376"/>
                    <a:pt x="7037" y="234"/>
                    <a:pt x="6965" y="115"/>
                  </a:cubicBezTo>
                  <a:cubicBezTo>
                    <a:pt x="6915" y="42"/>
                    <a:pt x="6837" y="1"/>
                    <a:pt x="67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0"/>
            <p:cNvSpPr/>
            <p:nvPr/>
          </p:nvSpPr>
          <p:spPr>
            <a:xfrm>
              <a:off x="5942100" y="1885975"/>
              <a:ext cx="125625" cy="65300"/>
            </a:xfrm>
            <a:custGeom>
              <a:rect b="b" l="l" r="r" t="t"/>
              <a:pathLst>
                <a:path extrusionOk="0" h="2612" w="5025">
                  <a:moveTo>
                    <a:pt x="277" y="1"/>
                  </a:moveTo>
                  <a:cubicBezTo>
                    <a:pt x="162" y="1"/>
                    <a:pt x="56" y="80"/>
                    <a:pt x="24" y="207"/>
                  </a:cubicBezTo>
                  <a:cubicBezTo>
                    <a:pt x="0" y="338"/>
                    <a:pt x="84" y="469"/>
                    <a:pt x="215" y="505"/>
                  </a:cubicBezTo>
                  <a:cubicBezTo>
                    <a:pt x="251" y="505"/>
                    <a:pt x="3477" y="1231"/>
                    <a:pt x="4549" y="2529"/>
                  </a:cubicBezTo>
                  <a:cubicBezTo>
                    <a:pt x="4596" y="2588"/>
                    <a:pt x="4668" y="2612"/>
                    <a:pt x="4739" y="2612"/>
                  </a:cubicBezTo>
                  <a:cubicBezTo>
                    <a:pt x="4799" y="2612"/>
                    <a:pt x="4858" y="2600"/>
                    <a:pt x="4906" y="2564"/>
                  </a:cubicBezTo>
                  <a:cubicBezTo>
                    <a:pt x="5013" y="2481"/>
                    <a:pt x="5025" y="2314"/>
                    <a:pt x="4942" y="2207"/>
                  </a:cubicBezTo>
                  <a:cubicBezTo>
                    <a:pt x="3751" y="778"/>
                    <a:pt x="453" y="40"/>
                    <a:pt x="322" y="5"/>
                  </a:cubicBezTo>
                  <a:cubicBezTo>
                    <a:pt x="307" y="2"/>
                    <a:pt x="292" y="1"/>
                    <a:pt x="2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0"/>
            <p:cNvSpPr/>
            <p:nvPr/>
          </p:nvSpPr>
          <p:spPr>
            <a:xfrm>
              <a:off x="6082300" y="1993625"/>
              <a:ext cx="87525" cy="143400"/>
            </a:xfrm>
            <a:custGeom>
              <a:rect b="b" l="l" r="r" t="t"/>
              <a:pathLst>
                <a:path extrusionOk="0" h="5736" w="3501">
                  <a:moveTo>
                    <a:pt x="3205" y="0"/>
                  </a:moveTo>
                  <a:cubicBezTo>
                    <a:pt x="3130" y="0"/>
                    <a:pt x="3057" y="36"/>
                    <a:pt x="3001" y="92"/>
                  </a:cubicBezTo>
                  <a:cubicBezTo>
                    <a:pt x="2894" y="211"/>
                    <a:pt x="536" y="3271"/>
                    <a:pt x="24" y="5438"/>
                  </a:cubicBezTo>
                  <a:cubicBezTo>
                    <a:pt x="0" y="5569"/>
                    <a:pt x="84" y="5712"/>
                    <a:pt x="215" y="5735"/>
                  </a:cubicBezTo>
                  <a:lnTo>
                    <a:pt x="286" y="5735"/>
                  </a:lnTo>
                  <a:cubicBezTo>
                    <a:pt x="381" y="5735"/>
                    <a:pt x="488" y="5664"/>
                    <a:pt x="512" y="5557"/>
                  </a:cubicBezTo>
                  <a:cubicBezTo>
                    <a:pt x="1000" y="3485"/>
                    <a:pt x="3382" y="437"/>
                    <a:pt x="3406" y="413"/>
                  </a:cubicBezTo>
                  <a:cubicBezTo>
                    <a:pt x="3501" y="294"/>
                    <a:pt x="3465" y="140"/>
                    <a:pt x="3358" y="56"/>
                  </a:cubicBezTo>
                  <a:cubicBezTo>
                    <a:pt x="3309" y="17"/>
                    <a:pt x="3256" y="0"/>
                    <a:pt x="32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0"/>
            <p:cNvSpPr/>
            <p:nvPr/>
          </p:nvSpPr>
          <p:spPr>
            <a:xfrm>
              <a:off x="6010850" y="1356675"/>
              <a:ext cx="285725" cy="225725"/>
            </a:xfrm>
            <a:custGeom>
              <a:rect b="b" l="l" r="r" t="t"/>
              <a:pathLst>
                <a:path extrusionOk="0" h="9029" w="11429">
                  <a:moveTo>
                    <a:pt x="6891" y="1"/>
                  </a:moveTo>
                  <a:cubicBezTo>
                    <a:pt x="6155" y="1"/>
                    <a:pt x="6719" y="1920"/>
                    <a:pt x="5156" y="3020"/>
                  </a:cubicBezTo>
                  <a:cubicBezTo>
                    <a:pt x="3442" y="4258"/>
                    <a:pt x="1" y="5294"/>
                    <a:pt x="108" y="7318"/>
                  </a:cubicBezTo>
                  <a:cubicBezTo>
                    <a:pt x="132" y="7925"/>
                    <a:pt x="715" y="8866"/>
                    <a:pt x="1811" y="9020"/>
                  </a:cubicBezTo>
                  <a:cubicBezTo>
                    <a:pt x="1848" y="9026"/>
                    <a:pt x="1887" y="9028"/>
                    <a:pt x="1927" y="9028"/>
                  </a:cubicBezTo>
                  <a:cubicBezTo>
                    <a:pt x="2943" y="9028"/>
                    <a:pt x="4867" y="7363"/>
                    <a:pt x="7122" y="7363"/>
                  </a:cubicBezTo>
                  <a:cubicBezTo>
                    <a:pt x="7314" y="7363"/>
                    <a:pt x="7508" y="7375"/>
                    <a:pt x="7704" y="7401"/>
                  </a:cubicBezTo>
                  <a:cubicBezTo>
                    <a:pt x="8097" y="7453"/>
                    <a:pt x="8432" y="7477"/>
                    <a:pt x="8717" y="7477"/>
                  </a:cubicBezTo>
                  <a:cubicBezTo>
                    <a:pt x="11428" y="7477"/>
                    <a:pt x="9585" y="5341"/>
                    <a:pt x="9585" y="5341"/>
                  </a:cubicBezTo>
                  <a:cubicBezTo>
                    <a:pt x="9585" y="5341"/>
                    <a:pt x="10931" y="4246"/>
                    <a:pt x="10419" y="2924"/>
                  </a:cubicBezTo>
                  <a:cubicBezTo>
                    <a:pt x="10134" y="2199"/>
                    <a:pt x="9571" y="2034"/>
                    <a:pt x="9117" y="2034"/>
                  </a:cubicBezTo>
                  <a:cubicBezTo>
                    <a:pt x="8735" y="2034"/>
                    <a:pt x="8430" y="2150"/>
                    <a:pt x="8430" y="2150"/>
                  </a:cubicBezTo>
                  <a:cubicBezTo>
                    <a:pt x="8430" y="2150"/>
                    <a:pt x="8335" y="543"/>
                    <a:pt x="7168" y="67"/>
                  </a:cubicBezTo>
                  <a:cubicBezTo>
                    <a:pt x="7059" y="22"/>
                    <a:pt x="6968" y="1"/>
                    <a:pt x="68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0"/>
            <p:cNvSpPr/>
            <p:nvPr/>
          </p:nvSpPr>
          <p:spPr>
            <a:xfrm>
              <a:off x="6223950" y="1344375"/>
              <a:ext cx="46200" cy="40025"/>
            </a:xfrm>
            <a:custGeom>
              <a:rect b="b" l="l" r="r" t="t"/>
              <a:pathLst>
                <a:path extrusionOk="0" h="1601" w="1848">
                  <a:moveTo>
                    <a:pt x="833" y="0"/>
                  </a:moveTo>
                  <a:cubicBezTo>
                    <a:pt x="91" y="0"/>
                    <a:pt x="1" y="1490"/>
                    <a:pt x="764" y="1595"/>
                  </a:cubicBezTo>
                  <a:cubicBezTo>
                    <a:pt x="790" y="1599"/>
                    <a:pt x="816" y="1601"/>
                    <a:pt x="842" y="1601"/>
                  </a:cubicBezTo>
                  <a:cubicBezTo>
                    <a:pt x="959" y="1601"/>
                    <a:pt x="1073" y="1562"/>
                    <a:pt x="1180" y="1523"/>
                  </a:cubicBezTo>
                  <a:cubicBezTo>
                    <a:pt x="1347" y="1464"/>
                    <a:pt x="1490" y="1392"/>
                    <a:pt x="1621" y="1285"/>
                  </a:cubicBezTo>
                  <a:cubicBezTo>
                    <a:pt x="1764" y="1178"/>
                    <a:pt x="1847" y="1023"/>
                    <a:pt x="1847" y="856"/>
                  </a:cubicBezTo>
                  <a:cubicBezTo>
                    <a:pt x="1847" y="678"/>
                    <a:pt x="1764" y="511"/>
                    <a:pt x="1621" y="380"/>
                  </a:cubicBezTo>
                  <a:cubicBezTo>
                    <a:pt x="1490" y="261"/>
                    <a:pt x="1323" y="166"/>
                    <a:pt x="1180" y="94"/>
                  </a:cubicBezTo>
                  <a:cubicBezTo>
                    <a:pt x="1052" y="29"/>
                    <a:pt x="937" y="0"/>
                    <a:pt x="833"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0"/>
            <p:cNvSpPr/>
            <p:nvPr/>
          </p:nvSpPr>
          <p:spPr>
            <a:xfrm>
              <a:off x="6289175" y="1397500"/>
              <a:ext cx="43475" cy="40425"/>
            </a:xfrm>
            <a:custGeom>
              <a:rect b="b" l="l" r="r" t="t"/>
              <a:pathLst>
                <a:path extrusionOk="0" h="1617" w="1739">
                  <a:moveTo>
                    <a:pt x="961" y="1"/>
                  </a:moveTo>
                  <a:cubicBezTo>
                    <a:pt x="578" y="1"/>
                    <a:pt x="23" y="480"/>
                    <a:pt x="12" y="863"/>
                  </a:cubicBezTo>
                  <a:cubicBezTo>
                    <a:pt x="0" y="1137"/>
                    <a:pt x="119" y="1482"/>
                    <a:pt x="381" y="1589"/>
                  </a:cubicBezTo>
                  <a:cubicBezTo>
                    <a:pt x="442" y="1609"/>
                    <a:pt x="504" y="1616"/>
                    <a:pt x="567" y="1616"/>
                  </a:cubicBezTo>
                  <a:cubicBezTo>
                    <a:pt x="653" y="1616"/>
                    <a:pt x="739" y="1603"/>
                    <a:pt x="822" y="1589"/>
                  </a:cubicBezTo>
                  <a:cubicBezTo>
                    <a:pt x="976" y="1553"/>
                    <a:pt x="1131" y="1529"/>
                    <a:pt x="1298" y="1482"/>
                  </a:cubicBezTo>
                  <a:cubicBezTo>
                    <a:pt x="1381" y="1458"/>
                    <a:pt x="1477" y="1422"/>
                    <a:pt x="1548" y="1363"/>
                  </a:cubicBezTo>
                  <a:cubicBezTo>
                    <a:pt x="1619" y="1303"/>
                    <a:pt x="1667" y="1220"/>
                    <a:pt x="1691" y="1125"/>
                  </a:cubicBezTo>
                  <a:cubicBezTo>
                    <a:pt x="1727" y="1017"/>
                    <a:pt x="1738" y="898"/>
                    <a:pt x="1727" y="779"/>
                  </a:cubicBezTo>
                  <a:cubicBezTo>
                    <a:pt x="1691" y="541"/>
                    <a:pt x="1548" y="339"/>
                    <a:pt x="1357" y="172"/>
                  </a:cubicBezTo>
                  <a:cubicBezTo>
                    <a:pt x="1262" y="101"/>
                    <a:pt x="1143" y="41"/>
                    <a:pt x="1024" y="5"/>
                  </a:cubicBezTo>
                  <a:cubicBezTo>
                    <a:pt x="1004" y="2"/>
                    <a:pt x="982" y="1"/>
                    <a:pt x="961"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0"/>
            <p:cNvSpPr/>
            <p:nvPr/>
          </p:nvSpPr>
          <p:spPr>
            <a:xfrm>
              <a:off x="6288775" y="1465725"/>
              <a:ext cx="39700" cy="33300"/>
            </a:xfrm>
            <a:custGeom>
              <a:rect b="b" l="l" r="r" t="t"/>
              <a:pathLst>
                <a:path extrusionOk="0" h="1332" w="1588">
                  <a:moveTo>
                    <a:pt x="857" y="1"/>
                  </a:moveTo>
                  <a:cubicBezTo>
                    <a:pt x="413" y="1"/>
                    <a:pt x="0" y="494"/>
                    <a:pt x="266" y="1051"/>
                  </a:cubicBezTo>
                  <a:cubicBezTo>
                    <a:pt x="314" y="1134"/>
                    <a:pt x="361" y="1205"/>
                    <a:pt x="445" y="1253"/>
                  </a:cubicBezTo>
                  <a:cubicBezTo>
                    <a:pt x="540" y="1313"/>
                    <a:pt x="635" y="1325"/>
                    <a:pt x="731" y="1325"/>
                  </a:cubicBezTo>
                  <a:cubicBezTo>
                    <a:pt x="766" y="1329"/>
                    <a:pt x="801" y="1332"/>
                    <a:pt x="837" y="1332"/>
                  </a:cubicBezTo>
                  <a:cubicBezTo>
                    <a:pt x="982" y="1332"/>
                    <a:pt x="1130" y="1292"/>
                    <a:pt x="1254" y="1205"/>
                  </a:cubicBezTo>
                  <a:cubicBezTo>
                    <a:pt x="1528" y="1015"/>
                    <a:pt x="1588" y="586"/>
                    <a:pt x="1397" y="313"/>
                  </a:cubicBezTo>
                  <a:cubicBezTo>
                    <a:pt x="1246" y="93"/>
                    <a:pt x="1049" y="1"/>
                    <a:pt x="857"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0"/>
            <p:cNvSpPr/>
            <p:nvPr/>
          </p:nvSpPr>
          <p:spPr>
            <a:xfrm>
              <a:off x="6102825" y="1722650"/>
              <a:ext cx="366150" cy="314400"/>
            </a:xfrm>
            <a:custGeom>
              <a:rect b="b" l="l" r="r" t="t"/>
              <a:pathLst>
                <a:path extrusionOk="0" h="12576" w="14646">
                  <a:moveTo>
                    <a:pt x="5929" y="0"/>
                  </a:moveTo>
                  <a:cubicBezTo>
                    <a:pt x="4508" y="0"/>
                    <a:pt x="6391" y="2120"/>
                    <a:pt x="4954" y="4240"/>
                  </a:cubicBezTo>
                  <a:cubicBezTo>
                    <a:pt x="3489" y="6383"/>
                    <a:pt x="1" y="9014"/>
                    <a:pt x="989" y="11288"/>
                  </a:cubicBezTo>
                  <a:cubicBezTo>
                    <a:pt x="1245" y="11871"/>
                    <a:pt x="2061" y="12576"/>
                    <a:pt x="3138" y="12576"/>
                  </a:cubicBezTo>
                  <a:cubicBezTo>
                    <a:pt x="3316" y="12576"/>
                    <a:pt x="3501" y="12557"/>
                    <a:pt x="3692" y="12514"/>
                  </a:cubicBezTo>
                  <a:cubicBezTo>
                    <a:pt x="4954" y="12229"/>
                    <a:pt x="6585" y="8871"/>
                    <a:pt x="9716" y="8133"/>
                  </a:cubicBezTo>
                  <a:cubicBezTo>
                    <a:pt x="14646" y="6990"/>
                    <a:pt x="10978" y="4978"/>
                    <a:pt x="10978" y="4978"/>
                  </a:cubicBezTo>
                  <a:cubicBezTo>
                    <a:pt x="10978" y="4978"/>
                    <a:pt x="12050" y="3156"/>
                    <a:pt x="10895" y="1858"/>
                  </a:cubicBezTo>
                  <a:cubicBezTo>
                    <a:pt x="10499" y="1418"/>
                    <a:pt x="10074" y="1272"/>
                    <a:pt x="9685" y="1272"/>
                  </a:cubicBezTo>
                  <a:cubicBezTo>
                    <a:pt x="8929" y="1272"/>
                    <a:pt x="8311" y="1823"/>
                    <a:pt x="8311" y="1823"/>
                  </a:cubicBezTo>
                  <a:cubicBezTo>
                    <a:pt x="8311" y="1823"/>
                    <a:pt x="7502" y="37"/>
                    <a:pt x="5978" y="1"/>
                  </a:cubicBezTo>
                  <a:cubicBezTo>
                    <a:pt x="5961" y="1"/>
                    <a:pt x="5945" y="0"/>
                    <a:pt x="59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0"/>
            <p:cNvSpPr/>
            <p:nvPr/>
          </p:nvSpPr>
          <p:spPr>
            <a:xfrm>
              <a:off x="6286025" y="1681375"/>
              <a:ext cx="61800" cy="48300"/>
            </a:xfrm>
            <a:custGeom>
              <a:rect b="b" l="l" r="r" t="t"/>
              <a:pathLst>
                <a:path extrusionOk="0" h="1932" w="2472">
                  <a:moveTo>
                    <a:pt x="1176" y="0"/>
                  </a:moveTo>
                  <a:cubicBezTo>
                    <a:pt x="1" y="0"/>
                    <a:pt x="422" y="1931"/>
                    <a:pt x="1333" y="1931"/>
                  </a:cubicBezTo>
                  <a:cubicBezTo>
                    <a:pt x="1382" y="1931"/>
                    <a:pt x="1432" y="1926"/>
                    <a:pt x="1483" y="1914"/>
                  </a:cubicBezTo>
                  <a:cubicBezTo>
                    <a:pt x="1638" y="1866"/>
                    <a:pt x="1793" y="1771"/>
                    <a:pt x="1924" y="1640"/>
                  </a:cubicBezTo>
                  <a:cubicBezTo>
                    <a:pt x="2079" y="1509"/>
                    <a:pt x="2222" y="1366"/>
                    <a:pt x="2329" y="1188"/>
                  </a:cubicBezTo>
                  <a:cubicBezTo>
                    <a:pt x="2436" y="1009"/>
                    <a:pt x="2472" y="783"/>
                    <a:pt x="2400" y="592"/>
                  </a:cubicBezTo>
                  <a:cubicBezTo>
                    <a:pt x="2329" y="378"/>
                    <a:pt x="2150" y="235"/>
                    <a:pt x="1960" y="140"/>
                  </a:cubicBezTo>
                  <a:cubicBezTo>
                    <a:pt x="1757" y="57"/>
                    <a:pt x="1543" y="45"/>
                    <a:pt x="1317" y="9"/>
                  </a:cubicBezTo>
                  <a:cubicBezTo>
                    <a:pt x="1267" y="3"/>
                    <a:pt x="1220" y="0"/>
                    <a:pt x="1176"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0"/>
            <p:cNvSpPr/>
            <p:nvPr/>
          </p:nvSpPr>
          <p:spPr>
            <a:xfrm>
              <a:off x="6387100" y="1713375"/>
              <a:ext cx="54500" cy="52475"/>
            </a:xfrm>
            <a:custGeom>
              <a:rect b="b" l="l" r="r" t="t"/>
              <a:pathLst>
                <a:path extrusionOk="0" h="2099" w="2180">
                  <a:moveTo>
                    <a:pt x="1075" y="0"/>
                  </a:moveTo>
                  <a:cubicBezTo>
                    <a:pt x="1033" y="0"/>
                    <a:pt x="991" y="4"/>
                    <a:pt x="953" y="15"/>
                  </a:cubicBezTo>
                  <a:cubicBezTo>
                    <a:pt x="477" y="98"/>
                    <a:pt x="0" y="944"/>
                    <a:pt x="143" y="1420"/>
                  </a:cubicBezTo>
                  <a:cubicBezTo>
                    <a:pt x="262" y="1765"/>
                    <a:pt x="524" y="2098"/>
                    <a:pt x="869" y="2098"/>
                  </a:cubicBezTo>
                  <a:cubicBezTo>
                    <a:pt x="1048" y="2098"/>
                    <a:pt x="1215" y="2003"/>
                    <a:pt x="1381" y="1896"/>
                  </a:cubicBezTo>
                  <a:cubicBezTo>
                    <a:pt x="1548" y="1801"/>
                    <a:pt x="1703" y="1694"/>
                    <a:pt x="1870" y="1575"/>
                  </a:cubicBezTo>
                  <a:cubicBezTo>
                    <a:pt x="1965" y="1503"/>
                    <a:pt x="2060" y="1444"/>
                    <a:pt x="2108" y="1336"/>
                  </a:cubicBezTo>
                  <a:cubicBezTo>
                    <a:pt x="2167" y="1229"/>
                    <a:pt x="2179" y="1110"/>
                    <a:pt x="2179" y="991"/>
                  </a:cubicBezTo>
                  <a:cubicBezTo>
                    <a:pt x="2179" y="848"/>
                    <a:pt x="2143" y="705"/>
                    <a:pt x="2060" y="586"/>
                  </a:cubicBezTo>
                  <a:cubicBezTo>
                    <a:pt x="1917" y="336"/>
                    <a:pt x="1667" y="158"/>
                    <a:pt x="1381" y="51"/>
                  </a:cubicBezTo>
                  <a:cubicBezTo>
                    <a:pt x="1289" y="25"/>
                    <a:pt x="1178" y="0"/>
                    <a:pt x="107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0"/>
            <p:cNvSpPr/>
            <p:nvPr/>
          </p:nvSpPr>
          <p:spPr>
            <a:xfrm>
              <a:off x="6413100" y="1792050"/>
              <a:ext cx="51400" cy="41750"/>
            </a:xfrm>
            <a:custGeom>
              <a:rect b="b" l="l" r="r" t="t"/>
              <a:pathLst>
                <a:path extrusionOk="0" h="1670" w="2056">
                  <a:moveTo>
                    <a:pt x="1112" y="0"/>
                  </a:moveTo>
                  <a:cubicBezTo>
                    <a:pt x="451" y="0"/>
                    <a:pt x="1" y="900"/>
                    <a:pt x="627" y="1487"/>
                  </a:cubicBezTo>
                  <a:cubicBezTo>
                    <a:pt x="699" y="1571"/>
                    <a:pt x="806" y="1630"/>
                    <a:pt x="901" y="1654"/>
                  </a:cubicBezTo>
                  <a:cubicBezTo>
                    <a:pt x="937" y="1665"/>
                    <a:pt x="973" y="1669"/>
                    <a:pt x="1010" y="1669"/>
                  </a:cubicBezTo>
                  <a:cubicBezTo>
                    <a:pt x="1092" y="1669"/>
                    <a:pt x="1175" y="1647"/>
                    <a:pt x="1258" y="1630"/>
                  </a:cubicBezTo>
                  <a:cubicBezTo>
                    <a:pt x="1473" y="1547"/>
                    <a:pt x="1675" y="1452"/>
                    <a:pt x="1818" y="1249"/>
                  </a:cubicBezTo>
                  <a:cubicBezTo>
                    <a:pt x="2056" y="916"/>
                    <a:pt x="1937" y="392"/>
                    <a:pt x="1604" y="166"/>
                  </a:cubicBezTo>
                  <a:cubicBezTo>
                    <a:pt x="1435" y="50"/>
                    <a:pt x="1268" y="0"/>
                    <a:pt x="1112"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0"/>
            <p:cNvSpPr/>
            <p:nvPr/>
          </p:nvSpPr>
          <p:spPr>
            <a:xfrm>
              <a:off x="5771550" y="1186850"/>
              <a:ext cx="242550" cy="306450"/>
            </a:xfrm>
            <a:custGeom>
              <a:rect b="b" l="l" r="r" t="t"/>
              <a:pathLst>
                <a:path extrusionOk="0" h="12258" w="9702">
                  <a:moveTo>
                    <a:pt x="4921" y="1"/>
                  </a:moveTo>
                  <a:cubicBezTo>
                    <a:pt x="4820" y="1"/>
                    <a:pt x="4715" y="9"/>
                    <a:pt x="4608" y="26"/>
                  </a:cubicBezTo>
                  <a:cubicBezTo>
                    <a:pt x="3048" y="276"/>
                    <a:pt x="3322" y="1990"/>
                    <a:pt x="3322" y="1990"/>
                  </a:cubicBezTo>
                  <a:cubicBezTo>
                    <a:pt x="3322" y="1990"/>
                    <a:pt x="3158" y="1967"/>
                    <a:pt x="2907" y="1967"/>
                  </a:cubicBezTo>
                  <a:cubicBezTo>
                    <a:pt x="2335" y="1967"/>
                    <a:pt x="1312" y="2088"/>
                    <a:pt x="774" y="2883"/>
                  </a:cubicBezTo>
                  <a:cubicBezTo>
                    <a:pt x="0" y="4026"/>
                    <a:pt x="2596" y="3586"/>
                    <a:pt x="3524" y="5741"/>
                  </a:cubicBezTo>
                  <a:cubicBezTo>
                    <a:pt x="4477" y="7919"/>
                    <a:pt x="4775" y="11884"/>
                    <a:pt x="7013" y="12241"/>
                  </a:cubicBezTo>
                  <a:cubicBezTo>
                    <a:pt x="7081" y="12252"/>
                    <a:pt x="7154" y="12258"/>
                    <a:pt x="7231" y="12258"/>
                  </a:cubicBezTo>
                  <a:cubicBezTo>
                    <a:pt x="7910" y="12258"/>
                    <a:pt x="8889" y="11824"/>
                    <a:pt x="9263" y="10765"/>
                  </a:cubicBezTo>
                  <a:cubicBezTo>
                    <a:pt x="9656" y="9670"/>
                    <a:pt x="7882" y="6753"/>
                    <a:pt x="8858" y="4002"/>
                  </a:cubicBezTo>
                  <a:cubicBezTo>
                    <a:pt x="9702" y="1641"/>
                    <a:pt x="9092" y="1103"/>
                    <a:pt x="8363" y="1103"/>
                  </a:cubicBezTo>
                  <a:cubicBezTo>
                    <a:pt x="7754" y="1103"/>
                    <a:pt x="7061" y="1478"/>
                    <a:pt x="7061" y="1478"/>
                  </a:cubicBezTo>
                  <a:cubicBezTo>
                    <a:pt x="7061" y="1478"/>
                    <a:pt x="6296" y="1"/>
                    <a:pt x="49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0"/>
            <p:cNvSpPr/>
            <p:nvPr/>
          </p:nvSpPr>
          <p:spPr>
            <a:xfrm>
              <a:off x="5779200" y="1173675"/>
              <a:ext cx="53675" cy="44925"/>
            </a:xfrm>
            <a:custGeom>
              <a:rect b="b" l="l" r="r" t="t"/>
              <a:pathLst>
                <a:path extrusionOk="0" h="1797" w="2147">
                  <a:moveTo>
                    <a:pt x="1391" y="0"/>
                  </a:moveTo>
                  <a:cubicBezTo>
                    <a:pt x="1239" y="0"/>
                    <a:pt x="1084" y="57"/>
                    <a:pt x="956" y="148"/>
                  </a:cubicBezTo>
                  <a:cubicBezTo>
                    <a:pt x="801" y="267"/>
                    <a:pt x="682" y="422"/>
                    <a:pt x="540" y="565"/>
                  </a:cubicBezTo>
                  <a:cubicBezTo>
                    <a:pt x="0" y="1249"/>
                    <a:pt x="756" y="1797"/>
                    <a:pt x="1398" y="1797"/>
                  </a:cubicBezTo>
                  <a:cubicBezTo>
                    <a:pt x="1706" y="1797"/>
                    <a:pt x="1987" y="1671"/>
                    <a:pt x="2087" y="1374"/>
                  </a:cubicBezTo>
                  <a:cubicBezTo>
                    <a:pt x="2147" y="1219"/>
                    <a:pt x="2123" y="1065"/>
                    <a:pt x="2111" y="898"/>
                  </a:cubicBezTo>
                  <a:cubicBezTo>
                    <a:pt x="2075" y="719"/>
                    <a:pt x="2028" y="529"/>
                    <a:pt x="1944" y="362"/>
                  </a:cubicBezTo>
                  <a:cubicBezTo>
                    <a:pt x="1849" y="195"/>
                    <a:pt x="1706" y="64"/>
                    <a:pt x="1528" y="17"/>
                  </a:cubicBezTo>
                  <a:cubicBezTo>
                    <a:pt x="1483" y="6"/>
                    <a:pt x="1437" y="0"/>
                    <a:pt x="1391"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0"/>
            <p:cNvSpPr/>
            <p:nvPr/>
          </p:nvSpPr>
          <p:spPr>
            <a:xfrm>
              <a:off x="5858750" y="1118350"/>
              <a:ext cx="45575" cy="48100"/>
            </a:xfrm>
            <a:custGeom>
              <a:rect b="b" l="l" r="r" t="t"/>
              <a:pathLst>
                <a:path extrusionOk="0" h="1924" w="1823">
                  <a:moveTo>
                    <a:pt x="1082" y="0"/>
                  </a:moveTo>
                  <a:cubicBezTo>
                    <a:pt x="843" y="0"/>
                    <a:pt x="601" y="103"/>
                    <a:pt x="417" y="265"/>
                  </a:cubicBezTo>
                  <a:cubicBezTo>
                    <a:pt x="310" y="361"/>
                    <a:pt x="215" y="456"/>
                    <a:pt x="156" y="575"/>
                  </a:cubicBezTo>
                  <a:cubicBezTo>
                    <a:pt x="1" y="992"/>
                    <a:pt x="417" y="1789"/>
                    <a:pt x="846" y="1885"/>
                  </a:cubicBezTo>
                  <a:cubicBezTo>
                    <a:pt x="939" y="1910"/>
                    <a:pt x="1040" y="1924"/>
                    <a:pt x="1140" y="1924"/>
                  </a:cubicBezTo>
                  <a:cubicBezTo>
                    <a:pt x="1372" y="1924"/>
                    <a:pt x="1602" y="1846"/>
                    <a:pt x="1727" y="1646"/>
                  </a:cubicBezTo>
                  <a:cubicBezTo>
                    <a:pt x="1810" y="1515"/>
                    <a:pt x="1822" y="1337"/>
                    <a:pt x="1822" y="1170"/>
                  </a:cubicBezTo>
                  <a:cubicBezTo>
                    <a:pt x="1822" y="992"/>
                    <a:pt x="1822" y="813"/>
                    <a:pt x="1810" y="634"/>
                  </a:cubicBezTo>
                  <a:cubicBezTo>
                    <a:pt x="1810" y="539"/>
                    <a:pt x="1799" y="432"/>
                    <a:pt x="1751" y="337"/>
                  </a:cubicBezTo>
                  <a:cubicBezTo>
                    <a:pt x="1703" y="253"/>
                    <a:pt x="1620" y="182"/>
                    <a:pt x="1525" y="122"/>
                  </a:cubicBezTo>
                  <a:cubicBezTo>
                    <a:pt x="1406" y="63"/>
                    <a:pt x="1287" y="15"/>
                    <a:pt x="1156" y="3"/>
                  </a:cubicBezTo>
                  <a:cubicBezTo>
                    <a:pt x="1131" y="1"/>
                    <a:pt x="1107" y="0"/>
                    <a:pt x="1082"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0"/>
            <p:cNvSpPr/>
            <p:nvPr/>
          </p:nvSpPr>
          <p:spPr>
            <a:xfrm>
              <a:off x="5926450" y="1139650"/>
              <a:ext cx="45725" cy="36975"/>
            </a:xfrm>
            <a:custGeom>
              <a:rect b="b" l="l" r="r" t="t"/>
              <a:pathLst>
                <a:path extrusionOk="0" h="1479" w="1829">
                  <a:moveTo>
                    <a:pt x="1087" y="0"/>
                  </a:moveTo>
                  <a:cubicBezTo>
                    <a:pt x="994" y="0"/>
                    <a:pt x="902" y="18"/>
                    <a:pt x="817" y="56"/>
                  </a:cubicBezTo>
                  <a:cubicBezTo>
                    <a:pt x="0" y="394"/>
                    <a:pt x="339" y="1479"/>
                    <a:pt x="1123" y="1479"/>
                  </a:cubicBezTo>
                  <a:cubicBezTo>
                    <a:pt x="1196" y="1479"/>
                    <a:pt x="1273" y="1470"/>
                    <a:pt x="1353" y="1449"/>
                  </a:cubicBezTo>
                  <a:cubicBezTo>
                    <a:pt x="1460" y="1425"/>
                    <a:pt x="1543" y="1378"/>
                    <a:pt x="1615" y="1318"/>
                  </a:cubicBezTo>
                  <a:cubicBezTo>
                    <a:pt x="1698" y="1247"/>
                    <a:pt x="1734" y="1128"/>
                    <a:pt x="1769" y="1021"/>
                  </a:cubicBezTo>
                  <a:cubicBezTo>
                    <a:pt x="1829" y="830"/>
                    <a:pt x="1829" y="604"/>
                    <a:pt x="1758" y="425"/>
                  </a:cubicBezTo>
                  <a:cubicBezTo>
                    <a:pt x="1650" y="166"/>
                    <a:pt x="1367" y="0"/>
                    <a:pt x="108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0"/>
            <p:cNvSpPr/>
            <p:nvPr/>
          </p:nvSpPr>
          <p:spPr>
            <a:xfrm>
              <a:off x="5694450" y="1461750"/>
              <a:ext cx="266425" cy="176100"/>
            </a:xfrm>
            <a:custGeom>
              <a:rect b="b" l="l" r="r" t="t"/>
              <a:pathLst>
                <a:path extrusionOk="0" h="7044" w="10657">
                  <a:moveTo>
                    <a:pt x="3639" y="1"/>
                  </a:moveTo>
                  <a:cubicBezTo>
                    <a:pt x="2870" y="1"/>
                    <a:pt x="2715" y="1412"/>
                    <a:pt x="2715" y="1412"/>
                  </a:cubicBezTo>
                  <a:cubicBezTo>
                    <a:pt x="2715" y="1412"/>
                    <a:pt x="2610" y="1399"/>
                    <a:pt x="2444" y="1399"/>
                  </a:cubicBezTo>
                  <a:cubicBezTo>
                    <a:pt x="1967" y="1399"/>
                    <a:pt x="987" y="1510"/>
                    <a:pt x="572" y="2377"/>
                  </a:cubicBezTo>
                  <a:cubicBezTo>
                    <a:pt x="0" y="3555"/>
                    <a:pt x="1298" y="4186"/>
                    <a:pt x="1298" y="4186"/>
                  </a:cubicBezTo>
                  <a:cubicBezTo>
                    <a:pt x="1298" y="4186"/>
                    <a:pt x="286" y="5270"/>
                    <a:pt x="703" y="6341"/>
                  </a:cubicBezTo>
                  <a:cubicBezTo>
                    <a:pt x="794" y="6575"/>
                    <a:pt x="909" y="6664"/>
                    <a:pt x="1053" y="6664"/>
                  </a:cubicBezTo>
                  <a:cubicBezTo>
                    <a:pt x="1511" y="6664"/>
                    <a:pt x="2263" y="5768"/>
                    <a:pt x="3462" y="5768"/>
                  </a:cubicBezTo>
                  <a:cubicBezTo>
                    <a:pt x="3618" y="5768"/>
                    <a:pt x="3782" y="5783"/>
                    <a:pt x="3953" y="5817"/>
                  </a:cubicBezTo>
                  <a:cubicBezTo>
                    <a:pt x="5333" y="6100"/>
                    <a:pt x="7194" y="7043"/>
                    <a:pt x="8608" y="7043"/>
                  </a:cubicBezTo>
                  <a:cubicBezTo>
                    <a:pt x="9159" y="7043"/>
                    <a:pt x="9641" y="6900"/>
                    <a:pt x="10002" y="6520"/>
                  </a:cubicBezTo>
                  <a:cubicBezTo>
                    <a:pt x="10395" y="6115"/>
                    <a:pt x="10657" y="5139"/>
                    <a:pt x="10061" y="4282"/>
                  </a:cubicBezTo>
                  <a:cubicBezTo>
                    <a:pt x="9502" y="3496"/>
                    <a:pt x="6692" y="3329"/>
                    <a:pt x="5275" y="1364"/>
                  </a:cubicBezTo>
                  <a:cubicBezTo>
                    <a:pt x="4544" y="343"/>
                    <a:pt x="4017" y="1"/>
                    <a:pt x="36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0"/>
            <p:cNvSpPr/>
            <p:nvPr/>
          </p:nvSpPr>
          <p:spPr>
            <a:xfrm>
              <a:off x="5662300" y="1559475"/>
              <a:ext cx="41975" cy="37000"/>
            </a:xfrm>
            <a:custGeom>
              <a:rect b="b" l="l" r="r" t="t"/>
              <a:pathLst>
                <a:path extrusionOk="0" h="1480" w="1679">
                  <a:moveTo>
                    <a:pt x="538" y="1"/>
                  </a:moveTo>
                  <a:cubicBezTo>
                    <a:pt x="407" y="1"/>
                    <a:pt x="280" y="32"/>
                    <a:pt x="179" y="122"/>
                  </a:cubicBezTo>
                  <a:cubicBezTo>
                    <a:pt x="60" y="230"/>
                    <a:pt x="1" y="408"/>
                    <a:pt x="1" y="575"/>
                  </a:cubicBezTo>
                  <a:cubicBezTo>
                    <a:pt x="1" y="730"/>
                    <a:pt x="36" y="896"/>
                    <a:pt x="84" y="1051"/>
                  </a:cubicBezTo>
                  <a:cubicBezTo>
                    <a:pt x="174" y="1359"/>
                    <a:pt x="367" y="1480"/>
                    <a:pt x="580" y="1480"/>
                  </a:cubicBezTo>
                  <a:cubicBezTo>
                    <a:pt x="1075" y="1480"/>
                    <a:pt x="1679" y="830"/>
                    <a:pt x="1346" y="373"/>
                  </a:cubicBezTo>
                  <a:cubicBezTo>
                    <a:pt x="1275" y="277"/>
                    <a:pt x="1156" y="194"/>
                    <a:pt x="1036" y="158"/>
                  </a:cubicBezTo>
                  <a:cubicBezTo>
                    <a:pt x="905" y="99"/>
                    <a:pt x="751" y="15"/>
                    <a:pt x="608" y="3"/>
                  </a:cubicBezTo>
                  <a:cubicBezTo>
                    <a:pt x="584" y="2"/>
                    <a:pt x="561" y="1"/>
                    <a:pt x="538"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0"/>
            <p:cNvSpPr/>
            <p:nvPr/>
          </p:nvSpPr>
          <p:spPr>
            <a:xfrm>
              <a:off x="5656950" y="1482075"/>
              <a:ext cx="42000" cy="37650"/>
            </a:xfrm>
            <a:custGeom>
              <a:rect b="b" l="l" r="r" t="t"/>
              <a:pathLst>
                <a:path extrusionOk="0" h="1506" w="1680">
                  <a:moveTo>
                    <a:pt x="653" y="1"/>
                  </a:moveTo>
                  <a:cubicBezTo>
                    <a:pt x="578" y="1"/>
                    <a:pt x="512" y="22"/>
                    <a:pt x="453" y="51"/>
                  </a:cubicBezTo>
                  <a:cubicBezTo>
                    <a:pt x="346" y="99"/>
                    <a:pt x="274" y="170"/>
                    <a:pt x="191" y="242"/>
                  </a:cubicBezTo>
                  <a:cubicBezTo>
                    <a:pt x="60" y="421"/>
                    <a:pt x="0" y="647"/>
                    <a:pt x="12" y="873"/>
                  </a:cubicBezTo>
                  <a:cubicBezTo>
                    <a:pt x="36" y="968"/>
                    <a:pt x="48" y="1087"/>
                    <a:pt x="107" y="1183"/>
                  </a:cubicBezTo>
                  <a:cubicBezTo>
                    <a:pt x="245" y="1393"/>
                    <a:pt x="568" y="1506"/>
                    <a:pt x="859" y="1506"/>
                  </a:cubicBezTo>
                  <a:cubicBezTo>
                    <a:pt x="1046" y="1506"/>
                    <a:pt x="1219" y="1459"/>
                    <a:pt x="1322" y="1361"/>
                  </a:cubicBezTo>
                  <a:cubicBezTo>
                    <a:pt x="1536" y="1183"/>
                    <a:pt x="1679" y="897"/>
                    <a:pt x="1584" y="659"/>
                  </a:cubicBezTo>
                  <a:cubicBezTo>
                    <a:pt x="1524" y="540"/>
                    <a:pt x="1417" y="456"/>
                    <a:pt x="1310" y="361"/>
                  </a:cubicBezTo>
                  <a:cubicBezTo>
                    <a:pt x="1191" y="278"/>
                    <a:pt x="1072" y="194"/>
                    <a:pt x="941" y="111"/>
                  </a:cubicBezTo>
                  <a:cubicBezTo>
                    <a:pt x="869" y="63"/>
                    <a:pt x="786" y="16"/>
                    <a:pt x="703" y="4"/>
                  </a:cubicBezTo>
                  <a:cubicBezTo>
                    <a:pt x="686" y="2"/>
                    <a:pt x="669" y="1"/>
                    <a:pt x="653"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0"/>
            <p:cNvSpPr/>
            <p:nvPr/>
          </p:nvSpPr>
          <p:spPr>
            <a:xfrm>
              <a:off x="5702475" y="1447300"/>
              <a:ext cx="33675" cy="30325"/>
            </a:xfrm>
            <a:custGeom>
              <a:rect b="b" l="l" r="r" t="t"/>
              <a:pathLst>
                <a:path extrusionOk="0" h="1213" w="1347">
                  <a:moveTo>
                    <a:pt x="677" y="1"/>
                  </a:moveTo>
                  <a:cubicBezTo>
                    <a:pt x="412" y="1"/>
                    <a:pt x="147" y="216"/>
                    <a:pt x="84" y="478"/>
                  </a:cubicBezTo>
                  <a:cubicBezTo>
                    <a:pt x="0" y="935"/>
                    <a:pt x="342" y="1213"/>
                    <a:pt x="696" y="1213"/>
                  </a:cubicBezTo>
                  <a:cubicBezTo>
                    <a:pt x="942" y="1213"/>
                    <a:pt x="1193" y="1078"/>
                    <a:pt x="1311" y="776"/>
                  </a:cubicBezTo>
                  <a:cubicBezTo>
                    <a:pt x="1334" y="692"/>
                    <a:pt x="1346" y="609"/>
                    <a:pt x="1334" y="514"/>
                  </a:cubicBezTo>
                  <a:cubicBezTo>
                    <a:pt x="1323" y="430"/>
                    <a:pt x="1263" y="359"/>
                    <a:pt x="1203" y="276"/>
                  </a:cubicBezTo>
                  <a:cubicBezTo>
                    <a:pt x="1096" y="145"/>
                    <a:pt x="953" y="37"/>
                    <a:pt x="787" y="14"/>
                  </a:cubicBezTo>
                  <a:cubicBezTo>
                    <a:pt x="751" y="5"/>
                    <a:pt x="714" y="1"/>
                    <a:pt x="677"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0"/>
            <p:cNvSpPr/>
            <p:nvPr/>
          </p:nvSpPr>
          <p:spPr>
            <a:xfrm>
              <a:off x="6039425" y="1612525"/>
              <a:ext cx="122075" cy="113150"/>
            </a:xfrm>
            <a:custGeom>
              <a:rect b="b" l="l" r="r" t="t"/>
              <a:pathLst>
                <a:path extrusionOk="0" h="4526" w="4883">
                  <a:moveTo>
                    <a:pt x="4882" y="1"/>
                  </a:moveTo>
                  <a:lnTo>
                    <a:pt x="4882" y="1"/>
                  </a:lnTo>
                  <a:cubicBezTo>
                    <a:pt x="1" y="739"/>
                    <a:pt x="394" y="4525"/>
                    <a:pt x="394" y="4525"/>
                  </a:cubicBezTo>
                  <a:cubicBezTo>
                    <a:pt x="394" y="4525"/>
                    <a:pt x="2954" y="3965"/>
                    <a:pt x="48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0"/>
            <p:cNvSpPr/>
            <p:nvPr/>
          </p:nvSpPr>
          <p:spPr>
            <a:xfrm>
              <a:off x="6070675" y="1785475"/>
              <a:ext cx="84575" cy="136050"/>
            </a:xfrm>
            <a:custGeom>
              <a:rect b="b" l="l" r="r" t="t"/>
              <a:pathLst>
                <a:path extrusionOk="0" h="5442" w="3383">
                  <a:moveTo>
                    <a:pt x="3382" y="0"/>
                  </a:moveTo>
                  <a:lnTo>
                    <a:pt x="3382" y="0"/>
                  </a:lnTo>
                  <a:cubicBezTo>
                    <a:pt x="1" y="2191"/>
                    <a:pt x="287" y="5441"/>
                    <a:pt x="287" y="5441"/>
                  </a:cubicBezTo>
                  <a:cubicBezTo>
                    <a:pt x="287" y="5441"/>
                    <a:pt x="3144" y="4489"/>
                    <a:pt x="33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0"/>
            <p:cNvSpPr/>
            <p:nvPr/>
          </p:nvSpPr>
          <p:spPr>
            <a:xfrm>
              <a:off x="6132000" y="2118550"/>
              <a:ext cx="81300" cy="75325"/>
            </a:xfrm>
            <a:custGeom>
              <a:rect b="b" l="l" r="r" t="t"/>
              <a:pathLst>
                <a:path extrusionOk="0" h="3013" w="3252">
                  <a:moveTo>
                    <a:pt x="3251" y="0"/>
                  </a:moveTo>
                  <a:lnTo>
                    <a:pt x="3251" y="0"/>
                  </a:lnTo>
                  <a:cubicBezTo>
                    <a:pt x="477" y="750"/>
                    <a:pt x="1" y="3013"/>
                    <a:pt x="1" y="3013"/>
                  </a:cubicBezTo>
                  <a:cubicBezTo>
                    <a:pt x="1" y="3013"/>
                    <a:pt x="2132" y="2977"/>
                    <a:pt x="3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0"/>
            <p:cNvSpPr/>
            <p:nvPr/>
          </p:nvSpPr>
          <p:spPr>
            <a:xfrm>
              <a:off x="5896250" y="1700350"/>
              <a:ext cx="123550" cy="96150"/>
            </a:xfrm>
            <a:custGeom>
              <a:rect b="b" l="l" r="r" t="t"/>
              <a:pathLst>
                <a:path extrusionOk="0" h="3846" w="4942">
                  <a:moveTo>
                    <a:pt x="1" y="0"/>
                  </a:moveTo>
                  <a:cubicBezTo>
                    <a:pt x="1" y="0"/>
                    <a:pt x="537" y="2953"/>
                    <a:pt x="4942" y="3846"/>
                  </a:cubicBezTo>
                  <a:cubicBezTo>
                    <a:pt x="3275" y="179"/>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0"/>
            <p:cNvSpPr/>
            <p:nvPr/>
          </p:nvSpPr>
          <p:spPr>
            <a:xfrm>
              <a:off x="5908175" y="2032825"/>
              <a:ext cx="157775" cy="123250"/>
            </a:xfrm>
            <a:custGeom>
              <a:rect b="b" l="l" r="r" t="t"/>
              <a:pathLst>
                <a:path extrusionOk="0" h="4930" w="6311">
                  <a:moveTo>
                    <a:pt x="0" y="0"/>
                  </a:moveTo>
                  <a:cubicBezTo>
                    <a:pt x="0" y="0"/>
                    <a:pt x="679" y="3787"/>
                    <a:pt x="6310" y="4929"/>
                  </a:cubicBezTo>
                  <a:cubicBezTo>
                    <a:pt x="4179" y="239"/>
                    <a:pt x="1"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0"/>
            <p:cNvSpPr/>
            <p:nvPr/>
          </p:nvSpPr>
          <p:spPr>
            <a:xfrm>
              <a:off x="5828400" y="2212625"/>
              <a:ext cx="253625" cy="167350"/>
            </a:xfrm>
            <a:custGeom>
              <a:rect b="b" l="l" r="r" t="t"/>
              <a:pathLst>
                <a:path extrusionOk="0" h="6694" w="10145">
                  <a:moveTo>
                    <a:pt x="1084" y="0"/>
                  </a:moveTo>
                  <a:cubicBezTo>
                    <a:pt x="735" y="0"/>
                    <a:pt x="374" y="15"/>
                    <a:pt x="0" y="47"/>
                  </a:cubicBezTo>
                  <a:cubicBezTo>
                    <a:pt x="1485" y="5763"/>
                    <a:pt x="5579" y="6694"/>
                    <a:pt x="8089" y="6694"/>
                  </a:cubicBezTo>
                  <a:cubicBezTo>
                    <a:pt x="9302" y="6694"/>
                    <a:pt x="10144" y="6477"/>
                    <a:pt x="10144" y="6477"/>
                  </a:cubicBezTo>
                  <a:cubicBezTo>
                    <a:pt x="10144" y="6477"/>
                    <a:pt x="8271" y="0"/>
                    <a:pt x="10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0"/>
            <p:cNvSpPr/>
            <p:nvPr/>
          </p:nvSpPr>
          <p:spPr>
            <a:xfrm>
              <a:off x="6082300" y="2172725"/>
              <a:ext cx="235775" cy="314950"/>
            </a:xfrm>
            <a:custGeom>
              <a:rect b="b" l="l" r="r" t="t"/>
              <a:pathLst>
                <a:path extrusionOk="0" h="12598" w="9431">
                  <a:moveTo>
                    <a:pt x="8347" y="0"/>
                  </a:moveTo>
                  <a:cubicBezTo>
                    <a:pt x="0" y="5060"/>
                    <a:pt x="2191" y="12597"/>
                    <a:pt x="2191" y="12597"/>
                  </a:cubicBezTo>
                  <a:cubicBezTo>
                    <a:pt x="2191" y="12597"/>
                    <a:pt x="9430" y="10537"/>
                    <a:pt x="83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0"/>
            <p:cNvSpPr/>
            <p:nvPr/>
          </p:nvSpPr>
          <p:spPr>
            <a:xfrm>
              <a:off x="6162675" y="1888450"/>
              <a:ext cx="106875" cy="92300"/>
            </a:xfrm>
            <a:custGeom>
              <a:rect b="b" l="l" r="r" t="t"/>
              <a:pathLst>
                <a:path extrusionOk="0" h="3692" w="4275">
                  <a:moveTo>
                    <a:pt x="536" y="1"/>
                  </a:moveTo>
                  <a:cubicBezTo>
                    <a:pt x="357" y="215"/>
                    <a:pt x="167" y="418"/>
                    <a:pt x="0" y="644"/>
                  </a:cubicBezTo>
                  <a:cubicBezTo>
                    <a:pt x="119" y="941"/>
                    <a:pt x="262" y="1203"/>
                    <a:pt x="524" y="1382"/>
                  </a:cubicBezTo>
                  <a:cubicBezTo>
                    <a:pt x="1179" y="1882"/>
                    <a:pt x="2155" y="1668"/>
                    <a:pt x="2846" y="2132"/>
                  </a:cubicBezTo>
                  <a:cubicBezTo>
                    <a:pt x="3203" y="2370"/>
                    <a:pt x="3405" y="2751"/>
                    <a:pt x="3572" y="3144"/>
                  </a:cubicBezTo>
                  <a:cubicBezTo>
                    <a:pt x="3643" y="3323"/>
                    <a:pt x="3703" y="3501"/>
                    <a:pt x="3750" y="3692"/>
                  </a:cubicBezTo>
                  <a:cubicBezTo>
                    <a:pt x="3929" y="3525"/>
                    <a:pt x="4096" y="3382"/>
                    <a:pt x="4274" y="3215"/>
                  </a:cubicBezTo>
                  <a:lnTo>
                    <a:pt x="4096" y="2858"/>
                  </a:lnTo>
                  <a:cubicBezTo>
                    <a:pt x="3703" y="2132"/>
                    <a:pt x="3179" y="1358"/>
                    <a:pt x="2381" y="1191"/>
                  </a:cubicBezTo>
                  <a:cubicBezTo>
                    <a:pt x="1869" y="1084"/>
                    <a:pt x="1274" y="1203"/>
                    <a:pt x="893" y="870"/>
                  </a:cubicBezTo>
                  <a:cubicBezTo>
                    <a:pt x="702" y="691"/>
                    <a:pt x="607" y="429"/>
                    <a:pt x="548" y="167"/>
                  </a:cubicBezTo>
                  <a:cubicBezTo>
                    <a:pt x="536" y="108"/>
                    <a:pt x="536" y="60"/>
                    <a:pt x="5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0"/>
            <p:cNvSpPr/>
            <p:nvPr/>
          </p:nvSpPr>
          <p:spPr>
            <a:xfrm>
              <a:off x="6136175" y="1925375"/>
              <a:ext cx="103600" cy="85150"/>
            </a:xfrm>
            <a:custGeom>
              <a:rect b="b" l="l" r="r" t="t"/>
              <a:pathLst>
                <a:path extrusionOk="0" h="3406" w="4144">
                  <a:moveTo>
                    <a:pt x="417" y="0"/>
                  </a:moveTo>
                  <a:cubicBezTo>
                    <a:pt x="274" y="226"/>
                    <a:pt x="119" y="429"/>
                    <a:pt x="0" y="655"/>
                  </a:cubicBezTo>
                  <a:cubicBezTo>
                    <a:pt x="108" y="774"/>
                    <a:pt x="238" y="881"/>
                    <a:pt x="358" y="953"/>
                  </a:cubicBezTo>
                  <a:cubicBezTo>
                    <a:pt x="810" y="1238"/>
                    <a:pt x="1346" y="1334"/>
                    <a:pt x="1846" y="1500"/>
                  </a:cubicBezTo>
                  <a:cubicBezTo>
                    <a:pt x="2358" y="1667"/>
                    <a:pt x="2870" y="1905"/>
                    <a:pt x="3156" y="2346"/>
                  </a:cubicBezTo>
                  <a:cubicBezTo>
                    <a:pt x="3370" y="2679"/>
                    <a:pt x="3441" y="3072"/>
                    <a:pt x="3667" y="3405"/>
                  </a:cubicBezTo>
                  <a:cubicBezTo>
                    <a:pt x="3810" y="3262"/>
                    <a:pt x="3977" y="3084"/>
                    <a:pt x="4144" y="2917"/>
                  </a:cubicBezTo>
                  <a:cubicBezTo>
                    <a:pt x="4144" y="2572"/>
                    <a:pt x="4001" y="2227"/>
                    <a:pt x="3798" y="1965"/>
                  </a:cubicBezTo>
                  <a:cubicBezTo>
                    <a:pt x="3465" y="1548"/>
                    <a:pt x="2989" y="1274"/>
                    <a:pt x="2513" y="1072"/>
                  </a:cubicBezTo>
                  <a:cubicBezTo>
                    <a:pt x="2024" y="857"/>
                    <a:pt x="1524" y="715"/>
                    <a:pt x="1060" y="476"/>
                  </a:cubicBezTo>
                  <a:cubicBezTo>
                    <a:pt x="822" y="357"/>
                    <a:pt x="596" y="203"/>
                    <a:pt x="4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0"/>
            <p:cNvSpPr/>
            <p:nvPr/>
          </p:nvSpPr>
          <p:spPr>
            <a:xfrm>
              <a:off x="6069500" y="1464000"/>
              <a:ext cx="63425" cy="93775"/>
            </a:xfrm>
            <a:custGeom>
              <a:rect b="b" l="l" r="r" t="t"/>
              <a:pathLst>
                <a:path extrusionOk="0" h="3751" w="2537">
                  <a:moveTo>
                    <a:pt x="596" y="1"/>
                  </a:moveTo>
                  <a:lnTo>
                    <a:pt x="596" y="1"/>
                  </a:lnTo>
                  <a:cubicBezTo>
                    <a:pt x="393" y="108"/>
                    <a:pt x="203" y="227"/>
                    <a:pt x="0" y="322"/>
                  </a:cubicBezTo>
                  <a:cubicBezTo>
                    <a:pt x="0" y="584"/>
                    <a:pt x="48" y="834"/>
                    <a:pt x="203" y="1060"/>
                  </a:cubicBezTo>
                  <a:cubicBezTo>
                    <a:pt x="560" y="1620"/>
                    <a:pt x="1370" y="1751"/>
                    <a:pt x="1762" y="2287"/>
                  </a:cubicBezTo>
                  <a:cubicBezTo>
                    <a:pt x="1953" y="2572"/>
                    <a:pt x="2013" y="2929"/>
                    <a:pt x="2024" y="3275"/>
                  </a:cubicBezTo>
                  <a:cubicBezTo>
                    <a:pt x="2024" y="3441"/>
                    <a:pt x="2024" y="3584"/>
                    <a:pt x="2013" y="3751"/>
                  </a:cubicBezTo>
                  <a:cubicBezTo>
                    <a:pt x="2179" y="3703"/>
                    <a:pt x="2346" y="3632"/>
                    <a:pt x="2536" y="3560"/>
                  </a:cubicBezTo>
                  <a:cubicBezTo>
                    <a:pt x="2536" y="3453"/>
                    <a:pt x="2524" y="3346"/>
                    <a:pt x="2501" y="3227"/>
                  </a:cubicBezTo>
                  <a:cubicBezTo>
                    <a:pt x="2429" y="2560"/>
                    <a:pt x="2239" y="1810"/>
                    <a:pt x="1667" y="1441"/>
                  </a:cubicBezTo>
                  <a:cubicBezTo>
                    <a:pt x="1310" y="1215"/>
                    <a:pt x="822" y="1132"/>
                    <a:pt x="631" y="763"/>
                  </a:cubicBezTo>
                  <a:cubicBezTo>
                    <a:pt x="524" y="560"/>
                    <a:pt x="536" y="346"/>
                    <a:pt x="572" y="131"/>
                  </a:cubicBezTo>
                  <a:cubicBezTo>
                    <a:pt x="584" y="84"/>
                    <a:pt x="584" y="48"/>
                    <a:pt x="5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0"/>
            <p:cNvSpPr/>
            <p:nvPr/>
          </p:nvSpPr>
          <p:spPr>
            <a:xfrm>
              <a:off x="6038250" y="1483950"/>
              <a:ext cx="65500" cy="89025"/>
            </a:xfrm>
            <a:custGeom>
              <a:rect b="b" l="l" r="r" t="t"/>
              <a:pathLst>
                <a:path extrusionOk="0" h="3561" w="2620">
                  <a:moveTo>
                    <a:pt x="512" y="0"/>
                  </a:moveTo>
                  <a:cubicBezTo>
                    <a:pt x="334" y="119"/>
                    <a:pt x="155" y="262"/>
                    <a:pt x="0" y="393"/>
                  </a:cubicBezTo>
                  <a:cubicBezTo>
                    <a:pt x="48" y="512"/>
                    <a:pt x="119" y="631"/>
                    <a:pt x="191" y="738"/>
                  </a:cubicBezTo>
                  <a:cubicBezTo>
                    <a:pt x="465" y="1072"/>
                    <a:pt x="834" y="1310"/>
                    <a:pt x="1179" y="1584"/>
                  </a:cubicBezTo>
                  <a:cubicBezTo>
                    <a:pt x="1524" y="1846"/>
                    <a:pt x="1846" y="2179"/>
                    <a:pt x="1941" y="2608"/>
                  </a:cubicBezTo>
                  <a:cubicBezTo>
                    <a:pt x="2012" y="2917"/>
                    <a:pt x="1941" y="3251"/>
                    <a:pt x="2012" y="3560"/>
                  </a:cubicBezTo>
                  <a:cubicBezTo>
                    <a:pt x="2179" y="3489"/>
                    <a:pt x="2334" y="3394"/>
                    <a:pt x="2512" y="3322"/>
                  </a:cubicBezTo>
                  <a:cubicBezTo>
                    <a:pt x="2620" y="3060"/>
                    <a:pt x="2620" y="2762"/>
                    <a:pt x="2536" y="2489"/>
                  </a:cubicBezTo>
                  <a:cubicBezTo>
                    <a:pt x="2405" y="2072"/>
                    <a:pt x="2120" y="1727"/>
                    <a:pt x="1810" y="1429"/>
                  </a:cubicBezTo>
                  <a:cubicBezTo>
                    <a:pt x="1488" y="1131"/>
                    <a:pt x="1131" y="881"/>
                    <a:pt x="857" y="560"/>
                  </a:cubicBezTo>
                  <a:cubicBezTo>
                    <a:pt x="703" y="393"/>
                    <a:pt x="572" y="215"/>
                    <a:pt x="5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0"/>
            <p:cNvSpPr/>
            <p:nvPr/>
          </p:nvSpPr>
          <p:spPr>
            <a:xfrm>
              <a:off x="5881375" y="1364500"/>
              <a:ext cx="110150" cy="52925"/>
            </a:xfrm>
            <a:custGeom>
              <a:rect b="b" l="l" r="r" t="t"/>
              <a:pathLst>
                <a:path extrusionOk="0" h="2117" w="4406">
                  <a:moveTo>
                    <a:pt x="3406" y="0"/>
                  </a:moveTo>
                  <a:cubicBezTo>
                    <a:pt x="2814" y="0"/>
                    <a:pt x="2221" y="117"/>
                    <a:pt x="1810" y="528"/>
                  </a:cubicBezTo>
                  <a:cubicBezTo>
                    <a:pt x="1489" y="849"/>
                    <a:pt x="1298" y="1373"/>
                    <a:pt x="834" y="1492"/>
                  </a:cubicBezTo>
                  <a:cubicBezTo>
                    <a:pt x="770" y="1509"/>
                    <a:pt x="705" y="1516"/>
                    <a:pt x="638" y="1516"/>
                  </a:cubicBezTo>
                  <a:cubicBezTo>
                    <a:pt x="469" y="1516"/>
                    <a:pt x="294" y="1469"/>
                    <a:pt x="132" y="1409"/>
                  </a:cubicBezTo>
                  <a:cubicBezTo>
                    <a:pt x="84" y="1385"/>
                    <a:pt x="48" y="1361"/>
                    <a:pt x="1" y="1337"/>
                  </a:cubicBezTo>
                  <a:lnTo>
                    <a:pt x="1" y="1337"/>
                  </a:lnTo>
                  <a:cubicBezTo>
                    <a:pt x="72" y="1575"/>
                    <a:pt x="143" y="1837"/>
                    <a:pt x="215" y="2076"/>
                  </a:cubicBezTo>
                  <a:cubicBezTo>
                    <a:pt x="341" y="2102"/>
                    <a:pt x="467" y="2116"/>
                    <a:pt x="591" y="2116"/>
                  </a:cubicBezTo>
                  <a:cubicBezTo>
                    <a:pt x="748" y="2116"/>
                    <a:pt x="902" y="2093"/>
                    <a:pt x="1048" y="2040"/>
                  </a:cubicBezTo>
                  <a:cubicBezTo>
                    <a:pt x="1751" y="1790"/>
                    <a:pt x="2084" y="933"/>
                    <a:pt x="2763" y="635"/>
                  </a:cubicBezTo>
                  <a:cubicBezTo>
                    <a:pt x="2960" y="550"/>
                    <a:pt x="3171" y="515"/>
                    <a:pt x="3383" y="515"/>
                  </a:cubicBezTo>
                  <a:cubicBezTo>
                    <a:pt x="3555" y="515"/>
                    <a:pt x="3728" y="538"/>
                    <a:pt x="3894" y="575"/>
                  </a:cubicBezTo>
                  <a:cubicBezTo>
                    <a:pt x="4061" y="599"/>
                    <a:pt x="4239" y="647"/>
                    <a:pt x="4406" y="694"/>
                  </a:cubicBezTo>
                  <a:cubicBezTo>
                    <a:pt x="4370" y="516"/>
                    <a:pt x="4346" y="301"/>
                    <a:pt x="4299" y="75"/>
                  </a:cubicBezTo>
                  <a:lnTo>
                    <a:pt x="3942" y="28"/>
                  </a:lnTo>
                  <a:cubicBezTo>
                    <a:pt x="3766" y="11"/>
                    <a:pt x="3586" y="0"/>
                    <a:pt x="3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0"/>
            <p:cNvSpPr/>
            <p:nvPr/>
          </p:nvSpPr>
          <p:spPr>
            <a:xfrm>
              <a:off x="5895375" y="1398300"/>
              <a:ext cx="105100" cy="57100"/>
            </a:xfrm>
            <a:custGeom>
              <a:rect b="b" l="l" r="r" t="t"/>
              <a:pathLst>
                <a:path extrusionOk="0" h="2284" w="4204">
                  <a:moveTo>
                    <a:pt x="3296" y="1"/>
                  </a:moveTo>
                  <a:cubicBezTo>
                    <a:pt x="3248" y="1"/>
                    <a:pt x="3201" y="4"/>
                    <a:pt x="3155" y="9"/>
                  </a:cubicBezTo>
                  <a:cubicBezTo>
                    <a:pt x="2679" y="57"/>
                    <a:pt x="2239" y="295"/>
                    <a:pt x="1846" y="557"/>
                  </a:cubicBezTo>
                  <a:cubicBezTo>
                    <a:pt x="1465" y="831"/>
                    <a:pt x="1096" y="1152"/>
                    <a:pt x="667" y="1390"/>
                  </a:cubicBezTo>
                  <a:cubicBezTo>
                    <a:pt x="465" y="1509"/>
                    <a:pt x="238" y="1616"/>
                    <a:pt x="0" y="1640"/>
                  </a:cubicBezTo>
                  <a:cubicBezTo>
                    <a:pt x="95" y="1867"/>
                    <a:pt x="191" y="2093"/>
                    <a:pt x="298" y="2283"/>
                  </a:cubicBezTo>
                  <a:cubicBezTo>
                    <a:pt x="453" y="2259"/>
                    <a:pt x="584" y="2212"/>
                    <a:pt x="715" y="2152"/>
                  </a:cubicBezTo>
                  <a:cubicBezTo>
                    <a:pt x="1143" y="1938"/>
                    <a:pt x="1488" y="1581"/>
                    <a:pt x="1858" y="1271"/>
                  </a:cubicBezTo>
                  <a:cubicBezTo>
                    <a:pt x="2239" y="974"/>
                    <a:pt x="2667" y="688"/>
                    <a:pt x="3143" y="688"/>
                  </a:cubicBezTo>
                  <a:cubicBezTo>
                    <a:pt x="3487" y="688"/>
                    <a:pt x="3820" y="831"/>
                    <a:pt x="4163" y="831"/>
                  </a:cubicBezTo>
                  <a:cubicBezTo>
                    <a:pt x="4177" y="831"/>
                    <a:pt x="4190" y="831"/>
                    <a:pt x="4203" y="831"/>
                  </a:cubicBezTo>
                  <a:cubicBezTo>
                    <a:pt x="4155" y="628"/>
                    <a:pt x="4108" y="426"/>
                    <a:pt x="4048" y="212"/>
                  </a:cubicBezTo>
                  <a:cubicBezTo>
                    <a:pt x="3827" y="81"/>
                    <a:pt x="3555" y="1"/>
                    <a:pt x="32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0"/>
            <p:cNvSpPr/>
            <p:nvPr/>
          </p:nvSpPr>
          <p:spPr>
            <a:xfrm>
              <a:off x="5850125" y="1536925"/>
              <a:ext cx="40500" cy="92900"/>
            </a:xfrm>
            <a:custGeom>
              <a:rect b="b" l="l" r="r" t="t"/>
              <a:pathLst>
                <a:path extrusionOk="0" h="3716" w="1620">
                  <a:moveTo>
                    <a:pt x="1143" y="1"/>
                  </a:moveTo>
                  <a:cubicBezTo>
                    <a:pt x="1072" y="72"/>
                    <a:pt x="1012" y="143"/>
                    <a:pt x="953" y="227"/>
                  </a:cubicBezTo>
                  <a:cubicBezTo>
                    <a:pt x="548" y="703"/>
                    <a:pt x="179" y="1298"/>
                    <a:pt x="286" y="1906"/>
                  </a:cubicBezTo>
                  <a:cubicBezTo>
                    <a:pt x="358" y="2287"/>
                    <a:pt x="608" y="2668"/>
                    <a:pt x="489" y="3037"/>
                  </a:cubicBezTo>
                  <a:cubicBezTo>
                    <a:pt x="429" y="3227"/>
                    <a:pt x="262" y="3358"/>
                    <a:pt x="108" y="3465"/>
                  </a:cubicBezTo>
                  <a:cubicBezTo>
                    <a:pt x="72" y="3477"/>
                    <a:pt x="24" y="3513"/>
                    <a:pt x="0" y="3525"/>
                  </a:cubicBezTo>
                  <a:cubicBezTo>
                    <a:pt x="191" y="3596"/>
                    <a:pt x="405" y="3656"/>
                    <a:pt x="596" y="3715"/>
                  </a:cubicBezTo>
                  <a:cubicBezTo>
                    <a:pt x="774" y="3560"/>
                    <a:pt x="905" y="3358"/>
                    <a:pt x="965" y="3144"/>
                  </a:cubicBezTo>
                  <a:cubicBezTo>
                    <a:pt x="1120" y="2548"/>
                    <a:pt x="679" y="1917"/>
                    <a:pt x="798" y="1310"/>
                  </a:cubicBezTo>
                  <a:cubicBezTo>
                    <a:pt x="858" y="977"/>
                    <a:pt x="1060" y="715"/>
                    <a:pt x="1298" y="489"/>
                  </a:cubicBezTo>
                  <a:cubicBezTo>
                    <a:pt x="1393" y="382"/>
                    <a:pt x="1501" y="298"/>
                    <a:pt x="1620" y="203"/>
                  </a:cubicBezTo>
                  <a:cubicBezTo>
                    <a:pt x="1453" y="143"/>
                    <a:pt x="1298" y="72"/>
                    <a:pt x="1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0"/>
            <p:cNvSpPr/>
            <p:nvPr/>
          </p:nvSpPr>
          <p:spPr>
            <a:xfrm>
              <a:off x="5884350" y="1548825"/>
              <a:ext cx="35450" cy="88425"/>
            </a:xfrm>
            <a:custGeom>
              <a:rect b="b" l="l" r="r" t="t"/>
              <a:pathLst>
                <a:path extrusionOk="0" h="3537" w="1418">
                  <a:moveTo>
                    <a:pt x="941" y="1"/>
                  </a:moveTo>
                  <a:cubicBezTo>
                    <a:pt x="703" y="96"/>
                    <a:pt x="501" y="287"/>
                    <a:pt x="370" y="525"/>
                  </a:cubicBezTo>
                  <a:cubicBezTo>
                    <a:pt x="179" y="858"/>
                    <a:pt x="132" y="1275"/>
                    <a:pt x="132" y="1668"/>
                  </a:cubicBezTo>
                  <a:cubicBezTo>
                    <a:pt x="132" y="2061"/>
                    <a:pt x="179" y="2453"/>
                    <a:pt x="144" y="2858"/>
                  </a:cubicBezTo>
                  <a:cubicBezTo>
                    <a:pt x="132" y="3049"/>
                    <a:pt x="84" y="3251"/>
                    <a:pt x="1" y="3442"/>
                  </a:cubicBezTo>
                  <a:cubicBezTo>
                    <a:pt x="191" y="3477"/>
                    <a:pt x="382" y="3513"/>
                    <a:pt x="584" y="3537"/>
                  </a:cubicBezTo>
                  <a:cubicBezTo>
                    <a:pt x="620" y="3442"/>
                    <a:pt x="667" y="3311"/>
                    <a:pt x="679" y="3192"/>
                  </a:cubicBezTo>
                  <a:cubicBezTo>
                    <a:pt x="739" y="2811"/>
                    <a:pt x="667" y="2406"/>
                    <a:pt x="620" y="2001"/>
                  </a:cubicBezTo>
                  <a:cubicBezTo>
                    <a:pt x="596" y="1608"/>
                    <a:pt x="608" y="1191"/>
                    <a:pt x="834" y="846"/>
                  </a:cubicBezTo>
                  <a:cubicBezTo>
                    <a:pt x="977" y="596"/>
                    <a:pt x="1251" y="429"/>
                    <a:pt x="1418" y="191"/>
                  </a:cubicBezTo>
                  <a:cubicBezTo>
                    <a:pt x="1263" y="132"/>
                    <a:pt x="1096" y="60"/>
                    <a:pt x="9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0"/>
            <p:cNvSpPr/>
            <p:nvPr/>
          </p:nvSpPr>
          <p:spPr>
            <a:xfrm>
              <a:off x="5685363" y="1742819"/>
              <a:ext cx="291735" cy="192829"/>
            </a:xfrm>
            <a:custGeom>
              <a:rect b="b" l="l" r="r" t="t"/>
              <a:pathLst>
                <a:path extrusionOk="0" h="7044" w="10657">
                  <a:moveTo>
                    <a:pt x="3639" y="1"/>
                  </a:moveTo>
                  <a:cubicBezTo>
                    <a:pt x="2870" y="1"/>
                    <a:pt x="2715" y="1412"/>
                    <a:pt x="2715" y="1412"/>
                  </a:cubicBezTo>
                  <a:cubicBezTo>
                    <a:pt x="2715" y="1412"/>
                    <a:pt x="2610" y="1399"/>
                    <a:pt x="2444" y="1399"/>
                  </a:cubicBezTo>
                  <a:cubicBezTo>
                    <a:pt x="1967" y="1399"/>
                    <a:pt x="987" y="1510"/>
                    <a:pt x="572" y="2377"/>
                  </a:cubicBezTo>
                  <a:cubicBezTo>
                    <a:pt x="0" y="3555"/>
                    <a:pt x="1298" y="4186"/>
                    <a:pt x="1298" y="4186"/>
                  </a:cubicBezTo>
                  <a:cubicBezTo>
                    <a:pt x="1298" y="4186"/>
                    <a:pt x="286" y="5270"/>
                    <a:pt x="703" y="6341"/>
                  </a:cubicBezTo>
                  <a:cubicBezTo>
                    <a:pt x="794" y="6575"/>
                    <a:pt x="909" y="6664"/>
                    <a:pt x="1053" y="6664"/>
                  </a:cubicBezTo>
                  <a:cubicBezTo>
                    <a:pt x="1511" y="6664"/>
                    <a:pt x="2263" y="5768"/>
                    <a:pt x="3462" y="5768"/>
                  </a:cubicBezTo>
                  <a:cubicBezTo>
                    <a:pt x="3618" y="5768"/>
                    <a:pt x="3782" y="5783"/>
                    <a:pt x="3953" y="5817"/>
                  </a:cubicBezTo>
                  <a:cubicBezTo>
                    <a:pt x="5333" y="6100"/>
                    <a:pt x="7194" y="7043"/>
                    <a:pt x="8608" y="7043"/>
                  </a:cubicBezTo>
                  <a:cubicBezTo>
                    <a:pt x="9159" y="7043"/>
                    <a:pt x="9641" y="6900"/>
                    <a:pt x="10002" y="6520"/>
                  </a:cubicBezTo>
                  <a:cubicBezTo>
                    <a:pt x="10395" y="6115"/>
                    <a:pt x="10657" y="5139"/>
                    <a:pt x="10061" y="4282"/>
                  </a:cubicBezTo>
                  <a:cubicBezTo>
                    <a:pt x="9502" y="3496"/>
                    <a:pt x="6692" y="3329"/>
                    <a:pt x="5275" y="1364"/>
                  </a:cubicBezTo>
                  <a:cubicBezTo>
                    <a:pt x="4544" y="343"/>
                    <a:pt x="4017" y="1"/>
                    <a:pt x="36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0"/>
            <p:cNvSpPr/>
            <p:nvPr/>
          </p:nvSpPr>
          <p:spPr>
            <a:xfrm>
              <a:off x="5650158" y="1849829"/>
              <a:ext cx="45963" cy="40515"/>
            </a:xfrm>
            <a:custGeom>
              <a:rect b="b" l="l" r="r" t="t"/>
              <a:pathLst>
                <a:path extrusionOk="0" h="1480" w="1679">
                  <a:moveTo>
                    <a:pt x="538" y="1"/>
                  </a:moveTo>
                  <a:cubicBezTo>
                    <a:pt x="407" y="1"/>
                    <a:pt x="280" y="32"/>
                    <a:pt x="179" y="122"/>
                  </a:cubicBezTo>
                  <a:cubicBezTo>
                    <a:pt x="60" y="230"/>
                    <a:pt x="1" y="408"/>
                    <a:pt x="1" y="575"/>
                  </a:cubicBezTo>
                  <a:cubicBezTo>
                    <a:pt x="1" y="730"/>
                    <a:pt x="36" y="896"/>
                    <a:pt x="84" y="1051"/>
                  </a:cubicBezTo>
                  <a:cubicBezTo>
                    <a:pt x="174" y="1359"/>
                    <a:pt x="367" y="1480"/>
                    <a:pt x="580" y="1480"/>
                  </a:cubicBezTo>
                  <a:cubicBezTo>
                    <a:pt x="1075" y="1480"/>
                    <a:pt x="1679" y="830"/>
                    <a:pt x="1346" y="373"/>
                  </a:cubicBezTo>
                  <a:cubicBezTo>
                    <a:pt x="1275" y="277"/>
                    <a:pt x="1156" y="194"/>
                    <a:pt x="1036" y="158"/>
                  </a:cubicBezTo>
                  <a:cubicBezTo>
                    <a:pt x="905" y="99"/>
                    <a:pt x="751" y="15"/>
                    <a:pt x="608" y="3"/>
                  </a:cubicBezTo>
                  <a:cubicBezTo>
                    <a:pt x="584" y="2"/>
                    <a:pt x="561" y="1"/>
                    <a:pt x="538"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0"/>
            <p:cNvSpPr/>
            <p:nvPr/>
          </p:nvSpPr>
          <p:spPr>
            <a:xfrm>
              <a:off x="5644300" y="1765075"/>
              <a:ext cx="45990" cy="41227"/>
            </a:xfrm>
            <a:custGeom>
              <a:rect b="b" l="l" r="r" t="t"/>
              <a:pathLst>
                <a:path extrusionOk="0" h="1506" w="1680">
                  <a:moveTo>
                    <a:pt x="653" y="1"/>
                  </a:moveTo>
                  <a:cubicBezTo>
                    <a:pt x="578" y="1"/>
                    <a:pt x="512" y="22"/>
                    <a:pt x="453" y="51"/>
                  </a:cubicBezTo>
                  <a:cubicBezTo>
                    <a:pt x="346" y="99"/>
                    <a:pt x="274" y="170"/>
                    <a:pt x="191" y="242"/>
                  </a:cubicBezTo>
                  <a:cubicBezTo>
                    <a:pt x="60" y="421"/>
                    <a:pt x="0" y="647"/>
                    <a:pt x="12" y="873"/>
                  </a:cubicBezTo>
                  <a:cubicBezTo>
                    <a:pt x="36" y="968"/>
                    <a:pt x="48" y="1087"/>
                    <a:pt x="107" y="1183"/>
                  </a:cubicBezTo>
                  <a:cubicBezTo>
                    <a:pt x="245" y="1393"/>
                    <a:pt x="568" y="1506"/>
                    <a:pt x="859" y="1506"/>
                  </a:cubicBezTo>
                  <a:cubicBezTo>
                    <a:pt x="1046" y="1506"/>
                    <a:pt x="1219" y="1459"/>
                    <a:pt x="1322" y="1361"/>
                  </a:cubicBezTo>
                  <a:cubicBezTo>
                    <a:pt x="1536" y="1183"/>
                    <a:pt x="1679" y="897"/>
                    <a:pt x="1584" y="659"/>
                  </a:cubicBezTo>
                  <a:cubicBezTo>
                    <a:pt x="1524" y="540"/>
                    <a:pt x="1417" y="456"/>
                    <a:pt x="1310" y="361"/>
                  </a:cubicBezTo>
                  <a:cubicBezTo>
                    <a:pt x="1191" y="278"/>
                    <a:pt x="1072" y="194"/>
                    <a:pt x="941" y="111"/>
                  </a:cubicBezTo>
                  <a:cubicBezTo>
                    <a:pt x="869" y="63"/>
                    <a:pt x="786" y="16"/>
                    <a:pt x="703" y="4"/>
                  </a:cubicBezTo>
                  <a:cubicBezTo>
                    <a:pt x="686" y="2"/>
                    <a:pt x="669" y="1"/>
                    <a:pt x="653"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0"/>
            <p:cNvSpPr/>
            <p:nvPr/>
          </p:nvSpPr>
          <p:spPr>
            <a:xfrm>
              <a:off x="5694150" y="1726996"/>
              <a:ext cx="36874" cy="33206"/>
            </a:xfrm>
            <a:custGeom>
              <a:rect b="b" l="l" r="r" t="t"/>
              <a:pathLst>
                <a:path extrusionOk="0" h="1213" w="1347">
                  <a:moveTo>
                    <a:pt x="677" y="1"/>
                  </a:moveTo>
                  <a:cubicBezTo>
                    <a:pt x="412" y="1"/>
                    <a:pt x="147" y="216"/>
                    <a:pt x="84" y="478"/>
                  </a:cubicBezTo>
                  <a:cubicBezTo>
                    <a:pt x="0" y="935"/>
                    <a:pt x="342" y="1213"/>
                    <a:pt x="696" y="1213"/>
                  </a:cubicBezTo>
                  <a:cubicBezTo>
                    <a:pt x="942" y="1213"/>
                    <a:pt x="1193" y="1078"/>
                    <a:pt x="1311" y="776"/>
                  </a:cubicBezTo>
                  <a:cubicBezTo>
                    <a:pt x="1334" y="692"/>
                    <a:pt x="1346" y="609"/>
                    <a:pt x="1334" y="514"/>
                  </a:cubicBezTo>
                  <a:cubicBezTo>
                    <a:pt x="1323" y="430"/>
                    <a:pt x="1263" y="359"/>
                    <a:pt x="1203" y="276"/>
                  </a:cubicBezTo>
                  <a:cubicBezTo>
                    <a:pt x="1096" y="145"/>
                    <a:pt x="953" y="37"/>
                    <a:pt x="787" y="14"/>
                  </a:cubicBezTo>
                  <a:cubicBezTo>
                    <a:pt x="751" y="5"/>
                    <a:pt x="714" y="1"/>
                    <a:pt x="677"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0"/>
            <p:cNvSpPr/>
            <p:nvPr/>
          </p:nvSpPr>
          <p:spPr>
            <a:xfrm>
              <a:off x="5855828" y="1825136"/>
              <a:ext cx="44347" cy="101726"/>
            </a:xfrm>
            <a:custGeom>
              <a:rect b="b" l="l" r="r" t="t"/>
              <a:pathLst>
                <a:path extrusionOk="0" h="3716" w="1620">
                  <a:moveTo>
                    <a:pt x="1143" y="1"/>
                  </a:moveTo>
                  <a:cubicBezTo>
                    <a:pt x="1072" y="72"/>
                    <a:pt x="1012" y="143"/>
                    <a:pt x="953" y="227"/>
                  </a:cubicBezTo>
                  <a:cubicBezTo>
                    <a:pt x="548" y="703"/>
                    <a:pt x="179" y="1298"/>
                    <a:pt x="286" y="1906"/>
                  </a:cubicBezTo>
                  <a:cubicBezTo>
                    <a:pt x="358" y="2287"/>
                    <a:pt x="608" y="2668"/>
                    <a:pt x="489" y="3037"/>
                  </a:cubicBezTo>
                  <a:cubicBezTo>
                    <a:pt x="429" y="3227"/>
                    <a:pt x="262" y="3358"/>
                    <a:pt x="108" y="3465"/>
                  </a:cubicBezTo>
                  <a:cubicBezTo>
                    <a:pt x="72" y="3477"/>
                    <a:pt x="24" y="3513"/>
                    <a:pt x="0" y="3525"/>
                  </a:cubicBezTo>
                  <a:cubicBezTo>
                    <a:pt x="191" y="3596"/>
                    <a:pt x="405" y="3656"/>
                    <a:pt x="596" y="3715"/>
                  </a:cubicBezTo>
                  <a:cubicBezTo>
                    <a:pt x="774" y="3560"/>
                    <a:pt x="905" y="3358"/>
                    <a:pt x="965" y="3144"/>
                  </a:cubicBezTo>
                  <a:cubicBezTo>
                    <a:pt x="1120" y="2548"/>
                    <a:pt x="679" y="1917"/>
                    <a:pt x="798" y="1310"/>
                  </a:cubicBezTo>
                  <a:cubicBezTo>
                    <a:pt x="858" y="977"/>
                    <a:pt x="1060" y="715"/>
                    <a:pt x="1298" y="489"/>
                  </a:cubicBezTo>
                  <a:cubicBezTo>
                    <a:pt x="1393" y="382"/>
                    <a:pt x="1501" y="298"/>
                    <a:pt x="1620" y="203"/>
                  </a:cubicBezTo>
                  <a:cubicBezTo>
                    <a:pt x="1453" y="143"/>
                    <a:pt x="1298" y="72"/>
                    <a:pt x="1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0"/>
            <p:cNvSpPr/>
            <p:nvPr/>
          </p:nvSpPr>
          <p:spPr>
            <a:xfrm>
              <a:off x="5893305" y="1838167"/>
              <a:ext cx="38818" cy="96825"/>
            </a:xfrm>
            <a:custGeom>
              <a:rect b="b" l="l" r="r" t="t"/>
              <a:pathLst>
                <a:path extrusionOk="0" h="3537" w="1418">
                  <a:moveTo>
                    <a:pt x="941" y="1"/>
                  </a:moveTo>
                  <a:cubicBezTo>
                    <a:pt x="703" y="96"/>
                    <a:pt x="501" y="287"/>
                    <a:pt x="370" y="525"/>
                  </a:cubicBezTo>
                  <a:cubicBezTo>
                    <a:pt x="179" y="858"/>
                    <a:pt x="132" y="1275"/>
                    <a:pt x="132" y="1668"/>
                  </a:cubicBezTo>
                  <a:cubicBezTo>
                    <a:pt x="132" y="2061"/>
                    <a:pt x="179" y="2453"/>
                    <a:pt x="144" y="2858"/>
                  </a:cubicBezTo>
                  <a:cubicBezTo>
                    <a:pt x="132" y="3049"/>
                    <a:pt x="84" y="3251"/>
                    <a:pt x="1" y="3442"/>
                  </a:cubicBezTo>
                  <a:cubicBezTo>
                    <a:pt x="191" y="3477"/>
                    <a:pt x="382" y="3513"/>
                    <a:pt x="584" y="3537"/>
                  </a:cubicBezTo>
                  <a:cubicBezTo>
                    <a:pt x="620" y="3442"/>
                    <a:pt x="667" y="3311"/>
                    <a:pt x="679" y="3192"/>
                  </a:cubicBezTo>
                  <a:cubicBezTo>
                    <a:pt x="739" y="2811"/>
                    <a:pt x="667" y="2406"/>
                    <a:pt x="620" y="2001"/>
                  </a:cubicBezTo>
                  <a:cubicBezTo>
                    <a:pt x="596" y="1608"/>
                    <a:pt x="608" y="1191"/>
                    <a:pt x="834" y="846"/>
                  </a:cubicBezTo>
                  <a:cubicBezTo>
                    <a:pt x="977" y="596"/>
                    <a:pt x="1251" y="429"/>
                    <a:pt x="1418" y="191"/>
                  </a:cubicBezTo>
                  <a:cubicBezTo>
                    <a:pt x="1263" y="132"/>
                    <a:pt x="1096" y="60"/>
                    <a:pt x="9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 name="Google Shape;1026;p30"/>
          <p:cNvGrpSpPr/>
          <p:nvPr/>
        </p:nvGrpSpPr>
        <p:grpSpPr>
          <a:xfrm flipH="1" rot="872873">
            <a:off x="7766079" y="2142155"/>
            <a:ext cx="1565627" cy="3173035"/>
            <a:chOff x="1803775" y="5029925"/>
            <a:chExt cx="655775" cy="1329050"/>
          </a:xfrm>
        </p:grpSpPr>
        <p:sp>
          <p:nvSpPr>
            <p:cNvPr id="1027" name="Google Shape;1027;p30"/>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0"/>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0"/>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0"/>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0"/>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0"/>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0"/>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0"/>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0"/>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0"/>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0"/>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 name="Google Shape;1038;p30"/>
          <p:cNvGrpSpPr/>
          <p:nvPr/>
        </p:nvGrpSpPr>
        <p:grpSpPr>
          <a:xfrm rot="-872873">
            <a:off x="-187706" y="2142155"/>
            <a:ext cx="1565627" cy="3173035"/>
            <a:chOff x="1803775" y="5029925"/>
            <a:chExt cx="655775" cy="1329050"/>
          </a:xfrm>
        </p:grpSpPr>
        <p:sp>
          <p:nvSpPr>
            <p:cNvPr id="1039" name="Google Shape;1039;p30"/>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0"/>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0"/>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0"/>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0"/>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0"/>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0"/>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0"/>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0"/>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0"/>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0"/>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 name="Google Shape;1050;p30"/>
          <p:cNvSpPr/>
          <p:nvPr/>
        </p:nvSpPr>
        <p:spPr>
          <a:xfrm flipH="1" rot="-2131989">
            <a:off x="5768089" y="-191102"/>
            <a:ext cx="201115" cy="407430"/>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9">
    <p:spTree>
      <p:nvGrpSpPr>
        <p:cNvPr id="1051" name="Shape 1051"/>
        <p:cNvGrpSpPr/>
        <p:nvPr/>
      </p:nvGrpSpPr>
      <p:grpSpPr>
        <a:xfrm>
          <a:off x="0" y="0"/>
          <a:ext cx="0" cy="0"/>
          <a:chOff x="0" y="0"/>
          <a:chExt cx="0" cy="0"/>
        </a:xfrm>
      </p:grpSpPr>
      <p:sp>
        <p:nvSpPr>
          <p:cNvPr id="1052" name="Google Shape;1052;p31"/>
          <p:cNvSpPr/>
          <p:nvPr/>
        </p:nvSpPr>
        <p:spPr>
          <a:xfrm>
            <a:off x="0" y="2525901"/>
            <a:ext cx="9144085" cy="2617632"/>
          </a:xfrm>
          <a:custGeom>
            <a:rect b="b" l="l" r="r" t="t"/>
            <a:pathLst>
              <a:path extrusionOk="0" h="30664" w="83785">
                <a:moveTo>
                  <a:pt x="7278" y="0"/>
                </a:moveTo>
                <a:cubicBezTo>
                  <a:pt x="6838" y="0"/>
                  <a:pt x="6397" y="6"/>
                  <a:pt x="5953" y="17"/>
                </a:cubicBezTo>
                <a:cubicBezTo>
                  <a:pt x="3906" y="77"/>
                  <a:pt x="1929" y="255"/>
                  <a:pt x="0" y="553"/>
                </a:cubicBezTo>
                <a:lnTo>
                  <a:pt x="0" y="30664"/>
                </a:lnTo>
                <a:lnTo>
                  <a:pt x="83785" y="30664"/>
                </a:lnTo>
                <a:lnTo>
                  <a:pt x="83785" y="3398"/>
                </a:lnTo>
                <a:cubicBezTo>
                  <a:pt x="82594" y="3101"/>
                  <a:pt x="81332" y="2851"/>
                  <a:pt x="79998" y="2672"/>
                </a:cubicBezTo>
                <a:cubicBezTo>
                  <a:pt x="77596" y="2332"/>
                  <a:pt x="75162" y="2197"/>
                  <a:pt x="72705" y="2197"/>
                </a:cubicBezTo>
                <a:cubicBezTo>
                  <a:pt x="63072" y="2197"/>
                  <a:pt x="53083" y="4279"/>
                  <a:pt x="43220" y="4279"/>
                </a:cubicBezTo>
                <a:cubicBezTo>
                  <a:pt x="42386" y="4279"/>
                  <a:pt x="41552" y="4264"/>
                  <a:pt x="40720" y="4232"/>
                </a:cubicBezTo>
                <a:cubicBezTo>
                  <a:pt x="29124" y="3785"/>
                  <a:pt x="18831" y="0"/>
                  <a:pt x="7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1"/>
          <p:cNvSpPr txBox="1"/>
          <p:nvPr>
            <p:ph type="title"/>
          </p:nvPr>
        </p:nvSpPr>
        <p:spPr>
          <a:xfrm>
            <a:off x="2949225" y="751050"/>
            <a:ext cx="3245700" cy="831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200"/>
              <a:buNone/>
              <a:defRPr sz="42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054" name="Google Shape;1054;p31"/>
          <p:cNvSpPr txBox="1"/>
          <p:nvPr>
            <p:ph idx="1" type="subTitle"/>
          </p:nvPr>
        </p:nvSpPr>
        <p:spPr>
          <a:xfrm>
            <a:off x="2536950" y="1848800"/>
            <a:ext cx="4070100" cy="67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55" name="Google Shape;1055;p31"/>
          <p:cNvSpPr txBox="1"/>
          <p:nvPr>
            <p:ph idx="2" type="body"/>
          </p:nvPr>
        </p:nvSpPr>
        <p:spPr>
          <a:xfrm>
            <a:off x="2596800" y="3188100"/>
            <a:ext cx="3950400" cy="14160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Char char="●"/>
              <a:defRPr/>
            </a:lvl1pPr>
            <a:lvl2pPr indent="-330200" lvl="1" marL="914400" rtl="0">
              <a:spcBef>
                <a:spcPts val="0"/>
              </a:spcBef>
              <a:spcAft>
                <a:spcPts val="0"/>
              </a:spcAft>
              <a:buSzPts val="1600"/>
              <a:buChar char="○"/>
              <a:defRPr/>
            </a:lvl2pPr>
            <a:lvl3pPr indent="-330200" lvl="2" marL="1371600" rtl="0">
              <a:spcBef>
                <a:spcPts val="0"/>
              </a:spcBef>
              <a:spcAft>
                <a:spcPts val="0"/>
              </a:spcAft>
              <a:buSzPts val="1600"/>
              <a:buChar char="■"/>
              <a:defRPr/>
            </a:lvl3pPr>
            <a:lvl4pPr indent="-330200" lvl="3" marL="1828800" rtl="0">
              <a:spcBef>
                <a:spcPts val="0"/>
              </a:spcBef>
              <a:spcAft>
                <a:spcPts val="0"/>
              </a:spcAft>
              <a:buSzPts val="1600"/>
              <a:buChar char="●"/>
              <a:defRPr/>
            </a:lvl4pPr>
            <a:lvl5pPr indent="-330200" lvl="4" marL="2286000" rtl="0">
              <a:spcBef>
                <a:spcPts val="0"/>
              </a:spcBef>
              <a:spcAft>
                <a:spcPts val="0"/>
              </a:spcAft>
              <a:buSzPts val="1600"/>
              <a:buChar char="○"/>
              <a:defRPr/>
            </a:lvl5pPr>
            <a:lvl6pPr indent="-330200" lvl="5" marL="2743200" rtl="0">
              <a:spcBef>
                <a:spcPts val="0"/>
              </a:spcBef>
              <a:spcAft>
                <a:spcPts val="0"/>
              </a:spcAft>
              <a:buSzPts val="1600"/>
              <a:buChar char="■"/>
              <a:defRPr/>
            </a:lvl6pPr>
            <a:lvl7pPr indent="-330200" lvl="6" marL="3200400" rtl="0">
              <a:spcBef>
                <a:spcPts val="0"/>
              </a:spcBef>
              <a:spcAft>
                <a:spcPts val="0"/>
              </a:spcAft>
              <a:buSzPts val="1600"/>
              <a:buChar char="●"/>
              <a:defRPr/>
            </a:lvl7pPr>
            <a:lvl8pPr indent="-330200" lvl="7" marL="3657600" rtl="0">
              <a:spcBef>
                <a:spcPts val="0"/>
              </a:spcBef>
              <a:spcAft>
                <a:spcPts val="0"/>
              </a:spcAft>
              <a:buSzPts val="1600"/>
              <a:buChar char="○"/>
              <a:defRPr/>
            </a:lvl8pPr>
            <a:lvl9pPr indent="-330200" lvl="8" marL="4114800" rtl="0">
              <a:spcBef>
                <a:spcPts val="0"/>
              </a:spcBef>
              <a:spcAft>
                <a:spcPts val="0"/>
              </a:spcAft>
              <a:buSzPts val="1600"/>
              <a:buChar char="■"/>
              <a:defRPr/>
            </a:lvl9pPr>
          </a:lstStyle>
          <a:p/>
        </p:txBody>
      </p:sp>
      <p:grpSp>
        <p:nvGrpSpPr>
          <p:cNvPr id="1056" name="Google Shape;1056;p31"/>
          <p:cNvGrpSpPr/>
          <p:nvPr/>
        </p:nvGrpSpPr>
        <p:grpSpPr>
          <a:xfrm rot="-7214108">
            <a:off x="7782042" y="3822721"/>
            <a:ext cx="1104614" cy="2238706"/>
            <a:chOff x="1803775" y="5029925"/>
            <a:chExt cx="655775" cy="1329050"/>
          </a:xfrm>
        </p:grpSpPr>
        <p:sp>
          <p:nvSpPr>
            <p:cNvPr id="1057" name="Google Shape;1057;p31"/>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1"/>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1"/>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1"/>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1"/>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1"/>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1"/>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1"/>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1"/>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1"/>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1"/>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 name="Google Shape;1068;p31"/>
          <p:cNvGrpSpPr/>
          <p:nvPr/>
        </p:nvGrpSpPr>
        <p:grpSpPr>
          <a:xfrm rot="-3641170">
            <a:off x="8295400" y="3118782"/>
            <a:ext cx="736632" cy="1342556"/>
            <a:chOff x="-214625" y="3943775"/>
            <a:chExt cx="458725" cy="836125"/>
          </a:xfrm>
        </p:grpSpPr>
        <p:sp>
          <p:nvSpPr>
            <p:cNvPr id="1069" name="Google Shape;1069;p31"/>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1"/>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1"/>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1"/>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1"/>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1"/>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1"/>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1"/>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1"/>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1"/>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1"/>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1"/>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31"/>
          <p:cNvGrpSpPr/>
          <p:nvPr/>
        </p:nvGrpSpPr>
        <p:grpSpPr>
          <a:xfrm>
            <a:off x="-422724" y="3042611"/>
            <a:ext cx="2828997" cy="2494679"/>
            <a:chOff x="-232214" y="3409528"/>
            <a:chExt cx="2412996" cy="2127840"/>
          </a:xfrm>
        </p:grpSpPr>
        <p:grpSp>
          <p:nvGrpSpPr>
            <p:cNvPr id="1082" name="Google Shape;1082;p31"/>
            <p:cNvGrpSpPr/>
            <p:nvPr/>
          </p:nvGrpSpPr>
          <p:grpSpPr>
            <a:xfrm rot="1865779">
              <a:off x="184802" y="3513544"/>
              <a:ext cx="923583" cy="1871813"/>
              <a:chOff x="1803775" y="5029925"/>
              <a:chExt cx="655775" cy="1329050"/>
            </a:xfrm>
          </p:grpSpPr>
          <p:sp>
            <p:nvSpPr>
              <p:cNvPr id="1083" name="Google Shape;1083;p31"/>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1"/>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1"/>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1"/>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1"/>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1"/>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1"/>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1"/>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1"/>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1"/>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1"/>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 name="Google Shape;1094;p31"/>
            <p:cNvGrpSpPr/>
            <p:nvPr/>
          </p:nvGrpSpPr>
          <p:grpSpPr>
            <a:xfrm rot="3492532">
              <a:off x="959485" y="4639772"/>
              <a:ext cx="494143" cy="900682"/>
              <a:chOff x="-214625" y="3943775"/>
              <a:chExt cx="458725" cy="836125"/>
            </a:xfrm>
          </p:grpSpPr>
          <p:sp>
            <p:nvSpPr>
              <p:cNvPr id="1095" name="Google Shape;1095;p31"/>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1"/>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1"/>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1"/>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1"/>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1"/>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1"/>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1"/>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1"/>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1"/>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1"/>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1"/>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 name="Google Shape;1107;p31"/>
            <p:cNvSpPr/>
            <p:nvPr/>
          </p:nvSpPr>
          <p:spPr>
            <a:xfrm rot="2131633">
              <a:off x="264376" y="3526762"/>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1"/>
            <p:cNvSpPr/>
            <p:nvPr/>
          </p:nvSpPr>
          <p:spPr>
            <a:xfrm rot="-2281775">
              <a:off x="1954742" y="4656749"/>
              <a:ext cx="148956" cy="301766"/>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1">
    <p:spTree>
      <p:nvGrpSpPr>
        <p:cNvPr id="1109" name="Shape 1109"/>
        <p:cNvGrpSpPr/>
        <p:nvPr/>
      </p:nvGrpSpPr>
      <p:grpSpPr>
        <a:xfrm>
          <a:off x="0" y="0"/>
          <a:ext cx="0" cy="0"/>
          <a:chOff x="0" y="0"/>
          <a:chExt cx="0" cy="0"/>
        </a:xfrm>
      </p:grpSpPr>
      <p:sp>
        <p:nvSpPr>
          <p:cNvPr id="1110" name="Google Shape;1110;p32"/>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11" name="Google Shape;1111;p32"/>
          <p:cNvSpPr txBox="1"/>
          <p:nvPr>
            <p:ph idx="1" type="subTitle"/>
          </p:nvPr>
        </p:nvSpPr>
        <p:spPr>
          <a:xfrm>
            <a:off x="1189963" y="1926945"/>
            <a:ext cx="2948400" cy="1169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1112" name="Google Shape;1112;p32"/>
          <p:cNvSpPr txBox="1"/>
          <p:nvPr>
            <p:ph idx="2" type="subTitle"/>
          </p:nvPr>
        </p:nvSpPr>
        <p:spPr>
          <a:xfrm>
            <a:off x="5013138" y="3094695"/>
            <a:ext cx="2933400" cy="1169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1113" name="Google Shape;1113;p32"/>
          <p:cNvSpPr txBox="1"/>
          <p:nvPr>
            <p:ph idx="3" type="title"/>
          </p:nvPr>
        </p:nvSpPr>
        <p:spPr>
          <a:xfrm>
            <a:off x="1191463" y="1609063"/>
            <a:ext cx="29454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114" name="Google Shape;1114;p32"/>
          <p:cNvSpPr txBox="1"/>
          <p:nvPr>
            <p:ph idx="4" type="title"/>
          </p:nvPr>
        </p:nvSpPr>
        <p:spPr>
          <a:xfrm>
            <a:off x="5005638" y="2776813"/>
            <a:ext cx="29484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grpSp>
        <p:nvGrpSpPr>
          <p:cNvPr id="1115" name="Google Shape;1115;p32"/>
          <p:cNvGrpSpPr/>
          <p:nvPr/>
        </p:nvGrpSpPr>
        <p:grpSpPr>
          <a:xfrm rot="3939075">
            <a:off x="-148644" y="3407797"/>
            <a:ext cx="978447" cy="1290002"/>
            <a:chOff x="4326425" y="5583250"/>
            <a:chExt cx="744150" cy="981100"/>
          </a:xfrm>
        </p:grpSpPr>
        <p:sp>
          <p:nvSpPr>
            <p:cNvPr id="1116" name="Google Shape;1116;p32"/>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2"/>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2"/>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2"/>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2"/>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2"/>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2"/>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2"/>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2"/>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2"/>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2"/>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2"/>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2"/>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2"/>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2"/>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2"/>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2"/>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2"/>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2"/>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2"/>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2"/>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2"/>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2"/>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2"/>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2"/>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 name="Google Shape;1141;p32"/>
          <p:cNvSpPr/>
          <p:nvPr/>
        </p:nvSpPr>
        <p:spPr>
          <a:xfrm>
            <a:off x="-485221" y="2283838"/>
            <a:ext cx="1052882" cy="455921"/>
          </a:xfrm>
          <a:custGeom>
            <a:rect b="b" l="l" r="r" t="t"/>
            <a:pathLst>
              <a:path extrusionOk="0" h="5228" w="9038">
                <a:moveTo>
                  <a:pt x="5252" y="1"/>
                </a:moveTo>
                <a:cubicBezTo>
                  <a:pt x="4156" y="1"/>
                  <a:pt x="3430" y="1870"/>
                  <a:pt x="3085" y="3096"/>
                </a:cubicBezTo>
                <a:cubicBezTo>
                  <a:pt x="3047" y="3228"/>
                  <a:pt x="2934" y="3293"/>
                  <a:pt x="2820" y="3293"/>
                </a:cubicBezTo>
                <a:cubicBezTo>
                  <a:pt x="2716" y="3293"/>
                  <a:pt x="2612" y="3240"/>
                  <a:pt x="2561" y="3132"/>
                </a:cubicBezTo>
                <a:cubicBezTo>
                  <a:pt x="2394" y="2727"/>
                  <a:pt x="2156" y="2358"/>
                  <a:pt x="1787" y="2322"/>
                </a:cubicBezTo>
                <a:cubicBezTo>
                  <a:pt x="1762" y="2320"/>
                  <a:pt x="1737" y="2319"/>
                  <a:pt x="1712" y="2319"/>
                </a:cubicBezTo>
                <a:cubicBezTo>
                  <a:pt x="506" y="2319"/>
                  <a:pt x="36" y="5014"/>
                  <a:pt x="3" y="5216"/>
                </a:cubicBezTo>
                <a:lnTo>
                  <a:pt x="8752" y="5216"/>
                </a:lnTo>
                <a:cubicBezTo>
                  <a:pt x="8752" y="5216"/>
                  <a:pt x="9038" y="3049"/>
                  <a:pt x="7990" y="2811"/>
                </a:cubicBezTo>
                <a:cubicBezTo>
                  <a:pt x="7923" y="2794"/>
                  <a:pt x="7858" y="2787"/>
                  <a:pt x="7795" y="2787"/>
                </a:cubicBezTo>
                <a:cubicBezTo>
                  <a:pt x="7347" y="2787"/>
                  <a:pt x="6977" y="3165"/>
                  <a:pt x="6716" y="3561"/>
                </a:cubicBezTo>
                <a:cubicBezTo>
                  <a:pt x="6673" y="3621"/>
                  <a:pt x="6614" y="3647"/>
                  <a:pt x="6555" y="3647"/>
                </a:cubicBezTo>
                <a:cubicBezTo>
                  <a:pt x="6451" y="3647"/>
                  <a:pt x="6351" y="3564"/>
                  <a:pt x="6359" y="3442"/>
                </a:cubicBezTo>
                <a:cubicBezTo>
                  <a:pt x="6442" y="2144"/>
                  <a:pt x="6395" y="1"/>
                  <a:pt x="5252" y="1"/>
                </a:cubicBezTo>
                <a:close/>
                <a:moveTo>
                  <a:pt x="1" y="5216"/>
                </a:moveTo>
                <a:lnTo>
                  <a:pt x="1" y="5228"/>
                </a:lnTo>
                <a:cubicBezTo>
                  <a:pt x="1" y="5228"/>
                  <a:pt x="2" y="5223"/>
                  <a:pt x="3" y="521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 name="Google Shape;1142;p32"/>
          <p:cNvGrpSpPr/>
          <p:nvPr/>
        </p:nvGrpSpPr>
        <p:grpSpPr>
          <a:xfrm flipH="1" rot="-2020825">
            <a:off x="8653579" y="897714"/>
            <a:ext cx="528655" cy="963519"/>
            <a:chOff x="-214625" y="3943775"/>
            <a:chExt cx="458725" cy="836125"/>
          </a:xfrm>
        </p:grpSpPr>
        <p:sp>
          <p:nvSpPr>
            <p:cNvPr id="1143" name="Google Shape;1143;p32"/>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2"/>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2"/>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2"/>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2"/>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2"/>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2"/>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2"/>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2"/>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2"/>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2"/>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2"/>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 name="Google Shape;1155;p32"/>
          <p:cNvSpPr/>
          <p:nvPr/>
        </p:nvSpPr>
        <p:spPr>
          <a:xfrm flipH="1" rot="10800000">
            <a:off x="1" y="-5"/>
            <a:ext cx="1291401" cy="819855"/>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2"/>
          <p:cNvSpPr/>
          <p:nvPr/>
        </p:nvSpPr>
        <p:spPr>
          <a:xfrm flipH="1">
            <a:off x="7857503" y="4094420"/>
            <a:ext cx="1286503" cy="1047581"/>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1_1">
    <p:spTree>
      <p:nvGrpSpPr>
        <p:cNvPr id="1157" name="Shape 1157"/>
        <p:cNvGrpSpPr/>
        <p:nvPr/>
      </p:nvGrpSpPr>
      <p:grpSpPr>
        <a:xfrm>
          <a:off x="0" y="0"/>
          <a:ext cx="0" cy="0"/>
          <a:chOff x="0" y="0"/>
          <a:chExt cx="0" cy="0"/>
        </a:xfrm>
      </p:grpSpPr>
      <p:sp>
        <p:nvSpPr>
          <p:cNvPr id="1158" name="Google Shape;1158;p33"/>
          <p:cNvSpPr txBox="1"/>
          <p:nvPr>
            <p:ph type="title"/>
          </p:nvPr>
        </p:nvSpPr>
        <p:spPr>
          <a:xfrm>
            <a:off x="4961100" y="445025"/>
            <a:ext cx="3469800" cy="1108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59" name="Google Shape;1159;p33"/>
          <p:cNvSpPr txBox="1"/>
          <p:nvPr>
            <p:ph idx="1" type="subTitle"/>
          </p:nvPr>
        </p:nvSpPr>
        <p:spPr>
          <a:xfrm>
            <a:off x="5606425" y="2068206"/>
            <a:ext cx="26817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160" name="Google Shape;1160;p33"/>
          <p:cNvSpPr txBox="1"/>
          <p:nvPr>
            <p:ph idx="2" type="subTitle"/>
          </p:nvPr>
        </p:nvSpPr>
        <p:spPr>
          <a:xfrm>
            <a:off x="5606425" y="3593001"/>
            <a:ext cx="26679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161" name="Google Shape;1161;p33"/>
          <p:cNvSpPr txBox="1"/>
          <p:nvPr>
            <p:ph idx="3" type="title"/>
          </p:nvPr>
        </p:nvSpPr>
        <p:spPr>
          <a:xfrm>
            <a:off x="5606425" y="1750325"/>
            <a:ext cx="26787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162" name="Google Shape;1162;p33"/>
          <p:cNvSpPr txBox="1"/>
          <p:nvPr>
            <p:ph idx="4" type="title"/>
          </p:nvPr>
        </p:nvSpPr>
        <p:spPr>
          <a:xfrm>
            <a:off x="5606425" y="3275120"/>
            <a:ext cx="26817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grpSp>
        <p:nvGrpSpPr>
          <p:cNvPr id="1163" name="Google Shape;1163;p33"/>
          <p:cNvGrpSpPr/>
          <p:nvPr/>
        </p:nvGrpSpPr>
        <p:grpSpPr>
          <a:xfrm flipH="1" rot="-209596">
            <a:off x="-164070" y="-57782"/>
            <a:ext cx="1380060" cy="1819397"/>
            <a:chOff x="4326425" y="5583250"/>
            <a:chExt cx="744150" cy="981100"/>
          </a:xfrm>
        </p:grpSpPr>
        <p:sp>
          <p:nvSpPr>
            <p:cNvPr id="1164" name="Google Shape;1164;p33"/>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3"/>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3"/>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3"/>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3"/>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3"/>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3"/>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3"/>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3"/>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3"/>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3"/>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3"/>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3"/>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3"/>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3"/>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3"/>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3"/>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3"/>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3"/>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3"/>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3"/>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3"/>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3"/>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3"/>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3"/>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 name="Google Shape;1189;p33"/>
          <p:cNvSpPr/>
          <p:nvPr/>
        </p:nvSpPr>
        <p:spPr>
          <a:xfrm flipH="1" rot="-2131835">
            <a:off x="3587037" y="4848182"/>
            <a:ext cx="238105" cy="48239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3"/>
          <p:cNvSpPr/>
          <p:nvPr/>
        </p:nvSpPr>
        <p:spPr>
          <a:xfrm flipH="1" rot="5400000">
            <a:off x="-244558" y="2753992"/>
            <a:ext cx="2634047" cy="2144969"/>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3"/>
          <p:cNvSpPr/>
          <p:nvPr/>
        </p:nvSpPr>
        <p:spPr>
          <a:xfrm rot="2103622">
            <a:off x="1711852" y="-1345942"/>
            <a:ext cx="3046956" cy="2177843"/>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3"/>
          <p:cNvSpPr/>
          <p:nvPr/>
        </p:nvSpPr>
        <p:spPr>
          <a:xfrm rot="2131755">
            <a:off x="546039" y="3569471"/>
            <a:ext cx="185028" cy="37486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 name="Google Shape;1193;p33"/>
          <p:cNvGrpSpPr/>
          <p:nvPr/>
        </p:nvGrpSpPr>
        <p:grpSpPr>
          <a:xfrm rot="3305614">
            <a:off x="1411633" y="3798975"/>
            <a:ext cx="1071838" cy="2172279"/>
            <a:chOff x="1803775" y="5029925"/>
            <a:chExt cx="655775" cy="1329050"/>
          </a:xfrm>
        </p:grpSpPr>
        <p:sp>
          <p:nvSpPr>
            <p:cNvPr id="1194" name="Google Shape;1194;p33"/>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3"/>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3"/>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3"/>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3"/>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3"/>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3"/>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3"/>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3"/>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3"/>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3"/>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1_1_1">
    <p:spTree>
      <p:nvGrpSpPr>
        <p:cNvPr id="1205" name="Shape 1205"/>
        <p:cNvGrpSpPr/>
        <p:nvPr/>
      </p:nvGrpSpPr>
      <p:grpSpPr>
        <a:xfrm>
          <a:off x="0" y="0"/>
          <a:ext cx="0" cy="0"/>
          <a:chOff x="0" y="0"/>
          <a:chExt cx="0" cy="0"/>
        </a:xfrm>
      </p:grpSpPr>
      <p:sp>
        <p:nvSpPr>
          <p:cNvPr id="1206" name="Google Shape;1206;p34"/>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07" name="Google Shape;1207;p34"/>
          <p:cNvSpPr txBox="1"/>
          <p:nvPr>
            <p:ph idx="1" type="subTitle"/>
          </p:nvPr>
        </p:nvSpPr>
        <p:spPr>
          <a:xfrm>
            <a:off x="1787713" y="3520055"/>
            <a:ext cx="2339700" cy="67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1208" name="Google Shape;1208;p34"/>
          <p:cNvSpPr txBox="1"/>
          <p:nvPr>
            <p:ph idx="2" type="subTitle"/>
          </p:nvPr>
        </p:nvSpPr>
        <p:spPr>
          <a:xfrm>
            <a:off x="5019960" y="3520055"/>
            <a:ext cx="2325300" cy="67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1209" name="Google Shape;1209;p34"/>
          <p:cNvSpPr txBox="1"/>
          <p:nvPr>
            <p:ph idx="3" type="title"/>
          </p:nvPr>
        </p:nvSpPr>
        <p:spPr>
          <a:xfrm>
            <a:off x="1790260" y="3202175"/>
            <a:ext cx="23373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210" name="Google Shape;1210;p34"/>
          <p:cNvSpPr txBox="1"/>
          <p:nvPr>
            <p:ph idx="4" type="title"/>
          </p:nvPr>
        </p:nvSpPr>
        <p:spPr>
          <a:xfrm>
            <a:off x="5008075" y="3202175"/>
            <a:ext cx="23373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grpSp>
        <p:nvGrpSpPr>
          <p:cNvPr id="1211" name="Google Shape;1211;p34"/>
          <p:cNvGrpSpPr/>
          <p:nvPr/>
        </p:nvGrpSpPr>
        <p:grpSpPr>
          <a:xfrm rot="1694758">
            <a:off x="169116" y="3945557"/>
            <a:ext cx="750036" cy="1583410"/>
            <a:chOff x="3409650" y="1109025"/>
            <a:chExt cx="306900" cy="647900"/>
          </a:xfrm>
        </p:grpSpPr>
        <p:sp>
          <p:nvSpPr>
            <p:cNvPr id="1212" name="Google Shape;1212;p34"/>
            <p:cNvSpPr/>
            <p:nvPr/>
          </p:nvSpPr>
          <p:spPr>
            <a:xfrm>
              <a:off x="3409650" y="1334225"/>
              <a:ext cx="175325" cy="421200"/>
            </a:xfrm>
            <a:custGeom>
              <a:rect b="b" l="l" r="r" t="t"/>
              <a:pathLst>
                <a:path extrusionOk="0" h="16848" w="7013">
                  <a:moveTo>
                    <a:pt x="1679" y="0"/>
                  </a:moveTo>
                  <a:lnTo>
                    <a:pt x="1679" y="0"/>
                  </a:lnTo>
                  <a:cubicBezTo>
                    <a:pt x="1679" y="1"/>
                    <a:pt x="0" y="6870"/>
                    <a:pt x="1786" y="10395"/>
                  </a:cubicBezTo>
                  <a:cubicBezTo>
                    <a:pt x="3572" y="13931"/>
                    <a:pt x="7013" y="16848"/>
                    <a:pt x="7013" y="16848"/>
                  </a:cubicBezTo>
                  <a:cubicBezTo>
                    <a:pt x="7013" y="16848"/>
                    <a:pt x="5608" y="9621"/>
                    <a:pt x="5548" y="7120"/>
                  </a:cubicBezTo>
                  <a:cubicBezTo>
                    <a:pt x="5477" y="4620"/>
                    <a:pt x="4477" y="2763"/>
                    <a:pt x="16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4"/>
            <p:cNvSpPr/>
            <p:nvPr/>
          </p:nvSpPr>
          <p:spPr>
            <a:xfrm>
              <a:off x="3449225" y="1334225"/>
              <a:ext cx="137850" cy="422700"/>
            </a:xfrm>
            <a:custGeom>
              <a:rect b="b" l="l" r="r" t="t"/>
              <a:pathLst>
                <a:path extrusionOk="0" h="16908" w="5514">
                  <a:moveTo>
                    <a:pt x="1" y="0"/>
                  </a:moveTo>
                  <a:cubicBezTo>
                    <a:pt x="1" y="72"/>
                    <a:pt x="84" y="8037"/>
                    <a:pt x="5323" y="16907"/>
                  </a:cubicBezTo>
                  <a:lnTo>
                    <a:pt x="5513" y="16788"/>
                  </a:lnTo>
                  <a:cubicBezTo>
                    <a:pt x="322" y="7978"/>
                    <a:pt x="215" y="72"/>
                    <a:pt x="2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4"/>
            <p:cNvSpPr/>
            <p:nvPr/>
          </p:nvSpPr>
          <p:spPr>
            <a:xfrm>
              <a:off x="3585550" y="1245650"/>
              <a:ext cx="131000" cy="498175"/>
            </a:xfrm>
            <a:custGeom>
              <a:rect b="b" l="l" r="r" t="t"/>
              <a:pathLst>
                <a:path extrusionOk="0" h="19927" w="5240">
                  <a:moveTo>
                    <a:pt x="3570" y="1"/>
                  </a:moveTo>
                  <a:cubicBezTo>
                    <a:pt x="3253" y="1"/>
                    <a:pt x="2238" y="2151"/>
                    <a:pt x="1477" y="5127"/>
                  </a:cubicBezTo>
                  <a:cubicBezTo>
                    <a:pt x="644" y="8342"/>
                    <a:pt x="1" y="19926"/>
                    <a:pt x="1" y="19926"/>
                  </a:cubicBezTo>
                  <a:cubicBezTo>
                    <a:pt x="1" y="19926"/>
                    <a:pt x="4668" y="12425"/>
                    <a:pt x="4966" y="9223"/>
                  </a:cubicBezTo>
                  <a:cubicBezTo>
                    <a:pt x="5239" y="6008"/>
                    <a:pt x="3846" y="412"/>
                    <a:pt x="3632" y="43"/>
                  </a:cubicBezTo>
                  <a:cubicBezTo>
                    <a:pt x="3616" y="15"/>
                    <a:pt x="3595" y="1"/>
                    <a:pt x="35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4"/>
            <p:cNvSpPr/>
            <p:nvPr/>
          </p:nvSpPr>
          <p:spPr>
            <a:xfrm>
              <a:off x="3587050" y="1246700"/>
              <a:ext cx="95875" cy="439075"/>
            </a:xfrm>
            <a:custGeom>
              <a:rect b="b" l="l" r="r" t="t"/>
              <a:pathLst>
                <a:path extrusionOk="0" h="17563" w="3835">
                  <a:moveTo>
                    <a:pt x="3441" y="1"/>
                  </a:moveTo>
                  <a:cubicBezTo>
                    <a:pt x="3441" y="108"/>
                    <a:pt x="3596" y="10002"/>
                    <a:pt x="0" y="17455"/>
                  </a:cubicBezTo>
                  <a:lnTo>
                    <a:pt x="215" y="17563"/>
                  </a:lnTo>
                  <a:cubicBezTo>
                    <a:pt x="3834" y="10050"/>
                    <a:pt x="3679" y="108"/>
                    <a:pt x="36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4"/>
            <p:cNvSpPr/>
            <p:nvPr/>
          </p:nvSpPr>
          <p:spPr>
            <a:xfrm>
              <a:off x="3514125" y="1199375"/>
              <a:ext cx="82775" cy="544750"/>
            </a:xfrm>
            <a:custGeom>
              <a:rect b="b" l="l" r="r" t="t"/>
              <a:pathLst>
                <a:path extrusionOk="0" h="21790" w="3311">
                  <a:moveTo>
                    <a:pt x="215" y="1"/>
                  </a:moveTo>
                  <a:lnTo>
                    <a:pt x="0" y="60"/>
                  </a:lnTo>
                  <a:cubicBezTo>
                    <a:pt x="36" y="168"/>
                    <a:pt x="3084" y="10431"/>
                    <a:pt x="2762" y="21789"/>
                  </a:cubicBezTo>
                  <a:lnTo>
                    <a:pt x="2977" y="21789"/>
                  </a:lnTo>
                  <a:cubicBezTo>
                    <a:pt x="3310" y="10395"/>
                    <a:pt x="238" y="72"/>
                    <a:pt x="2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4"/>
            <p:cNvSpPr/>
            <p:nvPr/>
          </p:nvSpPr>
          <p:spPr>
            <a:xfrm>
              <a:off x="3485250" y="1163625"/>
              <a:ext cx="41700" cy="40325"/>
            </a:xfrm>
            <a:custGeom>
              <a:rect b="b" l="l" r="r" t="t"/>
              <a:pathLst>
                <a:path extrusionOk="0" h="1613" w="1668">
                  <a:moveTo>
                    <a:pt x="846" y="1"/>
                  </a:moveTo>
                  <a:cubicBezTo>
                    <a:pt x="415" y="1"/>
                    <a:pt x="59" y="316"/>
                    <a:pt x="24" y="752"/>
                  </a:cubicBezTo>
                  <a:cubicBezTo>
                    <a:pt x="0" y="1193"/>
                    <a:pt x="322" y="1586"/>
                    <a:pt x="774" y="1609"/>
                  </a:cubicBezTo>
                  <a:cubicBezTo>
                    <a:pt x="796" y="1611"/>
                    <a:pt x="817" y="1612"/>
                    <a:pt x="839" y="1612"/>
                  </a:cubicBezTo>
                  <a:cubicBezTo>
                    <a:pt x="1253" y="1612"/>
                    <a:pt x="1609" y="1290"/>
                    <a:pt x="1631" y="871"/>
                  </a:cubicBezTo>
                  <a:cubicBezTo>
                    <a:pt x="1667" y="419"/>
                    <a:pt x="1334" y="50"/>
                    <a:pt x="893" y="2"/>
                  </a:cubicBezTo>
                  <a:cubicBezTo>
                    <a:pt x="877" y="1"/>
                    <a:pt x="862" y="1"/>
                    <a:pt x="846"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4"/>
            <p:cNvSpPr/>
            <p:nvPr/>
          </p:nvSpPr>
          <p:spPr>
            <a:xfrm>
              <a:off x="3604300" y="1109025"/>
              <a:ext cx="42600" cy="40250"/>
            </a:xfrm>
            <a:custGeom>
              <a:rect b="b" l="l" r="r" t="t"/>
              <a:pathLst>
                <a:path extrusionOk="0" h="1610" w="1704">
                  <a:moveTo>
                    <a:pt x="856" y="0"/>
                  </a:moveTo>
                  <a:cubicBezTo>
                    <a:pt x="821" y="0"/>
                    <a:pt x="786" y="3"/>
                    <a:pt x="751" y="7"/>
                  </a:cubicBezTo>
                  <a:cubicBezTo>
                    <a:pt x="310" y="67"/>
                    <a:pt x="1" y="460"/>
                    <a:pt x="48" y="900"/>
                  </a:cubicBezTo>
                  <a:cubicBezTo>
                    <a:pt x="103" y="1305"/>
                    <a:pt x="450" y="1610"/>
                    <a:pt x="848" y="1610"/>
                  </a:cubicBezTo>
                  <a:cubicBezTo>
                    <a:pt x="883" y="1610"/>
                    <a:pt x="918" y="1608"/>
                    <a:pt x="953" y="1603"/>
                  </a:cubicBezTo>
                  <a:cubicBezTo>
                    <a:pt x="1394" y="1543"/>
                    <a:pt x="1703" y="1150"/>
                    <a:pt x="1644" y="710"/>
                  </a:cubicBezTo>
                  <a:cubicBezTo>
                    <a:pt x="1600" y="305"/>
                    <a:pt x="1254" y="0"/>
                    <a:pt x="856"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4"/>
            <p:cNvSpPr/>
            <p:nvPr/>
          </p:nvSpPr>
          <p:spPr>
            <a:xfrm>
              <a:off x="3440300" y="1226450"/>
              <a:ext cx="42000" cy="40300"/>
            </a:xfrm>
            <a:custGeom>
              <a:rect b="b" l="l" r="r" t="t"/>
              <a:pathLst>
                <a:path extrusionOk="0" h="1612" w="1680">
                  <a:moveTo>
                    <a:pt x="846" y="0"/>
                  </a:moveTo>
                  <a:cubicBezTo>
                    <a:pt x="415" y="0"/>
                    <a:pt x="59" y="315"/>
                    <a:pt x="24" y="751"/>
                  </a:cubicBezTo>
                  <a:cubicBezTo>
                    <a:pt x="0" y="1192"/>
                    <a:pt x="322" y="1585"/>
                    <a:pt x="774" y="1609"/>
                  </a:cubicBezTo>
                  <a:cubicBezTo>
                    <a:pt x="796" y="1610"/>
                    <a:pt x="818" y="1611"/>
                    <a:pt x="839" y="1611"/>
                  </a:cubicBezTo>
                  <a:cubicBezTo>
                    <a:pt x="1253" y="1611"/>
                    <a:pt x="1609" y="1289"/>
                    <a:pt x="1632" y="870"/>
                  </a:cubicBezTo>
                  <a:cubicBezTo>
                    <a:pt x="1679" y="418"/>
                    <a:pt x="1334" y="37"/>
                    <a:pt x="893" y="1"/>
                  </a:cubicBezTo>
                  <a:cubicBezTo>
                    <a:pt x="878" y="1"/>
                    <a:pt x="862" y="0"/>
                    <a:pt x="846"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4"/>
            <p:cNvSpPr/>
            <p:nvPr/>
          </p:nvSpPr>
          <p:spPr>
            <a:xfrm>
              <a:off x="3473350" y="1259500"/>
              <a:ext cx="94975" cy="170300"/>
            </a:xfrm>
            <a:custGeom>
              <a:rect b="b" l="l" r="r" t="t"/>
              <a:pathLst>
                <a:path extrusionOk="0" h="6812" w="3799">
                  <a:moveTo>
                    <a:pt x="131" y="1"/>
                  </a:moveTo>
                  <a:lnTo>
                    <a:pt x="0" y="180"/>
                  </a:lnTo>
                  <a:cubicBezTo>
                    <a:pt x="24" y="215"/>
                    <a:pt x="2429" y="2061"/>
                    <a:pt x="3572" y="6811"/>
                  </a:cubicBezTo>
                  <a:lnTo>
                    <a:pt x="3798" y="6752"/>
                  </a:lnTo>
                  <a:cubicBezTo>
                    <a:pt x="2619" y="1930"/>
                    <a:pt x="238" y="84"/>
                    <a:pt x="1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4"/>
            <p:cNvSpPr/>
            <p:nvPr/>
          </p:nvSpPr>
          <p:spPr>
            <a:xfrm>
              <a:off x="3551925" y="1147600"/>
              <a:ext cx="70850" cy="297375"/>
            </a:xfrm>
            <a:custGeom>
              <a:rect b="b" l="l" r="r" t="t"/>
              <a:pathLst>
                <a:path extrusionOk="0" h="11895" w="2834">
                  <a:moveTo>
                    <a:pt x="2632" y="0"/>
                  </a:moveTo>
                  <a:cubicBezTo>
                    <a:pt x="0" y="5691"/>
                    <a:pt x="512" y="11835"/>
                    <a:pt x="512" y="11895"/>
                  </a:cubicBezTo>
                  <a:lnTo>
                    <a:pt x="738" y="11871"/>
                  </a:lnTo>
                  <a:cubicBezTo>
                    <a:pt x="738" y="11799"/>
                    <a:pt x="215" y="5739"/>
                    <a:pt x="2834" y="95"/>
                  </a:cubicBezTo>
                  <a:lnTo>
                    <a:pt x="263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 name="Google Shape;1222;p34"/>
          <p:cNvGrpSpPr/>
          <p:nvPr/>
        </p:nvGrpSpPr>
        <p:grpSpPr>
          <a:xfrm flipH="1" rot="-3875634">
            <a:off x="8392575" y="1371913"/>
            <a:ext cx="790235" cy="1601558"/>
            <a:chOff x="1803775" y="5029925"/>
            <a:chExt cx="655775" cy="1329050"/>
          </a:xfrm>
        </p:grpSpPr>
        <p:sp>
          <p:nvSpPr>
            <p:cNvPr id="1223" name="Google Shape;1223;p34"/>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4"/>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4"/>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4"/>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4"/>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4"/>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4"/>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4"/>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4"/>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4"/>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4"/>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 name="Google Shape;1234;p34"/>
          <p:cNvGrpSpPr/>
          <p:nvPr/>
        </p:nvGrpSpPr>
        <p:grpSpPr>
          <a:xfrm>
            <a:off x="-94885" y="157317"/>
            <a:ext cx="399597" cy="524820"/>
            <a:chOff x="1984450" y="1119863"/>
            <a:chExt cx="166125" cy="218175"/>
          </a:xfrm>
        </p:grpSpPr>
        <p:sp>
          <p:nvSpPr>
            <p:cNvPr id="1235" name="Google Shape;1235;p34"/>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4"/>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 name="Google Shape;1237;p34"/>
          <p:cNvGrpSpPr/>
          <p:nvPr/>
        </p:nvGrpSpPr>
        <p:grpSpPr>
          <a:xfrm flipH="1" rot="-4766561">
            <a:off x="8412640" y="982447"/>
            <a:ext cx="399583" cy="524801"/>
            <a:chOff x="1984450" y="1119863"/>
            <a:chExt cx="166125" cy="218175"/>
          </a:xfrm>
        </p:grpSpPr>
        <p:sp>
          <p:nvSpPr>
            <p:cNvPr id="1238" name="Google Shape;1238;p34"/>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4"/>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 name="Google Shape;1240;p34"/>
          <p:cNvSpPr/>
          <p:nvPr/>
        </p:nvSpPr>
        <p:spPr>
          <a:xfrm rot="10593359">
            <a:off x="2973789" y="4643863"/>
            <a:ext cx="2433744" cy="1739202"/>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1_1_1_1">
    <p:spTree>
      <p:nvGrpSpPr>
        <p:cNvPr id="1241" name="Shape 1241"/>
        <p:cNvGrpSpPr/>
        <p:nvPr/>
      </p:nvGrpSpPr>
      <p:grpSpPr>
        <a:xfrm>
          <a:off x="0" y="0"/>
          <a:ext cx="0" cy="0"/>
          <a:chOff x="0" y="0"/>
          <a:chExt cx="0" cy="0"/>
        </a:xfrm>
      </p:grpSpPr>
      <p:sp>
        <p:nvSpPr>
          <p:cNvPr id="1242" name="Google Shape;1242;p35"/>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43" name="Google Shape;1243;p35"/>
          <p:cNvSpPr txBox="1"/>
          <p:nvPr>
            <p:ph idx="1" type="body"/>
          </p:nvPr>
        </p:nvSpPr>
        <p:spPr>
          <a:xfrm>
            <a:off x="713275" y="1152475"/>
            <a:ext cx="3771000" cy="34164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300"/>
            </a:lvl1pPr>
            <a:lvl2pPr indent="-317500" lvl="1" marL="914400" rtl="0">
              <a:spcBef>
                <a:spcPts val="0"/>
              </a:spcBef>
              <a:spcAft>
                <a:spcPts val="0"/>
              </a:spcAft>
              <a:buSzPts val="1400"/>
              <a:buChar char="○"/>
              <a:defRPr sz="1400"/>
            </a:lvl2pPr>
            <a:lvl3pPr indent="-317500" lvl="2" marL="1371600" rtl="0">
              <a:spcBef>
                <a:spcPts val="0"/>
              </a:spcBef>
              <a:spcAft>
                <a:spcPts val="0"/>
              </a:spcAft>
              <a:buSzPts val="1400"/>
              <a:buChar char="■"/>
              <a:defRPr sz="1400"/>
            </a:lvl3pPr>
            <a:lvl4pPr indent="-317500" lvl="3" marL="1828800" rtl="0">
              <a:spcBef>
                <a:spcPts val="0"/>
              </a:spcBef>
              <a:spcAft>
                <a:spcPts val="0"/>
              </a:spcAft>
              <a:buSzPts val="1400"/>
              <a:buChar char="●"/>
              <a:defRPr sz="1400"/>
            </a:lvl4pPr>
            <a:lvl5pPr indent="-317500" lvl="4" marL="2286000" rtl="0">
              <a:spcBef>
                <a:spcPts val="0"/>
              </a:spcBef>
              <a:spcAft>
                <a:spcPts val="0"/>
              </a:spcAft>
              <a:buSzPts val="1400"/>
              <a:buChar char="○"/>
              <a:defRPr sz="1400"/>
            </a:lvl5pPr>
            <a:lvl6pPr indent="-317500" lvl="5" marL="2743200" rtl="0">
              <a:spcBef>
                <a:spcPts val="0"/>
              </a:spcBef>
              <a:spcAft>
                <a:spcPts val="0"/>
              </a:spcAft>
              <a:buSzPts val="1400"/>
              <a:buChar char="■"/>
              <a:defRPr sz="1400"/>
            </a:lvl6pPr>
            <a:lvl7pPr indent="-317500" lvl="6" marL="3200400" rtl="0">
              <a:spcBef>
                <a:spcPts val="0"/>
              </a:spcBef>
              <a:spcAft>
                <a:spcPts val="0"/>
              </a:spcAft>
              <a:buSzPts val="1400"/>
              <a:buChar char="●"/>
              <a:defRPr sz="1400"/>
            </a:lvl7pPr>
            <a:lvl8pPr indent="-317500" lvl="7" marL="3657600" rtl="0">
              <a:spcBef>
                <a:spcPts val="0"/>
              </a:spcBef>
              <a:spcAft>
                <a:spcPts val="0"/>
              </a:spcAft>
              <a:buSzPts val="1400"/>
              <a:buChar char="○"/>
              <a:defRPr sz="1400"/>
            </a:lvl8pPr>
            <a:lvl9pPr indent="-317500" lvl="8" marL="4114800" rtl="0">
              <a:spcBef>
                <a:spcPts val="0"/>
              </a:spcBef>
              <a:spcAft>
                <a:spcPts val="0"/>
              </a:spcAft>
              <a:buSzPts val="1400"/>
              <a:buChar char="■"/>
              <a:defRPr sz="1400"/>
            </a:lvl9pPr>
          </a:lstStyle>
          <a:p/>
        </p:txBody>
      </p:sp>
      <p:sp>
        <p:nvSpPr>
          <p:cNvPr id="1244" name="Google Shape;1244;p35"/>
          <p:cNvSpPr/>
          <p:nvPr/>
        </p:nvSpPr>
        <p:spPr>
          <a:xfrm rot="-5400000">
            <a:off x="8207268" y="4206761"/>
            <a:ext cx="739918" cy="1133545"/>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5"/>
          <p:cNvSpPr/>
          <p:nvPr/>
        </p:nvSpPr>
        <p:spPr>
          <a:xfrm rot="5400000">
            <a:off x="196743" y="-196814"/>
            <a:ext cx="739918" cy="1133545"/>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 name="Google Shape;1246;p35"/>
          <p:cNvGrpSpPr/>
          <p:nvPr/>
        </p:nvGrpSpPr>
        <p:grpSpPr>
          <a:xfrm rot="822728">
            <a:off x="-105378" y="204390"/>
            <a:ext cx="578235" cy="1053977"/>
            <a:chOff x="-214625" y="3943775"/>
            <a:chExt cx="458725" cy="836125"/>
          </a:xfrm>
        </p:grpSpPr>
        <p:sp>
          <p:nvSpPr>
            <p:cNvPr id="1247" name="Google Shape;1247;p35"/>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5"/>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5"/>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5"/>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5"/>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5"/>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5"/>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5"/>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5"/>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5"/>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5"/>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5"/>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35"/>
          <p:cNvGrpSpPr/>
          <p:nvPr/>
        </p:nvGrpSpPr>
        <p:grpSpPr>
          <a:xfrm rot="1937137">
            <a:off x="-49276" y="1419598"/>
            <a:ext cx="247561" cy="718794"/>
            <a:chOff x="1460575" y="5630575"/>
            <a:chExt cx="645350" cy="1873775"/>
          </a:xfrm>
        </p:grpSpPr>
        <p:sp>
          <p:nvSpPr>
            <p:cNvPr id="1260" name="Google Shape;1260;p35"/>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5"/>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35"/>
          <p:cNvGrpSpPr/>
          <p:nvPr/>
        </p:nvGrpSpPr>
        <p:grpSpPr>
          <a:xfrm rot="-1360815">
            <a:off x="8787582" y="2477598"/>
            <a:ext cx="744173" cy="981131"/>
            <a:chOff x="4326425" y="5583250"/>
            <a:chExt cx="744150" cy="981100"/>
          </a:xfrm>
        </p:grpSpPr>
        <p:sp>
          <p:nvSpPr>
            <p:cNvPr id="1263" name="Google Shape;1263;p35"/>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5"/>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5"/>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5"/>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5"/>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5"/>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5"/>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5"/>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5"/>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5"/>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5"/>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5"/>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5"/>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5"/>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5"/>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5"/>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5"/>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5"/>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5"/>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5"/>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5"/>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5"/>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5"/>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5"/>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5"/>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 name="Google Shape;1288;p35"/>
          <p:cNvGrpSpPr/>
          <p:nvPr/>
        </p:nvGrpSpPr>
        <p:grpSpPr>
          <a:xfrm rot="-2418941">
            <a:off x="8394237" y="4374566"/>
            <a:ext cx="714867" cy="1448812"/>
            <a:chOff x="1803775" y="5029925"/>
            <a:chExt cx="655775" cy="1329050"/>
          </a:xfrm>
        </p:grpSpPr>
        <p:sp>
          <p:nvSpPr>
            <p:cNvPr id="1289" name="Google Shape;1289;p35"/>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5"/>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5"/>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5"/>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5"/>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5"/>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5"/>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5"/>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5"/>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5"/>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5"/>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 name="Google Shape;1300;p35"/>
          <p:cNvGrpSpPr/>
          <p:nvPr/>
        </p:nvGrpSpPr>
        <p:grpSpPr>
          <a:xfrm rot="-1269334">
            <a:off x="8891383" y="3721956"/>
            <a:ext cx="601297" cy="1873742"/>
            <a:chOff x="3855225" y="5718400"/>
            <a:chExt cx="601300" cy="1873750"/>
          </a:xfrm>
        </p:grpSpPr>
        <p:sp>
          <p:nvSpPr>
            <p:cNvPr id="1301" name="Google Shape;1301;p35"/>
            <p:cNvSpPr/>
            <p:nvPr/>
          </p:nvSpPr>
          <p:spPr>
            <a:xfrm>
              <a:off x="4020125" y="5718400"/>
              <a:ext cx="269700" cy="175625"/>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5"/>
            <p:cNvSpPr/>
            <p:nvPr/>
          </p:nvSpPr>
          <p:spPr>
            <a:xfrm>
              <a:off x="3855225" y="5894300"/>
              <a:ext cx="601300" cy="1697850"/>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3" name="Google Shape;1303;p35"/>
          <p:cNvSpPr/>
          <p:nvPr/>
        </p:nvSpPr>
        <p:spPr>
          <a:xfrm rot="-2161609">
            <a:off x="7787037" y="4718605"/>
            <a:ext cx="148961" cy="301771"/>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5"/>
          <p:cNvSpPr/>
          <p:nvPr/>
        </p:nvSpPr>
        <p:spPr>
          <a:xfrm rot="-2161533">
            <a:off x="476718" y="-166239"/>
            <a:ext cx="179966" cy="364573"/>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5"/>
          <p:cNvSpPr txBox="1"/>
          <p:nvPr>
            <p:ph idx="2" type="body"/>
          </p:nvPr>
        </p:nvSpPr>
        <p:spPr>
          <a:xfrm>
            <a:off x="4643400" y="1152475"/>
            <a:ext cx="3771000" cy="34164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300"/>
            </a:lvl1pPr>
            <a:lvl2pPr indent="-317500" lvl="1" marL="914400" rtl="0">
              <a:spcBef>
                <a:spcPts val="0"/>
              </a:spcBef>
              <a:spcAft>
                <a:spcPts val="0"/>
              </a:spcAft>
              <a:buSzPts val="1400"/>
              <a:buChar char="○"/>
              <a:defRPr sz="1400"/>
            </a:lvl2pPr>
            <a:lvl3pPr indent="-317500" lvl="2" marL="1371600" rtl="0">
              <a:spcBef>
                <a:spcPts val="0"/>
              </a:spcBef>
              <a:spcAft>
                <a:spcPts val="0"/>
              </a:spcAft>
              <a:buSzPts val="1400"/>
              <a:buChar char="■"/>
              <a:defRPr sz="1400"/>
            </a:lvl3pPr>
            <a:lvl4pPr indent="-317500" lvl="3" marL="1828800" rtl="0">
              <a:spcBef>
                <a:spcPts val="0"/>
              </a:spcBef>
              <a:spcAft>
                <a:spcPts val="0"/>
              </a:spcAft>
              <a:buSzPts val="1400"/>
              <a:buChar char="●"/>
              <a:defRPr sz="1400"/>
            </a:lvl4pPr>
            <a:lvl5pPr indent="-317500" lvl="4" marL="2286000" rtl="0">
              <a:spcBef>
                <a:spcPts val="0"/>
              </a:spcBef>
              <a:spcAft>
                <a:spcPts val="0"/>
              </a:spcAft>
              <a:buSzPts val="1400"/>
              <a:buChar char="○"/>
              <a:defRPr sz="1400"/>
            </a:lvl5pPr>
            <a:lvl6pPr indent="-317500" lvl="5" marL="2743200" rtl="0">
              <a:spcBef>
                <a:spcPts val="0"/>
              </a:spcBef>
              <a:spcAft>
                <a:spcPts val="0"/>
              </a:spcAft>
              <a:buSzPts val="1400"/>
              <a:buChar char="■"/>
              <a:defRPr sz="1400"/>
            </a:lvl6pPr>
            <a:lvl7pPr indent="-317500" lvl="6" marL="3200400" rtl="0">
              <a:spcBef>
                <a:spcPts val="0"/>
              </a:spcBef>
              <a:spcAft>
                <a:spcPts val="0"/>
              </a:spcAft>
              <a:buSzPts val="1400"/>
              <a:buChar char="●"/>
              <a:defRPr sz="1400"/>
            </a:lvl7pPr>
            <a:lvl8pPr indent="-317500" lvl="7" marL="3657600" rtl="0">
              <a:spcBef>
                <a:spcPts val="0"/>
              </a:spcBef>
              <a:spcAft>
                <a:spcPts val="0"/>
              </a:spcAft>
              <a:buSzPts val="1400"/>
              <a:buChar char="○"/>
              <a:defRPr sz="1400"/>
            </a:lvl8pPr>
            <a:lvl9pPr indent="-317500" lvl="8" marL="4114800" rtl="0">
              <a:spcBef>
                <a:spcPts val="0"/>
              </a:spcBef>
              <a:spcAft>
                <a:spcPts val="0"/>
              </a:spcAft>
              <a:buSzPts val="1400"/>
              <a:buChar char="■"/>
              <a:defRPr sz="1400"/>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4">
    <p:spTree>
      <p:nvGrpSpPr>
        <p:cNvPr id="1306" name="Shape 1306"/>
        <p:cNvGrpSpPr/>
        <p:nvPr/>
      </p:nvGrpSpPr>
      <p:grpSpPr>
        <a:xfrm>
          <a:off x="0" y="0"/>
          <a:ext cx="0" cy="0"/>
          <a:chOff x="0" y="0"/>
          <a:chExt cx="0" cy="0"/>
        </a:xfrm>
      </p:grpSpPr>
      <p:sp>
        <p:nvSpPr>
          <p:cNvPr id="1307" name="Google Shape;1307;p36"/>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08" name="Google Shape;1308;p36"/>
          <p:cNvSpPr txBox="1"/>
          <p:nvPr>
            <p:ph idx="1" type="subTitle"/>
          </p:nvPr>
        </p:nvSpPr>
        <p:spPr>
          <a:xfrm>
            <a:off x="713400" y="3519984"/>
            <a:ext cx="2480700" cy="92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1309" name="Google Shape;1309;p36"/>
          <p:cNvSpPr txBox="1"/>
          <p:nvPr>
            <p:ph idx="2" type="title"/>
          </p:nvPr>
        </p:nvSpPr>
        <p:spPr>
          <a:xfrm>
            <a:off x="716100" y="3202100"/>
            <a:ext cx="24780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310" name="Google Shape;1310;p36"/>
          <p:cNvSpPr txBox="1"/>
          <p:nvPr>
            <p:ph idx="3" type="subTitle"/>
          </p:nvPr>
        </p:nvSpPr>
        <p:spPr>
          <a:xfrm>
            <a:off x="3331738" y="3519984"/>
            <a:ext cx="2480700" cy="92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1311" name="Google Shape;1311;p36"/>
          <p:cNvSpPr txBox="1"/>
          <p:nvPr>
            <p:ph idx="4" type="title"/>
          </p:nvPr>
        </p:nvSpPr>
        <p:spPr>
          <a:xfrm>
            <a:off x="3334438" y="3202100"/>
            <a:ext cx="24780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312" name="Google Shape;1312;p36"/>
          <p:cNvSpPr txBox="1"/>
          <p:nvPr>
            <p:ph idx="5" type="subTitle"/>
          </p:nvPr>
        </p:nvSpPr>
        <p:spPr>
          <a:xfrm>
            <a:off x="5950075" y="3519984"/>
            <a:ext cx="2480700" cy="92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1313" name="Google Shape;1313;p36"/>
          <p:cNvSpPr txBox="1"/>
          <p:nvPr>
            <p:ph idx="6" type="title"/>
          </p:nvPr>
        </p:nvSpPr>
        <p:spPr>
          <a:xfrm>
            <a:off x="5952775" y="3202100"/>
            <a:ext cx="24780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314" name="Google Shape;1314;p36"/>
          <p:cNvSpPr/>
          <p:nvPr/>
        </p:nvSpPr>
        <p:spPr>
          <a:xfrm rot="10800000">
            <a:off x="0" y="514"/>
            <a:ext cx="9144085" cy="296368"/>
          </a:xfrm>
          <a:custGeom>
            <a:rect b="b" l="l" r="r" t="t"/>
            <a:pathLst>
              <a:path extrusionOk="0" h="30664" w="83785">
                <a:moveTo>
                  <a:pt x="7278" y="0"/>
                </a:moveTo>
                <a:cubicBezTo>
                  <a:pt x="6838" y="0"/>
                  <a:pt x="6397" y="6"/>
                  <a:pt x="5953" y="17"/>
                </a:cubicBezTo>
                <a:cubicBezTo>
                  <a:pt x="3906" y="77"/>
                  <a:pt x="1929" y="255"/>
                  <a:pt x="0" y="553"/>
                </a:cubicBezTo>
                <a:lnTo>
                  <a:pt x="0" y="30664"/>
                </a:lnTo>
                <a:lnTo>
                  <a:pt x="83785" y="30664"/>
                </a:lnTo>
                <a:lnTo>
                  <a:pt x="83785" y="3398"/>
                </a:lnTo>
                <a:cubicBezTo>
                  <a:pt x="82594" y="3101"/>
                  <a:pt x="81332" y="2851"/>
                  <a:pt x="79998" y="2672"/>
                </a:cubicBezTo>
                <a:cubicBezTo>
                  <a:pt x="77596" y="2332"/>
                  <a:pt x="75162" y="2197"/>
                  <a:pt x="72705" y="2197"/>
                </a:cubicBezTo>
                <a:cubicBezTo>
                  <a:pt x="63072" y="2197"/>
                  <a:pt x="53083" y="4279"/>
                  <a:pt x="43220" y="4279"/>
                </a:cubicBezTo>
                <a:cubicBezTo>
                  <a:pt x="42386" y="4279"/>
                  <a:pt x="41552" y="4264"/>
                  <a:pt x="40720" y="4232"/>
                </a:cubicBezTo>
                <a:cubicBezTo>
                  <a:pt x="29124" y="3785"/>
                  <a:pt x="18831" y="0"/>
                  <a:pt x="7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6"/>
          <p:cNvSpPr/>
          <p:nvPr/>
        </p:nvSpPr>
        <p:spPr>
          <a:xfrm>
            <a:off x="0" y="4847177"/>
            <a:ext cx="9144085" cy="296368"/>
          </a:xfrm>
          <a:custGeom>
            <a:rect b="b" l="l" r="r" t="t"/>
            <a:pathLst>
              <a:path extrusionOk="0" h="30664" w="83785">
                <a:moveTo>
                  <a:pt x="7278" y="0"/>
                </a:moveTo>
                <a:cubicBezTo>
                  <a:pt x="6838" y="0"/>
                  <a:pt x="6397" y="6"/>
                  <a:pt x="5953" y="17"/>
                </a:cubicBezTo>
                <a:cubicBezTo>
                  <a:pt x="3906" y="77"/>
                  <a:pt x="1929" y="255"/>
                  <a:pt x="0" y="553"/>
                </a:cubicBezTo>
                <a:lnTo>
                  <a:pt x="0" y="30664"/>
                </a:lnTo>
                <a:lnTo>
                  <a:pt x="83785" y="30664"/>
                </a:lnTo>
                <a:lnTo>
                  <a:pt x="83785" y="3398"/>
                </a:lnTo>
                <a:cubicBezTo>
                  <a:pt x="82594" y="3101"/>
                  <a:pt x="81332" y="2851"/>
                  <a:pt x="79998" y="2672"/>
                </a:cubicBezTo>
                <a:cubicBezTo>
                  <a:pt x="77596" y="2332"/>
                  <a:pt x="75162" y="2197"/>
                  <a:pt x="72705" y="2197"/>
                </a:cubicBezTo>
                <a:cubicBezTo>
                  <a:pt x="63072" y="2197"/>
                  <a:pt x="53083" y="4279"/>
                  <a:pt x="43220" y="4279"/>
                </a:cubicBezTo>
                <a:cubicBezTo>
                  <a:pt x="42386" y="4279"/>
                  <a:pt x="41552" y="4264"/>
                  <a:pt x="40720" y="4232"/>
                </a:cubicBezTo>
                <a:cubicBezTo>
                  <a:pt x="29124" y="3785"/>
                  <a:pt x="18831" y="0"/>
                  <a:pt x="7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4_1">
    <p:spTree>
      <p:nvGrpSpPr>
        <p:cNvPr id="1316" name="Shape 1316"/>
        <p:cNvGrpSpPr/>
        <p:nvPr/>
      </p:nvGrpSpPr>
      <p:grpSpPr>
        <a:xfrm>
          <a:off x="0" y="0"/>
          <a:ext cx="0" cy="0"/>
          <a:chOff x="0" y="0"/>
          <a:chExt cx="0" cy="0"/>
        </a:xfrm>
      </p:grpSpPr>
      <p:sp>
        <p:nvSpPr>
          <p:cNvPr id="1317" name="Google Shape;1317;p37"/>
          <p:cNvSpPr txBox="1"/>
          <p:nvPr>
            <p:ph type="title"/>
          </p:nvPr>
        </p:nvSpPr>
        <p:spPr>
          <a:xfrm>
            <a:off x="713275" y="445025"/>
            <a:ext cx="4325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18" name="Google Shape;1318;p37"/>
          <p:cNvSpPr txBox="1"/>
          <p:nvPr>
            <p:ph idx="1" type="subTitle"/>
          </p:nvPr>
        </p:nvSpPr>
        <p:spPr>
          <a:xfrm>
            <a:off x="1660525" y="1516532"/>
            <a:ext cx="33783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319" name="Google Shape;1319;p37"/>
          <p:cNvSpPr txBox="1"/>
          <p:nvPr>
            <p:ph idx="2" type="title"/>
          </p:nvPr>
        </p:nvSpPr>
        <p:spPr>
          <a:xfrm>
            <a:off x="1664159" y="1198650"/>
            <a:ext cx="33750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320" name="Google Shape;1320;p37"/>
          <p:cNvSpPr txBox="1"/>
          <p:nvPr>
            <p:ph idx="3" type="subTitle"/>
          </p:nvPr>
        </p:nvSpPr>
        <p:spPr>
          <a:xfrm>
            <a:off x="1660525" y="2721759"/>
            <a:ext cx="33783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321" name="Google Shape;1321;p37"/>
          <p:cNvSpPr txBox="1"/>
          <p:nvPr>
            <p:ph idx="4" type="title"/>
          </p:nvPr>
        </p:nvSpPr>
        <p:spPr>
          <a:xfrm>
            <a:off x="1664159" y="2403878"/>
            <a:ext cx="33750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322" name="Google Shape;1322;p37"/>
          <p:cNvSpPr txBox="1"/>
          <p:nvPr>
            <p:ph idx="5" type="subTitle"/>
          </p:nvPr>
        </p:nvSpPr>
        <p:spPr>
          <a:xfrm>
            <a:off x="1660525" y="3927000"/>
            <a:ext cx="33783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323" name="Google Shape;1323;p37"/>
          <p:cNvSpPr txBox="1"/>
          <p:nvPr>
            <p:ph idx="6" type="title"/>
          </p:nvPr>
        </p:nvSpPr>
        <p:spPr>
          <a:xfrm>
            <a:off x="1664202" y="3609118"/>
            <a:ext cx="33750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grpSp>
        <p:nvGrpSpPr>
          <p:cNvPr id="1324" name="Google Shape;1324;p37"/>
          <p:cNvGrpSpPr/>
          <p:nvPr/>
        </p:nvGrpSpPr>
        <p:grpSpPr>
          <a:xfrm rot="2523848">
            <a:off x="5247449" y="4053668"/>
            <a:ext cx="1017555" cy="1662742"/>
            <a:chOff x="4838975" y="1909000"/>
            <a:chExt cx="479850" cy="784050"/>
          </a:xfrm>
        </p:grpSpPr>
        <p:sp>
          <p:nvSpPr>
            <p:cNvPr id="1325" name="Google Shape;1325;p37"/>
            <p:cNvSpPr/>
            <p:nvPr/>
          </p:nvSpPr>
          <p:spPr>
            <a:xfrm>
              <a:off x="4998825" y="1909600"/>
              <a:ext cx="129800" cy="216400"/>
            </a:xfrm>
            <a:custGeom>
              <a:rect b="b" l="l" r="r" t="t"/>
              <a:pathLst>
                <a:path extrusionOk="0" h="8656" w="5192">
                  <a:moveTo>
                    <a:pt x="1906" y="0"/>
                  </a:moveTo>
                  <a:cubicBezTo>
                    <a:pt x="1906" y="0"/>
                    <a:pt x="1" y="4620"/>
                    <a:pt x="584" y="6465"/>
                  </a:cubicBezTo>
                  <a:cubicBezTo>
                    <a:pt x="1155" y="8311"/>
                    <a:pt x="3227" y="8656"/>
                    <a:pt x="3227" y="8656"/>
                  </a:cubicBezTo>
                  <a:cubicBezTo>
                    <a:pt x="3227" y="8656"/>
                    <a:pt x="5192" y="6370"/>
                    <a:pt x="4989" y="5001"/>
                  </a:cubicBezTo>
                  <a:cubicBezTo>
                    <a:pt x="4775" y="3655"/>
                    <a:pt x="1906" y="0"/>
                    <a:pt x="19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7"/>
            <p:cNvSpPr/>
            <p:nvPr/>
          </p:nvSpPr>
          <p:spPr>
            <a:xfrm>
              <a:off x="5005375" y="1909000"/>
              <a:ext cx="128600" cy="784050"/>
            </a:xfrm>
            <a:custGeom>
              <a:rect b="b" l="l" r="r" t="t"/>
              <a:pathLst>
                <a:path extrusionOk="0" h="31362" w="5144">
                  <a:moveTo>
                    <a:pt x="1751" y="0"/>
                  </a:moveTo>
                  <a:lnTo>
                    <a:pt x="1525" y="48"/>
                  </a:lnTo>
                  <a:cubicBezTo>
                    <a:pt x="1536" y="107"/>
                    <a:pt x="2727" y="5418"/>
                    <a:pt x="2906" y="7096"/>
                  </a:cubicBezTo>
                  <a:cubicBezTo>
                    <a:pt x="2941" y="7263"/>
                    <a:pt x="4918" y="23039"/>
                    <a:pt x="1" y="31242"/>
                  </a:cubicBezTo>
                  <a:lnTo>
                    <a:pt x="191" y="31361"/>
                  </a:lnTo>
                  <a:cubicBezTo>
                    <a:pt x="5144" y="23086"/>
                    <a:pt x="3144" y="7227"/>
                    <a:pt x="3132" y="7073"/>
                  </a:cubicBezTo>
                  <a:cubicBezTo>
                    <a:pt x="2953" y="5382"/>
                    <a:pt x="1763" y="60"/>
                    <a:pt x="17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7"/>
            <p:cNvSpPr/>
            <p:nvPr/>
          </p:nvSpPr>
          <p:spPr>
            <a:xfrm>
              <a:off x="4838975" y="2365475"/>
              <a:ext cx="219400" cy="231425"/>
            </a:xfrm>
            <a:custGeom>
              <a:rect b="b" l="l" r="r" t="t"/>
              <a:pathLst>
                <a:path extrusionOk="0" h="9257" w="8776">
                  <a:moveTo>
                    <a:pt x="188" y="1"/>
                  </a:moveTo>
                  <a:cubicBezTo>
                    <a:pt x="173" y="1"/>
                    <a:pt x="162" y="2"/>
                    <a:pt x="156" y="5"/>
                  </a:cubicBezTo>
                  <a:cubicBezTo>
                    <a:pt x="1" y="65"/>
                    <a:pt x="1811" y="3911"/>
                    <a:pt x="3501" y="6554"/>
                  </a:cubicBezTo>
                  <a:cubicBezTo>
                    <a:pt x="5204" y="9185"/>
                    <a:pt x="8419" y="9257"/>
                    <a:pt x="8419" y="9257"/>
                  </a:cubicBezTo>
                  <a:cubicBezTo>
                    <a:pt x="8776" y="6804"/>
                    <a:pt x="7228" y="3315"/>
                    <a:pt x="5573" y="2160"/>
                  </a:cubicBezTo>
                  <a:cubicBezTo>
                    <a:pt x="3979" y="1037"/>
                    <a:pt x="584" y="1"/>
                    <a:pt x="1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7"/>
            <p:cNvSpPr/>
            <p:nvPr/>
          </p:nvSpPr>
          <p:spPr>
            <a:xfrm>
              <a:off x="4896425" y="2110200"/>
              <a:ext cx="190825" cy="278650"/>
            </a:xfrm>
            <a:custGeom>
              <a:rect b="b" l="l" r="r" t="t"/>
              <a:pathLst>
                <a:path extrusionOk="0" h="11146" w="7633">
                  <a:moveTo>
                    <a:pt x="1" y="1"/>
                  </a:moveTo>
                  <a:cubicBezTo>
                    <a:pt x="1" y="1"/>
                    <a:pt x="1489" y="5156"/>
                    <a:pt x="2715" y="7299"/>
                  </a:cubicBezTo>
                  <a:cubicBezTo>
                    <a:pt x="3930" y="9454"/>
                    <a:pt x="7633" y="11145"/>
                    <a:pt x="7633" y="11145"/>
                  </a:cubicBezTo>
                  <a:cubicBezTo>
                    <a:pt x="7633" y="11145"/>
                    <a:pt x="7430" y="6585"/>
                    <a:pt x="6180" y="4275"/>
                  </a:cubicBezTo>
                  <a:cubicBezTo>
                    <a:pt x="4930" y="1966"/>
                    <a:pt x="1"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7"/>
            <p:cNvSpPr/>
            <p:nvPr/>
          </p:nvSpPr>
          <p:spPr>
            <a:xfrm>
              <a:off x="5089600" y="2034300"/>
              <a:ext cx="146175" cy="208700"/>
            </a:xfrm>
            <a:custGeom>
              <a:rect b="b" l="l" r="r" t="t"/>
              <a:pathLst>
                <a:path extrusionOk="0" h="8348" w="5847">
                  <a:moveTo>
                    <a:pt x="5646" y="0"/>
                  </a:moveTo>
                  <a:cubicBezTo>
                    <a:pt x="5290" y="0"/>
                    <a:pt x="2667" y="1905"/>
                    <a:pt x="1358" y="3668"/>
                  </a:cubicBezTo>
                  <a:cubicBezTo>
                    <a:pt x="1" y="5525"/>
                    <a:pt x="180" y="8347"/>
                    <a:pt x="180" y="8347"/>
                  </a:cubicBezTo>
                  <a:cubicBezTo>
                    <a:pt x="3406" y="7871"/>
                    <a:pt x="5061" y="5109"/>
                    <a:pt x="5371" y="3668"/>
                  </a:cubicBezTo>
                  <a:cubicBezTo>
                    <a:pt x="5680" y="2215"/>
                    <a:pt x="5847" y="215"/>
                    <a:pt x="5680" y="13"/>
                  </a:cubicBezTo>
                  <a:cubicBezTo>
                    <a:pt x="5674" y="4"/>
                    <a:pt x="5662" y="0"/>
                    <a:pt x="56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7"/>
            <p:cNvSpPr/>
            <p:nvPr/>
          </p:nvSpPr>
          <p:spPr>
            <a:xfrm>
              <a:off x="5081875" y="2257850"/>
              <a:ext cx="235175" cy="186650"/>
            </a:xfrm>
            <a:custGeom>
              <a:rect b="b" l="l" r="r" t="t"/>
              <a:pathLst>
                <a:path extrusionOk="0" h="7466" w="9407">
                  <a:moveTo>
                    <a:pt x="9406" y="0"/>
                  </a:moveTo>
                  <a:cubicBezTo>
                    <a:pt x="9406" y="0"/>
                    <a:pt x="6692" y="572"/>
                    <a:pt x="3941" y="2001"/>
                  </a:cubicBezTo>
                  <a:cubicBezTo>
                    <a:pt x="1167" y="3429"/>
                    <a:pt x="0" y="7466"/>
                    <a:pt x="0" y="7466"/>
                  </a:cubicBezTo>
                  <a:cubicBezTo>
                    <a:pt x="0" y="7466"/>
                    <a:pt x="4501" y="6942"/>
                    <a:pt x="6727" y="5227"/>
                  </a:cubicBezTo>
                  <a:cubicBezTo>
                    <a:pt x="8954" y="3537"/>
                    <a:pt x="9406" y="1"/>
                    <a:pt x="9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7"/>
            <p:cNvSpPr/>
            <p:nvPr/>
          </p:nvSpPr>
          <p:spPr>
            <a:xfrm>
              <a:off x="5019675" y="2508400"/>
              <a:ext cx="267000" cy="157350"/>
            </a:xfrm>
            <a:custGeom>
              <a:rect b="b" l="l" r="r" t="t"/>
              <a:pathLst>
                <a:path extrusionOk="0" h="6294" w="10680">
                  <a:moveTo>
                    <a:pt x="10465" y="1"/>
                  </a:moveTo>
                  <a:cubicBezTo>
                    <a:pt x="9676" y="1"/>
                    <a:pt x="6857" y="95"/>
                    <a:pt x="4417" y="1361"/>
                  </a:cubicBezTo>
                  <a:cubicBezTo>
                    <a:pt x="1548" y="2837"/>
                    <a:pt x="0" y="6111"/>
                    <a:pt x="167" y="6147"/>
                  </a:cubicBezTo>
                  <a:cubicBezTo>
                    <a:pt x="835" y="6249"/>
                    <a:pt x="1447" y="6294"/>
                    <a:pt x="2009" y="6294"/>
                  </a:cubicBezTo>
                  <a:cubicBezTo>
                    <a:pt x="5533" y="6294"/>
                    <a:pt x="7056" y="4505"/>
                    <a:pt x="7703" y="3540"/>
                  </a:cubicBezTo>
                  <a:cubicBezTo>
                    <a:pt x="8453" y="2420"/>
                    <a:pt x="10680" y="3"/>
                    <a:pt x="10680" y="3"/>
                  </a:cubicBezTo>
                  <a:cubicBezTo>
                    <a:pt x="10680" y="3"/>
                    <a:pt x="10604" y="1"/>
                    <a:pt x="104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7"/>
            <p:cNvSpPr/>
            <p:nvPr/>
          </p:nvSpPr>
          <p:spPr>
            <a:xfrm>
              <a:off x="4841375" y="2363225"/>
              <a:ext cx="210750" cy="235175"/>
            </a:xfrm>
            <a:custGeom>
              <a:rect b="b" l="l" r="r" t="t"/>
              <a:pathLst>
                <a:path extrusionOk="0" h="9407" w="8430">
                  <a:moveTo>
                    <a:pt x="131" y="0"/>
                  </a:moveTo>
                  <a:lnTo>
                    <a:pt x="0" y="179"/>
                  </a:lnTo>
                  <a:cubicBezTo>
                    <a:pt x="60" y="215"/>
                    <a:pt x="5156" y="4001"/>
                    <a:pt x="8227" y="9406"/>
                  </a:cubicBezTo>
                  <a:lnTo>
                    <a:pt x="8430" y="9299"/>
                  </a:lnTo>
                  <a:cubicBezTo>
                    <a:pt x="5310" y="3858"/>
                    <a:pt x="179" y="48"/>
                    <a:pt x="1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7"/>
            <p:cNvSpPr/>
            <p:nvPr/>
          </p:nvSpPr>
          <p:spPr>
            <a:xfrm>
              <a:off x="5024725" y="2505500"/>
              <a:ext cx="261650" cy="152425"/>
            </a:xfrm>
            <a:custGeom>
              <a:rect b="b" l="l" r="r" t="t"/>
              <a:pathLst>
                <a:path extrusionOk="0" h="6097" w="10466">
                  <a:moveTo>
                    <a:pt x="10442" y="0"/>
                  </a:moveTo>
                  <a:cubicBezTo>
                    <a:pt x="4334" y="786"/>
                    <a:pt x="48" y="5906"/>
                    <a:pt x="0" y="5954"/>
                  </a:cubicBezTo>
                  <a:lnTo>
                    <a:pt x="179" y="6096"/>
                  </a:lnTo>
                  <a:cubicBezTo>
                    <a:pt x="227" y="6037"/>
                    <a:pt x="4465" y="989"/>
                    <a:pt x="10466" y="215"/>
                  </a:cubicBezTo>
                  <a:lnTo>
                    <a:pt x="104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7"/>
            <p:cNvSpPr/>
            <p:nvPr/>
          </p:nvSpPr>
          <p:spPr>
            <a:xfrm>
              <a:off x="4894050" y="2108125"/>
              <a:ext cx="195875" cy="281600"/>
            </a:xfrm>
            <a:custGeom>
              <a:rect b="b" l="l" r="r" t="t"/>
              <a:pathLst>
                <a:path extrusionOk="0" h="11264" w="7835">
                  <a:moveTo>
                    <a:pt x="167" y="1"/>
                  </a:moveTo>
                  <a:lnTo>
                    <a:pt x="1" y="143"/>
                  </a:lnTo>
                  <a:cubicBezTo>
                    <a:pt x="72" y="203"/>
                    <a:pt x="5620" y="6085"/>
                    <a:pt x="7621" y="11264"/>
                  </a:cubicBezTo>
                  <a:lnTo>
                    <a:pt x="7835" y="11169"/>
                  </a:lnTo>
                  <a:cubicBezTo>
                    <a:pt x="5811" y="5966"/>
                    <a:pt x="227" y="60"/>
                    <a:pt x="1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7"/>
            <p:cNvSpPr/>
            <p:nvPr/>
          </p:nvSpPr>
          <p:spPr>
            <a:xfrm>
              <a:off x="5080375" y="2256050"/>
              <a:ext cx="238450" cy="190825"/>
            </a:xfrm>
            <a:custGeom>
              <a:rect b="b" l="l" r="r" t="t"/>
              <a:pathLst>
                <a:path extrusionOk="0" h="7633" w="9538">
                  <a:moveTo>
                    <a:pt x="9371" y="1"/>
                  </a:moveTo>
                  <a:cubicBezTo>
                    <a:pt x="6073" y="3632"/>
                    <a:pt x="60" y="7395"/>
                    <a:pt x="1" y="7442"/>
                  </a:cubicBezTo>
                  <a:lnTo>
                    <a:pt x="120" y="7633"/>
                  </a:lnTo>
                  <a:cubicBezTo>
                    <a:pt x="168" y="7597"/>
                    <a:pt x="6216" y="3811"/>
                    <a:pt x="9538" y="156"/>
                  </a:cubicBezTo>
                  <a:lnTo>
                    <a:pt x="937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7"/>
            <p:cNvSpPr/>
            <p:nvPr/>
          </p:nvSpPr>
          <p:spPr>
            <a:xfrm>
              <a:off x="5091100" y="2032825"/>
              <a:ext cx="142600" cy="202125"/>
            </a:xfrm>
            <a:custGeom>
              <a:rect b="b" l="l" r="r" t="t"/>
              <a:pathLst>
                <a:path extrusionOk="0" h="8085" w="5704">
                  <a:moveTo>
                    <a:pt x="5561" y="0"/>
                  </a:moveTo>
                  <a:cubicBezTo>
                    <a:pt x="2322" y="2548"/>
                    <a:pt x="24" y="7930"/>
                    <a:pt x="1" y="7989"/>
                  </a:cubicBezTo>
                  <a:lnTo>
                    <a:pt x="203" y="8085"/>
                  </a:lnTo>
                  <a:cubicBezTo>
                    <a:pt x="239" y="8025"/>
                    <a:pt x="2513" y="2679"/>
                    <a:pt x="5704" y="179"/>
                  </a:cubicBezTo>
                  <a:lnTo>
                    <a:pt x="55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 name="Google Shape;1337;p37"/>
          <p:cNvGrpSpPr/>
          <p:nvPr/>
        </p:nvGrpSpPr>
        <p:grpSpPr>
          <a:xfrm rot="209488">
            <a:off x="8123579" y="-52368"/>
            <a:ext cx="1209703" cy="1594795"/>
            <a:chOff x="4326425" y="5583250"/>
            <a:chExt cx="744150" cy="981100"/>
          </a:xfrm>
        </p:grpSpPr>
        <p:sp>
          <p:nvSpPr>
            <p:cNvPr id="1338" name="Google Shape;1338;p37"/>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7"/>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7"/>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7"/>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7"/>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7"/>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7"/>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7"/>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7"/>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7"/>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7"/>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7"/>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7"/>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7"/>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7"/>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7"/>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7"/>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7"/>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7"/>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7"/>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7"/>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7"/>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7"/>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7"/>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7"/>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4_1_2">
    <p:spTree>
      <p:nvGrpSpPr>
        <p:cNvPr id="1363" name="Shape 1363"/>
        <p:cNvGrpSpPr/>
        <p:nvPr/>
      </p:nvGrpSpPr>
      <p:grpSpPr>
        <a:xfrm>
          <a:off x="0" y="0"/>
          <a:ext cx="0" cy="0"/>
          <a:chOff x="0" y="0"/>
          <a:chExt cx="0" cy="0"/>
        </a:xfrm>
      </p:grpSpPr>
      <p:sp>
        <p:nvSpPr>
          <p:cNvPr id="1364" name="Google Shape;1364;p38"/>
          <p:cNvSpPr txBox="1"/>
          <p:nvPr>
            <p:ph type="title"/>
          </p:nvPr>
        </p:nvSpPr>
        <p:spPr>
          <a:xfrm>
            <a:off x="826025" y="1786800"/>
            <a:ext cx="2913300" cy="1569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65" name="Google Shape;1365;p38"/>
          <p:cNvSpPr txBox="1"/>
          <p:nvPr>
            <p:ph idx="1" type="subTitle"/>
          </p:nvPr>
        </p:nvSpPr>
        <p:spPr>
          <a:xfrm>
            <a:off x="5038975" y="1186907"/>
            <a:ext cx="33783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366" name="Google Shape;1366;p38"/>
          <p:cNvSpPr txBox="1"/>
          <p:nvPr>
            <p:ph idx="2" type="title"/>
          </p:nvPr>
        </p:nvSpPr>
        <p:spPr>
          <a:xfrm>
            <a:off x="5042609" y="869025"/>
            <a:ext cx="33750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367" name="Google Shape;1367;p38"/>
          <p:cNvSpPr txBox="1"/>
          <p:nvPr>
            <p:ph idx="3" type="subTitle"/>
          </p:nvPr>
        </p:nvSpPr>
        <p:spPr>
          <a:xfrm>
            <a:off x="5038975" y="2392134"/>
            <a:ext cx="33783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368" name="Google Shape;1368;p38"/>
          <p:cNvSpPr txBox="1"/>
          <p:nvPr>
            <p:ph idx="4" type="title"/>
          </p:nvPr>
        </p:nvSpPr>
        <p:spPr>
          <a:xfrm>
            <a:off x="5042609" y="2074253"/>
            <a:ext cx="33750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369" name="Google Shape;1369;p38"/>
          <p:cNvSpPr txBox="1"/>
          <p:nvPr>
            <p:ph idx="5" type="subTitle"/>
          </p:nvPr>
        </p:nvSpPr>
        <p:spPr>
          <a:xfrm>
            <a:off x="5038975" y="3597375"/>
            <a:ext cx="33783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370" name="Google Shape;1370;p38"/>
          <p:cNvSpPr txBox="1"/>
          <p:nvPr>
            <p:ph idx="6" type="title"/>
          </p:nvPr>
        </p:nvSpPr>
        <p:spPr>
          <a:xfrm>
            <a:off x="5042652" y="3279493"/>
            <a:ext cx="33750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grpSp>
        <p:nvGrpSpPr>
          <p:cNvPr id="1371" name="Google Shape;1371;p38"/>
          <p:cNvGrpSpPr/>
          <p:nvPr/>
        </p:nvGrpSpPr>
        <p:grpSpPr>
          <a:xfrm flipH="1" rot="2233382">
            <a:off x="154151" y="3927026"/>
            <a:ext cx="1229243" cy="1740295"/>
            <a:chOff x="1793075" y="1583538"/>
            <a:chExt cx="552200" cy="781775"/>
          </a:xfrm>
        </p:grpSpPr>
        <p:sp>
          <p:nvSpPr>
            <p:cNvPr id="1372" name="Google Shape;1372;p38"/>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8"/>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8"/>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8"/>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8"/>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8"/>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8"/>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 name="Google Shape;1379;p38"/>
          <p:cNvGrpSpPr/>
          <p:nvPr/>
        </p:nvGrpSpPr>
        <p:grpSpPr>
          <a:xfrm flipH="1" rot="-8566618">
            <a:off x="3032826" y="-416599"/>
            <a:ext cx="1229243" cy="1740295"/>
            <a:chOff x="1793075" y="1583538"/>
            <a:chExt cx="552200" cy="781775"/>
          </a:xfrm>
        </p:grpSpPr>
        <p:sp>
          <p:nvSpPr>
            <p:cNvPr id="1380" name="Google Shape;1380;p38"/>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8"/>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8"/>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8"/>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8"/>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8"/>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8"/>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 name="Google Shape;1387;p38"/>
          <p:cNvGrpSpPr/>
          <p:nvPr/>
        </p:nvGrpSpPr>
        <p:grpSpPr>
          <a:xfrm flipH="1" rot="1761092">
            <a:off x="-42744" y="3108768"/>
            <a:ext cx="289707" cy="489902"/>
            <a:chOff x="4774877" y="116629"/>
            <a:chExt cx="576785" cy="975095"/>
          </a:xfrm>
        </p:grpSpPr>
        <p:sp>
          <p:nvSpPr>
            <p:cNvPr id="1388" name="Google Shape;1388;p38"/>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8"/>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8"/>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8"/>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8"/>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8"/>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 name="Google Shape;1394;p38"/>
          <p:cNvGrpSpPr/>
          <p:nvPr/>
        </p:nvGrpSpPr>
        <p:grpSpPr>
          <a:xfrm flipH="1" rot="1761092">
            <a:off x="4875806" y="251243"/>
            <a:ext cx="289707" cy="489902"/>
            <a:chOff x="4774877" y="116629"/>
            <a:chExt cx="576785" cy="975095"/>
          </a:xfrm>
        </p:grpSpPr>
        <p:sp>
          <p:nvSpPr>
            <p:cNvPr id="1395" name="Google Shape;1395;p38"/>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8"/>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8"/>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8"/>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8"/>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8"/>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4_1_1">
    <p:spTree>
      <p:nvGrpSpPr>
        <p:cNvPr id="1401" name="Shape 1401"/>
        <p:cNvGrpSpPr/>
        <p:nvPr/>
      </p:nvGrpSpPr>
      <p:grpSpPr>
        <a:xfrm>
          <a:off x="0" y="0"/>
          <a:ext cx="0" cy="0"/>
          <a:chOff x="0" y="0"/>
          <a:chExt cx="0" cy="0"/>
        </a:xfrm>
      </p:grpSpPr>
      <p:sp>
        <p:nvSpPr>
          <p:cNvPr id="1402" name="Google Shape;1402;p39"/>
          <p:cNvSpPr/>
          <p:nvPr/>
        </p:nvSpPr>
        <p:spPr>
          <a:xfrm>
            <a:off x="0" y="2419350"/>
            <a:ext cx="9144085" cy="2724190"/>
          </a:xfrm>
          <a:custGeom>
            <a:rect b="b" l="l" r="r" t="t"/>
            <a:pathLst>
              <a:path extrusionOk="0" h="30664" w="83785">
                <a:moveTo>
                  <a:pt x="7278" y="0"/>
                </a:moveTo>
                <a:cubicBezTo>
                  <a:pt x="6838" y="0"/>
                  <a:pt x="6397" y="6"/>
                  <a:pt x="5953" y="17"/>
                </a:cubicBezTo>
                <a:cubicBezTo>
                  <a:pt x="3906" y="77"/>
                  <a:pt x="1929" y="255"/>
                  <a:pt x="0" y="553"/>
                </a:cubicBezTo>
                <a:lnTo>
                  <a:pt x="0" y="30664"/>
                </a:lnTo>
                <a:lnTo>
                  <a:pt x="83785" y="30664"/>
                </a:lnTo>
                <a:lnTo>
                  <a:pt x="83785" y="3398"/>
                </a:lnTo>
                <a:cubicBezTo>
                  <a:pt x="82594" y="3101"/>
                  <a:pt x="81332" y="2851"/>
                  <a:pt x="79998" y="2672"/>
                </a:cubicBezTo>
                <a:cubicBezTo>
                  <a:pt x="77596" y="2332"/>
                  <a:pt x="75162" y="2197"/>
                  <a:pt x="72705" y="2197"/>
                </a:cubicBezTo>
                <a:cubicBezTo>
                  <a:pt x="63072" y="2197"/>
                  <a:pt x="53083" y="4279"/>
                  <a:pt x="43220" y="4279"/>
                </a:cubicBezTo>
                <a:cubicBezTo>
                  <a:pt x="42386" y="4279"/>
                  <a:pt x="41552" y="4264"/>
                  <a:pt x="40720" y="4232"/>
                </a:cubicBezTo>
                <a:cubicBezTo>
                  <a:pt x="29124" y="3785"/>
                  <a:pt x="18831" y="0"/>
                  <a:pt x="7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9"/>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04" name="Google Shape;1404;p39"/>
          <p:cNvSpPr txBox="1"/>
          <p:nvPr>
            <p:ph idx="1" type="subTitle"/>
          </p:nvPr>
        </p:nvSpPr>
        <p:spPr>
          <a:xfrm>
            <a:off x="713400" y="3823384"/>
            <a:ext cx="2480700" cy="67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1405" name="Google Shape;1405;p39"/>
          <p:cNvSpPr txBox="1"/>
          <p:nvPr>
            <p:ph idx="2" type="title"/>
          </p:nvPr>
        </p:nvSpPr>
        <p:spPr>
          <a:xfrm>
            <a:off x="716100" y="3505500"/>
            <a:ext cx="24780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406" name="Google Shape;1406;p39"/>
          <p:cNvSpPr txBox="1"/>
          <p:nvPr>
            <p:ph idx="3" type="subTitle"/>
          </p:nvPr>
        </p:nvSpPr>
        <p:spPr>
          <a:xfrm>
            <a:off x="3331750" y="3823377"/>
            <a:ext cx="2480700" cy="67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1407" name="Google Shape;1407;p39"/>
          <p:cNvSpPr txBox="1"/>
          <p:nvPr>
            <p:ph idx="4" type="title"/>
          </p:nvPr>
        </p:nvSpPr>
        <p:spPr>
          <a:xfrm>
            <a:off x="3334438" y="3505500"/>
            <a:ext cx="24780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408" name="Google Shape;1408;p39"/>
          <p:cNvSpPr txBox="1"/>
          <p:nvPr>
            <p:ph idx="5" type="subTitle"/>
          </p:nvPr>
        </p:nvSpPr>
        <p:spPr>
          <a:xfrm>
            <a:off x="5950081" y="3823377"/>
            <a:ext cx="2480700" cy="67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1409" name="Google Shape;1409;p39"/>
          <p:cNvSpPr txBox="1"/>
          <p:nvPr>
            <p:ph idx="6" type="title"/>
          </p:nvPr>
        </p:nvSpPr>
        <p:spPr>
          <a:xfrm>
            <a:off x="5952775" y="3505500"/>
            <a:ext cx="24780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grpSp>
        <p:nvGrpSpPr>
          <p:cNvPr id="1410" name="Google Shape;1410;p39"/>
          <p:cNvGrpSpPr/>
          <p:nvPr/>
        </p:nvGrpSpPr>
        <p:grpSpPr>
          <a:xfrm flipH="1" rot="2120294">
            <a:off x="-30227" y="721127"/>
            <a:ext cx="1083542" cy="1428560"/>
            <a:chOff x="4326425" y="5583250"/>
            <a:chExt cx="744150" cy="981100"/>
          </a:xfrm>
        </p:grpSpPr>
        <p:sp>
          <p:nvSpPr>
            <p:cNvPr id="1411" name="Google Shape;1411;p39"/>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9"/>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9"/>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9"/>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9"/>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9"/>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9"/>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9"/>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9"/>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9"/>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9"/>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9"/>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9"/>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9"/>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9"/>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9"/>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9"/>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9"/>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9"/>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9"/>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9"/>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9"/>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9"/>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9"/>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9"/>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 name="Google Shape;1436;p39"/>
          <p:cNvGrpSpPr/>
          <p:nvPr/>
        </p:nvGrpSpPr>
        <p:grpSpPr>
          <a:xfrm rot="-8276197">
            <a:off x="8409711" y="2068177"/>
            <a:ext cx="998088" cy="1630934"/>
            <a:chOff x="4838975" y="1909000"/>
            <a:chExt cx="479850" cy="784050"/>
          </a:xfrm>
        </p:grpSpPr>
        <p:sp>
          <p:nvSpPr>
            <p:cNvPr id="1437" name="Google Shape;1437;p39"/>
            <p:cNvSpPr/>
            <p:nvPr/>
          </p:nvSpPr>
          <p:spPr>
            <a:xfrm>
              <a:off x="4998825" y="1909600"/>
              <a:ext cx="129800" cy="216400"/>
            </a:xfrm>
            <a:custGeom>
              <a:rect b="b" l="l" r="r" t="t"/>
              <a:pathLst>
                <a:path extrusionOk="0" h="8656" w="5192">
                  <a:moveTo>
                    <a:pt x="1906" y="0"/>
                  </a:moveTo>
                  <a:cubicBezTo>
                    <a:pt x="1906" y="0"/>
                    <a:pt x="1" y="4620"/>
                    <a:pt x="584" y="6465"/>
                  </a:cubicBezTo>
                  <a:cubicBezTo>
                    <a:pt x="1155" y="8311"/>
                    <a:pt x="3227" y="8656"/>
                    <a:pt x="3227" y="8656"/>
                  </a:cubicBezTo>
                  <a:cubicBezTo>
                    <a:pt x="3227" y="8656"/>
                    <a:pt x="5192" y="6370"/>
                    <a:pt x="4989" y="5001"/>
                  </a:cubicBezTo>
                  <a:cubicBezTo>
                    <a:pt x="4775" y="3655"/>
                    <a:pt x="1906" y="0"/>
                    <a:pt x="19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9"/>
            <p:cNvSpPr/>
            <p:nvPr/>
          </p:nvSpPr>
          <p:spPr>
            <a:xfrm>
              <a:off x="5005375" y="1909000"/>
              <a:ext cx="128600" cy="784050"/>
            </a:xfrm>
            <a:custGeom>
              <a:rect b="b" l="l" r="r" t="t"/>
              <a:pathLst>
                <a:path extrusionOk="0" h="31362" w="5144">
                  <a:moveTo>
                    <a:pt x="1751" y="0"/>
                  </a:moveTo>
                  <a:lnTo>
                    <a:pt x="1525" y="48"/>
                  </a:lnTo>
                  <a:cubicBezTo>
                    <a:pt x="1536" y="107"/>
                    <a:pt x="2727" y="5418"/>
                    <a:pt x="2906" y="7096"/>
                  </a:cubicBezTo>
                  <a:cubicBezTo>
                    <a:pt x="2941" y="7263"/>
                    <a:pt x="4918" y="23039"/>
                    <a:pt x="1" y="31242"/>
                  </a:cubicBezTo>
                  <a:lnTo>
                    <a:pt x="191" y="31361"/>
                  </a:lnTo>
                  <a:cubicBezTo>
                    <a:pt x="5144" y="23086"/>
                    <a:pt x="3144" y="7227"/>
                    <a:pt x="3132" y="7073"/>
                  </a:cubicBezTo>
                  <a:cubicBezTo>
                    <a:pt x="2953" y="5382"/>
                    <a:pt x="1763" y="60"/>
                    <a:pt x="17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9"/>
            <p:cNvSpPr/>
            <p:nvPr/>
          </p:nvSpPr>
          <p:spPr>
            <a:xfrm>
              <a:off x="4838975" y="2365475"/>
              <a:ext cx="219400" cy="231425"/>
            </a:xfrm>
            <a:custGeom>
              <a:rect b="b" l="l" r="r" t="t"/>
              <a:pathLst>
                <a:path extrusionOk="0" h="9257" w="8776">
                  <a:moveTo>
                    <a:pt x="188" y="1"/>
                  </a:moveTo>
                  <a:cubicBezTo>
                    <a:pt x="173" y="1"/>
                    <a:pt x="162" y="2"/>
                    <a:pt x="156" y="5"/>
                  </a:cubicBezTo>
                  <a:cubicBezTo>
                    <a:pt x="1" y="65"/>
                    <a:pt x="1811" y="3911"/>
                    <a:pt x="3501" y="6554"/>
                  </a:cubicBezTo>
                  <a:cubicBezTo>
                    <a:pt x="5204" y="9185"/>
                    <a:pt x="8419" y="9257"/>
                    <a:pt x="8419" y="9257"/>
                  </a:cubicBezTo>
                  <a:cubicBezTo>
                    <a:pt x="8776" y="6804"/>
                    <a:pt x="7228" y="3315"/>
                    <a:pt x="5573" y="2160"/>
                  </a:cubicBezTo>
                  <a:cubicBezTo>
                    <a:pt x="3979" y="1037"/>
                    <a:pt x="584" y="1"/>
                    <a:pt x="1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9"/>
            <p:cNvSpPr/>
            <p:nvPr/>
          </p:nvSpPr>
          <p:spPr>
            <a:xfrm>
              <a:off x="4896425" y="2110200"/>
              <a:ext cx="190825" cy="278650"/>
            </a:xfrm>
            <a:custGeom>
              <a:rect b="b" l="l" r="r" t="t"/>
              <a:pathLst>
                <a:path extrusionOk="0" h="11146" w="7633">
                  <a:moveTo>
                    <a:pt x="1" y="1"/>
                  </a:moveTo>
                  <a:cubicBezTo>
                    <a:pt x="1" y="1"/>
                    <a:pt x="1489" y="5156"/>
                    <a:pt x="2715" y="7299"/>
                  </a:cubicBezTo>
                  <a:cubicBezTo>
                    <a:pt x="3930" y="9454"/>
                    <a:pt x="7633" y="11145"/>
                    <a:pt x="7633" y="11145"/>
                  </a:cubicBezTo>
                  <a:cubicBezTo>
                    <a:pt x="7633" y="11145"/>
                    <a:pt x="7430" y="6585"/>
                    <a:pt x="6180" y="4275"/>
                  </a:cubicBezTo>
                  <a:cubicBezTo>
                    <a:pt x="4930" y="1966"/>
                    <a:pt x="1"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9"/>
            <p:cNvSpPr/>
            <p:nvPr/>
          </p:nvSpPr>
          <p:spPr>
            <a:xfrm>
              <a:off x="5089600" y="2034300"/>
              <a:ext cx="146175" cy="208700"/>
            </a:xfrm>
            <a:custGeom>
              <a:rect b="b" l="l" r="r" t="t"/>
              <a:pathLst>
                <a:path extrusionOk="0" h="8348" w="5847">
                  <a:moveTo>
                    <a:pt x="5646" y="0"/>
                  </a:moveTo>
                  <a:cubicBezTo>
                    <a:pt x="5290" y="0"/>
                    <a:pt x="2667" y="1905"/>
                    <a:pt x="1358" y="3668"/>
                  </a:cubicBezTo>
                  <a:cubicBezTo>
                    <a:pt x="1" y="5525"/>
                    <a:pt x="180" y="8347"/>
                    <a:pt x="180" y="8347"/>
                  </a:cubicBezTo>
                  <a:cubicBezTo>
                    <a:pt x="3406" y="7871"/>
                    <a:pt x="5061" y="5109"/>
                    <a:pt x="5371" y="3668"/>
                  </a:cubicBezTo>
                  <a:cubicBezTo>
                    <a:pt x="5680" y="2215"/>
                    <a:pt x="5847" y="215"/>
                    <a:pt x="5680" y="13"/>
                  </a:cubicBezTo>
                  <a:cubicBezTo>
                    <a:pt x="5674" y="4"/>
                    <a:pt x="5662" y="0"/>
                    <a:pt x="56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9"/>
            <p:cNvSpPr/>
            <p:nvPr/>
          </p:nvSpPr>
          <p:spPr>
            <a:xfrm>
              <a:off x="5081875" y="2257850"/>
              <a:ext cx="235175" cy="186650"/>
            </a:xfrm>
            <a:custGeom>
              <a:rect b="b" l="l" r="r" t="t"/>
              <a:pathLst>
                <a:path extrusionOk="0" h="7466" w="9407">
                  <a:moveTo>
                    <a:pt x="9406" y="0"/>
                  </a:moveTo>
                  <a:cubicBezTo>
                    <a:pt x="9406" y="0"/>
                    <a:pt x="6692" y="572"/>
                    <a:pt x="3941" y="2001"/>
                  </a:cubicBezTo>
                  <a:cubicBezTo>
                    <a:pt x="1167" y="3429"/>
                    <a:pt x="0" y="7466"/>
                    <a:pt x="0" y="7466"/>
                  </a:cubicBezTo>
                  <a:cubicBezTo>
                    <a:pt x="0" y="7466"/>
                    <a:pt x="4501" y="6942"/>
                    <a:pt x="6727" y="5227"/>
                  </a:cubicBezTo>
                  <a:cubicBezTo>
                    <a:pt x="8954" y="3537"/>
                    <a:pt x="9406" y="1"/>
                    <a:pt x="9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9"/>
            <p:cNvSpPr/>
            <p:nvPr/>
          </p:nvSpPr>
          <p:spPr>
            <a:xfrm>
              <a:off x="5019675" y="2508400"/>
              <a:ext cx="267000" cy="157350"/>
            </a:xfrm>
            <a:custGeom>
              <a:rect b="b" l="l" r="r" t="t"/>
              <a:pathLst>
                <a:path extrusionOk="0" h="6294" w="10680">
                  <a:moveTo>
                    <a:pt x="10465" y="1"/>
                  </a:moveTo>
                  <a:cubicBezTo>
                    <a:pt x="9676" y="1"/>
                    <a:pt x="6857" y="95"/>
                    <a:pt x="4417" y="1361"/>
                  </a:cubicBezTo>
                  <a:cubicBezTo>
                    <a:pt x="1548" y="2837"/>
                    <a:pt x="0" y="6111"/>
                    <a:pt x="167" y="6147"/>
                  </a:cubicBezTo>
                  <a:cubicBezTo>
                    <a:pt x="835" y="6249"/>
                    <a:pt x="1447" y="6294"/>
                    <a:pt x="2009" y="6294"/>
                  </a:cubicBezTo>
                  <a:cubicBezTo>
                    <a:pt x="5533" y="6294"/>
                    <a:pt x="7056" y="4505"/>
                    <a:pt x="7703" y="3540"/>
                  </a:cubicBezTo>
                  <a:cubicBezTo>
                    <a:pt x="8453" y="2420"/>
                    <a:pt x="10680" y="3"/>
                    <a:pt x="10680" y="3"/>
                  </a:cubicBezTo>
                  <a:cubicBezTo>
                    <a:pt x="10680" y="3"/>
                    <a:pt x="10604" y="1"/>
                    <a:pt x="104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9"/>
            <p:cNvSpPr/>
            <p:nvPr/>
          </p:nvSpPr>
          <p:spPr>
            <a:xfrm>
              <a:off x="4841375" y="2363225"/>
              <a:ext cx="210750" cy="235175"/>
            </a:xfrm>
            <a:custGeom>
              <a:rect b="b" l="l" r="r" t="t"/>
              <a:pathLst>
                <a:path extrusionOk="0" h="9407" w="8430">
                  <a:moveTo>
                    <a:pt x="131" y="0"/>
                  </a:moveTo>
                  <a:lnTo>
                    <a:pt x="0" y="179"/>
                  </a:lnTo>
                  <a:cubicBezTo>
                    <a:pt x="60" y="215"/>
                    <a:pt x="5156" y="4001"/>
                    <a:pt x="8227" y="9406"/>
                  </a:cubicBezTo>
                  <a:lnTo>
                    <a:pt x="8430" y="9299"/>
                  </a:lnTo>
                  <a:cubicBezTo>
                    <a:pt x="5310" y="3858"/>
                    <a:pt x="179" y="48"/>
                    <a:pt x="1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9"/>
            <p:cNvSpPr/>
            <p:nvPr/>
          </p:nvSpPr>
          <p:spPr>
            <a:xfrm>
              <a:off x="5024725" y="2505500"/>
              <a:ext cx="261650" cy="152425"/>
            </a:xfrm>
            <a:custGeom>
              <a:rect b="b" l="l" r="r" t="t"/>
              <a:pathLst>
                <a:path extrusionOk="0" h="6097" w="10466">
                  <a:moveTo>
                    <a:pt x="10442" y="0"/>
                  </a:moveTo>
                  <a:cubicBezTo>
                    <a:pt x="4334" y="786"/>
                    <a:pt x="48" y="5906"/>
                    <a:pt x="0" y="5954"/>
                  </a:cubicBezTo>
                  <a:lnTo>
                    <a:pt x="179" y="6096"/>
                  </a:lnTo>
                  <a:cubicBezTo>
                    <a:pt x="227" y="6037"/>
                    <a:pt x="4465" y="989"/>
                    <a:pt x="10466" y="215"/>
                  </a:cubicBezTo>
                  <a:lnTo>
                    <a:pt x="104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9"/>
            <p:cNvSpPr/>
            <p:nvPr/>
          </p:nvSpPr>
          <p:spPr>
            <a:xfrm>
              <a:off x="4894050" y="2108125"/>
              <a:ext cx="195875" cy="281600"/>
            </a:xfrm>
            <a:custGeom>
              <a:rect b="b" l="l" r="r" t="t"/>
              <a:pathLst>
                <a:path extrusionOk="0" h="11264" w="7835">
                  <a:moveTo>
                    <a:pt x="167" y="1"/>
                  </a:moveTo>
                  <a:lnTo>
                    <a:pt x="1" y="143"/>
                  </a:lnTo>
                  <a:cubicBezTo>
                    <a:pt x="72" y="203"/>
                    <a:pt x="5620" y="6085"/>
                    <a:pt x="7621" y="11264"/>
                  </a:cubicBezTo>
                  <a:lnTo>
                    <a:pt x="7835" y="11169"/>
                  </a:lnTo>
                  <a:cubicBezTo>
                    <a:pt x="5811" y="5966"/>
                    <a:pt x="227" y="60"/>
                    <a:pt x="1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9"/>
            <p:cNvSpPr/>
            <p:nvPr/>
          </p:nvSpPr>
          <p:spPr>
            <a:xfrm>
              <a:off x="5080375" y="2256050"/>
              <a:ext cx="238450" cy="190825"/>
            </a:xfrm>
            <a:custGeom>
              <a:rect b="b" l="l" r="r" t="t"/>
              <a:pathLst>
                <a:path extrusionOk="0" h="7633" w="9538">
                  <a:moveTo>
                    <a:pt x="9371" y="1"/>
                  </a:moveTo>
                  <a:cubicBezTo>
                    <a:pt x="6073" y="3632"/>
                    <a:pt x="60" y="7395"/>
                    <a:pt x="1" y="7442"/>
                  </a:cubicBezTo>
                  <a:lnTo>
                    <a:pt x="120" y="7633"/>
                  </a:lnTo>
                  <a:cubicBezTo>
                    <a:pt x="168" y="7597"/>
                    <a:pt x="6216" y="3811"/>
                    <a:pt x="9538" y="156"/>
                  </a:cubicBezTo>
                  <a:lnTo>
                    <a:pt x="937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9"/>
            <p:cNvSpPr/>
            <p:nvPr/>
          </p:nvSpPr>
          <p:spPr>
            <a:xfrm>
              <a:off x="5091100" y="2032825"/>
              <a:ext cx="142600" cy="202125"/>
            </a:xfrm>
            <a:custGeom>
              <a:rect b="b" l="l" r="r" t="t"/>
              <a:pathLst>
                <a:path extrusionOk="0" h="8085" w="5704">
                  <a:moveTo>
                    <a:pt x="5561" y="0"/>
                  </a:moveTo>
                  <a:cubicBezTo>
                    <a:pt x="2322" y="2548"/>
                    <a:pt x="24" y="7930"/>
                    <a:pt x="1" y="7989"/>
                  </a:cubicBezTo>
                  <a:lnTo>
                    <a:pt x="203" y="8085"/>
                  </a:lnTo>
                  <a:cubicBezTo>
                    <a:pt x="239" y="8025"/>
                    <a:pt x="2513" y="2679"/>
                    <a:pt x="5704" y="179"/>
                  </a:cubicBezTo>
                  <a:lnTo>
                    <a:pt x="55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 name="Google Shape;1449;p39"/>
          <p:cNvGrpSpPr/>
          <p:nvPr/>
        </p:nvGrpSpPr>
        <p:grpSpPr>
          <a:xfrm rot="1978543">
            <a:off x="-132371" y="3937112"/>
            <a:ext cx="506972" cy="1576057"/>
            <a:chOff x="-863525" y="1017825"/>
            <a:chExt cx="601300" cy="1869300"/>
          </a:xfrm>
        </p:grpSpPr>
        <p:sp>
          <p:nvSpPr>
            <p:cNvPr id="1450" name="Google Shape;1450;p39"/>
            <p:cNvSpPr/>
            <p:nvPr/>
          </p:nvSpPr>
          <p:spPr>
            <a:xfrm>
              <a:off x="-698900" y="1017825"/>
              <a:ext cx="270000" cy="175325"/>
            </a:xfrm>
            <a:custGeom>
              <a:rect b="b" l="l" r="r" t="t"/>
              <a:pathLst>
                <a:path extrusionOk="0" h="7013" w="10800">
                  <a:moveTo>
                    <a:pt x="667" y="0"/>
                  </a:moveTo>
                  <a:cubicBezTo>
                    <a:pt x="286" y="0"/>
                    <a:pt x="0" y="298"/>
                    <a:pt x="0" y="655"/>
                  </a:cubicBezTo>
                  <a:lnTo>
                    <a:pt x="0" y="6358"/>
                  </a:lnTo>
                  <a:cubicBezTo>
                    <a:pt x="0" y="6727"/>
                    <a:pt x="298" y="7013"/>
                    <a:pt x="667" y="7013"/>
                  </a:cubicBezTo>
                  <a:lnTo>
                    <a:pt x="10144" y="7013"/>
                  </a:lnTo>
                  <a:cubicBezTo>
                    <a:pt x="10501" y="7013"/>
                    <a:pt x="10799" y="6727"/>
                    <a:pt x="10799" y="6370"/>
                  </a:cubicBezTo>
                  <a:lnTo>
                    <a:pt x="10799" y="655"/>
                  </a:lnTo>
                  <a:cubicBezTo>
                    <a:pt x="10799" y="286"/>
                    <a:pt x="10501" y="0"/>
                    <a:pt x="101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9"/>
            <p:cNvSpPr/>
            <p:nvPr/>
          </p:nvSpPr>
          <p:spPr>
            <a:xfrm>
              <a:off x="-863525" y="1189275"/>
              <a:ext cx="601300" cy="1697850"/>
            </a:xfrm>
            <a:custGeom>
              <a:rect b="b" l="l" r="r" t="t"/>
              <a:pathLst>
                <a:path extrusionOk="0" h="67914" w="24052">
                  <a:moveTo>
                    <a:pt x="8002" y="0"/>
                  </a:moveTo>
                  <a:lnTo>
                    <a:pt x="8002" y="2000"/>
                  </a:lnTo>
                  <a:cubicBezTo>
                    <a:pt x="8002" y="2346"/>
                    <a:pt x="7895" y="2667"/>
                    <a:pt x="7704" y="2953"/>
                  </a:cubicBezTo>
                  <a:lnTo>
                    <a:pt x="799" y="12799"/>
                  </a:lnTo>
                  <a:cubicBezTo>
                    <a:pt x="275" y="13561"/>
                    <a:pt x="1" y="14454"/>
                    <a:pt x="1" y="15359"/>
                  </a:cubicBezTo>
                  <a:lnTo>
                    <a:pt x="1" y="24848"/>
                  </a:lnTo>
                  <a:lnTo>
                    <a:pt x="156" y="25146"/>
                  </a:lnTo>
                  <a:cubicBezTo>
                    <a:pt x="489" y="25753"/>
                    <a:pt x="656" y="26420"/>
                    <a:pt x="656" y="27111"/>
                  </a:cubicBezTo>
                  <a:lnTo>
                    <a:pt x="656" y="47827"/>
                  </a:lnTo>
                  <a:cubicBezTo>
                    <a:pt x="656" y="48280"/>
                    <a:pt x="561" y="48732"/>
                    <a:pt x="370" y="49161"/>
                  </a:cubicBezTo>
                  <a:lnTo>
                    <a:pt x="1" y="50006"/>
                  </a:lnTo>
                  <a:lnTo>
                    <a:pt x="1" y="63651"/>
                  </a:lnTo>
                  <a:lnTo>
                    <a:pt x="120" y="63651"/>
                  </a:lnTo>
                  <a:cubicBezTo>
                    <a:pt x="120" y="66008"/>
                    <a:pt x="2025" y="67913"/>
                    <a:pt x="4371" y="67913"/>
                  </a:cubicBezTo>
                  <a:cubicBezTo>
                    <a:pt x="5906" y="67913"/>
                    <a:pt x="7264" y="67092"/>
                    <a:pt x="8002" y="65877"/>
                  </a:cubicBezTo>
                  <a:cubicBezTo>
                    <a:pt x="8752" y="67092"/>
                    <a:pt x="10109" y="67913"/>
                    <a:pt x="11633" y="67913"/>
                  </a:cubicBezTo>
                  <a:cubicBezTo>
                    <a:pt x="13562" y="67913"/>
                    <a:pt x="15181" y="66651"/>
                    <a:pt x="15717" y="64901"/>
                  </a:cubicBezTo>
                  <a:cubicBezTo>
                    <a:pt x="16253" y="66651"/>
                    <a:pt x="17872" y="67913"/>
                    <a:pt x="19789" y="67913"/>
                  </a:cubicBezTo>
                  <a:cubicBezTo>
                    <a:pt x="22147" y="67913"/>
                    <a:pt x="24052" y="66008"/>
                    <a:pt x="24052" y="63651"/>
                  </a:cubicBezTo>
                  <a:lnTo>
                    <a:pt x="24052" y="50006"/>
                  </a:lnTo>
                  <a:lnTo>
                    <a:pt x="23683" y="49161"/>
                  </a:lnTo>
                  <a:cubicBezTo>
                    <a:pt x="23504" y="48744"/>
                    <a:pt x="23397" y="48280"/>
                    <a:pt x="23397" y="47827"/>
                  </a:cubicBezTo>
                  <a:lnTo>
                    <a:pt x="23397" y="27122"/>
                  </a:lnTo>
                  <a:cubicBezTo>
                    <a:pt x="23361" y="26432"/>
                    <a:pt x="23528" y="25753"/>
                    <a:pt x="23849" y="25158"/>
                  </a:cubicBezTo>
                  <a:lnTo>
                    <a:pt x="24016" y="24860"/>
                  </a:lnTo>
                  <a:lnTo>
                    <a:pt x="24016" y="15383"/>
                  </a:lnTo>
                  <a:cubicBezTo>
                    <a:pt x="24016" y="14454"/>
                    <a:pt x="23730" y="13561"/>
                    <a:pt x="23218" y="12823"/>
                  </a:cubicBezTo>
                  <a:lnTo>
                    <a:pt x="16313" y="2965"/>
                  </a:lnTo>
                  <a:cubicBezTo>
                    <a:pt x="16110" y="2679"/>
                    <a:pt x="16015" y="2357"/>
                    <a:pt x="16015" y="2012"/>
                  </a:cubicBezTo>
                  <a:lnTo>
                    <a:pt x="16015"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CUSTOM_4_1_1_1">
    <p:spTree>
      <p:nvGrpSpPr>
        <p:cNvPr id="1452" name="Shape 1452"/>
        <p:cNvGrpSpPr/>
        <p:nvPr/>
      </p:nvGrpSpPr>
      <p:grpSpPr>
        <a:xfrm>
          <a:off x="0" y="0"/>
          <a:ext cx="0" cy="0"/>
          <a:chOff x="0" y="0"/>
          <a:chExt cx="0" cy="0"/>
        </a:xfrm>
      </p:grpSpPr>
      <p:sp>
        <p:nvSpPr>
          <p:cNvPr id="1453" name="Google Shape;1453;p40"/>
          <p:cNvSpPr txBox="1"/>
          <p:nvPr>
            <p:ph type="title"/>
          </p:nvPr>
        </p:nvSpPr>
        <p:spPr>
          <a:xfrm>
            <a:off x="4400625" y="654525"/>
            <a:ext cx="4028700" cy="11082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454" name="Google Shape;1454;p40"/>
          <p:cNvSpPr txBox="1"/>
          <p:nvPr>
            <p:ph idx="1" type="subTitle"/>
          </p:nvPr>
        </p:nvSpPr>
        <p:spPr>
          <a:xfrm>
            <a:off x="4402083" y="1705575"/>
            <a:ext cx="40287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455" name="Google Shape;1455;p40"/>
          <p:cNvSpPr txBox="1"/>
          <p:nvPr>
            <p:ph idx="2" type="subTitle"/>
          </p:nvPr>
        </p:nvSpPr>
        <p:spPr>
          <a:xfrm>
            <a:off x="4362523" y="3680703"/>
            <a:ext cx="19380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456" name="Google Shape;1456;p40"/>
          <p:cNvSpPr txBox="1"/>
          <p:nvPr>
            <p:ph idx="3" type="title"/>
          </p:nvPr>
        </p:nvSpPr>
        <p:spPr>
          <a:xfrm>
            <a:off x="4364632" y="3362825"/>
            <a:ext cx="19359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457" name="Google Shape;1457;p40"/>
          <p:cNvSpPr txBox="1"/>
          <p:nvPr>
            <p:ph idx="4" type="subTitle"/>
          </p:nvPr>
        </p:nvSpPr>
        <p:spPr>
          <a:xfrm>
            <a:off x="6453190" y="3680703"/>
            <a:ext cx="19380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458" name="Google Shape;1458;p40"/>
          <p:cNvSpPr txBox="1"/>
          <p:nvPr>
            <p:ph idx="5" type="title"/>
          </p:nvPr>
        </p:nvSpPr>
        <p:spPr>
          <a:xfrm>
            <a:off x="6455299" y="3362825"/>
            <a:ext cx="19359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459" name="Google Shape;1459;p40"/>
          <p:cNvSpPr/>
          <p:nvPr/>
        </p:nvSpPr>
        <p:spPr>
          <a:xfrm rot="5400000">
            <a:off x="491955" y="-491907"/>
            <a:ext cx="1790664" cy="2774475"/>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0" name="Google Shape;1460;p40"/>
          <p:cNvGrpSpPr/>
          <p:nvPr/>
        </p:nvGrpSpPr>
        <p:grpSpPr>
          <a:xfrm rot="-5665238">
            <a:off x="6530425" y="-160685"/>
            <a:ext cx="399590" cy="524810"/>
            <a:chOff x="1984450" y="1119863"/>
            <a:chExt cx="166125" cy="218175"/>
          </a:xfrm>
        </p:grpSpPr>
        <p:sp>
          <p:nvSpPr>
            <p:cNvPr id="1461" name="Google Shape;1461;p40"/>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0"/>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 name="Google Shape;1463;p40"/>
          <p:cNvGrpSpPr/>
          <p:nvPr/>
        </p:nvGrpSpPr>
        <p:grpSpPr>
          <a:xfrm flipH="1" rot="-3215619">
            <a:off x="8864856" y="753786"/>
            <a:ext cx="399590" cy="524820"/>
            <a:chOff x="1984450" y="1119863"/>
            <a:chExt cx="166125" cy="218175"/>
          </a:xfrm>
        </p:grpSpPr>
        <p:sp>
          <p:nvSpPr>
            <p:cNvPr id="1464" name="Google Shape;1464;p40"/>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0"/>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466" name="Shape 1466"/>
        <p:cNvGrpSpPr/>
        <p:nvPr/>
      </p:nvGrpSpPr>
      <p:grpSpPr>
        <a:xfrm>
          <a:off x="0" y="0"/>
          <a:ext cx="0" cy="0"/>
          <a:chOff x="0" y="0"/>
          <a:chExt cx="0" cy="0"/>
        </a:xfrm>
      </p:grpSpPr>
      <p:sp>
        <p:nvSpPr>
          <p:cNvPr id="1467" name="Google Shape;1467;p41"/>
          <p:cNvSpPr txBox="1"/>
          <p:nvPr>
            <p:ph type="title"/>
          </p:nvPr>
        </p:nvSpPr>
        <p:spPr>
          <a:xfrm>
            <a:off x="2908275" y="445025"/>
            <a:ext cx="55224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68" name="Google Shape;1468;p41"/>
          <p:cNvSpPr txBox="1"/>
          <p:nvPr>
            <p:ph idx="1" type="subTitle"/>
          </p:nvPr>
        </p:nvSpPr>
        <p:spPr>
          <a:xfrm>
            <a:off x="2908412" y="1908208"/>
            <a:ext cx="22995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469" name="Google Shape;1469;p41"/>
          <p:cNvSpPr txBox="1"/>
          <p:nvPr>
            <p:ph idx="2" type="title"/>
          </p:nvPr>
        </p:nvSpPr>
        <p:spPr>
          <a:xfrm>
            <a:off x="2910914" y="1590325"/>
            <a:ext cx="2297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470" name="Google Shape;1470;p41"/>
          <p:cNvSpPr txBox="1"/>
          <p:nvPr>
            <p:ph idx="3" type="subTitle"/>
          </p:nvPr>
        </p:nvSpPr>
        <p:spPr>
          <a:xfrm>
            <a:off x="2908400" y="3673526"/>
            <a:ext cx="22995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471" name="Google Shape;1471;p41"/>
          <p:cNvSpPr txBox="1"/>
          <p:nvPr>
            <p:ph idx="4" type="title"/>
          </p:nvPr>
        </p:nvSpPr>
        <p:spPr>
          <a:xfrm>
            <a:off x="2908400" y="3355643"/>
            <a:ext cx="2297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472" name="Google Shape;1472;p41"/>
          <p:cNvSpPr txBox="1"/>
          <p:nvPr>
            <p:ph idx="5" type="subTitle"/>
          </p:nvPr>
        </p:nvSpPr>
        <p:spPr>
          <a:xfrm>
            <a:off x="6131061" y="1908208"/>
            <a:ext cx="22995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473" name="Google Shape;1473;p41"/>
          <p:cNvSpPr txBox="1"/>
          <p:nvPr>
            <p:ph idx="6" type="title"/>
          </p:nvPr>
        </p:nvSpPr>
        <p:spPr>
          <a:xfrm>
            <a:off x="6133563" y="1590325"/>
            <a:ext cx="2297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474" name="Google Shape;1474;p41"/>
          <p:cNvSpPr txBox="1"/>
          <p:nvPr>
            <p:ph idx="7" type="subTitle"/>
          </p:nvPr>
        </p:nvSpPr>
        <p:spPr>
          <a:xfrm>
            <a:off x="6131049" y="3673528"/>
            <a:ext cx="22995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475" name="Google Shape;1475;p41"/>
          <p:cNvSpPr txBox="1"/>
          <p:nvPr>
            <p:ph idx="8" type="title"/>
          </p:nvPr>
        </p:nvSpPr>
        <p:spPr>
          <a:xfrm>
            <a:off x="6131049" y="3355645"/>
            <a:ext cx="2297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476" name="Google Shape;1476;p41"/>
          <p:cNvSpPr/>
          <p:nvPr/>
        </p:nvSpPr>
        <p:spPr>
          <a:xfrm flipH="1" rot="5400000">
            <a:off x="594136" y="2383359"/>
            <a:ext cx="2163093" cy="3351365"/>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1"/>
          <p:cNvSpPr/>
          <p:nvPr/>
        </p:nvSpPr>
        <p:spPr>
          <a:xfrm rot="10800000">
            <a:off x="7029455" y="62"/>
            <a:ext cx="2114548" cy="1721909"/>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8" name="Google Shape;1478;p41"/>
          <p:cNvGrpSpPr/>
          <p:nvPr/>
        </p:nvGrpSpPr>
        <p:grpSpPr>
          <a:xfrm flipH="1" rot="8287720">
            <a:off x="8275357" y="-235424"/>
            <a:ext cx="619364" cy="1255256"/>
            <a:chOff x="1803775" y="5029925"/>
            <a:chExt cx="655775" cy="1329050"/>
          </a:xfrm>
        </p:grpSpPr>
        <p:sp>
          <p:nvSpPr>
            <p:cNvPr id="1479" name="Google Shape;1479;p41"/>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1"/>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1"/>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1"/>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1"/>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1"/>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1"/>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1"/>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1"/>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1"/>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1"/>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0" name="Google Shape;1490;p41"/>
          <p:cNvSpPr/>
          <p:nvPr/>
        </p:nvSpPr>
        <p:spPr>
          <a:xfrm flipH="1" rot="-2841006">
            <a:off x="8667071" y="1021025"/>
            <a:ext cx="128452" cy="27238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1" name="Google Shape;1491;p41"/>
          <p:cNvGrpSpPr/>
          <p:nvPr/>
        </p:nvGrpSpPr>
        <p:grpSpPr>
          <a:xfrm flipH="1" rot="-7738946">
            <a:off x="1942991" y="-58789"/>
            <a:ext cx="483438" cy="680867"/>
            <a:chOff x="1554950" y="3841075"/>
            <a:chExt cx="389950" cy="549200"/>
          </a:xfrm>
        </p:grpSpPr>
        <p:sp>
          <p:nvSpPr>
            <p:cNvPr id="1492" name="Google Shape;1492;p41"/>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1"/>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1"/>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1"/>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1"/>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1"/>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1"/>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1"/>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_2">
    <p:spTree>
      <p:nvGrpSpPr>
        <p:cNvPr id="1500" name="Shape 1500"/>
        <p:cNvGrpSpPr/>
        <p:nvPr/>
      </p:nvGrpSpPr>
      <p:grpSpPr>
        <a:xfrm>
          <a:off x="0" y="0"/>
          <a:ext cx="0" cy="0"/>
          <a:chOff x="0" y="0"/>
          <a:chExt cx="0" cy="0"/>
        </a:xfrm>
      </p:grpSpPr>
      <p:sp>
        <p:nvSpPr>
          <p:cNvPr id="1501" name="Google Shape;1501;p42"/>
          <p:cNvSpPr txBox="1"/>
          <p:nvPr>
            <p:ph idx="1" type="subTitle"/>
          </p:nvPr>
        </p:nvSpPr>
        <p:spPr>
          <a:xfrm>
            <a:off x="1633587" y="1717708"/>
            <a:ext cx="22995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502" name="Google Shape;1502;p42"/>
          <p:cNvSpPr txBox="1"/>
          <p:nvPr>
            <p:ph type="title"/>
          </p:nvPr>
        </p:nvSpPr>
        <p:spPr>
          <a:xfrm>
            <a:off x="1636089" y="1399825"/>
            <a:ext cx="2297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503" name="Google Shape;1503;p42"/>
          <p:cNvSpPr txBox="1"/>
          <p:nvPr>
            <p:ph idx="2" type="subTitle"/>
          </p:nvPr>
        </p:nvSpPr>
        <p:spPr>
          <a:xfrm>
            <a:off x="2552400" y="3483026"/>
            <a:ext cx="22995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504" name="Google Shape;1504;p42"/>
          <p:cNvSpPr txBox="1"/>
          <p:nvPr>
            <p:ph idx="3" type="title"/>
          </p:nvPr>
        </p:nvSpPr>
        <p:spPr>
          <a:xfrm>
            <a:off x="2552400" y="3165143"/>
            <a:ext cx="2297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505" name="Google Shape;1505;p42"/>
          <p:cNvSpPr txBox="1"/>
          <p:nvPr>
            <p:ph idx="4" type="subTitle"/>
          </p:nvPr>
        </p:nvSpPr>
        <p:spPr>
          <a:xfrm>
            <a:off x="5212461" y="1717708"/>
            <a:ext cx="22995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506" name="Google Shape;1506;p42"/>
          <p:cNvSpPr txBox="1"/>
          <p:nvPr>
            <p:ph idx="5" type="title"/>
          </p:nvPr>
        </p:nvSpPr>
        <p:spPr>
          <a:xfrm>
            <a:off x="5214963" y="1399825"/>
            <a:ext cx="2297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507" name="Google Shape;1507;p42"/>
          <p:cNvSpPr txBox="1"/>
          <p:nvPr>
            <p:ph idx="6" type="subTitle"/>
          </p:nvPr>
        </p:nvSpPr>
        <p:spPr>
          <a:xfrm>
            <a:off x="6131274" y="3483028"/>
            <a:ext cx="22995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508" name="Google Shape;1508;p42"/>
          <p:cNvSpPr txBox="1"/>
          <p:nvPr>
            <p:ph idx="7" type="title"/>
          </p:nvPr>
        </p:nvSpPr>
        <p:spPr>
          <a:xfrm>
            <a:off x="6131274" y="3165145"/>
            <a:ext cx="2297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509" name="Google Shape;1509;p42"/>
          <p:cNvSpPr txBox="1"/>
          <p:nvPr>
            <p:ph idx="8" type="title"/>
          </p:nvPr>
        </p:nvSpPr>
        <p:spPr>
          <a:xfrm>
            <a:off x="713275" y="4450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10" name="Google Shape;1510;p42"/>
          <p:cNvSpPr/>
          <p:nvPr/>
        </p:nvSpPr>
        <p:spPr>
          <a:xfrm flipH="1" rot="-5400000">
            <a:off x="7336453" y="-390276"/>
            <a:ext cx="1420755" cy="2201293"/>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2"/>
          <p:cNvSpPr/>
          <p:nvPr/>
        </p:nvSpPr>
        <p:spPr>
          <a:xfrm flipH="1" rot="5400000">
            <a:off x="363803" y="3455602"/>
            <a:ext cx="1324170" cy="2051626"/>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2" name="Google Shape;1512;p42"/>
          <p:cNvGrpSpPr/>
          <p:nvPr/>
        </p:nvGrpSpPr>
        <p:grpSpPr>
          <a:xfrm flipH="1" rot="7617876">
            <a:off x="-46561" y="1930804"/>
            <a:ext cx="340326" cy="646196"/>
            <a:chOff x="2263675" y="890788"/>
            <a:chExt cx="248900" cy="472600"/>
          </a:xfrm>
        </p:grpSpPr>
        <p:sp>
          <p:nvSpPr>
            <p:cNvPr id="1513" name="Google Shape;1513;p42"/>
            <p:cNvSpPr/>
            <p:nvPr/>
          </p:nvSpPr>
          <p:spPr>
            <a:xfrm>
              <a:off x="2263675" y="890788"/>
              <a:ext cx="248900" cy="472600"/>
            </a:xfrm>
            <a:custGeom>
              <a:rect b="b" l="l" r="r" t="t"/>
              <a:pathLst>
                <a:path extrusionOk="0" h="18904" w="9956">
                  <a:moveTo>
                    <a:pt x="4075" y="0"/>
                  </a:moveTo>
                  <a:cubicBezTo>
                    <a:pt x="3898" y="0"/>
                    <a:pt x="3718" y="22"/>
                    <a:pt x="3537" y="68"/>
                  </a:cubicBezTo>
                  <a:cubicBezTo>
                    <a:pt x="1" y="961"/>
                    <a:pt x="1215" y="9010"/>
                    <a:pt x="2882" y="13236"/>
                  </a:cubicBezTo>
                  <a:cubicBezTo>
                    <a:pt x="4537" y="17463"/>
                    <a:pt x="4132" y="18904"/>
                    <a:pt x="4132" y="18904"/>
                  </a:cubicBezTo>
                  <a:cubicBezTo>
                    <a:pt x="4132" y="18904"/>
                    <a:pt x="6811" y="17285"/>
                    <a:pt x="8430" y="12284"/>
                  </a:cubicBezTo>
                  <a:cubicBezTo>
                    <a:pt x="9955" y="7540"/>
                    <a:pt x="7355" y="0"/>
                    <a:pt x="4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2"/>
            <p:cNvSpPr/>
            <p:nvPr/>
          </p:nvSpPr>
          <p:spPr>
            <a:xfrm>
              <a:off x="2365475" y="990113"/>
              <a:ext cx="93200" cy="360175"/>
            </a:xfrm>
            <a:custGeom>
              <a:rect b="b" l="l" r="r" t="t"/>
              <a:pathLst>
                <a:path extrusionOk="0" h="14407" w="3728">
                  <a:moveTo>
                    <a:pt x="394" y="0"/>
                  </a:moveTo>
                  <a:lnTo>
                    <a:pt x="191" y="108"/>
                  </a:lnTo>
                  <a:cubicBezTo>
                    <a:pt x="215" y="179"/>
                    <a:pt x="3477" y="7001"/>
                    <a:pt x="1" y="14324"/>
                  </a:cubicBezTo>
                  <a:lnTo>
                    <a:pt x="203" y="14407"/>
                  </a:lnTo>
                  <a:cubicBezTo>
                    <a:pt x="3727" y="6989"/>
                    <a:pt x="429" y="84"/>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 name="Google Shape;1515;p42"/>
          <p:cNvGrpSpPr/>
          <p:nvPr/>
        </p:nvGrpSpPr>
        <p:grpSpPr>
          <a:xfrm flipH="1" rot="-4141496">
            <a:off x="273526" y="4896364"/>
            <a:ext cx="340314" cy="446941"/>
            <a:chOff x="2136875" y="1156838"/>
            <a:chExt cx="166125" cy="218175"/>
          </a:xfrm>
        </p:grpSpPr>
        <p:sp>
          <p:nvSpPr>
            <p:cNvPr id="1516" name="Google Shape;1516;p42"/>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2"/>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 name="Google Shape;1518;p42"/>
          <p:cNvGrpSpPr/>
          <p:nvPr/>
        </p:nvGrpSpPr>
        <p:grpSpPr>
          <a:xfrm flipH="1" rot="7948006">
            <a:off x="87014" y="3333116"/>
            <a:ext cx="1030242" cy="2087977"/>
            <a:chOff x="1803775" y="5029925"/>
            <a:chExt cx="655775" cy="1329050"/>
          </a:xfrm>
        </p:grpSpPr>
        <p:sp>
          <p:nvSpPr>
            <p:cNvPr id="1519" name="Google Shape;1519;p42"/>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2"/>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2"/>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2"/>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2"/>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2"/>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2"/>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2"/>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2"/>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2"/>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2"/>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 name="Google Shape;1530;p42"/>
          <p:cNvGrpSpPr/>
          <p:nvPr/>
        </p:nvGrpSpPr>
        <p:grpSpPr>
          <a:xfrm flipH="1" rot="6042688">
            <a:off x="-65088" y="2618419"/>
            <a:ext cx="550381" cy="1003090"/>
            <a:chOff x="-214625" y="3943775"/>
            <a:chExt cx="458725" cy="836125"/>
          </a:xfrm>
        </p:grpSpPr>
        <p:sp>
          <p:nvSpPr>
            <p:cNvPr id="1531" name="Google Shape;1531;p42"/>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2"/>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2"/>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2"/>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2"/>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2"/>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2"/>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2"/>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2"/>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2"/>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2"/>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2"/>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 name="Google Shape;1543;p42"/>
          <p:cNvGrpSpPr/>
          <p:nvPr/>
        </p:nvGrpSpPr>
        <p:grpSpPr>
          <a:xfrm flipH="1" rot="-1825532">
            <a:off x="8507848" y="3986216"/>
            <a:ext cx="1046460" cy="1481522"/>
            <a:chOff x="1793075" y="1583538"/>
            <a:chExt cx="552200" cy="781775"/>
          </a:xfrm>
        </p:grpSpPr>
        <p:sp>
          <p:nvSpPr>
            <p:cNvPr id="1544" name="Google Shape;1544;p42"/>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2"/>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2"/>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2"/>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2"/>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2"/>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2"/>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1" name="Google Shape;1551;p42"/>
          <p:cNvSpPr/>
          <p:nvPr/>
        </p:nvSpPr>
        <p:spPr>
          <a:xfrm flipH="1" rot="7754702">
            <a:off x="7538196" y="112843"/>
            <a:ext cx="209013" cy="4234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2"/>
          <p:cNvSpPr/>
          <p:nvPr/>
        </p:nvSpPr>
        <p:spPr>
          <a:xfrm rot="-2354702">
            <a:off x="8951303" y="3712472"/>
            <a:ext cx="209013" cy="4234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3" name="Google Shape;1553;p42"/>
          <p:cNvGrpSpPr/>
          <p:nvPr/>
        </p:nvGrpSpPr>
        <p:grpSpPr>
          <a:xfrm flipH="1" rot="-3724995">
            <a:off x="7378104" y="-408945"/>
            <a:ext cx="2454125" cy="2454629"/>
            <a:chOff x="494881" y="2817898"/>
            <a:chExt cx="2631079" cy="2631619"/>
          </a:xfrm>
        </p:grpSpPr>
        <p:grpSp>
          <p:nvGrpSpPr>
            <p:cNvPr id="1554" name="Google Shape;1554;p42"/>
            <p:cNvGrpSpPr/>
            <p:nvPr/>
          </p:nvGrpSpPr>
          <p:grpSpPr>
            <a:xfrm rot="-872865">
              <a:off x="758334" y="2920740"/>
              <a:ext cx="1104590" cy="2238658"/>
              <a:chOff x="1803775" y="5029925"/>
              <a:chExt cx="655775" cy="1329050"/>
            </a:xfrm>
          </p:grpSpPr>
          <p:sp>
            <p:nvSpPr>
              <p:cNvPr id="1555" name="Google Shape;1555;p42"/>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2"/>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2"/>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2"/>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2"/>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2"/>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2"/>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2"/>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2"/>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2"/>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2"/>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 name="Google Shape;1566;p42"/>
            <p:cNvGrpSpPr/>
            <p:nvPr/>
          </p:nvGrpSpPr>
          <p:grpSpPr>
            <a:xfrm rot="2700000">
              <a:off x="2022629" y="4043249"/>
              <a:ext cx="736574" cy="1342446"/>
              <a:chOff x="-214625" y="3943775"/>
              <a:chExt cx="458725" cy="836125"/>
            </a:xfrm>
          </p:grpSpPr>
          <p:sp>
            <p:nvSpPr>
              <p:cNvPr id="1567" name="Google Shape;1567;p42"/>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2"/>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2"/>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2"/>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2"/>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2"/>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2"/>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2"/>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2"/>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2"/>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2"/>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2"/>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9" name="Google Shape;1579;p42"/>
          <p:cNvGrpSpPr/>
          <p:nvPr/>
        </p:nvGrpSpPr>
        <p:grpSpPr>
          <a:xfrm flipH="1" rot="-4872513">
            <a:off x="8011371" y="4619579"/>
            <a:ext cx="340318" cy="446946"/>
            <a:chOff x="2136875" y="1156838"/>
            <a:chExt cx="166125" cy="218175"/>
          </a:xfrm>
        </p:grpSpPr>
        <p:sp>
          <p:nvSpPr>
            <p:cNvPr id="1580" name="Google Shape;1580;p42"/>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2"/>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CUSTOM_5_2_1">
    <p:spTree>
      <p:nvGrpSpPr>
        <p:cNvPr id="1582" name="Shape 1582"/>
        <p:cNvGrpSpPr/>
        <p:nvPr/>
      </p:nvGrpSpPr>
      <p:grpSpPr>
        <a:xfrm>
          <a:off x="0" y="0"/>
          <a:ext cx="0" cy="0"/>
          <a:chOff x="0" y="0"/>
          <a:chExt cx="0" cy="0"/>
        </a:xfrm>
      </p:grpSpPr>
      <p:sp>
        <p:nvSpPr>
          <p:cNvPr id="1583" name="Google Shape;1583;p43"/>
          <p:cNvSpPr txBox="1"/>
          <p:nvPr>
            <p:ph idx="1" type="subTitle"/>
          </p:nvPr>
        </p:nvSpPr>
        <p:spPr>
          <a:xfrm>
            <a:off x="4025050" y="1386332"/>
            <a:ext cx="20817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584" name="Google Shape;1584;p43"/>
          <p:cNvSpPr txBox="1"/>
          <p:nvPr>
            <p:ph type="title"/>
          </p:nvPr>
        </p:nvSpPr>
        <p:spPr>
          <a:xfrm>
            <a:off x="4027316" y="1068450"/>
            <a:ext cx="20793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585" name="Google Shape;1585;p43"/>
          <p:cNvSpPr txBox="1"/>
          <p:nvPr>
            <p:ph idx="2" type="subTitle"/>
          </p:nvPr>
        </p:nvSpPr>
        <p:spPr>
          <a:xfrm>
            <a:off x="4026182" y="3151648"/>
            <a:ext cx="20817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586" name="Google Shape;1586;p43"/>
          <p:cNvSpPr txBox="1"/>
          <p:nvPr>
            <p:ph idx="3" type="title"/>
          </p:nvPr>
        </p:nvSpPr>
        <p:spPr>
          <a:xfrm>
            <a:off x="4026182" y="2833766"/>
            <a:ext cx="20793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587" name="Google Shape;1587;p43"/>
          <p:cNvSpPr txBox="1"/>
          <p:nvPr>
            <p:ph idx="4" type="subTitle"/>
          </p:nvPr>
        </p:nvSpPr>
        <p:spPr>
          <a:xfrm>
            <a:off x="6347948" y="1386333"/>
            <a:ext cx="20817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588" name="Google Shape;1588;p43"/>
          <p:cNvSpPr txBox="1"/>
          <p:nvPr>
            <p:ph idx="5" type="title"/>
          </p:nvPr>
        </p:nvSpPr>
        <p:spPr>
          <a:xfrm>
            <a:off x="6350214" y="1068450"/>
            <a:ext cx="20793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589" name="Google Shape;1589;p43"/>
          <p:cNvSpPr txBox="1"/>
          <p:nvPr>
            <p:ph idx="6" type="subTitle"/>
          </p:nvPr>
        </p:nvSpPr>
        <p:spPr>
          <a:xfrm>
            <a:off x="6349081" y="3151650"/>
            <a:ext cx="20817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590" name="Google Shape;1590;p43"/>
          <p:cNvSpPr txBox="1"/>
          <p:nvPr>
            <p:ph idx="7" type="title"/>
          </p:nvPr>
        </p:nvSpPr>
        <p:spPr>
          <a:xfrm>
            <a:off x="6349081" y="2833767"/>
            <a:ext cx="20793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591" name="Google Shape;1591;p43"/>
          <p:cNvSpPr txBox="1"/>
          <p:nvPr>
            <p:ph idx="8" type="title"/>
          </p:nvPr>
        </p:nvSpPr>
        <p:spPr>
          <a:xfrm>
            <a:off x="713275" y="1786800"/>
            <a:ext cx="2727600" cy="15699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92" name="Google Shape;1592;p43"/>
          <p:cNvSpPr/>
          <p:nvPr/>
        </p:nvSpPr>
        <p:spPr>
          <a:xfrm rot="10800000">
            <a:off x="-10" y="-49"/>
            <a:ext cx="9144085" cy="577096"/>
          </a:xfrm>
          <a:custGeom>
            <a:rect b="b" l="l" r="r" t="t"/>
            <a:pathLst>
              <a:path extrusionOk="0" h="30664" w="83785">
                <a:moveTo>
                  <a:pt x="7278" y="0"/>
                </a:moveTo>
                <a:cubicBezTo>
                  <a:pt x="6838" y="0"/>
                  <a:pt x="6397" y="6"/>
                  <a:pt x="5953" y="17"/>
                </a:cubicBezTo>
                <a:cubicBezTo>
                  <a:pt x="3906" y="77"/>
                  <a:pt x="1929" y="255"/>
                  <a:pt x="0" y="553"/>
                </a:cubicBezTo>
                <a:lnTo>
                  <a:pt x="0" y="30664"/>
                </a:lnTo>
                <a:lnTo>
                  <a:pt x="83785" y="30664"/>
                </a:lnTo>
                <a:lnTo>
                  <a:pt x="83785" y="3398"/>
                </a:lnTo>
                <a:cubicBezTo>
                  <a:pt x="82594" y="3101"/>
                  <a:pt x="81332" y="2851"/>
                  <a:pt x="79998" y="2672"/>
                </a:cubicBezTo>
                <a:cubicBezTo>
                  <a:pt x="77596" y="2332"/>
                  <a:pt x="75162" y="2197"/>
                  <a:pt x="72705" y="2197"/>
                </a:cubicBezTo>
                <a:cubicBezTo>
                  <a:pt x="63072" y="2197"/>
                  <a:pt x="53083" y="4279"/>
                  <a:pt x="43220" y="4279"/>
                </a:cubicBezTo>
                <a:cubicBezTo>
                  <a:pt x="42386" y="4279"/>
                  <a:pt x="41552" y="4264"/>
                  <a:pt x="40720" y="4232"/>
                </a:cubicBezTo>
                <a:cubicBezTo>
                  <a:pt x="29124" y="3785"/>
                  <a:pt x="18831" y="0"/>
                  <a:pt x="7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3"/>
          <p:cNvSpPr/>
          <p:nvPr/>
        </p:nvSpPr>
        <p:spPr>
          <a:xfrm>
            <a:off x="0" y="4604103"/>
            <a:ext cx="9144085" cy="539456"/>
          </a:xfrm>
          <a:custGeom>
            <a:rect b="b" l="l" r="r" t="t"/>
            <a:pathLst>
              <a:path extrusionOk="0" h="30664" w="83785">
                <a:moveTo>
                  <a:pt x="7278" y="0"/>
                </a:moveTo>
                <a:cubicBezTo>
                  <a:pt x="6838" y="0"/>
                  <a:pt x="6397" y="6"/>
                  <a:pt x="5953" y="17"/>
                </a:cubicBezTo>
                <a:cubicBezTo>
                  <a:pt x="3906" y="77"/>
                  <a:pt x="1929" y="255"/>
                  <a:pt x="0" y="553"/>
                </a:cubicBezTo>
                <a:lnTo>
                  <a:pt x="0" y="30664"/>
                </a:lnTo>
                <a:lnTo>
                  <a:pt x="83785" y="30664"/>
                </a:lnTo>
                <a:lnTo>
                  <a:pt x="83785" y="3398"/>
                </a:lnTo>
                <a:cubicBezTo>
                  <a:pt x="82594" y="3101"/>
                  <a:pt x="81332" y="2851"/>
                  <a:pt x="79998" y="2672"/>
                </a:cubicBezTo>
                <a:cubicBezTo>
                  <a:pt x="77596" y="2332"/>
                  <a:pt x="75162" y="2197"/>
                  <a:pt x="72705" y="2197"/>
                </a:cubicBezTo>
                <a:cubicBezTo>
                  <a:pt x="63072" y="2197"/>
                  <a:pt x="53083" y="4279"/>
                  <a:pt x="43220" y="4279"/>
                </a:cubicBezTo>
                <a:cubicBezTo>
                  <a:pt x="42386" y="4279"/>
                  <a:pt x="41552" y="4264"/>
                  <a:pt x="40720" y="4232"/>
                </a:cubicBezTo>
                <a:cubicBezTo>
                  <a:pt x="29124" y="3785"/>
                  <a:pt x="18831" y="0"/>
                  <a:pt x="7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4" name="Google Shape;1594;p43"/>
          <p:cNvGrpSpPr/>
          <p:nvPr/>
        </p:nvGrpSpPr>
        <p:grpSpPr>
          <a:xfrm flipH="1" rot="1512122">
            <a:off x="-239744" y="1253079"/>
            <a:ext cx="530730" cy="1541037"/>
            <a:chOff x="6512944" y="2975654"/>
            <a:chExt cx="1594853" cy="4630848"/>
          </a:xfrm>
        </p:grpSpPr>
        <p:grpSp>
          <p:nvGrpSpPr>
            <p:cNvPr id="1595" name="Google Shape;1595;p43"/>
            <p:cNvGrpSpPr/>
            <p:nvPr/>
          </p:nvGrpSpPr>
          <p:grpSpPr>
            <a:xfrm>
              <a:off x="6512944" y="2975654"/>
              <a:ext cx="1594853" cy="4630848"/>
              <a:chOff x="1460575" y="5630575"/>
              <a:chExt cx="645350" cy="1873775"/>
            </a:xfrm>
          </p:grpSpPr>
          <p:sp>
            <p:nvSpPr>
              <p:cNvPr id="1596" name="Google Shape;1596;p43"/>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3"/>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8" name="Google Shape;1598;p43"/>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 name="Google Shape;1599;p43"/>
          <p:cNvGrpSpPr/>
          <p:nvPr/>
        </p:nvGrpSpPr>
        <p:grpSpPr>
          <a:xfrm rot="-2700000">
            <a:off x="8549215" y="2189846"/>
            <a:ext cx="818413" cy="1158665"/>
            <a:chOff x="1793075" y="1583538"/>
            <a:chExt cx="552200" cy="781775"/>
          </a:xfrm>
        </p:grpSpPr>
        <p:sp>
          <p:nvSpPr>
            <p:cNvPr id="1600" name="Google Shape;1600;p43"/>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3"/>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3"/>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3"/>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3"/>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3"/>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3"/>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 name="Google Shape;1607;p43"/>
          <p:cNvGrpSpPr/>
          <p:nvPr/>
        </p:nvGrpSpPr>
        <p:grpSpPr>
          <a:xfrm rot="-4357403">
            <a:off x="8400493" y="350779"/>
            <a:ext cx="324467" cy="456975"/>
            <a:chOff x="1554950" y="3841075"/>
            <a:chExt cx="389950" cy="549200"/>
          </a:xfrm>
        </p:grpSpPr>
        <p:sp>
          <p:nvSpPr>
            <p:cNvPr id="1608" name="Google Shape;1608;p43"/>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3"/>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3"/>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3"/>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3"/>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3"/>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3"/>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3"/>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 name="Google Shape;1616;p43"/>
          <p:cNvGrpSpPr/>
          <p:nvPr/>
        </p:nvGrpSpPr>
        <p:grpSpPr>
          <a:xfrm flipH="1" rot="8100000">
            <a:off x="-7075" y="-545440"/>
            <a:ext cx="1026824" cy="2081049"/>
            <a:chOff x="1803775" y="5029925"/>
            <a:chExt cx="655775" cy="1329050"/>
          </a:xfrm>
        </p:grpSpPr>
        <p:sp>
          <p:nvSpPr>
            <p:cNvPr id="1617" name="Google Shape;1617;p43"/>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3"/>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3"/>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3"/>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3"/>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3"/>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3"/>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3"/>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3"/>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3"/>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3"/>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 name="Google Shape;1628;p43"/>
          <p:cNvGrpSpPr/>
          <p:nvPr/>
        </p:nvGrpSpPr>
        <p:grpSpPr>
          <a:xfrm rot="-2432001">
            <a:off x="1351257" y="-137648"/>
            <a:ext cx="339212" cy="644080"/>
            <a:chOff x="2263675" y="890788"/>
            <a:chExt cx="248900" cy="472600"/>
          </a:xfrm>
        </p:grpSpPr>
        <p:sp>
          <p:nvSpPr>
            <p:cNvPr id="1629" name="Google Shape;1629;p43"/>
            <p:cNvSpPr/>
            <p:nvPr/>
          </p:nvSpPr>
          <p:spPr>
            <a:xfrm>
              <a:off x="2263675" y="890788"/>
              <a:ext cx="248900" cy="472600"/>
            </a:xfrm>
            <a:custGeom>
              <a:rect b="b" l="l" r="r" t="t"/>
              <a:pathLst>
                <a:path extrusionOk="0" h="18904" w="9956">
                  <a:moveTo>
                    <a:pt x="4075" y="0"/>
                  </a:moveTo>
                  <a:cubicBezTo>
                    <a:pt x="3898" y="0"/>
                    <a:pt x="3718" y="22"/>
                    <a:pt x="3537" y="68"/>
                  </a:cubicBezTo>
                  <a:cubicBezTo>
                    <a:pt x="1" y="961"/>
                    <a:pt x="1215" y="9010"/>
                    <a:pt x="2882" y="13236"/>
                  </a:cubicBezTo>
                  <a:cubicBezTo>
                    <a:pt x="4537" y="17463"/>
                    <a:pt x="4132" y="18904"/>
                    <a:pt x="4132" y="18904"/>
                  </a:cubicBezTo>
                  <a:cubicBezTo>
                    <a:pt x="4132" y="18904"/>
                    <a:pt x="6811" y="17285"/>
                    <a:pt x="8430" y="12284"/>
                  </a:cubicBezTo>
                  <a:cubicBezTo>
                    <a:pt x="9955" y="7540"/>
                    <a:pt x="7355" y="0"/>
                    <a:pt x="40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3"/>
            <p:cNvSpPr/>
            <p:nvPr/>
          </p:nvSpPr>
          <p:spPr>
            <a:xfrm>
              <a:off x="2365475" y="990113"/>
              <a:ext cx="93200" cy="360175"/>
            </a:xfrm>
            <a:custGeom>
              <a:rect b="b" l="l" r="r" t="t"/>
              <a:pathLst>
                <a:path extrusionOk="0" h="14407" w="3728">
                  <a:moveTo>
                    <a:pt x="394" y="0"/>
                  </a:moveTo>
                  <a:lnTo>
                    <a:pt x="191" y="108"/>
                  </a:lnTo>
                  <a:cubicBezTo>
                    <a:pt x="215" y="179"/>
                    <a:pt x="3477" y="7001"/>
                    <a:pt x="1" y="14324"/>
                  </a:cubicBezTo>
                  <a:lnTo>
                    <a:pt x="203" y="14407"/>
                  </a:lnTo>
                  <a:cubicBezTo>
                    <a:pt x="3727" y="6989"/>
                    <a:pt x="429" y="84"/>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5_2_1_1">
    <p:spTree>
      <p:nvGrpSpPr>
        <p:cNvPr id="1631" name="Shape 1631"/>
        <p:cNvGrpSpPr/>
        <p:nvPr/>
      </p:nvGrpSpPr>
      <p:grpSpPr>
        <a:xfrm>
          <a:off x="0" y="0"/>
          <a:ext cx="0" cy="0"/>
          <a:chOff x="0" y="0"/>
          <a:chExt cx="0" cy="0"/>
        </a:xfrm>
      </p:grpSpPr>
      <p:sp>
        <p:nvSpPr>
          <p:cNvPr id="1632" name="Google Shape;1632;p44"/>
          <p:cNvSpPr txBox="1"/>
          <p:nvPr>
            <p:ph idx="1" type="subTitle"/>
          </p:nvPr>
        </p:nvSpPr>
        <p:spPr>
          <a:xfrm>
            <a:off x="713275" y="3680706"/>
            <a:ext cx="1803900" cy="92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1633" name="Google Shape;1633;p44"/>
          <p:cNvSpPr txBox="1"/>
          <p:nvPr>
            <p:ph type="title"/>
          </p:nvPr>
        </p:nvSpPr>
        <p:spPr>
          <a:xfrm>
            <a:off x="715238" y="3362825"/>
            <a:ext cx="18018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634" name="Google Shape;1634;p44"/>
          <p:cNvSpPr txBox="1"/>
          <p:nvPr>
            <p:ph idx="2" type="subTitle"/>
          </p:nvPr>
        </p:nvSpPr>
        <p:spPr>
          <a:xfrm>
            <a:off x="4655681" y="3680706"/>
            <a:ext cx="1803900" cy="92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1635" name="Google Shape;1635;p44"/>
          <p:cNvSpPr txBox="1"/>
          <p:nvPr>
            <p:ph idx="3" type="title"/>
          </p:nvPr>
        </p:nvSpPr>
        <p:spPr>
          <a:xfrm>
            <a:off x="4656368" y="3362825"/>
            <a:ext cx="18018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636" name="Google Shape;1636;p44"/>
          <p:cNvSpPr txBox="1"/>
          <p:nvPr>
            <p:ph idx="4" type="subTitle"/>
          </p:nvPr>
        </p:nvSpPr>
        <p:spPr>
          <a:xfrm>
            <a:off x="2684419" y="3110756"/>
            <a:ext cx="1803900" cy="92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1637" name="Google Shape;1637;p44"/>
          <p:cNvSpPr txBox="1"/>
          <p:nvPr>
            <p:ph idx="5" type="title"/>
          </p:nvPr>
        </p:nvSpPr>
        <p:spPr>
          <a:xfrm>
            <a:off x="2685803" y="2792875"/>
            <a:ext cx="18018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638" name="Google Shape;1638;p44"/>
          <p:cNvSpPr txBox="1"/>
          <p:nvPr>
            <p:ph idx="6" type="subTitle"/>
          </p:nvPr>
        </p:nvSpPr>
        <p:spPr>
          <a:xfrm>
            <a:off x="6626933" y="3110756"/>
            <a:ext cx="1803900" cy="92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1639" name="Google Shape;1639;p44"/>
          <p:cNvSpPr txBox="1"/>
          <p:nvPr>
            <p:ph idx="7" type="title"/>
          </p:nvPr>
        </p:nvSpPr>
        <p:spPr>
          <a:xfrm>
            <a:off x="6626933" y="2792875"/>
            <a:ext cx="18018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640" name="Google Shape;1640;p44"/>
          <p:cNvSpPr txBox="1"/>
          <p:nvPr>
            <p:ph idx="8" type="title"/>
          </p:nvPr>
        </p:nvSpPr>
        <p:spPr>
          <a:xfrm>
            <a:off x="713275" y="44502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641" name="Google Shape;1641;p44"/>
          <p:cNvGrpSpPr/>
          <p:nvPr/>
        </p:nvGrpSpPr>
        <p:grpSpPr>
          <a:xfrm rot="-6658504">
            <a:off x="273526" y="-60068"/>
            <a:ext cx="340314" cy="446941"/>
            <a:chOff x="2136875" y="1156838"/>
            <a:chExt cx="166125" cy="218175"/>
          </a:xfrm>
        </p:grpSpPr>
        <p:sp>
          <p:nvSpPr>
            <p:cNvPr id="1642" name="Google Shape;1642;p44"/>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4"/>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 name="Google Shape;1644;p44"/>
          <p:cNvGrpSpPr/>
          <p:nvPr/>
        </p:nvGrpSpPr>
        <p:grpSpPr>
          <a:xfrm rot="2851994">
            <a:off x="87014" y="-137856"/>
            <a:ext cx="1030242" cy="2087977"/>
            <a:chOff x="1803775" y="5029925"/>
            <a:chExt cx="655775" cy="1329050"/>
          </a:xfrm>
        </p:grpSpPr>
        <p:sp>
          <p:nvSpPr>
            <p:cNvPr id="1645" name="Google Shape;1645;p44"/>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4"/>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4"/>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4"/>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4"/>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4"/>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4"/>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4"/>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4"/>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4"/>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4"/>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 name="Google Shape;1656;p44"/>
          <p:cNvGrpSpPr/>
          <p:nvPr/>
        </p:nvGrpSpPr>
        <p:grpSpPr>
          <a:xfrm rot="4757312">
            <a:off x="-65088" y="1661728"/>
            <a:ext cx="550381" cy="1003090"/>
            <a:chOff x="-214625" y="3943775"/>
            <a:chExt cx="458725" cy="836125"/>
          </a:xfrm>
        </p:grpSpPr>
        <p:sp>
          <p:nvSpPr>
            <p:cNvPr id="1657" name="Google Shape;1657;p44"/>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4"/>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4"/>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4"/>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4"/>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4"/>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4"/>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4"/>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4"/>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4"/>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4"/>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4"/>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 name="Google Shape;1669;p44"/>
          <p:cNvGrpSpPr/>
          <p:nvPr/>
        </p:nvGrpSpPr>
        <p:grpSpPr>
          <a:xfrm rot="4141496">
            <a:off x="7115367" y="4830439"/>
            <a:ext cx="340314" cy="446941"/>
            <a:chOff x="2136875" y="1156838"/>
            <a:chExt cx="166125" cy="218175"/>
          </a:xfrm>
        </p:grpSpPr>
        <p:sp>
          <p:nvSpPr>
            <p:cNvPr id="1670" name="Google Shape;1670;p44"/>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4"/>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 name="Google Shape;1672;p44"/>
          <p:cNvGrpSpPr/>
          <p:nvPr/>
        </p:nvGrpSpPr>
        <p:grpSpPr>
          <a:xfrm rot="-7948006">
            <a:off x="8051002" y="3687491"/>
            <a:ext cx="1030242" cy="2087977"/>
            <a:chOff x="1803775" y="5029925"/>
            <a:chExt cx="655775" cy="1329050"/>
          </a:xfrm>
        </p:grpSpPr>
        <p:sp>
          <p:nvSpPr>
            <p:cNvPr id="1673" name="Google Shape;1673;p44"/>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4"/>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4"/>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4"/>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4"/>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4"/>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4"/>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4"/>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4"/>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4"/>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4"/>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 name="Google Shape;1684;p44"/>
          <p:cNvGrpSpPr/>
          <p:nvPr/>
        </p:nvGrpSpPr>
        <p:grpSpPr>
          <a:xfrm rot="-6042688">
            <a:off x="8682965" y="2972794"/>
            <a:ext cx="550381" cy="1003090"/>
            <a:chOff x="-214625" y="3943775"/>
            <a:chExt cx="458725" cy="836125"/>
          </a:xfrm>
        </p:grpSpPr>
        <p:sp>
          <p:nvSpPr>
            <p:cNvPr id="1685" name="Google Shape;1685;p44"/>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4"/>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4"/>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4"/>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4"/>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4"/>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4"/>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4"/>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4"/>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4"/>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4"/>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4"/>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7" name="Google Shape;1697;p44"/>
          <p:cNvSpPr/>
          <p:nvPr/>
        </p:nvSpPr>
        <p:spPr>
          <a:xfrm rot="10800000">
            <a:off x="7601150" y="199"/>
            <a:ext cx="1542848" cy="1256242"/>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4"/>
          <p:cNvSpPr/>
          <p:nvPr/>
        </p:nvSpPr>
        <p:spPr>
          <a:xfrm>
            <a:off x="0" y="3887174"/>
            <a:ext cx="1542848" cy="1256242"/>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9" name="Google Shape;1699;p44"/>
          <p:cNvGrpSpPr/>
          <p:nvPr/>
        </p:nvGrpSpPr>
        <p:grpSpPr>
          <a:xfrm flipH="1" rot="-2048713">
            <a:off x="8741166" y="613083"/>
            <a:ext cx="428767" cy="1244975"/>
            <a:chOff x="6512944" y="2975654"/>
            <a:chExt cx="1594853" cy="4630848"/>
          </a:xfrm>
        </p:grpSpPr>
        <p:grpSp>
          <p:nvGrpSpPr>
            <p:cNvPr id="1700" name="Google Shape;1700;p44"/>
            <p:cNvGrpSpPr/>
            <p:nvPr/>
          </p:nvGrpSpPr>
          <p:grpSpPr>
            <a:xfrm>
              <a:off x="6512944" y="2975654"/>
              <a:ext cx="1594853" cy="4630848"/>
              <a:chOff x="1460575" y="5630575"/>
              <a:chExt cx="645350" cy="1873775"/>
            </a:xfrm>
          </p:grpSpPr>
          <p:sp>
            <p:nvSpPr>
              <p:cNvPr id="1701" name="Google Shape;1701;p44"/>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4"/>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3" name="Google Shape;1703;p44"/>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44"/>
          <p:cNvGrpSpPr/>
          <p:nvPr/>
        </p:nvGrpSpPr>
        <p:grpSpPr>
          <a:xfrm flipH="1" rot="2700000">
            <a:off x="-150015" y="3228416"/>
            <a:ext cx="428764" cy="1244966"/>
            <a:chOff x="6512944" y="2975654"/>
            <a:chExt cx="1594853" cy="4630848"/>
          </a:xfrm>
        </p:grpSpPr>
        <p:grpSp>
          <p:nvGrpSpPr>
            <p:cNvPr id="1705" name="Google Shape;1705;p44"/>
            <p:cNvGrpSpPr/>
            <p:nvPr/>
          </p:nvGrpSpPr>
          <p:grpSpPr>
            <a:xfrm>
              <a:off x="6512944" y="2975654"/>
              <a:ext cx="1594853" cy="4630848"/>
              <a:chOff x="1460575" y="5630575"/>
              <a:chExt cx="645350" cy="1873775"/>
            </a:xfrm>
          </p:grpSpPr>
          <p:sp>
            <p:nvSpPr>
              <p:cNvPr id="1706" name="Google Shape;1706;p44"/>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4"/>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8" name="Google Shape;1708;p44"/>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5_1">
    <p:spTree>
      <p:nvGrpSpPr>
        <p:cNvPr id="1709" name="Shape 1709"/>
        <p:cNvGrpSpPr/>
        <p:nvPr/>
      </p:nvGrpSpPr>
      <p:grpSpPr>
        <a:xfrm>
          <a:off x="0" y="0"/>
          <a:ext cx="0" cy="0"/>
          <a:chOff x="0" y="0"/>
          <a:chExt cx="0" cy="0"/>
        </a:xfrm>
      </p:grpSpPr>
      <p:sp>
        <p:nvSpPr>
          <p:cNvPr id="1710" name="Google Shape;1710;p45"/>
          <p:cNvSpPr txBox="1"/>
          <p:nvPr>
            <p:ph idx="1" type="subTitle"/>
          </p:nvPr>
        </p:nvSpPr>
        <p:spPr>
          <a:xfrm>
            <a:off x="713412" y="2253408"/>
            <a:ext cx="22995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711" name="Google Shape;1711;p45"/>
          <p:cNvSpPr txBox="1"/>
          <p:nvPr>
            <p:ph type="title"/>
          </p:nvPr>
        </p:nvSpPr>
        <p:spPr>
          <a:xfrm>
            <a:off x="715914" y="1935525"/>
            <a:ext cx="2297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712" name="Google Shape;1712;p45"/>
          <p:cNvSpPr txBox="1"/>
          <p:nvPr>
            <p:ph idx="2" type="subTitle"/>
          </p:nvPr>
        </p:nvSpPr>
        <p:spPr>
          <a:xfrm>
            <a:off x="713400" y="3927001"/>
            <a:ext cx="22995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713" name="Google Shape;1713;p45"/>
          <p:cNvSpPr txBox="1"/>
          <p:nvPr>
            <p:ph idx="3" type="title"/>
          </p:nvPr>
        </p:nvSpPr>
        <p:spPr>
          <a:xfrm>
            <a:off x="713400" y="3609118"/>
            <a:ext cx="2297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714" name="Google Shape;1714;p45"/>
          <p:cNvSpPr txBox="1"/>
          <p:nvPr>
            <p:ph idx="4" type="subTitle"/>
          </p:nvPr>
        </p:nvSpPr>
        <p:spPr>
          <a:xfrm>
            <a:off x="3424764" y="2253408"/>
            <a:ext cx="22995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715" name="Google Shape;1715;p45"/>
          <p:cNvSpPr txBox="1"/>
          <p:nvPr>
            <p:ph idx="5" type="title"/>
          </p:nvPr>
        </p:nvSpPr>
        <p:spPr>
          <a:xfrm>
            <a:off x="3424764" y="1935525"/>
            <a:ext cx="2297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716" name="Google Shape;1716;p45"/>
          <p:cNvSpPr txBox="1"/>
          <p:nvPr>
            <p:ph idx="6" type="subTitle"/>
          </p:nvPr>
        </p:nvSpPr>
        <p:spPr>
          <a:xfrm>
            <a:off x="3424764" y="3927003"/>
            <a:ext cx="22995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717" name="Google Shape;1717;p45"/>
          <p:cNvSpPr txBox="1"/>
          <p:nvPr>
            <p:ph idx="7" type="title"/>
          </p:nvPr>
        </p:nvSpPr>
        <p:spPr>
          <a:xfrm>
            <a:off x="3424764" y="3609120"/>
            <a:ext cx="2297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718" name="Google Shape;1718;p45"/>
          <p:cNvSpPr txBox="1"/>
          <p:nvPr>
            <p:ph idx="8" type="title"/>
          </p:nvPr>
        </p:nvSpPr>
        <p:spPr>
          <a:xfrm>
            <a:off x="713275" y="4450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19" name="Google Shape;1719;p45"/>
          <p:cNvSpPr txBox="1"/>
          <p:nvPr>
            <p:ph idx="9" type="subTitle"/>
          </p:nvPr>
        </p:nvSpPr>
        <p:spPr>
          <a:xfrm>
            <a:off x="6131111" y="2253408"/>
            <a:ext cx="22995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720" name="Google Shape;1720;p45"/>
          <p:cNvSpPr txBox="1"/>
          <p:nvPr>
            <p:ph idx="13" type="title"/>
          </p:nvPr>
        </p:nvSpPr>
        <p:spPr>
          <a:xfrm>
            <a:off x="6133613" y="1935525"/>
            <a:ext cx="2297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721" name="Google Shape;1721;p45"/>
          <p:cNvSpPr txBox="1"/>
          <p:nvPr>
            <p:ph idx="14" type="subTitle"/>
          </p:nvPr>
        </p:nvSpPr>
        <p:spPr>
          <a:xfrm>
            <a:off x="6131099" y="3927003"/>
            <a:ext cx="22995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722" name="Google Shape;1722;p45"/>
          <p:cNvSpPr txBox="1"/>
          <p:nvPr>
            <p:ph idx="15" type="title"/>
          </p:nvPr>
        </p:nvSpPr>
        <p:spPr>
          <a:xfrm>
            <a:off x="6131099" y="3609120"/>
            <a:ext cx="2297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723" name="Google Shape;1723;p45"/>
          <p:cNvSpPr/>
          <p:nvPr/>
        </p:nvSpPr>
        <p:spPr>
          <a:xfrm rot="10800000">
            <a:off x="6306883" y="100"/>
            <a:ext cx="2837116" cy="1382800"/>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4" name="Google Shape;1724;p45"/>
          <p:cNvGrpSpPr/>
          <p:nvPr/>
        </p:nvGrpSpPr>
        <p:grpSpPr>
          <a:xfrm flipH="1" rot="10380020">
            <a:off x="8281410" y="840894"/>
            <a:ext cx="298388" cy="866406"/>
            <a:chOff x="6512944" y="2975654"/>
            <a:chExt cx="1594853" cy="4630848"/>
          </a:xfrm>
        </p:grpSpPr>
        <p:grpSp>
          <p:nvGrpSpPr>
            <p:cNvPr id="1725" name="Google Shape;1725;p45"/>
            <p:cNvGrpSpPr/>
            <p:nvPr/>
          </p:nvGrpSpPr>
          <p:grpSpPr>
            <a:xfrm>
              <a:off x="6512944" y="2975654"/>
              <a:ext cx="1594853" cy="4630848"/>
              <a:chOff x="1460575" y="5630575"/>
              <a:chExt cx="645350" cy="1873775"/>
            </a:xfrm>
          </p:grpSpPr>
          <p:sp>
            <p:nvSpPr>
              <p:cNvPr id="1726" name="Google Shape;1726;p45"/>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5"/>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8" name="Google Shape;1728;p45"/>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 name="Google Shape;1729;p45"/>
          <p:cNvGrpSpPr/>
          <p:nvPr/>
        </p:nvGrpSpPr>
        <p:grpSpPr>
          <a:xfrm rot="-1866940">
            <a:off x="6839885" y="-344456"/>
            <a:ext cx="400620" cy="1248399"/>
            <a:chOff x="4118750" y="2154275"/>
            <a:chExt cx="601300" cy="1873750"/>
          </a:xfrm>
        </p:grpSpPr>
        <p:sp>
          <p:nvSpPr>
            <p:cNvPr id="1730" name="Google Shape;1730;p45"/>
            <p:cNvSpPr/>
            <p:nvPr/>
          </p:nvSpPr>
          <p:spPr>
            <a:xfrm>
              <a:off x="4283650" y="2154275"/>
              <a:ext cx="269700" cy="175625"/>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5"/>
            <p:cNvSpPr/>
            <p:nvPr/>
          </p:nvSpPr>
          <p:spPr>
            <a:xfrm>
              <a:off x="4118750" y="2330175"/>
              <a:ext cx="601300" cy="1697850"/>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 name="Google Shape;1732;p45"/>
          <p:cNvGrpSpPr/>
          <p:nvPr/>
        </p:nvGrpSpPr>
        <p:grpSpPr>
          <a:xfrm rot="1865792">
            <a:off x="-287707" y="3793068"/>
            <a:ext cx="723092" cy="1465481"/>
            <a:chOff x="1803775" y="5029925"/>
            <a:chExt cx="655775" cy="1329050"/>
          </a:xfrm>
        </p:grpSpPr>
        <p:sp>
          <p:nvSpPr>
            <p:cNvPr id="1733" name="Google Shape;1733;p45"/>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5"/>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5"/>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5"/>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5"/>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5"/>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5"/>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5"/>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5"/>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5"/>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5"/>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 name="Google Shape;1744;p45"/>
          <p:cNvGrpSpPr/>
          <p:nvPr/>
        </p:nvGrpSpPr>
        <p:grpSpPr>
          <a:xfrm rot="3492532">
            <a:off x="5956335" y="-121228"/>
            <a:ext cx="494143" cy="900682"/>
            <a:chOff x="-214625" y="3943775"/>
            <a:chExt cx="458725" cy="836125"/>
          </a:xfrm>
        </p:grpSpPr>
        <p:sp>
          <p:nvSpPr>
            <p:cNvPr id="1745" name="Google Shape;1745;p45"/>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5"/>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5"/>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5"/>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5"/>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5"/>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5"/>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5"/>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5"/>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5"/>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5"/>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5"/>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7" name="Google Shape;1757;p45"/>
          <p:cNvSpPr/>
          <p:nvPr/>
        </p:nvSpPr>
        <p:spPr>
          <a:xfrm rot="2131633">
            <a:off x="7884376" y="330587"/>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5"/>
          <p:cNvSpPr/>
          <p:nvPr/>
        </p:nvSpPr>
        <p:spPr>
          <a:xfrm rot="-2281775">
            <a:off x="689767" y="4755524"/>
            <a:ext cx="148956" cy="301766"/>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9" name="Google Shape;1759;p45"/>
          <p:cNvGrpSpPr/>
          <p:nvPr/>
        </p:nvGrpSpPr>
        <p:grpSpPr>
          <a:xfrm flipH="1" rot="2422028">
            <a:off x="-102502" y="2720515"/>
            <a:ext cx="352694" cy="1099052"/>
            <a:chOff x="4118750" y="2154275"/>
            <a:chExt cx="601300" cy="1873750"/>
          </a:xfrm>
        </p:grpSpPr>
        <p:sp>
          <p:nvSpPr>
            <p:cNvPr id="1760" name="Google Shape;1760;p45"/>
            <p:cNvSpPr/>
            <p:nvPr/>
          </p:nvSpPr>
          <p:spPr>
            <a:xfrm>
              <a:off x="4283650" y="2154275"/>
              <a:ext cx="269700" cy="175625"/>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5"/>
            <p:cNvSpPr/>
            <p:nvPr/>
          </p:nvSpPr>
          <p:spPr>
            <a:xfrm>
              <a:off x="4118750" y="2330175"/>
              <a:ext cx="601300" cy="1697850"/>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 name="Google Shape;1762;p45"/>
          <p:cNvGrpSpPr/>
          <p:nvPr/>
        </p:nvGrpSpPr>
        <p:grpSpPr>
          <a:xfrm flipH="1" rot="-7738681">
            <a:off x="8760947" y="1766159"/>
            <a:ext cx="344309" cy="484912"/>
            <a:chOff x="1554950" y="3841075"/>
            <a:chExt cx="389950" cy="549200"/>
          </a:xfrm>
        </p:grpSpPr>
        <p:sp>
          <p:nvSpPr>
            <p:cNvPr id="1763" name="Google Shape;1763;p45"/>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5"/>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5"/>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5"/>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5"/>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5"/>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5"/>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5"/>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 name="Google Shape;1771;p45"/>
          <p:cNvGrpSpPr/>
          <p:nvPr/>
        </p:nvGrpSpPr>
        <p:grpSpPr>
          <a:xfrm rot="-1324980">
            <a:off x="8698081" y="-353291"/>
            <a:ext cx="470036" cy="1364806"/>
            <a:chOff x="6512944" y="2975654"/>
            <a:chExt cx="1594853" cy="4630848"/>
          </a:xfrm>
        </p:grpSpPr>
        <p:grpSp>
          <p:nvGrpSpPr>
            <p:cNvPr id="1772" name="Google Shape;1772;p45"/>
            <p:cNvGrpSpPr/>
            <p:nvPr/>
          </p:nvGrpSpPr>
          <p:grpSpPr>
            <a:xfrm>
              <a:off x="6512944" y="2975654"/>
              <a:ext cx="1594853" cy="4630848"/>
              <a:chOff x="1460575" y="5630575"/>
              <a:chExt cx="645350" cy="1873775"/>
            </a:xfrm>
          </p:grpSpPr>
          <p:sp>
            <p:nvSpPr>
              <p:cNvPr id="1773" name="Google Shape;1773;p45"/>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5"/>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5" name="Google Shape;1775;p45"/>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5_1_2">
    <p:spTree>
      <p:nvGrpSpPr>
        <p:cNvPr id="1776" name="Shape 1776"/>
        <p:cNvGrpSpPr/>
        <p:nvPr/>
      </p:nvGrpSpPr>
      <p:grpSpPr>
        <a:xfrm>
          <a:off x="0" y="0"/>
          <a:ext cx="0" cy="0"/>
          <a:chOff x="0" y="0"/>
          <a:chExt cx="0" cy="0"/>
        </a:xfrm>
      </p:grpSpPr>
      <p:sp>
        <p:nvSpPr>
          <p:cNvPr id="1777" name="Google Shape;1777;p46"/>
          <p:cNvSpPr/>
          <p:nvPr/>
        </p:nvSpPr>
        <p:spPr>
          <a:xfrm rot="-5400000">
            <a:off x="3748049" y="-252385"/>
            <a:ext cx="5143561" cy="5648309"/>
          </a:xfrm>
          <a:custGeom>
            <a:rect b="b" l="l" r="r" t="t"/>
            <a:pathLst>
              <a:path extrusionOk="0" h="30664" w="83785">
                <a:moveTo>
                  <a:pt x="7278" y="0"/>
                </a:moveTo>
                <a:cubicBezTo>
                  <a:pt x="6838" y="0"/>
                  <a:pt x="6397" y="6"/>
                  <a:pt x="5953" y="17"/>
                </a:cubicBezTo>
                <a:cubicBezTo>
                  <a:pt x="3906" y="77"/>
                  <a:pt x="1929" y="255"/>
                  <a:pt x="0" y="553"/>
                </a:cubicBezTo>
                <a:lnTo>
                  <a:pt x="0" y="30664"/>
                </a:lnTo>
                <a:lnTo>
                  <a:pt x="83785" y="30664"/>
                </a:lnTo>
                <a:lnTo>
                  <a:pt x="83785" y="3398"/>
                </a:lnTo>
                <a:cubicBezTo>
                  <a:pt x="82594" y="3101"/>
                  <a:pt x="81332" y="2851"/>
                  <a:pt x="79998" y="2672"/>
                </a:cubicBezTo>
                <a:cubicBezTo>
                  <a:pt x="77596" y="2332"/>
                  <a:pt x="75162" y="2197"/>
                  <a:pt x="72705" y="2197"/>
                </a:cubicBezTo>
                <a:cubicBezTo>
                  <a:pt x="63072" y="2197"/>
                  <a:pt x="53083" y="4279"/>
                  <a:pt x="43220" y="4279"/>
                </a:cubicBezTo>
                <a:cubicBezTo>
                  <a:pt x="42386" y="4279"/>
                  <a:pt x="41552" y="4264"/>
                  <a:pt x="40720" y="4232"/>
                </a:cubicBezTo>
                <a:cubicBezTo>
                  <a:pt x="29124" y="3785"/>
                  <a:pt x="18831" y="0"/>
                  <a:pt x="7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6"/>
          <p:cNvSpPr txBox="1"/>
          <p:nvPr>
            <p:ph idx="1" type="subTitle"/>
          </p:nvPr>
        </p:nvSpPr>
        <p:spPr>
          <a:xfrm>
            <a:off x="4648207" y="857257"/>
            <a:ext cx="14736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779" name="Google Shape;1779;p46"/>
          <p:cNvSpPr txBox="1"/>
          <p:nvPr>
            <p:ph type="title"/>
          </p:nvPr>
        </p:nvSpPr>
        <p:spPr>
          <a:xfrm>
            <a:off x="4649812" y="539375"/>
            <a:ext cx="1472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780" name="Google Shape;1780;p46"/>
          <p:cNvSpPr txBox="1"/>
          <p:nvPr>
            <p:ph idx="2" type="subTitle"/>
          </p:nvPr>
        </p:nvSpPr>
        <p:spPr>
          <a:xfrm>
            <a:off x="4648200" y="2298836"/>
            <a:ext cx="14736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781" name="Google Shape;1781;p46"/>
          <p:cNvSpPr txBox="1"/>
          <p:nvPr>
            <p:ph idx="3" type="title"/>
          </p:nvPr>
        </p:nvSpPr>
        <p:spPr>
          <a:xfrm>
            <a:off x="4648200" y="1980953"/>
            <a:ext cx="1472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782" name="Google Shape;1782;p46"/>
          <p:cNvSpPr txBox="1"/>
          <p:nvPr>
            <p:ph idx="4" type="subTitle"/>
          </p:nvPr>
        </p:nvSpPr>
        <p:spPr>
          <a:xfrm>
            <a:off x="6952717" y="857247"/>
            <a:ext cx="14736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783" name="Google Shape;1783;p46"/>
          <p:cNvSpPr txBox="1"/>
          <p:nvPr>
            <p:ph idx="5" type="title"/>
          </p:nvPr>
        </p:nvSpPr>
        <p:spPr>
          <a:xfrm>
            <a:off x="6952719" y="539375"/>
            <a:ext cx="1472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784" name="Google Shape;1784;p46"/>
          <p:cNvSpPr txBox="1"/>
          <p:nvPr>
            <p:ph idx="6" type="subTitle"/>
          </p:nvPr>
        </p:nvSpPr>
        <p:spPr>
          <a:xfrm>
            <a:off x="4649042" y="3740425"/>
            <a:ext cx="14736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785" name="Google Shape;1785;p46"/>
          <p:cNvSpPr txBox="1"/>
          <p:nvPr>
            <p:ph idx="7" type="title"/>
          </p:nvPr>
        </p:nvSpPr>
        <p:spPr>
          <a:xfrm>
            <a:off x="4649044" y="3422543"/>
            <a:ext cx="1472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786" name="Google Shape;1786;p46"/>
          <p:cNvSpPr txBox="1"/>
          <p:nvPr>
            <p:ph idx="8" type="title"/>
          </p:nvPr>
        </p:nvSpPr>
        <p:spPr>
          <a:xfrm>
            <a:off x="713275" y="1786800"/>
            <a:ext cx="2620500" cy="15699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87" name="Google Shape;1787;p46"/>
          <p:cNvSpPr txBox="1"/>
          <p:nvPr>
            <p:ph idx="9" type="subTitle"/>
          </p:nvPr>
        </p:nvSpPr>
        <p:spPr>
          <a:xfrm>
            <a:off x="6957078" y="3740397"/>
            <a:ext cx="14736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788" name="Google Shape;1788;p46"/>
          <p:cNvSpPr txBox="1"/>
          <p:nvPr>
            <p:ph idx="13" type="title"/>
          </p:nvPr>
        </p:nvSpPr>
        <p:spPr>
          <a:xfrm>
            <a:off x="6958683" y="3422525"/>
            <a:ext cx="1472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789" name="Google Shape;1789;p46"/>
          <p:cNvSpPr txBox="1"/>
          <p:nvPr>
            <p:ph idx="14" type="subTitle"/>
          </p:nvPr>
        </p:nvSpPr>
        <p:spPr>
          <a:xfrm>
            <a:off x="6951974" y="2298825"/>
            <a:ext cx="14736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b="1" sz="1600"/>
            </a:lvl2pPr>
            <a:lvl3pPr lvl="2" rtl="0">
              <a:lnSpc>
                <a:spcPct val="100000"/>
              </a:lnSpc>
              <a:spcBef>
                <a:spcPts val="0"/>
              </a:spcBef>
              <a:spcAft>
                <a:spcPts val="0"/>
              </a:spcAft>
              <a:buNone/>
              <a:defRPr b="1" sz="1600"/>
            </a:lvl3pPr>
            <a:lvl4pPr lvl="3" rtl="0">
              <a:lnSpc>
                <a:spcPct val="100000"/>
              </a:lnSpc>
              <a:spcBef>
                <a:spcPts val="0"/>
              </a:spcBef>
              <a:spcAft>
                <a:spcPts val="0"/>
              </a:spcAft>
              <a:buNone/>
              <a:defRPr b="1" sz="1600"/>
            </a:lvl4pPr>
            <a:lvl5pPr lvl="4" rtl="0">
              <a:lnSpc>
                <a:spcPct val="100000"/>
              </a:lnSpc>
              <a:spcBef>
                <a:spcPts val="0"/>
              </a:spcBef>
              <a:spcAft>
                <a:spcPts val="0"/>
              </a:spcAft>
              <a:buNone/>
              <a:defRPr b="1" sz="1600"/>
            </a:lvl5pPr>
            <a:lvl6pPr lvl="5" rtl="0">
              <a:lnSpc>
                <a:spcPct val="100000"/>
              </a:lnSpc>
              <a:spcBef>
                <a:spcPts val="0"/>
              </a:spcBef>
              <a:spcAft>
                <a:spcPts val="0"/>
              </a:spcAft>
              <a:buNone/>
              <a:defRPr b="1" sz="1600"/>
            </a:lvl6pPr>
            <a:lvl7pPr lvl="6" rtl="0">
              <a:lnSpc>
                <a:spcPct val="100000"/>
              </a:lnSpc>
              <a:spcBef>
                <a:spcPts val="0"/>
              </a:spcBef>
              <a:spcAft>
                <a:spcPts val="0"/>
              </a:spcAft>
              <a:buNone/>
              <a:defRPr b="1" sz="1600"/>
            </a:lvl7pPr>
            <a:lvl8pPr lvl="7" rtl="0">
              <a:lnSpc>
                <a:spcPct val="100000"/>
              </a:lnSpc>
              <a:spcBef>
                <a:spcPts val="0"/>
              </a:spcBef>
              <a:spcAft>
                <a:spcPts val="0"/>
              </a:spcAft>
              <a:buNone/>
              <a:defRPr b="1" sz="1600"/>
            </a:lvl8pPr>
            <a:lvl9pPr lvl="8" rtl="0">
              <a:lnSpc>
                <a:spcPct val="100000"/>
              </a:lnSpc>
              <a:spcBef>
                <a:spcPts val="0"/>
              </a:spcBef>
              <a:spcAft>
                <a:spcPts val="0"/>
              </a:spcAft>
              <a:buNone/>
              <a:defRPr b="1" sz="1600"/>
            </a:lvl9pPr>
          </a:lstStyle>
          <a:p/>
        </p:txBody>
      </p:sp>
      <p:sp>
        <p:nvSpPr>
          <p:cNvPr id="1790" name="Google Shape;1790;p46"/>
          <p:cNvSpPr txBox="1"/>
          <p:nvPr>
            <p:ph idx="15" type="title"/>
          </p:nvPr>
        </p:nvSpPr>
        <p:spPr>
          <a:xfrm>
            <a:off x="6951972" y="1980943"/>
            <a:ext cx="1472100" cy="420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 and text">
  <p:cSld name="CUSTOM_6">
    <p:spTree>
      <p:nvGrpSpPr>
        <p:cNvPr id="1791" name="Shape 1791"/>
        <p:cNvGrpSpPr/>
        <p:nvPr/>
      </p:nvGrpSpPr>
      <p:grpSpPr>
        <a:xfrm>
          <a:off x="0" y="0"/>
          <a:ext cx="0" cy="0"/>
          <a:chOff x="0" y="0"/>
          <a:chExt cx="0" cy="0"/>
        </a:xfrm>
      </p:grpSpPr>
      <p:sp>
        <p:nvSpPr>
          <p:cNvPr id="1792" name="Google Shape;1792;p47"/>
          <p:cNvSpPr txBox="1"/>
          <p:nvPr>
            <p:ph hasCustomPrompt="1" type="title"/>
          </p:nvPr>
        </p:nvSpPr>
        <p:spPr>
          <a:xfrm>
            <a:off x="6289325" y="3104675"/>
            <a:ext cx="2148900" cy="4482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2800"/>
              <a:buNone/>
              <a:defRPr sz="2200"/>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1793" name="Google Shape;1793;p47"/>
          <p:cNvSpPr txBox="1"/>
          <p:nvPr>
            <p:ph idx="1" type="subTitle"/>
          </p:nvPr>
        </p:nvSpPr>
        <p:spPr>
          <a:xfrm>
            <a:off x="6294725" y="3596582"/>
            <a:ext cx="2138100" cy="6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solidFill>
                  <a:schemeClr val="dk1"/>
                </a:solidFill>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794" name="Google Shape;1794;p47"/>
          <p:cNvSpPr txBox="1"/>
          <p:nvPr>
            <p:ph hasCustomPrompt="1" idx="2" type="title"/>
          </p:nvPr>
        </p:nvSpPr>
        <p:spPr>
          <a:xfrm>
            <a:off x="713400" y="1022750"/>
            <a:ext cx="2145000" cy="4482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2800"/>
              <a:buNone/>
              <a:defRPr sz="2200"/>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1795" name="Google Shape;1795;p47"/>
          <p:cNvSpPr txBox="1"/>
          <p:nvPr>
            <p:ph idx="3" type="subTitle"/>
          </p:nvPr>
        </p:nvSpPr>
        <p:spPr>
          <a:xfrm>
            <a:off x="715801" y="1514665"/>
            <a:ext cx="2141400" cy="6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solidFill>
                  <a:schemeClr val="dk1"/>
                </a:solidFill>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796" name="Google Shape;1796;p47"/>
          <p:cNvSpPr txBox="1"/>
          <p:nvPr>
            <p:ph hasCustomPrompt="1" idx="4" type="title"/>
          </p:nvPr>
        </p:nvSpPr>
        <p:spPr>
          <a:xfrm>
            <a:off x="3501363" y="2063700"/>
            <a:ext cx="2145000" cy="4482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2800"/>
              <a:buNone/>
              <a:defRPr sz="2200"/>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1797" name="Google Shape;1797;p47"/>
          <p:cNvSpPr txBox="1"/>
          <p:nvPr>
            <p:ph idx="5" type="subTitle"/>
          </p:nvPr>
        </p:nvSpPr>
        <p:spPr>
          <a:xfrm>
            <a:off x="3504663" y="2555623"/>
            <a:ext cx="2141700" cy="6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solidFill>
                  <a:schemeClr val="dk1"/>
                </a:solidFill>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798" name="Google Shape;1798;p47"/>
          <p:cNvSpPr/>
          <p:nvPr/>
        </p:nvSpPr>
        <p:spPr>
          <a:xfrm rot="10800000">
            <a:off x="2984551" y="221"/>
            <a:ext cx="6159449" cy="2426879"/>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7"/>
          <p:cNvSpPr/>
          <p:nvPr/>
        </p:nvSpPr>
        <p:spPr>
          <a:xfrm>
            <a:off x="1" y="2730533"/>
            <a:ext cx="6159449" cy="2426879"/>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0" name="Google Shape;1800;p47"/>
          <p:cNvGrpSpPr/>
          <p:nvPr/>
        </p:nvGrpSpPr>
        <p:grpSpPr>
          <a:xfrm rot="1185886">
            <a:off x="150572" y="3703839"/>
            <a:ext cx="612041" cy="1907222"/>
            <a:chOff x="4118750" y="2154275"/>
            <a:chExt cx="601300" cy="1873750"/>
          </a:xfrm>
        </p:grpSpPr>
        <p:sp>
          <p:nvSpPr>
            <p:cNvPr id="1801" name="Google Shape;1801;p47"/>
            <p:cNvSpPr/>
            <p:nvPr/>
          </p:nvSpPr>
          <p:spPr>
            <a:xfrm>
              <a:off x="4283650" y="2154275"/>
              <a:ext cx="269700" cy="175625"/>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7"/>
            <p:cNvSpPr/>
            <p:nvPr/>
          </p:nvSpPr>
          <p:spPr>
            <a:xfrm>
              <a:off x="4118750" y="2330175"/>
              <a:ext cx="601300" cy="1697850"/>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3" name="Google Shape;1803;p47"/>
          <p:cNvSpPr/>
          <p:nvPr/>
        </p:nvSpPr>
        <p:spPr>
          <a:xfrm rot="2840945">
            <a:off x="348601" y="2969522"/>
            <a:ext cx="215973" cy="45800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7"/>
          <p:cNvSpPr/>
          <p:nvPr/>
        </p:nvSpPr>
        <p:spPr>
          <a:xfrm flipH="1" rot="-1816995">
            <a:off x="4278527" y="4853025"/>
            <a:ext cx="215968" cy="457988"/>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5" name="Google Shape;1805;p47"/>
          <p:cNvGrpSpPr/>
          <p:nvPr/>
        </p:nvGrpSpPr>
        <p:grpSpPr>
          <a:xfrm rot="-7854187">
            <a:off x="7435195" y="-396542"/>
            <a:ext cx="923599" cy="1871845"/>
            <a:chOff x="1803775" y="5029925"/>
            <a:chExt cx="655775" cy="1329050"/>
          </a:xfrm>
        </p:grpSpPr>
        <p:sp>
          <p:nvSpPr>
            <p:cNvPr id="1806" name="Google Shape;1806;p47"/>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7"/>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7"/>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7"/>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7"/>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7"/>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7"/>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7"/>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7"/>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7"/>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7"/>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7" name="Google Shape;1817;p47"/>
          <p:cNvSpPr/>
          <p:nvPr/>
        </p:nvSpPr>
        <p:spPr>
          <a:xfrm rot="-2281775">
            <a:off x="5845792" y="91774"/>
            <a:ext cx="148956" cy="301766"/>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8" name="Google Shape;1818;p47"/>
          <p:cNvGrpSpPr/>
          <p:nvPr/>
        </p:nvGrpSpPr>
        <p:grpSpPr>
          <a:xfrm rot="3492532">
            <a:off x="4682285" y="116885"/>
            <a:ext cx="494143" cy="900682"/>
            <a:chOff x="-214625" y="3943775"/>
            <a:chExt cx="458725" cy="836125"/>
          </a:xfrm>
        </p:grpSpPr>
        <p:sp>
          <p:nvSpPr>
            <p:cNvPr id="1819" name="Google Shape;1819;p47"/>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7"/>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7"/>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7"/>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7"/>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7"/>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7"/>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7"/>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7"/>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7"/>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7"/>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7"/>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 and text 1">
  <p:cSld name="CUSTOM_6_1">
    <p:spTree>
      <p:nvGrpSpPr>
        <p:cNvPr id="1831" name="Shape 1831"/>
        <p:cNvGrpSpPr/>
        <p:nvPr/>
      </p:nvGrpSpPr>
      <p:grpSpPr>
        <a:xfrm>
          <a:off x="0" y="0"/>
          <a:ext cx="0" cy="0"/>
          <a:chOff x="0" y="0"/>
          <a:chExt cx="0" cy="0"/>
        </a:xfrm>
      </p:grpSpPr>
      <p:sp>
        <p:nvSpPr>
          <p:cNvPr id="1832" name="Google Shape;1832;p48"/>
          <p:cNvSpPr/>
          <p:nvPr/>
        </p:nvSpPr>
        <p:spPr>
          <a:xfrm rot="5400000">
            <a:off x="1898635" y="-1898623"/>
            <a:ext cx="1788144" cy="5585402"/>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8"/>
          <p:cNvSpPr/>
          <p:nvPr/>
        </p:nvSpPr>
        <p:spPr>
          <a:xfrm rot="-5400000">
            <a:off x="5457260" y="1456727"/>
            <a:ext cx="1788144" cy="5585402"/>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8"/>
          <p:cNvSpPr txBox="1"/>
          <p:nvPr>
            <p:ph hasCustomPrompt="1" type="title"/>
          </p:nvPr>
        </p:nvSpPr>
        <p:spPr>
          <a:xfrm>
            <a:off x="1115225" y="919500"/>
            <a:ext cx="3006000" cy="646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1835" name="Google Shape;1835;p48"/>
          <p:cNvSpPr txBox="1"/>
          <p:nvPr>
            <p:ph idx="1" type="subTitle"/>
          </p:nvPr>
        </p:nvSpPr>
        <p:spPr>
          <a:xfrm>
            <a:off x="1118591" y="1489015"/>
            <a:ext cx="3001200" cy="67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836" name="Google Shape;1836;p48"/>
          <p:cNvSpPr txBox="1"/>
          <p:nvPr>
            <p:ph hasCustomPrompt="1" idx="2" type="title"/>
          </p:nvPr>
        </p:nvSpPr>
        <p:spPr>
          <a:xfrm>
            <a:off x="4971029" y="919513"/>
            <a:ext cx="3006000" cy="646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1837" name="Google Shape;1837;p48"/>
          <p:cNvSpPr txBox="1"/>
          <p:nvPr>
            <p:ph idx="3" type="subTitle"/>
          </p:nvPr>
        </p:nvSpPr>
        <p:spPr>
          <a:xfrm>
            <a:off x="4973329" y="1489038"/>
            <a:ext cx="3001500" cy="67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838" name="Google Shape;1838;p48"/>
          <p:cNvSpPr txBox="1"/>
          <p:nvPr>
            <p:ph hasCustomPrompt="1" idx="4" type="title"/>
          </p:nvPr>
        </p:nvSpPr>
        <p:spPr>
          <a:xfrm>
            <a:off x="1119700" y="2977376"/>
            <a:ext cx="3006000" cy="646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1839" name="Google Shape;1839;p48"/>
          <p:cNvSpPr txBox="1"/>
          <p:nvPr>
            <p:ph idx="5" type="subTitle"/>
          </p:nvPr>
        </p:nvSpPr>
        <p:spPr>
          <a:xfrm>
            <a:off x="1123066" y="3546891"/>
            <a:ext cx="3001200" cy="67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840" name="Google Shape;1840;p48"/>
          <p:cNvSpPr txBox="1"/>
          <p:nvPr>
            <p:ph hasCustomPrompt="1" idx="6" type="title"/>
          </p:nvPr>
        </p:nvSpPr>
        <p:spPr>
          <a:xfrm>
            <a:off x="4973329" y="2977375"/>
            <a:ext cx="3006000" cy="646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1841" name="Google Shape;1841;p48"/>
          <p:cNvSpPr txBox="1"/>
          <p:nvPr>
            <p:ph idx="7" type="subTitle"/>
          </p:nvPr>
        </p:nvSpPr>
        <p:spPr>
          <a:xfrm>
            <a:off x="4973329" y="3546900"/>
            <a:ext cx="3001500" cy="67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842" name="Google Shape;1842;p48"/>
          <p:cNvGrpSpPr/>
          <p:nvPr/>
        </p:nvGrpSpPr>
        <p:grpSpPr>
          <a:xfrm flipH="1">
            <a:off x="-474408" y="2103432"/>
            <a:ext cx="1083557" cy="1428580"/>
            <a:chOff x="4326425" y="5583250"/>
            <a:chExt cx="744150" cy="981100"/>
          </a:xfrm>
        </p:grpSpPr>
        <p:sp>
          <p:nvSpPr>
            <p:cNvPr id="1843" name="Google Shape;1843;p48"/>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8"/>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8"/>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8"/>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8"/>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8"/>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8"/>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8"/>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8"/>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8"/>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8"/>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8"/>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8"/>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8"/>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8"/>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8"/>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8"/>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8"/>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8"/>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8"/>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8"/>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8"/>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8"/>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8"/>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8"/>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 name="Google Shape;1868;p48"/>
          <p:cNvGrpSpPr/>
          <p:nvPr/>
        </p:nvGrpSpPr>
        <p:grpSpPr>
          <a:xfrm rot="-1980226">
            <a:off x="8603772" y="1744535"/>
            <a:ext cx="685105" cy="1248752"/>
            <a:chOff x="-214625" y="3943775"/>
            <a:chExt cx="458725" cy="836125"/>
          </a:xfrm>
        </p:grpSpPr>
        <p:sp>
          <p:nvSpPr>
            <p:cNvPr id="1869" name="Google Shape;1869;p48"/>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8"/>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8"/>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8"/>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8"/>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8"/>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8"/>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8"/>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8"/>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8"/>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8"/>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8"/>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 and text 2">
  <p:cSld name="CUSTOM_6_1_1">
    <p:spTree>
      <p:nvGrpSpPr>
        <p:cNvPr id="1881" name="Shape 1881"/>
        <p:cNvGrpSpPr/>
        <p:nvPr/>
      </p:nvGrpSpPr>
      <p:grpSpPr>
        <a:xfrm>
          <a:off x="0" y="0"/>
          <a:ext cx="0" cy="0"/>
          <a:chOff x="0" y="0"/>
          <a:chExt cx="0" cy="0"/>
        </a:xfrm>
      </p:grpSpPr>
      <p:sp>
        <p:nvSpPr>
          <p:cNvPr id="1882" name="Google Shape;1882;p49"/>
          <p:cNvSpPr txBox="1"/>
          <p:nvPr>
            <p:ph hasCustomPrompt="1" type="title"/>
          </p:nvPr>
        </p:nvSpPr>
        <p:spPr>
          <a:xfrm>
            <a:off x="1206150" y="2495075"/>
            <a:ext cx="2926200" cy="646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1883" name="Google Shape;1883;p49"/>
          <p:cNvSpPr txBox="1"/>
          <p:nvPr>
            <p:ph idx="1" type="subTitle"/>
          </p:nvPr>
        </p:nvSpPr>
        <p:spPr>
          <a:xfrm>
            <a:off x="1193600" y="3064600"/>
            <a:ext cx="2926200" cy="1169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884" name="Google Shape;1884;p49"/>
          <p:cNvSpPr txBox="1"/>
          <p:nvPr>
            <p:ph hasCustomPrompt="1" idx="2" type="title"/>
          </p:nvPr>
        </p:nvSpPr>
        <p:spPr>
          <a:xfrm>
            <a:off x="4959770" y="2495075"/>
            <a:ext cx="2926200" cy="646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1885" name="Google Shape;1885;p49"/>
          <p:cNvSpPr txBox="1"/>
          <p:nvPr>
            <p:ph idx="3" type="subTitle"/>
          </p:nvPr>
        </p:nvSpPr>
        <p:spPr>
          <a:xfrm>
            <a:off x="4964269" y="3064600"/>
            <a:ext cx="2922000" cy="1169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886" name="Google Shape;1886;p49"/>
          <p:cNvSpPr txBox="1"/>
          <p:nvPr>
            <p:ph idx="4" type="title"/>
          </p:nvPr>
        </p:nvSpPr>
        <p:spPr>
          <a:xfrm>
            <a:off x="713275" y="44502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887" name="Google Shape;1887;p49"/>
          <p:cNvSpPr/>
          <p:nvPr/>
        </p:nvSpPr>
        <p:spPr>
          <a:xfrm flipH="1" rot="10800000">
            <a:off x="0" y="1060"/>
            <a:ext cx="1793818" cy="1460622"/>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9"/>
          <p:cNvSpPr/>
          <p:nvPr/>
        </p:nvSpPr>
        <p:spPr>
          <a:xfrm rot="127924">
            <a:off x="-212247" y="1733945"/>
            <a:ext cx="1034665" cy="903766"/>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9"/>
          <p:cNvSpPr/>
          <p:nvPr/>
        </p:nvSpPr>
        <p:spPr>
          <a:xfrm flipH="1" rot="7236765">
            <a:off x="8164322" y="2212983"/>
            <a:ext cx="1304679" cy="1139462"/>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9"/>
          <p:cNvSpPr/>
          <p:nvPr/>
        </p:nvSpPr>
        <p:spPr>
          <a:xfrm flipH="1">
            <a:off x="7350175" y="3682885"/>
            <a:ext cx="1793818" cy="1460622"/>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1" name="Google Shape;1891;p49"/>
          <p:cNvGrpSpPr/>
          <p:nvPr/>
        </p:nvGrpSpPr>
        <p:grpSpPr>
          <a:xfrm rot="829082">
            <a:off x="807918" y="173564"/>
            <a:ext cx="339211" cy="644079"/>
            <a:chOff x="2263675" y="890788"/>
            <a:chExt cx="248900" cy="472600"/>
          </a:xfrm>
        </p:grpSpPr>
        <p:sp>
          <p:nvSpPr>
            <p:cNvPr id="1892" name="Google Shape;1892;p49"/>
            <p:cNvSpPr/>
            <p:nvPr/>
          </p:nvSpPr>
          <p:spPr>
            <a:xfrm>
              <a:off x="2263675" y="890788"/>
              <a:ext cx="248900" cy="472600"/>
            </a:xfrm>
            <a:custGeom>
              <a:rect b="b" l="l" r="r" t="t"/>
              <a:pathLst>
                <a:path extrusionOk="0" h="18904" w="9956">
                  <a:moveTo>
                    <a:pt x="4075" y="0"/>
                  </a:moveTo>
                  <a:cubicBezTo>
                    <a:pt x="3898" y="0"/>
                    <a:pt x="3718" y="22"/>
                    <a:pt x="3537" y="68"/>
                  </a:cubicBezTo>
                  <a:cubicBezTo>
                    <a:pt x="1" y="961"/>
                    <a:pt x="1215" y="9010"/>
                    <a:pt x="2882" y="13236"/>
                  </a:cubicBezTo>
                  <a:cubicBezTo>
                    <a:pt x="4537" y="17463"/>
                    <a:pt x="4132" y="18904"/>
                    <a:pt x="4132" y="18904"/>
                  </a:cubicBezTo>
                  <a:cubicBezTo>
                    <a:pt x="4132" y="18904"/>
                    <a:pt x="6811" y="17285"/>
                    <a:pt x="8430" y="12284"/>
                  </a:cubicBezTo>
                  <a:cubicBezTo>
                    <a:pt x="9955" y="7540"/>
                    <a:pt x="7355" y="0"/>
                    <a:pt x="4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9"/>
            <p:cNvSpPr/>
            <p:nvPr/>
          </p:nvSpPr>
          <p:spPr>
            <a:xfrm>
              <a:off x="2365475" y="990113"/>
              <a:ext cx="93200" cy="360175"/>
            </a:xfrm>
            <a:custGeom>
              <a:rect b="b" l="l" r="r" t="t"/>
              <a:pathLst>
                <a:path extrusionOk="0" h="14407" w="3728">
                  <a:moveTo>
                    <a:pt x="394" y="0"/>
                  </a:moveTo>
                  <a:lnTo>
                    <a:pt x="191" y="108"/>
                  </a:lnTo>
                  <a:cubicBezTo>
                    <a:pt x="215" y="179"/>
                    <a:pt x="3477" y="7001"/>
                    <a:pt x="1" y="14324"/>
                  </a:cubicBezTo>
                  <a:lnTo>
                    <a:pt x="203" y="14407"/>
                  </a:lnTo>
                  <a:cubicBezTo>
                    <a:pt x="3727" y="6989"/>
                    <a:pt x="429" y="84"/>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 name="Google Shape;1894;p49"/>
          <p:cNvGrpSpPr/>
          <p:nvPr/>
        </p:nvGrpSpPr>
        <p:grpSpPr>
          <a:xfrm rot="9622959">
            <a:off x="561714" y="4670351"/>
            <a:ext cx="437113" cy="574068"/>
            <a:chOff x="2136875" y="1156838"/>
            <a:chExt cx="166125" cy="218175"/>
          </a:xfrm>
        </p:grpSpPr>
        <p:sp>
          <p:nvSpPr>
            <p:cNvPr id="1895" name="Google Shape;1895;p49"/>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9"/>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 name="Google Shape;1897;p49"/>
          <p:cNvGrpSpPr/>
          <p:nvPr/>
        </p:nvGrpSpPr>
        <p:grpSpPr>
          <a:xfrm rot="499014">
            <a:off x="-311728" y="209568"/>
            <a:ext cx="1026857" cy="2081117"/>
            <a:chOff x="1803775" y="5029925"/>
            <a:chExt cx="655775" cy="1329050"/>
          </a:xfrm>
        </p:grpSpPr>
        <p:sp>
          <p:nvSpPr>
            <p:cNvPr id="1898" name="Google Shape;1898;p49"/>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9"/>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9"/>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9"/>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9"/>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9"/>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9"/>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9"/>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9"/>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9"/>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9"/>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9" name="Google Shape;1909;p49"/>
          <p:cNvSpPr/>
          <p:nvPr/>
        </p:nvSpPr>
        <p:spPr>
          <a:xfrm rot="-1953479">
            <a:off x="-29438" y="4528638"/>
            <a:ext cx="208315" cy="422043"/>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0" name="Google Shape;1910;p49"/>
          <p:cNvGrpSpPr/>
          <p:nvPr/>
        </p:nvGrpSpPr>
        <p:grpSpPr>
          <a:xfrm rot="-1795251">
            <a:off x="8860993" y="1032347"/>
            <a:ext cx="316661" cy="415877"/>
            <a:chOff x="2136875" y="1156838"/>
            <a:chExt cx="166125" cy="218175"/>
          </a:xfrm>
        </p:grpSpPr>
        <p:sp>
          <p:nvSpPr>
            <p:cNvPr id="1911" name="Google Shape;1911;p49"/>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9"/>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 name="Google Shape;1913;p49"/>
          <p:cNvGrpSpPr/>
          <p:nvPr/>
        </p:nvGrpSpPr>
        <p:grpSpPr>
          <a:xfrm rot="-10300620">
            <a:off x="8540325" y="3828487"/>
            <a:ext cx="958609" cy="1942800"/>
            <a:chOff x="1803775" y="5029925"/>
            <a:chExt cx="655775" cy="1329050"/>
          </a:xfrm>
        </p:grpSpPr>
        <p:sp>
          <p:nvSpPr>
            <p:cNvPr id="1914" name="Google Shape;1914;p49"/>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9"/>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9"/>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9"/>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9"/>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9"/>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9"/>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9"/>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9"/>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9"/>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9"/>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 name="Google Shape;1925;p49"/>
          <p:cNvGrpSpPr/>
          <p:nvPr/>
        </p:nvGrpSpPr>
        <p:grpSpPr>
          <a:xfrm flipH="1" rot="-4072126">
            <a:off x="8592973" y="-116948"/>
            <a:ext cx="639267" cy="1165015"/>
            <a:chOff x="-214625" y="3943775"/>
            <a:chExt cx="458725" cy="836125"/>
          </a:xfrm>
        </p:grpSpPr>
        <p:sp>
          <p:nvSpPr>
            <p:cNvPr id="1926" name="Google Shape;1926;p49"/>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9"/>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9"/>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9"/>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9"/>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9"/>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9"/>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9"/>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9"/>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9"/>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9"/>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9"/>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8" name="Google Shape;1938;p49"/>
          <p:cNvSpPr/>
          <p:nvPr/>
        </p:nvSpPr>
        <p:spPr>
          <a:xfrm rot="7670110">
            <a:off x="7573877" y="-165515"/>
            <a:ext cx="194462" cy="393991"/>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9" name="Google Shape;1939;p49"/>
          <p:cNvGrpSpPr/>
          <p:nvPr/>
        </p:nvGrpSpPr>
        <p:grpSpPr>
          <a:xfrm rot="-6666086">
            <a:off x="7287137" y="4197085"/>
            <a:ext cx="973658" cy="1378453"/>
            <a:chOff x="1793075" y="1583538"/>
            <a:chExt cx="552200" cy="781775"/>
          </a:xfrm>
        </p:grpSpPr>
        <p:sp>
          <p:nvSpPr>
            <p:cNvPr id="1940" name="Google Shape;1940;p49"/>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9"/>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9"/>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9"/>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9"/>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9"/>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9"/>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 and text 3">
  <p:cSld name="CUSTOM_6_1_1_1">
    <p:spTree>
      <p:nvGrpSpPr>
        <p:cNvPr id="1947" name="Shape 1947"/>
        <p:cNvGrpSpPr/>
        <p:nvPr/>
      </p:nvGrpSpPr>
      <p:grpSpPr>
        <a:xfrm>
          <a:off x="0" y="0"/>
          <a:ext cx="0" cy="0"/>
          <a:chOff x="0" y="0"/>
          <a:chExt cx="0" cy="0"/>
        </a:xfrm>
      </p:grpSpPr>
      <p:sp>
        <p:nvSpPr>
          <p:cNvPr id="1948" name="Google Shape;1948;p50"/>
          <p:cNvSpPr txBox="1"/>
          <p:nvPr>
            <p:ph hasCustomPrompt="1" type="title"/>
          </p:nvPr>
        </p:nvSpPr>
        <p:spPr>
          <a:xfrm>
            <a:off x="2042850" y="1951450"/>
            <a:ext cx="1252800" cy="646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1949" name="Google Shape;1949;p50"/>
          <p:cNvSpPr txBox="1"/>
          <p:nvPr>
            <p:ph idx="1" type="subTitle"/>
          </p:nvPr>
        </p:nvSpPr>
        <p:spPr>
          <a:xfrm>
            <a:off x="1193600" y="3329625"/>
            <a:ext cx="2926200" cy="1169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950" name="Google Shape;1950;p50"/>
          <p:cNvSpPr txBox="1"/>
          <p:nvPr>
            <p:ph hasCustomPrompt="1" idx="2" type="title"/>
          </p:nvPr>
        </p:nvSpPr>
        <p:spPr>
          <a:xfrm>
            <a:off x="5728822" y="1951450"/>
            <a:ext cx="1388100" cy="646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1951" name="Google Shape;1951;p50"/>
          <p:cNvSpPr txBox="1"/>
          <p:nvPr>
            <p:ph idx="3" type="subTitle"/>
          </p:nvPr>
        </p:nvSpPr>
        <p:spPr>
          <a:xfrm>
            <a:off x="4964269" y="3329625"/>
            <a:ext cx="2922000" cy="1169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952" name="Google Shape;1952;p50"/>
          <p:cNvSpPr txBox="1"/>
          <p:nvPr>
            <p:ph idx="4" type="title"/>
          </p:nvPr>
        </p:nvSpPr>
        <p:spPr>
          <a:xfrm>
            <a:off x="713275" y="44502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953" name="Google Shape;1953;p50"/>
          <p:cNvSpPr/>
          <p:nvPr/>
        </p:nvSpPr>
        <p:spPr>
          <a:xfrm rot="5400000">
            <a:off x="363803" y="-363723"/>
            <a:ext cx="1324170" cy="2051626"/>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4" name="Google Shape;1954;p50"/>
          <p:cNvGrpSpPr/>
          <p:nvPr/>
        </p:nvGrpSpPr>
        <p:grpSpPr>
          <a:xfrm flipH="1" rot="277636">
            <a:off x="8166276" y="3665210"/>
            <a:ext cx="896474" cy="1547226"/>
            <a:chOff x="2864350" y="1741813"/>
            <a:chExt cx="396500" cy="684350"/>
          </a:xfrm>
        </p:grpSpPr>
        <p:sp>
          <p:nvSpPr>
            <p:cNvPr id="1955" name="Google Shape;1955;p50"/>
            <p:cNvSpPr/>
            <p:nvPr/>
          </p:nvSpPr>
          <p:spPr>
            <a:xfrm>
              <a:off x="2971500" y="1792438"/>
              <a:ext cx="190225" cy="633725"/>
            </a:xfrm>
            <a:custGeom>
              <a:rect b="b" l="l" r="r" t="t"/>
              <a:pathLst>
                <a:path extrusionOk="0" h="25349" w="7609">
                  <a:moveTo>
                    <a:pt x="1727" y="0"/>
                  </a:moveTo>
                  <a:cubicBezTo>
                    <a:pt x="1667" y="0"/>
                    <a:pt x="1632" y="48"/>
                    <a:pt x="1608" y="107"/>
                  </a:cubicBezTo>
                  <a:cubicBezTo>
                    <a:pt x="1596" y="238"/>
                    <a:pt x="0" y="13407"/>
                    <a:pt x="7382" y="25289"/>
                  </a:cubicBezTo>
                  <a:cubicBezTo>
                    <a:pt x="7406" y="25325"/>
                    <a:pt x="7430" y="25348"/>
                    <a:pt x="7478" y="25348"/>
                  </a:cubicBezTo>
                  <a:cubicBezTo>
                    <a:pt x="7501" y="25348"/>
                    <a:pt x="7525" y="25348"/>
                    <a:pt x="7549" y="25301"/>
                  </a:cubicBezTo>
                  <a:cubicBezTo>
                    <a:pt x="7597" y="25277"/>
                    <a:pt x="7609" y="25217"/>
                    <a:pt x="7585" y="25158"/>
                  </a:cubicBezTo>
                  <a:cubicBezTo>
                    <a:pt x="239" y="13347"/>
                    <a:pt x="1822" y="250"/>
                    <a:pt x="1834" y="119"/>
                  </a:cubicBezTo>
                  <a:cubicBezTo>
                    <a:pt x="1834" y="60"/>
                    <a:pt x="1786" y="12"/>
                    <a:pt x="17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0"/>
            <p:cNvSpPr/>
            <p:nvPr/>
          </p:nvSpPr>
          <p:spPr>
            <a:xfrm>
              <a:off x="3127425" y="2229563"/>
              <a:ext cx="133425" cy="189450"/>
            </a:xfrm>
            <a:custGeom>
              <a:rect b="b" l="l" r="r" t="t"/>
              <a:pathLst>
                <a:path extrusionOk="0" h="7578" w="5337">
                  <a:moveTo>
                    <a:pt x="2359" y="0"/>
                  </a:moveTo>
                  <a:cubicBezTo>
                    <a:pt x="0" y="0"/>
                    <a:pt x="1133" y="7578"/>
                    <a:pt x="1133" y="7578"/>
                  </a:cubicBezTo>
                  <a:cubicBezTo>
                    <a:pt x="1133" y="7578"/>
                    <a:pt x="5336" y="613"/>
                    <a:pt x="2622" y="29"/>
                  </a:cubicBezTo>
                  <a:cubicBezTo>
                    <a:pt x="2530" y="10"/>
                    <a:pt x="2442" y="0"/>
                    <a:pt x="23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0"/>
            <p:cNvSpPr/>
            <p:nvPr/>
          </p:nvSpPr>
          <p:spPr>
            <a:xfrm>
              <a:off x="2951250" y="2331613"/>
              <a:ext cx="205425" cy="87400"/>
            </a:xfrm>
            <a:custGeom>
              <a:rect b="b" l="l" r="r" t="t"/>
              <a:pathLst>
                <a:path extrusionOk="0" h="3496" w="8217">
                  <a:moveTo>
                    <a:pt x="2148" y="0"/>
                  </a:moveTo>
                  <a:cubicBezTo>
                    <a:pt x="1646" y="0"/>
                    <a:pt x="1253" y="201"/>
                    <a:pt x="1049" y="698"/>
                  </a:cubicBezTo>
                  <a:cubicBezTo>
                    <a:pt x="1" y="3258"/>
                    <a:pt x="8216" y="3496"/>
                    <a:pt x="8216" y="3496"/>
                  </a:cubicBezTo>
                  <a:cubicBezTo>
                    <a:pt x="8216" y="3496"/>
                    <a:pt x="4240" y="0"/>
                    <a:pt x="21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0"/>
            <p:cNvSpPr/>
            <p:nvPr/>
          </p:nvSpPr>
          <p:spPr>
            <a:xfrm>
              <a:off x="3085500" y="2085338"/>
              <a:ext cx="130400" cy="182775"/>
            </a:xfrm>
            <a:custGeom>
              <a:rect b="b" l="l" r="r" t="t"/>
              <a:pathLst>
                <a:path extrusionOk="0" h="7311" w="5216">
                  <a:moveTo>
                    <a:pt x="2216" y="1"/>
                  </a:moveTo>
                  <a:cubicBezTo>
                    <a:pt x="43" y="1"/>
                    <a:pt x="1" y="7310"/>
                    <a:pt x="1" y="7310"/>
                  </a:cubicBezTo>
                  <a:cubicBezTo>
                    <a:pt x="1" y="7310"/>
                    <a:pt x="5215" y="1071"/>
                    <a:pt x="2632" y="83"/>
                  </a:cubicBezTo>
                  <a:cubicBezTo>
                    <a:pt x="2485" y="27"/>
                    <a:pt x="2347" y="1"/>
                    <a:pt x="22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0"/>
            <p:cNvSpPr/>
            <p:nvPr/>
          </p:nvSpPr>
          <p:spPr>
            <a:xfrm>
              <a:off x="2884275" y="2158213"/>
              <a:ext cx="201850" cy="110200"/>
            </a:xfrm>
            <a:custGeom>
              <a:rect b="b" l="l" r="r" t="t"/>
              <a:pathLst>
                <a:path extrusionOk="0" h="4408" w="8074">
                  <a:moveTo>
                    <a:pt x="2377" y="1"/>
                  </a:moveTo>
                  <a:cubicBezTo>
                    <a:pt x="1994" y="1"/>
                    <a:pt x="1670" y="160"/>
                    <a:pt x="1442" y="538"/>
                  </a:cubicBezTo>
                  <a:cubicBezTo>
                    <a:pt x="1" y="2907"/>
                    <a:pt x="8073" y="4407"/>
                    <a:pt x="8073" y="4407"/>
                  </a:cubicBezTo>
                  <a:cubicBezTo>
                    <a:pt x="8073" y="4407"/>
                    <a:pt x="4398" y="1"/>
                    <a:pt x="23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0"/>
            <p:cNvSpPr/>
            <p:nvPr/>
          </p:nvSpPr>
          <p:spPr>
            <a:xfrm>
              <a:off x="3031025" y="1940138"/>
              <a:ext cx="136950" cy="148175"/>
            </a:xfrm>
            <a:custGeom>
              <a:rect b="b" l="l" r="r" t="t"/>
              <a:pathLst>
                <a:path extrusionOk="0" h="5927" w="5478">
                  <a:moveTo>
                    <a:pt x="2933" y="1"/>
                  </a:moveTo>
                  <a:cubicBezTo>
                    <a:pt x="1144" y="1"/>
                    <a:pt x="1" y="5927"/>
                    <a:pt x="1" y="5927"/>
                  </a:cubicBezTo>
                  <a:cubicBezTo>
                    <a:pt x="1" y="5927"/>
                    <a:pt x="5478" y="1414"/>
                    <a:pt x="3430" y="152"/>
                  </a:cubicBezTo>
                  <a:cubicBezTo>
                    <a:pt x="3259" y="48"/>
                    <a:pt x="3094" y="1"/>
                    <a:pt x="29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0"/>
            <p:cNvSpPr/>
            <p:nvPr/>
          </p:nvSpPr>
          <p:spPr>
            <a:xfrm>
              <a:off x="2864350" y="1970563"/>
              <a:ext cx="167600" cy="118050"/>
            </a:xfrm>
            <a:custGeom>
              <a:rect b="b" l="l" r="r" t="t"/>
              <a:pathLst>
                <a:path extrusionOk="0" h="4722" w="6704">
                  <a:moveTo>
                    <a:pt x="2321" y="1"/>
                  </a:moveTo>
                  <a:cubicBezTo>
                    <a:pt x="2069" y="1"/>
                    <a:pt x="1835" y="100"/>
                    <a:pt x="1631" y="328"/>
                  </a:cubicBezTo>
                  <a:cubicBezTo>
                    <a:pt x="0" y="2138"/>
                    <a:pt x="6703" y="4722"/>
                    <a:pt x="6703" y="4722"/>
                  </a:cubicBezTo>
                  <a:cubicBezTo>
                    <a:pt x="6703" y="4722"/>
                    <a:pt x="4062" y="1"/>
                    <a:pt x="23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0"/>
            <p:cNvSpPr/>
            <p:nvPr/>
          </p:nvSpPr>
          <p:spPr>
            <a:xfrm>
              <a:off x="3014350" y="1802463"/>
              <a:ext cx="111350" cy="120375"/>
            </a:xfrm>
            <a:custGeom>
              <a:rect b="b" l="l" r="r" t="t"/>
              <a:pathLst>
                <a:path extrusionOk="0" h="4815" w="4454">
                  <a:moveTo>
                    <a:pt x="2366" y="0"/>
                  </a:moveTo>
                  <a:cubicBezTo>
                    <a:pt x="934" y="0"/>
                    <a:pt x="1" y="4814"/>
                    <a:pt x="1" y="4814"/>
                  </a:cubicBezTo>
                  <a:cubicBezTo>
                    <a:pt x="1" y="4814"/>
                    <a:pt x="4454" y="1147"/>
                    <a:pt x="2763" y="123"/>
                  </a:cubicBezTo>
                  <a:cubicBezTo>
                    <a:pt x="2627" y="39"/>
                    <a:pt x="2495" y="0"/>
                    <a:pt x="23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0"/>
            <p:cNvSpPr/>
            <p:nvPr/>
          </p:nvSpPr>
          <p:spPr>
            <a:xfrm>
              <a:off x="2878925" y="1827313"/>
              <a:ext cx="136350" cy="95800"/>
            </a:xfrm>
            <a:custGeom>
              <a:rect b="b" l="l" r="r" t="t"/>
              <a:pathLst>
                <a:path extrusionOk="0" h="3832" w="5454">
                  <a:moveTo>
                    <a:pt x="1890" y="1"/>
                  </a:moveTo>
                  <a:cubicBezTo>
                    <a:pt x="1682" y="1"/>
                    <a:pt x="1490" y="83"/>
                    <a:pt x="1322" y="272"/>
                  </a:cubicBezTo>
                  <a:cubicBezTo>
                    <a:pt x="1" y="1736"/>
                    <a:pt x="5454" y="3832"/>
                    <a:pt x="5454" y="3832"/>
                  </a:cubicBezTo>
                  <a:cubicBezTo>
                    <a:pt x="5454" y="3832"/>
                    <a:pt x="3307" y="1"/>
                    <a:pt x="18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0"/>
            <p:cNvSpPr/>
            <p:nvPr/>
          </p:nvSpPr>
          <p:spPr>
            <a:xfrm>
              <a:off x="2990250" y="1741813"/>
              <a:ext cx="54500" cy="53925"/>
            </a:xfrm>
            <a:custGeom>
              <a:rect b="b" l="l" r="r" t="t"/>
              <a:pathLst>
                <a:path extrusionOk="0" h="2157" w="2180">
                  <a:moveTo>
                    <a:pt x="1109" y="1"/>
                  </a:moveTo>
                  <a:cubicBezTo>
                    <a:pt x="524" y="1"/>
                    <a:pt x="48" y="461"/>
                    <a:pt x="12" y="1049"/>
                  </a:cubicBezTo>
                  <a:cubicBezTo>
                    <a:pt x="1" y="1644"/>
                    <a:pt x="453" y="2144"/>
                    <a:pt x="1048" y="2156"/>
                  </a:cubicBezTo>
                  <a:cubicBezTo>
                    <a:pt x="1063" y="2157"/>
                    <a:pt x="1078" y="2157"/>
                    <a:pt x="1092" y="2157"/>
                  </a:cubicBezTo>
                  <a:cubicBezTo>
                    <a:pt x="1668" y="2157"/>
                    <a:pt x="2156" y="1701"/>
                    <a:pt x="2167" y="1120"/>
                  </a:cubicBezTo>
                  <a:cubicBezTo>
                    <a:pt x="2179" y="525"/>
                    <a:pt x="1727" y="13"/>
                    <a:pt x="1132" y="1"/>
                  </a:cubicBezTo>
                  <a:cubicBezTo>
                    <a:pt x="1124" y="1"/>
                    <a:pt x="1117" y="1"/>
                    <a:pt x="1109"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0"/>
            <p:cNvSpPr/>
            <p:nvPr/>
          </p:nvSpPr>
          <p:spPr>
            <a:xfrm>
              <a:off x="2939350" y="1832313"/>
              <a:ext cx="126825" cy="93775"/>
            </a:xfrm>
            <a:custGeom>
              <a:rect b="b" l="l" r="r" t="t"/>
              <a:pathLst>
                <a:path extrusionOk="0" h="3751" w="5073">
                  <a:moveTo>
                    <a:pt x="4951" y="1"/>
                  </a:moveTo>
                  <a:cubicBezTo>
                    <a:pt x="4912" y="1"/>
                    <a:pt x="4871" y="19"/>
                    <a:pt x="4846" y="60"/>
                  </a:cubicBezTo>
                  <a:lnTo>
                    <a:pt x="3001" y="3453"/>
                  </a:lnTo>
                  <a:lnTo>
                    <a:pt x="191" y="953"/>
                  </a:lnTo>
                  <a:cubicBezTo>
                    <a:pt x="169" y="936"/>
                    <a:pt x="142" y="928"/>
                    <a:pt x="114" y="928"/>
                  </a:cubicBezTo>
                  <a:cubicBezTo>
                    <a:pt x="82" y="928"/>
                    <a:pt x="50" y="939"/>
                    <a:pt x="24" y="965"/>
                  </a:cubicBezTo>
                  <a:cubicBezTo>
                    <a:pt x="1" y="1013"/>
                    <a:pt x="1" y="1084"/>
                    <a:pt x="36" y="1132"/>
                  </a:cubicBezTo>
                  <a:lnTo>
                    <a:pt x="2953" y="3715"/>
                  </a:lnTo>
                  <a:cubicBezTo>
                    <a:pt x="2977" y="3739"/>
                    <a:pt x="3001" y="3751"/>
                    <a:pt x="3037" y="3751"/>
                  </a:cubicBezTo>
                  <a:cubicBezTo>
                    <a:pt x="3037" y="3751"/>
                    <a:pt x="3049" y="3751"/>
                    <a:pt x="3049" y="3739"/>
                  </a:cubicBezTo>
                  <a:cubicBezTo>
                    <a:pt x="3072" y="3715"/>
                    <a:pt x="3108" y="3703"/>
                    <a:pt x="3120" y="3680"/>
                  </a:cubicBezTo>
                  <a:lnTo>
                    <a:pt x="5037" y="155"/>
                  </a:lnTo>
                  <a:cubicBezTo>
                    <a:pt x="5073" y="120"/>
                    <a:pt x="5061" y="36"/>
                    <a:pt x="5001" y="12"/>
                  </a:cubicBezTo>
                  <a:cubicBezTo>
                    <a:pt x="4986" y="5"/>
                    <a:pt x="4969" y="1"/>
                    <a:pt x="49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0"/>
            <p:cNvSpPr/>
            <p:nvPr/>
          </p:nvSpPr>
          <p:spPr>
            <a:xfrm>
              <a:off x="3029250" y="1990363"/>
              <a:ext cx="66100" cy="99750"/>
            </a:xfrm>
            <a:custGeom>
              <a:rect b="b" l="l" r="r" t="t"/>
              <a:pathLst>
                <a:path extrusionOk="0" h="3990" w="2644">
                  <a:moveTo>
                    <a:pt x="2465" y="1"/>
                  </a:moveTo>
                  <a:lnTo>
                    <a:pt x="0" y="3858"/>
                  </a:lnTo>
                  <a:lnTo>
                    <a:pt x="191" y="3989"/>
                  </a:lnTo>
                  <a:lnTo>
                    <a:pt x="2643" y="120"/>
                  </a:lnTo>
                  <a:lnTo>
                    <a:pt x="24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0"/>
            <p:cNvSpPr/>
            <p:nvPr/>
          </p:nvSpPr>
          <p:spPr>
            <a:xfrm>
              <a:off x="2938750" y="2010988"/>
              <a:ext cx="96475" cy="80300"/>
            </a:xfrm>
            <a:custGeom>
              <a:rect b="b" l="l" r="r" t="t"/>
              <a:pathLst>
                <a:path extrusionOk="0" h="3212" w="3859">
                  <a:moveTo>
                    <a:pt x="145" y="0"/>
                  </a:moveTo>
                  <a:cubicBezTo>
                    <a:pt x="110" y="0"/>
                    <a:pt x="77" y="16"/>
                    <a:pt x="48" y="45"/>
                  </a:cubicBezTo>
                  <a:cubicBezTo>
                    <a:pt x="1" y="104"/>
                    <a:pt x="25" y="164"/>
                    <a:pt x="60" y="200"/>
                  </a:cubicBezTo>
                  <a:lnTo>
                    <a:pt x="3656" y="3176"/>
                  </a:lnTo>
                  <a:cubicBezTo>
                    <a:pt x="3680" y="3188"/>
                    <a:pt x="3692" y="3212"/>
                    <a:pt x="3727" y="3212"/>
                  </a:cubicBezTo>
                  <a:cubicBezTo>
                    <a:pt x="3751" y="3212"/>
                    <a:pt x="3787" y="3200"/>
                    <a:pt x="3811" y="3164"/>
                  </a:cubicBezTo>
                  <a:cubicBezTo>
                    <a:pt x="3858" y="3105"/>
                    <a:pt x="3846" y="3045"/>
                    <a:pt x="3799" y="2998"/>
                  </a:cubicBezTo>
                  <a:lnTo>
                    <a:pt x="215" y="21"/>
                  </a:lnTo>
                  <a:cubicBezTo>
                    <a:pt x="192" y="7"/>
                    <a:pt x="168" y="0"/>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0"/>
            <p:cNvSpPr/>
            <p:nvPr/>
          </p:nvSpPr>
          <p:spPr>
            <a:xfrm>
              <a:off x="2961675" y="2144188"/>
              <a:ext cx="169100" cy="126000"/>
            </a:xfrm>
            <a:custGeom>
              <a:rect b="b" l="l" r="r" t="t"/>
              <a:pathLst>
                <a:path extrusionOk="0" h="5040" w="6764">
                  <a:moveTo>
                    <a:pt x="6629" y="1"/>
                  </a:moveTo>
                  <a:cubicBezTo>
                    <a:pt x="6585" y="1"/>
                    <a:pt x="6542" y="32"/>
                    <a:pt x="6525" y="75"/>
                  </a:cubicBezTo>
                  <a:lnTo>
                    <a:pt x="4739" y="4778"/>
                  </a:lnTo>
                  <a:lnTo>
                    <a:pt x="179" y="2003"/>
                  </a:lnTo>
                  <a:cubicBezTo>
                    <a:pt x="164" y="1996"/>
                    <a:pt x="147" y="1992"/>
                    <a:pt x="129" y="1992"/>
                  </a:cubicBezTo>
                  <a:cubicBezTo>
                    <a:pt x="90" y="1992"/>
                    <a:pt x="49" y="2010"/>
                    <a:pt x="24" y="2051"/>
                  </a:cubicBezTo>
                  <a:cubicBezTo>
                    <a:pt x="1" y="2099"/>
                    <a:pt x="12" y="2170"/>
                    <a:pt x="72" y="2194"/>
                  </a:cubicBezTo>
                  <a:lnTo>
                    <a:pt x="4763" y="5028"/>
                  </a:lnTo>
                  <a:cubicBezTo>
                    <a:pt x="4775" y="5040"/>
                    <a:pt x="4799" y="5040"/>
                    <a:pt x="4823" y="5040"/>
                  </a:cubicBezTo>
                  <a:lnTo>
                    <a:pt x="4834" y="5040"/>
                  </a:lnTo>
                  <a:cubicBezTo>
                    <a:pt x="4882" y="5040"/>
                    <a:pt x="4894" y="5004"/>
                    <a:pt x="4906" y="4980"/>
                  </a:cubicBezTo>
                  <a:lnTo>
                    <a:pt x="6739" y="158"/>
                  </a:lnTo>
                  <a:cubicBezTo>
                    <a:pt x="6763" y="99"/>
                    <a:pt x="6739" y="27"/>
                    <a:pt x="6680" y="15"/>
                  </a:cubicBezTo>
                  <a:cubicBezTo>
                    <a:pt x="6664" y="5"/>
                    <a:pt x="6646" y="1"/>
                    <a:pt x="66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0"/>
            <p:cNvSpPr/>
            <p:nvPr/>
          </p:nvSpPr>
          <p:spPr>
            <a:xfrm>
              <a:off x="3153675" y="2283513"/>
              <a:ext cx="31875" cy="138475"/>
            </a:xfrm>
            <a:custGeom>
              <a:rect b="b" l="l" r="r" t="t"/>
              <a:pathLst>
                <a:path extrusionOk="0" h="5539" w="1275">
                  <a:moveTo>
                    <a:pt x="1148" y="1"/>
                  </a:moveTo>
                  <a:cubicBezTo>
                    <a:pt x="1095" y="1"/>
                    <a:pt x="1047" y="44"/>
                    <a:pt x="1036" y="98"/>
                  </a:cubicBezTo>
                  <a:lnTo>
                    <a:pt x="12" y="5408"/>
                  </a:lnTo>
                  <a:cubicBezTo>
                    <a:pt x="0" y="5467"/>
                    <a:pt x="36" y="5527"/>
                    <a:pt x="95" y="5539"/>
                  </a:cubicBezTo>
                  <a:lnTo>
                    <a:pt x="119" y="5539"/>
                  </a:lnTo>
                  <a:cubicBezTo>
                    <a:pt x="167" y="5539"/>
                    <a:pt x="214" y="5491"/>
                    <a:pt x="238" y="5455"/>
                  </a:cubicBezTo>
                  <a:lnTo>
                    <a:pt x="1262" y="133"/>
                  </a:lnTo>
                  <a:cubicBezTo>
                    <a:pt x="1274" y="74"/>
                    <a:pt x="1226" y="14"/>
                    <a:pt x="1167" y="2"/>
                  </a:cubicBezTo>
                  <a:cubicBezTo>
                    <a:pt x="1161" y="1"/>
                    <a:pt x="1154" y="1"/>
                    <a:pt x="11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0"/>
            <p:cNvSpPr/>
            <p:nvPr/>
          </p:nvSpPr>
          <p:spPr>
            <a:xfrm>
              <a:off x="3014075" y="2362738"/>
              <a:ext cx="131575" cy="54500"/>
            </a:xfrm>
            <a:custGeom>
              <a:rect b="b" l="l" r="r" t="t"/>
              <a:pathLst>
                <a:path extrusionOk="0" h="2180" w="5263">
                  <a:moveTo>
                    <a:pt x="71" y="0"/>
                  </a:moveTo>
                  <a:lnTo>
                    <a:pt x="0" y="203"/>
                  </a:lnTo>
                  <a:lnTo>
                    <a:pt x="5179" y="2179"/>
                  </a:lnTo>
                  <a:lnTo>
                    <a:pt x="5263" y="1977"/>
                  </a:lnTo>
                  <a:lnTo>
                    <a:pt x="7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 name="Google Shape;1971;p50"/>
          <p:cNvGrpSpPr/>
          <p:nvPr/>
        </p:nvGrpSpPr>
        <p:grpSpPr>
          <a:xfrm rot="2523835">
            <a:off x="-58556" y="281628"/>
            <a:ext cx="1212232" cy="1980835"/>
            <a:chOff x="4838975" y="1909000"/>
            <a:chExt cx="479850" cy="784050"/>
          </a:xfrm>
        </p:grpSpPr>
        <p:sp>
          <p:nvSpPr>
            <p:cNvPr id="1972" name="Google Shape;1972;p50"/>
            <p:cNvSpPr/>
            <p:nvPr/>
          </p:nvSpPr>
          <p:spPr>
            <a:xfrm>
              <a:off x="4998825" y="1909600"/>
              <a:ext cx="129800" cy="216400"/>
            </a:xfrm>
            <a:custGeom>
              <a:rect b="b" l="l" r="r" t="t"/>
              <a:pathLst>
                <a:path extrusionOk="0" h="8656" w="5192">
                  <a:moveTo>
                    <a:pt x="1906" y="0"/>
                  </a:moveTo>
                  <a:cubicBezTo>
                    <a:pt x="1906" y="0"/>
                    <a:pt x="1" y="4620"/>
                    <a:pt x="584" y="6465"/>
                  </a:cubicBezTo>
                  <a:cubicBezTo>
                    <a:pt x="1155" y="8311"/>
                    <a:pt x="3227" y="8656"/>
                    <a:pt x="3227" y="8656"/>
                  </a:cubicBezTo>
                  <a:cubicBezTo>
                    <a:pt x="3227" y="8656"/>
                    <a:pt x="5192" y="6370"/>
                    <a:pt x="4989" y="5001"/>
                  </a:cubicBezTo>
                  <a:cubicBezTo>
                    <a:pt x="4775" y="3655"/>
                    <a:pt x="1906" y="0"/>
                    <a:pt x="19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0"/>
            <p:cNvSpPr/>
            <p:nvPr/>
          </p:nvSpPr>
          <p:spPr>
            <a:xfrm>
              <a:off x="5005375" y="1909000"/>
              <a:ext cx="128600" cy="784050"/>
            </a:xfrm>
            <a:custGeom>
              <a:rect b="b" l="l" r="r" t="t"/>
              <a:pathLst>
                <a:path extrusionOk="0" h="31362" w="5144">
                  <a:moveTo>
                    <a:pt x="1751" y="0"/>
                  </a:moveTo>
                  <a:lnTo>
                    <a:pt x="1525" y="48"/>
                  </a:lnTo>
                  <a:cubicBezTo>
                    <a:pt x="1536" y="107"/>
                    <a:pt x="2727" y="5418"/>
                    <a:pt x="2906" y="7096"/>
                  </a:cubicBezTo>
                  <a:cubicBezTo>
                    <a:pt x="2941" y="7263"/>
                    <a:pt x="4918" y="23039"/>
                    <a:pt x="1" y="31242"/>
                  </a:cubicBezTo>
                  <a:lnTo>
                    <a:pt x="191" y="31361"/>
                  </a:lnTo>
                  <a:cubicBezTo>
                    <a:pt x="5144" y="23086"/>
                    <a:pt x="3144" y="7227"/>
                    <a:pt x="3132" y="7073"/>
                  </a:cubicBezTo>
                  <a:cubicBezTo>
                    <a:pt x="2953" y="5382"/>
                    <a:pt x="1763" y="60"/>
                    <a:pt x="17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0"/>
            <p:cNvSpPr/>
            <p:nvPr/>
          </p:nvSpPr>
          <p:spPr>
            <a:xfrm>
              <a:off x="4838975" y="2365475"/>
              <a:ext cx="219400" cy="231425"/>
            </a:xfrm>
            <a:custGeom>
              <a:rect b="b" l="l" r="r" t="t"/>
              <a:pathLst>
                <a:path extrusionOk="0" h="9257" w="8776">
                  <a:moveTo>
                    <a:pt x="188" y="1"/>
                  </a:moveTo>
                  <a:cubicBezTo>
                    <a:pt x="173" y="1"/>
                    <a:pt x="162" y="2"/>
                    <a:pt x="156" y="5"/>
                  </a:cubicBezTo>
                  <a:cubicBezTo>
                    <a:pt x="1" y="65"/>
                    <a:pt x="1811" y="3911"/>
                    <a:pt x="3501" y="6554"/>
                  </a:cubicBezTo>
                  <a:cubicBezTo>
                    <a:pt x="5204" y="9185"/>
                    <a:pt x="8419" y="9257"/>
                    <a:pt x="8419" y="9257"/>
                  </a:cubicBezTo>
                  <a:cubicBezTo>
                    <a:pt x="8776" y="6804"/>
                    <a:pt x="7228" y="3315"/>
                    <a:pt x="5573" y="2160"/>
                  </a:cubicBezTo>
                  <a:cubicBezTo>
                    <a:pt x="3979" y="1037"/>
                    <a:pt x="584" y="1"/>
                    <a:pt x="1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0"/>
            <p:cNvSpPr/>
            <p:nvPr/>
          </p:nvSpPr>
          <p:spPr>
            <a:xfrm>
              <a:off x="4896425" y="2110200"/>
              <a:ext cx="190825" cy="278650"/>
            </a:xfrm>
            <a:custGeom>
              <a:rect b="b" l="l" r="r" t="t"/>
              <a:pathLst>
                <a:path extrusionOk="0" h="11146" w="7633">
                  <a:moveTo>
                    <a:pt x="1" y="1"/>
                  </a:moveTo>
                  <a:cubicBezTo>
                    <a:pt x="1" y="1"/>
                    <a:pt x="1489" y="5156"/>
                    <a:pt x="2715" y="7299"/>
                  </a:cubicBezTo>
                  <a:cubicBezTo>
                    <a:pt x="3930" y="9454"/>
                    <a:pt x="7633" y="11145"/>
                    <a:pt x="7633" y="11145"/>
                  </a:cubicBezTo>
                  <a:cubicBezTo>
                    <a:pt x="7633" y="11145"/>
                    <a:pt x="7430" y="6585"/>
                    <a:pt x="6180" y="4275"/>
                  </a:cubicBezTo>
                  <a:cubicBezTo>
                    <a:pt x="4930" y="1966"/>
                    <a:pt x="1"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0"/>
            <p:cNvSpPr/>
            <p:nvPr/>
          </p:nvSpPr>
          <p:spPr>
            <a:xfrm>
              <a:off x="5089600" y="2034300"/>
              <a:ext cx="146175" cy="208700"/>
            </a:xfrm>
            <a:custGeom>
              <a:rect b="b" l="l" r="r" t="t"/>
              <a:pathLst>
                <a:path extrusionOk="0" h="8348" w="5847">
                  <a:moveTo>
                    <a:pt x="5646" y="0"/>
                  </a:moveTo>
                  <a:cubicBezTo>
                    <a:pt x="5290" y="0"/>
                    <a:pt x="2667" y="1905"/>
                    <a:pt x="1358" y="3668"/>
                  </a:cubicBezTo>
                  <a:cubicBezTo>
                    <a:pt x="1" y="5525"/>
                    <a:pt x="180" y="8347"/>
                    <a:pt x="180" y="8347"/>
                  </a:cubicBezTo>
                  <a:cubicBezTo>
                    <a:pt x="3406" y="7871"/>
                    <a:pt x="5061" y="5109"/>
                    <a:pt x="5371" y="3668"/>
                  </a:cubicBezTo>
                  <a:cubicBezTo>
                    <a:pt x="5680" y="2215"/>
                    <a:pt x="5847" y="215"/>
                    <a:pt x="5680" y="13"/>
                  </a:cubicBezTo>
                  <a:cubicBezTo>
                    <a:pt x="5674" y="4"/>
                    <a:pt x="5662" y="0"/>
                    <a:pt x="56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0"/>
            <p:cNvSpPr/>
            <p:nvPr/>
          </p:nvSpPr>
          <p:spPr>
            <a:xfrm>
              <a:off x="5081875" y="2257850"/>
              <a:ext cx="235175" cy="186650"/>
            </a:xfrm>
            <a:custGeom>
              <a:rect b="b" l="l" r="r" t="t"/>
              <a:pathLst>
                <a:path extrusionOk="0" h="7466" w="9407">
                  <a:moveTo>
                    <a:pt x="9406" y="0"/>
                  </a:moveTo>
                  <a:cubicBezTo>
                    <a:pt x="9406" y="0"/>
                    <a:pt x="6692" y="572"/>
                    <a:pt x="3941" y="2001"/>
                  </a:cubicBezTo>
                  <a:cubicBezTo>
                    <a:pt x="1167" y="3429"/>
                    <a:pt x="0" y="7466"/>
                    <a:pt x="0" y="7466"/>
                  </a:cubicBezTo>
                  <a:cubicBezTo>
                    <a:pt x="0" y="7466"/>
                    <a:pt x="4501" y="6942"/>
                    <a:pt x="6727" y="5227"/>
                  </a:cubicBezTo>
                  <a:cubicBezTo>
                    <a:pt x="8954" y="3537"/>
                    <a:pt x="9406" y="1"/>
                    <a:pt x="9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0"/>
            <p:cNvSpPr/>
            <p:nvPr/>
          </p:nvSpPr>
          <p:spPr>
            <a:xfrm>
              <a:off x="5019675" y="2508400"/>
              <a:ext cx="267000" cy="157350"/>
            </a:xfrm>
            <a:custGeom>
              <a:rect b="b" l="l" r="r" t="t"/>
              <a:pathLst>
                <a:path extrusionOk="0" h="6294" w="10680">
                  <a:moveTo>
                    <a:pt x="10465" y="1"/>
                  </a:moveTo>
                  <a:cubicBezTo>
                    <a:pt x="9676" y="1"/>
                    <a:pt x="6857" y="95"/>
                    <a:pt x="4417" y="1361"/>
                  </a:cubicBezTo>
                  <a:cubicBezTo>
                    <a:pt x="1548" y="2837"/>
                    <a:pt x="0" y="6111"/>
                    <a:pt x="167" y="6147"/>
                  </a:cubicBezTo>
                  <a:cubicBezTo>
                    <a:pt x="835" y="6249"/>
                    <a:pt x="1447" y="6294"/>
                    <a:pt x="2009" y="6294"/>
                  </a:cubicBezTo>
                  <a:cubicBezTo>
                    <a:pt x="5533" y="6294"/>
                    <a:pt x="7056" y="4505"/>
                    <a:pt x="7703" y="3540"/>
                  </a:cubicBezTo>
                  <a:cubicBezTo>
                    <a:pt x="8453" y="2420"/>
                    <a:pt x="10680" y="3"/>
                    <a:pt x="10680" y="3"/>
                  </a:cubicBezTo>
                  <a:cubicBezTo>
                    <a:pt x="10680" y="3"/>
                    <a:pt x="10604" y="1"/>
                    <a:pt x="104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0"/>
            <p:cNvSpPr/>
            <p:nvPr/>
          </p:nvSpPr>
          <p:spPr>
            <a:xfrm>
              <a:off x="4841375" y="2363225"/>
              <a:ext cx="210750" cy="235175"/>
            </a:xfrm>
            <a:custGeom>
              <a:rect b="b" l="l" r="r" t="t"/>
              <a:pathLst>
                <a:path extrusionOk="0" h="9407" w="8430">
                  <a:moveTo>
                    <a:pt x="131" y="0"/>
                  </a:moveTo>
                  <a:lnTo>
                    <a:pt x="0" y="179"/>
                  </a:lnTo>
                  <a:cubicBezTo>
                    <a:pt x="60" y="215"/>
                    <a:pt x="5156" y="4001"/>
                    <a:pt x="8227" y="9406"/>
                  </a:cubicBezTo>
                  <a:lnTo>
                    <a:pt x="8430" y="9299"/>
                  </a:lnTo>
                  <a:cubicBezTo>
                    <a:pt x="5310" y="3858"/>
                    <a:pt x="179" y="48"/>
                    <a:pt x="1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0"/>
            <p:cNvSpPr/>
            <p:nvPr/>
          </p:nvSpPr>
          <p:spPr>
            <a:xfrm>
              <a:off x="5024725" y="2505500"/>
              <a:ext cx="261650" cy="152425"/>
            </a:xfrm>
            <a:custGeom>
              <a:rect b="b" l="l" r="r" t="t"/>
              <a:pathLst>
                <a:path extrusionOk="0" h="6097" w="10466">
                  <a:moveTo>
                    <a:pt x="10442" y="0"/>
                  </a:moveTo>
                  <a:cubicBezTo>
                    <a:pt x="4334" y="786"/>
                    <a:pt x="48" y="5906"/>
                    <a:pt x="0" y="5954"/>
                  </a:cubicBezTo>
                  <a:lnTo>
                    <a:pt x="179" y="6096"/>
                  </a:lnTo>
                  <a:cubicBezTo>
                    <a:pt x="227" y="6037"/>
                    <a:pt x="4465" y="989"/>
                    <a:pt x="10466" y="215"/>
                  </a:cubicBezTo>
                  <a:lnTo>
                    <a:pt x="104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0"/>
            <p:cNvSpPr/>
            <p:nvPr/>
          </p:nvSpPr>
          <p:spPr>
            <a:xfrm>
              <a:off x="4894050" y="2108125"/>
              <a:ext cx="195875" cy="281600"/>
            </a:xfrm>
            <a:custGeom>
              <a:rect b="b" l="l" r="r" t="t"/>
              <a:pathLst>
                <a:path extrusionOk="0" h="11264" w="7835">
                  <a:moveTo>
                    <a:pt x="167" y="1"/>
                  </a:moveTo>
                  <a:lnTo>
                    <a:pt x="1" y="143"/>
                  </a:lnTo>
                  <a:cubicBezTo>
                    <a:pt x="72" y="203"/>
                    <a:pt x="5620" y="6085"/>
                    <a:pt x="7621" y="11264"/>
                  </a:cubicBezTo>
                  <a:lnTo>
                    <a:pt x="7835" y="11169"/>
                  </a:lnTo>
                  <a:cubicBezTo>
                    <a:pt x="5811" y="5966"/>
                    <a:pt x="227" y="60"/>
                    <a:pt x="1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0"/>
            <p:cNvSpPr/>
            <p:nvPr/>
          </p:nvSpPr>
          <p:spPr>
            <a:xfrm>
              <a:off x="5080375" y="2256050"/>
              <a:ext cx="238450" cy="190825"/>
            </a:xfrm>
            <a:custGeom>
              <a:rect b="b" l="l" r="r" t="t"/>
              <a:pathLst>
                <a:path extrusionOk="0" h="7633" w="9538">
                  <a:moveTo>
                    <a:pt x="9371" y="1"/>
                  </a:moveTo>
                  <a:cubicBezTo>
                    <a:pt x="6073" y="3632"/>
                    <a:pt x="60" y="7395"/>
                    <a:pt x="1" y="7442"/>
                  </a:cubicBezTo>
                  <a:lnTo>
                    <a:pt x="120" y="7633"/>
                  </a:lnTo>
                  <a:cubicBezTo>
                    <a:pt x="168" y="7597"/>
                    <a:pt x="6216" y="3811"/>
                    <a:pt x="9538" y="156"/>
                  </a:cubicBezTo>
                  <a:lnTo>
                    <a:pt x="937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0"/>
            <p:cNvSpPr/>
            <p:nvPr/>
          </p:nvSpPr>
          <p:spPr>
            <a:xfrm>
              <a:off x="5091100" y="2032825"/>
              <a:ext cx="142600" cy="202125"/>
            </a:xfrm>
            <a:custGeom>
              <a:rect b="b" l="l" r="r" t="t"/>
              <a:pathLst>
                <a:path extrusionOk="0" h="8085" w="5704">
                  <a:moveTo>
                    <a:pt x="5561" y="0"/>
                  </a:moveTo>
                  <a:cubicBezTo>
                    <a:pt x="2322" y="2548"/>
                    <a:pt x="24" y="7930"/>
                    <a:pt x="1" y="7989"/>
                  </a:cubicBezTo>
                  <a:lnTo>
                    <a:pt x="203" y="8085"/>
                  </a:lnTo>
                  <a:cubicBezTo>
                    <a:pt x="239" y="8025"/>
                    <a:pt x="2513" y="2679"/>
                    <a:pt x="5704" y="179"/>
                  </a:cubicBezTo>
                  <a:lnTo>
                    <a:pt x="55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50"/>
          <p:cNvGrpSpPr/>
          <p:nvPr/>
        </p:nvGrpSpPr>
        <p:grpSpPr>
          <a:xfrm flipH="1" rot="-2877442">
            <a:off x="7901514" y="-115002"/>
            <a:ext cx="399583" cy="524811"/>
            <a:chOff x="1984450" y="1119863"/>
            <a:chExt cx="166125" cy="218175"/>
          </a:xfrm>
        </p:grpSpPr>
        <p:sp>
          <p:nvSpPr>
            <p:cNvPr id="1985" name="Google Shape;1985;p50"/>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0"/>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 name="Google Shape;1987;p50"/>
          <p:cNvGrpSpPr/>
          <p:nvPr/>
        </p:nvGrpSpPr>
        <p:grpSpPr>
          <a:xfrm rot="5134762">
            <a:off x="8414725" y="2622165"/>
            <a:ext cx="399590" cy="524810"/>
            <a:chOff x="1984450" y="1119863"/>
            <a:chExt cx="166125" cy="218175"/>
          </a:xfrm>
        </p:grpSpPr>
        <p:sp>
          <p:nvSpPr>
            <p:cNvPr id="1988" name="Google Shape;1988;p50"/>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0"/>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 and text 4">
  <p:cSld name="CUSTOM_6_1_1_1_1">
    <p:spTree>
      <p:nvGrpSpPr>
        <p:cNvPr id="1990" name="Shape 1990"/>
        <p:cNvGrpSpPr/>
        <p:nvPr/>
      </p:nvGrpSpPr>
      <p:grpSpPr>
        <a:xfrm>
          <a:off x="0" y="0"/>
          <a:ext cx="0" cy="0"/>
          <a:chOff x="0" y="0"/>
          <a:chExt cx="0" cy="0"/>
        </a:xfrm>
      </p:grpSpPr>
      <p:sp>
        <p:nvSpPr>
          <p:cNvPr id="1991" name="Google Shape;1991;p51"/>
          <p:cNvSpPr/>
          <p:nvPr/>
        </p:nvSpPr>
        <p:spPr>
          <a:xfrm flipH="1" rot="5400000">
            <a:off x="258412" y="3944583"/>
            <a:ext cx="940550" cy="1457283"/>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1"/>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993" name="Google Shape;1993;p51"/>
          <p:cNvSpPr txBox="1"/>
          <p:nvPr>
            <p:ph hasCustomPrompt="1" idx="2" type="title"/>
          </p:nvPr>
        </p:nvSpPr>
        <p:spPr>
          <a:xfrm>
            <a:off x="5435062" y="1187663"/>
            <a:ext cx="2548800" cy="6465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1994" name="Google Shape;1994;p51"/>
          <p:cNvSpPr txBox="1"/>
          <p:nvPr>
            <p:ph idx="1" type="subTitle"/>
          </p:nvPr>
        </p:nvSpPr>
        <p:spPr>
          <a:xfrm>
            <a:off x="5438995" y="2052483"/>
            <a:ext cx="25449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995" name="Google Shape;1995;p51"/>
          <p:cNvSpPr txBox="1"/>
          <p:nvPr>
            <p:ph hasCustomPrompt="1" idx="3" type="title"/>
          </p:nvPr>
        </p:nvSpPr>
        <p:spPr>
          <a:xfrm>
            <a:off x="5437670" y="2897274"/>
            <a:ext cx="2543400" cy="6465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1996" name="Google Shape;1996;p51"/>
          <p:cNvSpPr txBox="1"/>
          <p:nvPr>
            <p:ph idx="4" type="subTitle"/>
          </p:nvPr>
        </p:nvSpPr>
        <p:spPr>
          <a:xfrm>
            <a:off x="5440518" y="3762075"/>
            <a:ext cx="25392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997" name="Google Shape;1997;p51"/>
          <p:cNvSpPr txBox="1"/>
          <p:nvPr>
            <p:ph idx="5" type="title"/>
          </p:nvPr>
        </p:nvSpPr>
        <p:spPr>
          <a:xfrm>
            <a:off x="5438999" y="1667015"/>
            <a:ext cx="2543400" cy="462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998" name="Google Shape;1998;p51"/>
          <p:cNvSpPr txBox="1"/>
          <p:nvPr>
            <p:ph idx="6" type="title"/>
          </p:nvPr>
        </p:nvSpPr>
        <p:spPr>
          <a:xfrm>
            <a:off x="5440518" y="3376617"/>
            <a:ext cx="2538900" cy="4626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grpSp>
        <p:nvGrpSpPr>
          <p:cNvPr id="1999" name="Google Shape;1999;p51"/>
          <p:cNvGrpSpPr/>
          <p:nvPr/>
        </p:nvGrpSpPr>
        <p:grpSpPr>
          <a:xfrm flipH="1" rot="-4141496">
            <a:off x="273526" y="4896364"/>
            <a:ext cx="340314" cy="446941"/>
            <a:chOff x="2136875" y="1156838"/>
            <a:chExt cx="166125" cy="218175"/>
          </a:xfrm>
        </p:grpSpPr>
        <p:sp>
          <p:nvSpPr>
            <p:cNvPr id="2000" name="Google Shape;2000;p51"/>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1"/>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 name="Google Shape;2002;p51"/>
          <p:cNvGrpSpPr/>
          <p:nvPr/>
        </p:nvGrpSpPr>
        <p:grpSpPr>
          <a:xfrm flipH="1" rot="6042688">
            <a:off x="-65088" y="2618419"/>
            <a:ext cx="550381" cy="1003090"/>
            <a:chOff x="-214625" y="3943775"/>
            <a:chExt cx="458725" cy="836125"/>
          </a:xfrm>
        </p:grpSpPr>
        <p:sp>
          <p:nvSpPr>
            <p:cNvPr id="2003" name="Google Shape;2003;p51"/>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1"/>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1"/>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1"/>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1"/>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1"/>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1"/>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1"/>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1"/>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1"/>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1"/>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1"/>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 name="Google Shape;2015;p51"/>
          <p:cNvGrpSpPr/>
          <p:nvPr/>
        </p:nvGrpSpPr>
        <p:grpSpPr>
          <a:xfrm flipH="1" rot="7617876">
            <a:off x="-46561" y="1930804"/>
            <a:ext cx="340326" cy="646196"/>
            <a:chOff x="2263675" y="890788"/>
            <a:chExt cx="248900" cy="472600"/>
          </a:xfrm>
        </p:grpSpPr>
        <p:sp>
          <p:nvSpPr>
            <p:cNvPr id="2016" name="Google Shape;2016;p51"/>
            <p:cNvSpPr/>
            <p:nvPr/>
          </p:nvSpPr>
          <p:spPr>
            <a:xfrm>
              <a:off x="2263675" y="890788"/>
              <a:ext cx="248900" cy="472600"/>
            </a:xfrm>
            <a:custGeom>
              <a:rect b="b" l="l" r="r" t="t"/>
              <a:pathLst>
                <a:path extrusionOk="0" h="18904" w="9956">
                  <a:moveTo>
                    <a:pt x="4075" y="0"/>
                  </a:moveTo>
                  <a:cubicBezTo>
                    <a:pt x="3898" y="0"/>
                    <a:pt x="3718" y="22"/>
                    <a:pt x="3537" y="68"/>
                  </a:cubicBezTo>
                  <a:cubicBezTo>
                    <a:pt x="1" y="961"/>
                    <a:pt x="1215" y="9010"/>
                    <a:pt x="2882" y="13236"/>
                  </a:cubicBezTo>
                  <a:cubicBezTo>
                    <a:pt x="4537" y="17463"/>
                    <a:pt x="4132" y="18904"/>
                    <a:pt x="4132" y="18904"/>
                  </a:cubicBezTo>
                  <a:cubicBezTo>
                    <a:pt x="4132" y="18904"/>
                    <a:pt x="6811" y="17285"/>
                    <a:pt x="8430" y="12284"/>
                  </a:cubicBezTo>
                  <a:cubicBezTo>
                    <a:pt x="9955" y="7540"/>
                    <a:pt x="7355" y="0"/>
                    <a:pt x="4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1"/>
            <p:cNvSpPr/>
            <p:nvPr/>
          </p:nvSpPr>
          <p:spPr>
            <a:xfrm>
              <a:off x="2365475" y="990113"/>
              <a:ext cx="93200" cy="360175"/>
            </a:xfrm>
            <a:custGeom>
              <a:rect b="b" l="l" r="r" t="t"/>
              <a:pathLst>
                <a:path extrusionOk="0" h="14407" w="3728">
                  <a:moveTo>
                    <a:pt x="394" y="0"/>
                  </a:moveTo>
                  <a:lnTo>
                    <a:pt x="191" y="108"/>
                  </a:lnTo>
                  <a:cubicBezTo>
                    <a:pt x="215" y="179"/>
                    <a:pt x="3477" y="7001"/>
                    <a:pt x="1" y="14324"/>
                  </a:cubicBezTo>
                  <a:lnTo>
                    <a:pt x="203" y="14407"/>
                  </a:lnTo>
                  <a:cubicBezTo>
                    <a:pt x="3727" y="6989"/>
                    <a:pt x="429" y="84"/>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 name="Google Shape;2018;p51"/>
          <p:cNvGrpSpPr/>
          <p:nvPr/>
        </p:nvGrpSpPr>
        <p:grpSpPr>
          <a:xfrm flipH="1" rot="7948075">
            <a:off x="24177" y="3412582"/>
            <a:ext cx="922603" cy="1869827"/>
            <a:chOff x="1803775" y="5029925"/>
            <a:chExt cx="655775" cy="1329050"/>
          </a:xfrm>
        </p:grpSpPr>
        <p:sp>
          <p:nvSpPr>
            <p:cNvPr id="2019" name="Google Shape;2019;p51"/>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1"/>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1"/>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1"/>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1"/>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1"/>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1"/>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1"/>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1"/>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1"/>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1"/>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0" name="Google Shape;2030;p51"/>
          <p:cNvSpPr/>
          <p:nvPr/>
        </p:nvSpPr>
        <p:spPr>
          <a:xfrm flipH="1" rot="-5400000">
            <a:off x="7944445" y="-262226"/>
            <a:ext cx="940550" cy="1457283"/>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1" name="Google Shape;2031;p51"/>
          <p:cNvGrpSpPr/>
          <p:nvPr/>
        </p:nvGrpSpPr>
        <p:grpSpPr>
          <a:xfrm flipH="1" rot="6658504">
            <a:off x="8529566" y="-203665"/>
            <a:ext cx="340314" cy="446941"/>
            <a:chOff x="2136875" y="1156838"/>
            <a:chExt cx="166125" cy="218175"/>
          </a:xfrm>
        </p:grpSpPr>
        <p:sp>
          <p:nvSpPr>
            <p:cNvPr id="2032" name="Google Shape;2032;p51"/>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1"/>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 name="Google Shape;2034;p51"/>
          <p:cNvGrpSpPr/>
          <p:nvPr/>
        </p:nvGrpSpPr>
        <p:grpSpPr>
          <a:xfrm flipH="1" rot="-4757312">
            <a:off x="8658114" y="1518131"/>
            <a:ext cx="550381" cy="1003090"/>
            <a:chOff x="-214625" y="3943775"/>
            <a:chExt cx="458725" cy="836125"/>
          </a:xfrm>
        </p:grpSpPr>
        <p:sp>
          <p:nvSpPr>
            <p:cNvPr id="2035" name="Google Shape;2035;p51"/>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1"/>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1"/>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1"/>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1"/>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1"/>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1"/>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1"/>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1"/>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1"/>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1"/>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1"/>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 name="Google Shape;2047;p51"/>
          <p:cNvGrpSpPr/>
          <p:nvPr/>
        </p:nvGrpSpPr>
        <p:grpSpPr>
          <a:xfrm flipH="1" rot="-3182124">
            <a:off x="8849641" y="2562640"/>
            <a:ext cx="340326" cy="646196"/>
            <a:chOff x="2263675" y="890788"/>
            <a:chExt cx="248900" cy="472600"/>
          </a:xfrm>
        </p:grpSpPr>
        <p:sp>
          <p:nvSpPr>
            <p:cNvPr id="2048" name="Google Shape;2048;p51"/>
            <p:cNvSpPr/>
            <p:nvPr/>
          </p:nvSpPr>
          <p:spPr>
            <a:xfrm>
              <a:off x="2263675" y="890788"/>
              <a:ext cx="248900" cy="472600"/>
            </a:xfrm>
            <a:custGeom>
              <a:rect b="b" l="l" r="r" t="t"/>
              <a:pathLst>
                <a:path extrusionOk="0" h="18904" w="9956">
                  <a:moveTo>
                    <a:pt x="4075" y="0"/>
                  </a:moveTo>
                  <a:cubicBezTo>
                    <a:pt x="3898" y="0"/>
                    <a:pt x="3718" y="22"/>
                    <a:pt x="3537" y="68"/>
                  </a:cubicBezTo>
                  <a:cubicBezTo>
                    <a:pt x="1" y="961"/>
                    <a:pt x="1215" y="9010"/>
                    <a:pt x="2882" y="13236"/>
                  </a:cubicBezTo>
                  <a:cubicBezTo>
                    <a:pt x="4537" y="17463"/>
                    <a:pt x="4132" y="18904"/>
                    <a:pt x="4132" y="18904"/>
                  </a:cubicBezTo>
                  <a:cubicBezTo>
                    <a:pt x="4132" y="18904"/>
                    <a:pt x="6811" y="17285"/>
                    <a:pt x="8430" y="12284"/>
                  </a:cubicBezTo>
                  <a:cubicBezTo>
                    <a:pt x="9955" y="7540"/>
                    <a:pt x="7355" y="0"/>
                    <a:pt x="4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1"/>
            <p:cNvSpPr/>
            <p:nvPr/>
          </p:nvSpPr>
          <p:spPr>
            <a:xfrm>
              <a:off x="2365475" y="990113"/>
              <a:ext cx="93200" cy="360175"/>
            </a:xfrm>
            <a:custGeom>
              <a:rect b="b" l="l" r="r" t="t"/>
              <a:pathLst>
                <a:path extrusionOk="0" h="14407" w="3728">
                  <a:moveTo>
                    <a:pt x="394" y="0"/>
                  </a:moveTo>
                  <a:lnTo>
                    <a:pt x="191" y="108"/>
                  </a:lnTo>
                  <a:cubicBezTo>
                    <a:pt x="215" y="179"/>
                    <a:pt x="3477" y="7001"/>
                    <a:pt x="1" y="14324"/>
                  </a:cubicBezTo>
                  <a:lnTo>
                    <a:pt x="203" y="14407"/>
                  </a:lnTo>
                  <a:cubicBezTo>
                    <a:pt x="3727" y="6989"/>
                    <a:pt x="429" y="84"/>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 name="Google Shape;2050;p51"/>
          <p:cNvGrpSpPr/>
          <p:nvPr/>
        </p:nvGrpSpPr>
        <p:grpSpPr>
          <a:xfrm flipH="1" rot="-2851925">
            <a:off x="8196627" y="-142769"/>
            <a:ext cx="922603" cy="1869827"/>
            <a:chOff x="1803775" y="5029925"/>
            <a:chExt cx="655775" cy="1329050"/>
          </a:xfrm>
        </p:grpSpPr>
        <p:sp>
          <p:nvSpPr>
            <p:cNvPr id="2051" name="Google Shape;2051;p51"/>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1"/>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1"/>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1"/>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1"/>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1"/>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1"/>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1"/>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1"/>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1"/>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1"/>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4">
    <p:spTree>
      <p:nvGrpSpPr>
        <p:cNvPr id="2062" name="Shape 2062"/>
        <p:cNvGrpSpPr/>
        <p:nvPr/>
      </p:nvGrpSpPr>
      <p:grpSpPr>
        <a:xfrm>
          <a:off x="0" y="0"/>
          <a:ext cx="0" cy="0"/>
          <a:chOff x="0" y="0"/>
          <a:chExt cx="0" cy="0"/>
        </a:xfrm>
      </p:grpSpPr>
      <p:sp>
        <p:nvSpPr>
          <p:cNvPr id="2063" name="Google Shape;2063;p52"/>
          <p:cNvSpPr txBox="1"/>
          <p:nvPr>
            <p:ph hasCustomPrompt="1" type="title"/>
          </p:nvPr>
        </p:nvSpPr>
        <p:spPr>
          <a:xfrm>
            <a:off x="1242175" y="1606325"/>
            <a:ext cx="3760500" cy="1266000"/>
          </a:xfrm>
          <a:prstGeom prst="rect">
            <a:avLst/>
          </a:prstGeom>
        </p:spPr>
        <p:txBody>
          <a:bodyPr anchorCtr="0" anchor="ctr" bIns="91425" lIns="91425" spcFirstLastPara="1" rIns="91425" wrap="square" tIns="91425">
            <a:noAutofit/>
          </a:bodyPr>
          <a:lstStyle>
            <a:lvl1pPr lvl="0" rtl="0">
              <a:spcBef>
                <a:spcPts val="0"/>
              </a:spcBef>
              <a:spcAft>
                <a:spcPts val="0"/>
              </a:spcAft>
              <a:buSzPts val="12000"/>
              <a:buNone/>
              <a:defRPr sz="10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64" name="Google Shape;2064;p52"/>
          <p:cNvSpPr txBox="1"/>
          <p:nvPr>
            <p:ph idx="1" type="subTitle"/>
          </p:nvPr>
        </p:nvSpPr>
        <p:spPr>
          <a:xfrm>
            <a:off x="1242175" y="2954675"/>
            <a:ext cx="2808000" cy="6771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b="1"/>
            </a:lvl2pPr>
            <a:lvl3pPr lvl="2" rtl="0">
              <a:lnSpc>
                <a:spcPct val="100000"/>
              </a:lnSpc>
              <a:spcBef>
                <a:spcPts val="0"/>
              </a:spcBef>
              <a:spcAft>
                <a:spcPts val="0"/>
              </a:spcAft>
              <a:buNone/>
              <a:defRPr b="1"/>
            </a:lvl3pPr>
            <a:lvl4pPr lvl="3" rtl="0">
              <a:lnSpc>
                <a:spcPct val="100000"/>
              </a:lnSpc>
              <a:spcBef>
                <a:spcPts val="0"/>
              </a:spcBef>
              <a:spcAft>
                <a:spcPts val="0"/>
              </a:spcAft>
              <a:buNone/>
              <a:defRPr b="1"/>
            </a:lvl4pPr>
            <a:lvl5pPr lvl="4" rtl="0">
              <a:lnSpc>
                <a:spcPct val="100000"/>
              </a:lnSpc>
              <a:spcBef>
                <a:spcPts val="0"/>
              </a:spcBef>
              <a:spcAft>
                <a:spcPts val="0"/>
              </a:spcAft>
              <a:buNone/>
              <a:defRPr b="1"/>
            </a:lvl5pPr>
            <a:lvl6pPr lvl="5" rtl="0">
              <a:lnSpc>
                <a:spcPct val="100000"/>
              </a:lnSpc>
              <a:spcBef>
                <a:spcPts val="0"/>
              </a:spcBef>
              <a:spcAft>
                <a:spcPts val="0"/>
              </a:spcAft>
              <a:buNone/>
              <a:defRPr b="1"/>
            </a:lvl6pPr>
            <a:lvl7pPr lvl="6" rtl="0">
              <a:lnSpc>
                <a:spcPct val="100000"/>
              </a:lnSpc>
              <a:spcBef>
                <a:spcPts val="0"/>
              </a:spcBef>
              <a:spcAft>
                <a:spcPts val="0"/>
              </a:spcAft>
              <a:buNone/>
              <a:defRPr b="1"/>
            </a:lvl7pPr>
            <a:lvl8pPr lvl="7" rtl="0">
              <a:lnSpc>
                <a:spcPct val="100000"/>
              </a:lnSpc>
              <a:spcBef>
                <a:spcPts val="0"/>
              </a:spcBef>
              <a:spcAft>
                <a:spcPts val="0"/>
              </a:spcAft>
              <a:buNone/>
              <a:defRPr b="1"/>
            </a:lvl8pPr>
            <a:lvl9pPr lvl="8" rtl="0">
              <a:lnSpc>
                <a:spcPct val="100000"/>
              </a:lnSpc>
              <a:spcBef>
                <a:spcPts val="0"/>
              </a:spcBef>
              <a:spcAft>
                <a:spcPts val="0"/>
              </a:spcAft>
              <a:buNone/>
              <a:defRPr b="1"/>
            </a:lvl9pPr>
          </a:lstStyle>
          <a:p/>
        </p:txBody>
      </p:sp>
      <p:sp>
        <p:nvSpPr>
          <p:cNvPr id="2065" name="Google Shape;2065;p52"/>
          <p:cNvSpPr/>
          <p:nvPr/>
        </p:nvSpPr>
        <p:spPr>
          <a:xfrm rot="-5400000">
            <a:off x="4854199" y="853692"/>
            <a:ext cx="5143561" cy="3436055"/>
          </a:xfrm>
          <a:custGeom>
            <a:rect b="b" l="l" r="r" t="t"/>
            <a:pathLst>
              <a:path extrusionOk="0" h="30664" w="83785">
                <a:moveTo>
                  <a:pt x="7278" y="0"/>
                </a:moveTo>
                <a:cubicBezTo>
                  <a:pt x="6838" y="0"/>
                  <a:pt x="6397" y="6"/>
                  <a:pt x="5953" y="17"/>
                </a:cubicBezTo>
                <a:cubicBezTo>
                  <a:pt x="3906" y="77"/>
                  <a:pt x="1929" y="255"/>
                  <a:pt x="0" y="553"/>
                </a:cubicBezTo>
                <a:lnTo>
                  <a:pt x="0" y="30664"/>
                </a:lnTo>
                <a:lnTo>
                  <a:pt x="83785" y="30664"/>
                </a:lnTo>
                <a:lnTo>
                  <a:pt x="83785" y="3398"/>
                </a:lnTo>
                <a:cubicBezTo>
                  <a:pt x="82594" y="3101"/>
                  <a:pt x="81332" y="2851"/>
                  <a:pt x="79998" y="2672"/>
                </a:cubicBezTo>
                <a:cubicBezTo>
                  <a:pt x="77596" y="2332"/>
                  <a:pt x="75162" y="2197"/>
                  <a:pt x="72705" y="2197"/>
                </a:cubicBezTo>
                <a:cubicBezTo>
                  <a:pt x="63072" y="2197"/>
                  <a:pt x="53083" y="4279"/>
                  <a:pt x="43220" y="4279"/>
                </a:cubicBezTo>
                <a:cubicBezTo>
                  <a:pt x="42386" y="4279"/>
                  <a:pt x="41552" y="4264"/>
                  <a:pt x="40720" y="4232"/>
                </a:cubicBezTo>
                <a:cubicBezTo>
                  <a:pt x="29124" y="3785"/>
                  <a:pt x="18831" y="0"/>
                  <a:pt x="7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6" name="Google Shape;2066;p52"/>
          <p:cNvGrpSpPr/>
          <p:nvPr/>
        </p:nvGrpSpPr>
        <p:grpSpPr>
          <a:xfrm flipH="1" rot="-807861">
            <a:off x="4026610" y="3981205"/>
            <a:ext cx="666273" cy="2071374"/>
            <a:chOff x="-863525" y="1017825"/>
            <a:chExt cx="601300" cy="1869300"/>
          </a:xfrm>
        </p:grpSpPr>
        <p:sp>
          <p:nvSpPr>
            <p:cNvPr id="2067" name="Google Shape;2067;p52"/>
            <p:cNvSpPr/>
            <p:nvPr/>
          </p:nvSpPr>
          <p:spPr>
            <a:xfrm>
              <a:off x="-698900" y="1017825"/>
              <a:ext cx="270000" cy="175325"/>
            </a:xfrm>
            <a:custGeom>
              <a:rect b="b" l="l" r="r" t="t"/>
              <a:pathLst>
                <a:path extrusionOk="0" h="7013" w="10800">
                  <a:moveTo>
                    <a:pt x="667" y="0"/>
                  </a:moveTo>
                  <a:cubicBezTo>
                    <a:pt x="286" y="0"/>
                    <a:pt x="0" y="298"/>
                    <a:pt x="0" y="655"/>
                  </a:cubicBezTo>
                  <a:lnTo>
                    <a:pt x="0" y="6358"/>
                  </a:lnTo>
                  <a:cubicBezTo>
                    <a:pt x="0" y="6727"/>
                    <a:pt x="298" y="7013"/>
                    <a:pt x="667" y="7013"/>
                  </a:cubicBezTo>
                  <a:lnTo>
                    <a:pt x="10144" y="7013"/>
                  </a:lnTo>
                  <a:cubicBezTo>
                    <a:pt x="10501" y="7013"/>
                    <a:pt x="10799" y="6727"/>
                    <a:pt x="10799" y="6370"/>
                  </a:cubicBezTo>
                  <a:lnTo>
                    <a:pt x="10799" y="655"/>
                  </a:lnTo>
                  <a:cubicBezTo>
                    <a:pt x="10799" y="286"/>
                    <a:pt x="10501" y="0"/>
                    <a:pt x="101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2"/>
            <p:cNvSpPr/>
            <p:nvPr/>
          </p:nvSpPr>
          <p:spPr>
            <a:xfrm>
              <a:off x="-863525" y="1189275"/>
              <a:ext cx="601300" cy="1697850"/>
            </a:xfrm>
            <a:custGeom>
              <a:rect b="b" l="l" r="r" t="t"/>
              <a:pathLst>
                <a:path extrusionOk="0" h="67914" w="24052">
                  <a:moveTo>
                    <a:pt x="8002" y="0"/>
                  </a:moveTo>
                  <a:lnTo>
                    <a:pt x="8002" y="2000"/>
                  </a:lnTo>
                  <a:cubicBezTo>
                    <a:pt x="8002" y="2346"/>
                    <a:pt x="7895" y="2667"/>
                    <a:pt x="7704" y="2953"/>
                  </a:cubicBezTo>
                  <a:lnTo>
                    <a:pt x="799" y="12799"/>
                  </a:lnTo>
                  <a:cubicBezTo>
                    <a:pt x="275" y="13561"/>
                    <a:pt x="1" y="14454"/>
                    <a:pt x="1" y="15359"/>
                  </a:cubicBezTo>
                  <a:lnTo>
                    <a:pt x="1" y="24848"/>
                  </a:lnTo>
                  <a:lnTo>
                    <a:pt x="156" y="25146"/>
                  </a:lnTo>
                  <a:cubicBezTo>
                    <a:pt x="489" y="25753"/>
                    <a:pt x="656" y="26420"/>
                    <a:pt x="656" y="27111"/>
                  </a:cubicBezTo>
                  <a:lnTo>
                    <a:pt x="656" y="47827"/>
                  </a:lnTo>
                  <a:cubicBezTo>
                    <a:pt x="656" y="48280"/>
                    <a:pt x="561" y="48732"/>
                    <a:pt x="370" y="49161"/>
                  </a:cubicBezTo>
                  <a:lnTo>
                    <a:pt x="1" y="50006"/>
                  </a:lnTo>
                  <a:lnTo>
                    <a:pt x="1" y="63651"/>
                  </a:lnTo>
                  <a:lnTo>
                    <a:pt x="120" y="63651"/>
                  </a:lnTo>
                  <a:cubicBezTo>
                    <a:pt x="120" y="66008"/>
                    <a:pt x="2025" y="67913"/>
                    <a:pt x="4371" y="67913"/>
                  </a:cubicBezTo>
                  <a:cubicBezTo>
                    <a:pt x="5906" y="67913"/>
                    <a:pt x="7264" y="67092"/>
                    <a:pt x="8002" y="65877"/>
                  </a:cubicBezTo>
                  <a:cubicBezTo>
                    <a:pt x="8752" y="67092"/>
                    <a:pt x="10109" y="67913"/>
                    <a:pt x="11633" y="67913"/>
                  </a:cubicBezTo>
                  <a:cubicBezTo>
                    <a:pt x="13562" y="67913"/>
                    <a:pt x="15181" y="66651"/>
                    <a:pt x="15717" y="64901"/>
                  </a:cubicBezTo>
                  <a:cubicBezTo>
                    <a:pt x="16253" y="66651"/>
                    <a:pt x="17872" y="67913"/>
                    <a:pt x="19789" y="67913"/>
                  </a:cubicBezTo>
                  <a:cubicBezTo>
                    <a:pt x="22147" y="67913"/>
                    <a:pt x="24052" y="66008"/>
                    <a:pt x="24052" y="63651"/>
                  </a:cubicBezTo>
                  <a:lnTo>
                    <a:pt x="24052" y="50006"/>
                  </a:lnTo>
                  <a:lnTo>
                    <a:pt x="23683" y="49161"/>
                  </a:lnTo>
                  <a:cubicBezTo>
                    <a:pt x="23504" y="48744"/>
                    <a:pt x="23397" y="48280"/>
                    <a:pt x="23397" y="47827"/>
                  </a:cubicBezTo>
                  <a:lnTo>
                    <a:pt x="23397" y="27122"/>
                  </a:lnTo>
                  <a:cubicBezTo>
                    <a:pt x="23361" y="26432"/>
                    <a:pt x="23528" y="25753"/>
                    <a:pt x="23849" y="25158"/>
                  </a:cubicBezTo>
                  <a:lnTo>
                    <a:pt x="24016" y="24860"/>
                  </a:lnTo>
                  <a:lnTo>
                    <a:pt x="24016" y="15383"/>
                  </a:lnTo>
                  <a:cubicBezTo>
                    <a:pt x="24016" y="14454"/>
                    <a:pt x="23730" y="13561"/>
                    <a:pt x="23218" y="12823"/>
                  </a:cubicBezTo>
                  <a:lnTo>
                    <a:pt x="16313" y="2965"/>
                  </a:lnTo>
                  <a:cubicBezTo>
                    <a:pt x="16110" y="2679"/>
                    <a:pt x="16015" y="2357"/>
                    <a:pt x="16015" y="2012"/>
                  </a:cubicBezTo>
                  <a:lnTo>
                    <a:pt x="16015"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9" name="Google Shape;2069;p52"/>
          <p:cNvSpPr/>
          <p:nvPr/>
        </p:nvSpPr>
        <p:spPr>
          <a:xfrm>
            <a:off x="0" y="3682822"/>
            <a:ext cx="1793818" cy="1460622"/>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2"/>
          <p:cNvSpPr/>
          <p:nvPr/>
        </p:nvSpPr>
        <p:spPr>
          <a:xfrm flipH="1" rot="-6798846">
            <a:off x="4211873" y="-253873"/>
            <a:ext cx="1472851" cy="1286353"/>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1" name="Google Shape;2071;p52"/>
          <p:cNvGrpSpPr/>
          <p:nvPr/>
        </p:nvGrpSpPr>
        <p:grpSpPr>
          <a:xfrm flipH="1" rot="832836">
            <a:off x="-100840" y="2599420"/>
            <a:ext cx="442869" cy="748912"/>
            <a:chOff x="4774877" y="116629"/>
            <a:chExt cx="576785" cy="975095"/>
          </a:xfrm>
        </p:grpSpPr>
        <p:sp>
          <p:nvSpPr>
            <p:cNvPr id="2072" name="Google Shape;2072;p52"/>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2"/>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2"/>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2"/>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2"/>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2"/>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 name="Google Shape;2078;p52"/>
          <p:cNvGrpSpPr/>
          <p:nvPr/>
        </p:nvGrpSpPr>
        <p:grpSpPr>
          <a:xfrm rot="3093096">
            <a:off x="1132157" y="-1135089"/>
            <a:ext cx="883176" cy="2745646"/>
            <a:chOff x="-863525" y="1017825"/>
            <a:chExt cx="601300" cy="1869300"/>
          </a:xfrm>
        </p:grpSpPr>
        <p:sp>
          <p:nvSpPr>
            <p:cNvPr id="2079" name="Google Shape;2079;p52"/>
            <p:cNvSpPr/>
            <p:nvPr/>
          </p:nvSpPr>
          <p:spPr>
            <a:xfrm>
              <a:off x="-698900" y="1017825"/>
              <a:ext cx="270000" cy="175325"/>
            </a:xfrm>
            <a:custGeom>
              <a:rect b="b" l="l" r="r" t="t"/>
              <a:pathLst>
                <a:path extrusionOk="0" h="7013" w="10800">
                  <a:moveTo>
                    <a:pt x="667" y="0"/>
                  </a:moveTo>
                  <a:cubicBezTo>
                    <a:pt x="286" y="0"/>
                    <a:pt x="0" y="298"/>
                    <a:pt x="0" y="655"/>
                  </a:cubicBezTo>
                  <a:lnTo>
                    <a:pt x="0" y="6358"/>
                  </a:lnTo>
                  <a:cubicBezTo>
                    <a:pt x="0" y="6727"/>
                    <a:pt x="298" y="7013"/>
                    <a:pt x="667" y="7013"/>
                  </a:cubicBezTo>
                  <a:lnTo>
                    <a:pt x="10144" y="7013"/>
                  </a:lnTo>
                  <a:cubicBezTo>
                    <a:pt x="10501" y="7013"/>
                    <a:pt x="10799" y="6727"/>
                    <a:pt x="10799" y="6370"/>
                  </a:cubicBezTo>
                  <a:lnTo>
                    <a:pt x="10799" y="655"/>
                  </a:lnTo>
                  <a:cubicBezTo>
                    <a:pt x="10799" y="286"/>
                    <a:pt x="10501" y="0"/>
                    <a:pt x="101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2"/>
            <p:cNvSpPr/>
            <p:nvPr/>
          </p:nvSpPr>
          <p:spPr>
            <a:xfrm>
              <a:off x="-863525" y="1189275"/>
              <a:ext cx="601300" cy="1697850"/>
            </a:xfrm>
            <a:custGeom>
              <a:rect b="b" l="l" r="r" t="t"/>
              <a:pathLst>
                <a:path extrusionOk="0" h="67914" w="24052">
                  <a:moveTo>
                    <a:pt x="8002" y="0"/>
                  </a:moveTo>
                  <a:lnTo>
                    <a:pt x="8002" y="2000"/>
                  </a:lnTo>
                  <a:cubicBezTo>
                    <a:pt x="8002" y="2346"/>
                    <a:pt x="7895" y="2667"/>
                    <a:pt x="7704" y="2953"/>
                  </a:cubicBezTo>
                  <a:lnTo>
                    <a:pt x="799" y="12799"/>
                  </a:lnTo>
                  <a:cubicBezTo>
                    <a:pt x="275" y="13561"/>
                    <a:pt x="1" y="14454"/>
                    <a:pt x="1" y="15359"/>
                  </a:cubicBezTo>
                  <a:lnTo>
                    <a:pt x="1" y="24848"/>
                  </a:lnTo>
                  <a:lnTo>
                    <a:pt x="156" y="25146"/>
                  </a:lnTo>
                  <a:cubicBezTo>
                    <a:pt x="489" y="25753"/>
                    <a:pt x="656" y="26420"/>
                    <a:pt x="656" y="27111"/>
                  </a:cubicBezTo>
                  <a:lnTo>
                    <a:pt x="656" y="47827"/>
                  </a:lnTo>
                  <a:cubicBezTo>
                    <a:pt x="656" y="48280"/>
                    <a:pt x="561" y="48732"/>
                    <a:pt x="370" y="49161"/>
                  </a:cubicBezTo>
                  <a:lnTo>
                    <a:pt x="1" y="50006"/>
                  </a:lnTo>
                  <a:lnTo>
                    <a:pt x="1" y="63651"/>
                  </a:lnTo>
                  <a:lnTo>
                    <a:pt x="120" y="63651"/>
                  </a:lnTo>
                  <a:cubicBezTo>
                    <a:pt x="120" y="66008"/>
                    <a:pt x="2025" y="67913"/>
                    <a:pt x="4371" y="67913"/>
                  </a:cubicBezTo>
                  <a:cubicBezTo>
                    <a:pt x="5906" y="67913"/>
                    <a:pt x="7264" y="67092"/>
                    <a:pt x="8002" y="65877"/>
                  </a:cubicBezTo>
                  <a:cubicBezTo>
                    <a:pt x="8752" y="67092"/>
                    <a:pt x="10109" y="67913"/>
                    <a:pt x="11633" y="67913"/>
                  </a:cubicBezTo>
                  <a:cubicBezTo>
                    <a:pt x="13562" y="67913"/>
                    <a:pt x="15181" y="66651"/>
                    <a:pt x="15717" y="64901"/>
                  </a:cubicBezTo>
                  <a:cubicBezTo>
                    <a:pt x="16253" y="66651"/>
                    <a:pt x="17872" y="67913"/>
                    <a:pt x="19789" y="67913"/>
                  </a:cubicBezTo>
                  <a:cubicBezTo>
                    <a:pt x="22147" y="67913"/>
                    <a:pt x="24052" y="66008"/>
                    <a:pt x="24052" y="63651"/>
                  </a:cubicBezTo>
                  <a:lnTo>
                    <a:pt x="24052" y="50006"/>
                  </a:lnTo>
                  <a:lnTo>
                    <a:pt x="23683" y="49161"/>
                  </a:lnTo>
                  <a:cubicBezTo>
                    <a:pt x="23504" y="48744"/>
                    <a:pt x="23397" y="48280"/>
                    <a:pt x="23397" y="47827"/>
                  </a:cubicBezTo>
                  <a:lnTo>
                    <a:pt x="23397" y="27122"/>
                  </a:lnTo>
                  <a:cubicBezTo>
                    <a:pt x="23361" y="26432"/>
                    <a:pt x="23528" y="25753"/>
                    <a:pt x="23849" y="25158"/>
                  </a:cubicBezTo>
                  <a:lnTo>
                    <a:pt x="24016" y="24860"/>
                  </a:lnTo>
                  <a:lnTo>
                    <a:pt x="24016" y="15383"/>
                  </a:lnTo>
                  <a:cubicBezTo>
                    <a:pt x="24016" y="14454"/>
                    <a:pt x="23730" y="13561"/>
                    <a:pt x="23218" y="12823"/>
                  </a:cubicBezTo>
                  <a:lnTo>
                    <a:pt x="16313" y="2965"/>
                  </a:lnTo>
                  <a:cubicBezTo>
                    <a:pt x="16110" y="2679"/>
                    <a:pt x="16015" y="2357"/>
                    <a:pt x="16015" y="2012"/>
                  </a:cubicBezTo>
                  <a:lnTo>
                    <a:pt x="16015"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7">
    <p:spTree>
      <p:nvGrpSpPr>
        <p:cNvPr id="2081" name="Shape 2081"/>
        <p:cNvGrpSpPr/>
        <p:nvPr/>
      </p:nvGrpSpPr>
      <p:grpSpPr>
        <a:xfrm>
          <a:off x="0" y="0"/>
          <a:ext cx="0" cy="0"/>
          <a:chOff x="0" y="0"/>
          <a:chExt cx="0" cy="0"/>
        </a:xfrm>
      </p:grpSpPr>
      <p:sp>
        <p:nvSpPr>
          <p:cNvPr id="2082" name="Google Shape;2082;p53"/>
          <p:cNvSpPr txBox="1"/>
          <p:nvPr>
            <p:ph type="title"/>
          </p:nvPr>
        </p:nvSpPr>
        <p:spPr>
          <a:xfrm>
            <a:off x="1120088" y="1534425"/>
            <a:ext cx="3327600" cy="9543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5000"/>
            </a:lvl1pPr>
            <a:lvl2pPr lvl="1" rtl="0" algn="ctr">
              <a:spcBef>
                <a:spcPts val="0"/>
              </a:spcBef>
              <a:spcAft>
                <a:spcPts val="0"/>
              </a:spcAft>
              <a:buNone/>
              <a:defRPr sz="5000"/>
            </a:lvl2pPr>
            <a:lvl3pPr lvl="2" rtl="0" algn="ctr">
              <a:spcBef>
                <a:spcPts val="0"/>
              </a:spcBef>
              <a:spcAft>
                <a:spcPts val="0"/>
              </a:spcAft>
              <a:buNone/>
              <a:defRPr sz="5000"/>
            </a:lvl3pPr>
            <a:lvl4pPr lvl="3" rtl="0" algn="ctr">
              <a:spcBef>
                <a:spcPts val="0"/>
              </a:spcBef>
              <a:spcAft>
                <a:spcPts val="0"/>
              </a:spcAft>
              <a:buNone/>
              <a:defRPr sz="5000"/>
            </a:lvl4pPr>
            <a:lvl5pPr lvl="4" rtl="0" algn="ctr">
              <a:spcBef>
                <a:spcPts val="0"/>
              </a:spcBef>
              <a:spcAft>
                <a:spcPts val="0"/>
              </a:spcAft>
              <a:buNone/>
              <a:defRPr sz="5000"/>
            </a:lvl5pPr>
            <a:lvl6pPr lvl="5" rtl="0" algn="ctr">
              <a:spcBef>
                <a:spcPts val="0"/>
              </a:spcBef>
              <a:spcAft>
                <a:spcPts val="0"/>
              </a:spcAft>
              <a:buNone/>
              <a:defRPr sz="5000"/>
            </a:lvl6pPr>
            <a:lvl7pPr lvl="6" rtl="0" algn="ctr">
              <a:spcBef>
                <a:spcPts val="0"/>
              </a:spcBef>
              <a:spcAft>
                <a:spcPts val="0"/>
              </a:spcAft>
              <a:buNone/>
              <a:defRPr sz="5000"/>
            </a:lvl7pPr>
            <a:lvl8pPr lvl="7" rtl="0" algn="ctr">
              <a:spcBef>
                <a:spcPts val="0"/>
              </a:spcBef>
              <a:spcAft>
                <a:spcPts val="0"/>
              </a:spcAft>
              <a:buNone/>
              <a:defRPr sz="5000"/>
            </a:lvl8pPr>
            <a:lvl9pPr lvl="8" rtl="0" algn="ctr">
              <a:spcBef>
                <a:spcPts val="0"/>
              </a:spcBef>
              <a:spcAft>
                <a:spcPts val="0"/>
              </a:spcAft>
              <a:buNone/>
              <a:defRPr sz="5000"/>
            </a:lvl9pPr>
          </a:lstStyle>
          <a:p/>
        </p:txBody>
      </p:sp>
      <p:sp>
        <p:nvSpPr>
          <p:cNvPr id="2083" name="Google Shape;2083;p53"/>
          <p:cNvSpPr txBox="1"/>
          <p:nvPr>
            <p:ph idx="1" type="subTitle"/>
          </p:nvPr>
        </p:nvSpPr>
        <p:spPr>
          <a:xfrm>
            <a:off x="4999150" y="738325"/>
            <a:ext cx="3463800" cy="677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b="1" sz="1800">
                <a:solidFill>
                  <a:schemeClr val="accent4"/>
                </a:solidFill>
              </a:defRPr>
            </a:lvl1pPr>
            <a:lvl2pPr lvl="1" rtl="0" algn="ctr">
              <a:lnSpc>
                <a:spcPct val="100000"/>
              </a:lnSpc>
              <a:spcBef>
                <a:spcPts val="1200"/>
              </a:spcBef>
              <a:spcAft>
                <a:spcPts val="0"/>
              </a:spcAft>
              <a:buNone/>
              <a:defRPr b="1" sz="1800">
                <a:solidFill>
                  <a:schemeClr val="accent4"/>
                </a:solidFill>
              </a:defRPr>
            </a:lvl2pPr>
            <a:lvl3pPr lvl="2" rtl="0" algn="ctr">
              <a:lnSpc>
                <a:spcPct val="100000"/>
              </a:lnSpc>
              <a:spcBef>
                <a:spcPts val="1200"/>
              </a:spcBef>
              <a:spcAft>
                <a:spcPts val="0"/>
              </a:spcAft>
              <a:buNone/>
              <a:defRPr b="1" sz="1800">
                <a:solidFill>
                  <a:schemeClr val="accent4"/>
                </a:solidFill>
              </a:defRPr>
            </a:lvl3pPr>
            <a:lvl4pPr lvl="3" rtl="0" algn="ctr">
              <a:lnSpc>
                <a:spcPct val="100000"/>
              </a:lnSpc>
              <a:spcBef>
                <a:spcPts val="1200"/>
              </a:spcBef>
              <a:spcAft>
                <a:spcPts val="0"/>
              </a:spcAft>
              <a:buNone/>
              <a:defRPr b="1" sz="1800">
                <a:solidFill>
                  <a:schemeClr val="accent4"/>
                </a:solidFill>
              </a:defRPr>
            </a:lvl4pPr>
            <a:lvl5pPr lvl="4" rtl="0" algn="ctr">
              <a:lnSpc>
                <a:spcPct val="100000"/>
              </a:lnSpc>
              <a:spcBef>
                <a:spcPts val="1200"/>
              </a:spcBef>
              <a:spcAft>
                <a:spcPts val="0"/>
              </a:spcAft>
              <a:buNone/>
              <a:defRPr b="1" sz="1800">
                <a:solidFill>
                  <a:schemeClr val="accent4"/>
                </a:solidFill>
              </a:defRPr>
            </a:lvl5pPr>
            <a:lvl6pPr lvl="5" rtl="0" algn="ctr">
              <a:lnSpc>
                <a:spcPct val="100000"/>
              </a:lnSpc>
              <a:spcBef>
                <a:spcPts val="1200"/>
              </a:spcBef>
              <a:spcAft>
                <a:spcPts val="0"/>
              </a:spcAft>
              <a:buNone/>
              <a:defRPr b="1" sz="1800">
                <a:solidFill>
                  <a:schemeClr val="accent4"/>
                </a:solidFill>
              </a:defRPr>
            </a:lvl6pPr>
            <a:lvl7pPr lvl="6" rtl="0" algn="ctr">
              <a:lnSpc>
                <a:spcPct val="100000"/>
              </a:lnSpc>
              <a:spcBef>
                <a:spcPts val="1200"/>
              </a:spcBef>
              <a:spcAft>
                <a:spcPts val="0"/>
              </a:spcAft>
              <a:buNone/>
              <a:defRPr b="1" sz="1800">
                <a:solidFill>
                  <a:schemeClr val="accent4"/>
                </a:solidFill>
              </a:defRPr>
            </a:lvl7pPr>
            <a:lvl8pPr lvl="7" rtl="0" algn="ctr">
              <a:lnSpc>
                <a:spcPct val="100000"/>
              </a:lnSpc>
              <a:spcBef>
                <a:spcPts val="1200"/>
              </a:spcBef>
              <a:spcAft>
                <a:spcPts val="0"/>
              </a:spcAft>
              <a:buNone/>
              <a:defRPr b="1" sz="1800">
                <a:solidFill>
                  <a:schemeClr val="accent4"/>
                </a:solidFill>
              </a:defRPr>
            </a:lvl8pPr>
            <a:lvl9pPr lvl="8" rtl="0" algn="ctr">
              <a:lnSpc>
                <a:spcPct val="100000"/>
              </a:lnSpc>
              <a:spcBef>
                <a:spcPts val="1200"/>
              </a:spcBef>
              <a:spcAft>
                <a:spcPts val="1200"/>
              </a:spcAft>
              <a:buNone/>
              <a:defRPr b="1" sz="1800">
                <a:solidFill>
                  <a:schemeClr val="accent4"/>
                </a:solidFill>
              </a:defRPr>
            </a:lvl9pPr>
          </a:lstStyle>
          <a:p/>
        </p:txBody>
      </p:sp>
      <p:sp>
        <p:nvSpPr>
          <p:cNvPr id="2084" name="Google Shape;2084;p53"/>
          <p:cNvSpPr txBox="1"/>
          <p:nvPr>
            <p:ph idx="2" type="subTitle"/>
          </p:nvPr>
        </p:nvSpPr>
        <p:spPr>
          <a:xfrm>
            <a:off x="4999150" y="1358950"/>
            <a:ext cx="3463800" cy="92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b="1" sz="1600"/>
            </a:lvl2pPr>
            <a:lvl3pPr lvl="2" rtl="0" algn="ctr">
              <a:lnSpc>
                <a:spcPct val="100000"/>
              </a:lnSpc>
              <a:spcBef>
                <a:spcPts val="0"/>
              </a:spcBef>
              <a:spcAft>
                <a:spcPts val="0"/>
              </a:spcAft>
              <a:buNone/>
              <a:defRPr b="1" sz="1600"/>
            </a:lvl3pPr>
            <a:lvl4pPr lvl="3" rtl="0" algn="ctr">
              <a:lnSpc>
                <a:spcPct val="100000"/>
              </a:lnSpc>
              <a:spcBef>
                <a:spcPts val="0"/>
              </a:spcBef>
              <a:spcAft>
                <a:spcPts val="0"/>
              </a:spcAft>
              <a:buNone/>
              <a:defRPr b="1" sz="1600"/>
            </a:lvl4pPr>
            <a:lvl5pPr lvl="4" rtl="0" algn="ctr">
              <a:lnSpc>
                <a:spcPct val="100000"/>
              </a:lnSpc>
              <a:spcBef>
                <a:spcPts val="0"/>
              </a:spcBef>
              <a:spcAft>
                <a:spcPts val="0"/>
              </a:spcAft>
              <a:buNone/>
              <a:defRPr b="1" sz="1600"/>
            </a:lvl5pPr>
            <a:lvl6pPr lvl="5" rtl="0" algn="ctr">
              <a:lnSpc>
                <a:spcPct val="100000"/>
              </a:lnSpc>
              <a:spcBef>
                <a:spcPts val="0"/>
              </a:spcBef>
              <a:spcAft>
                <a:spcPts val="0"/>
              </a:spcAft>
              <a:buNone/>
              <a:defRPr b="1" sz="1600"/>
            </a:lvl6pPr>
            <a:lvl7pPr lvl="6" rtl="0" algn="ctr">
              <a:lnSpc>
                <a:spcPct val="100000"/>
              </a:lnSpc>
              <a:spcBef>
                <a:spcPts val="0"/>
              </a:spcBef>
              <a:spcAft>
                <a:spcPts val="0"/>
              </a:spcAft>
              <a:buNone/>
              <a:defRPr b="1" sz="1600"/>
            </a:lvl7pPr>
            <a:lvl8pPr lvl="7" rtl="0" algn="ctr">
              <a:lnSpc>
                <a:spcPct val="100000"/>
              </a:lnSpc>
              <a:spcBef>
                <a:spcPts val="0"/>
              </a:spcBef>
              <a:spcAft>
                <a:spcPts val="0"/>
              </a:spcAft>
              <a:buNone/>
              <a:defRPr b="1" sz="1600"/>
            </a:lvl8pPr>
            <a:lvl9pPr lvl="8" rtl="0" algn="ctr">
              <a:lnSpc>
                <a:spcPct val="100000"/>
              </a:lnSpc>
              <a:spcBef>
                <a:spcPts val="0"/>
              </a:spcBef>
              <a:spcAft>
                <a:spcPts val="0"/>
              </a:spcAft>
              <a:buNone/>
              <a:defRPr b="1" sz="1600"/>
            </a:lvl9pPr>
          </a:lstStyle>
          <a:p/>
        </p:txBody>
      </p:sp>
      <p:sp>
        <p:nvSpPr>
          <p:cNvPr id="2085" name="Google Shape;2085;p53"/>
          <p:cNvSpPr txBox="1"/>
          <p:nvPr/>
        </p:nvSpPr>
        <p:spPr>
          <a:xfrm>
            <a:off x="4999150" y="3296975"/>
            <a:ext cx="3463800" cy="7389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200">
                <a:solidFill>
                  <a:schemeClr val="dk2"/>
                </a:solidFill>
                <a:latin typeface="Hind"/>
                <a:ea typeface="Hind"/>
                <a:cs typeface="Hind"/>
                <a:sym typeface="Hind"/>
              </a:rPr>
              <a:t>CREDITS: This presentation template was created by </a:t>
            </a:r>
            <a:r>
              <a:rPr b="1" lang="en" sz="1200">
                <a:solidFill>
                  <a:schemeClr val="dk2"/>
                </a:solidFill>
                <a:uFill>
                  <a:noFill/>
                </a:uFill>
                <a:latin typeface="Hind"/>
                <a:ea typeface="Hind"/>
                <a:cs typeface="Hind"/>
                <a:sym typeface="Hind"/>
                <a:hlinkClick r:id="rId2">
                  <a:extLst>
                    <a:ext uri="{A12FA001-AC4F-418D-AE19-62706E023703}">
                      <ahyp:hlinkClr val="tx"/>
                    </a:ext>
                  </a:extLst>
                </a:hlinkClick>
              </a:rPr>
              <a:t>Slidesgo</a:t>
            </a:r>
            <a:r>
              <a:rPr lang="en" sz="1200">
                <a:solidFill>
                  <a:schemeClr val="dk2"/>
                </a:solidFill>
                <a:latin typeface="Hind"/>
                <a:ea typeface="Hind"/>
                <a:cs typeface="Hind"/>
                <a:sym typeface="Hind"/>
              </a:rPr>
              <a:t>, and includes icons by </a:t>
            </a:r>
            <a:r>
              <a:rPr b="1" lang="en" sz="1200">
                <a:solidFill>
                  <a:schemeClr val="dk2"/>
                </a:solidFill>
                <a:uFill>
                  <a:noFill/>
                </a:uFill>
                <a:latin typeface="Hind"/>
                <a:ea typeface="Hind"/>
                <a:cs typeface="Hind"/>
                <a:sym typeface="Hind"/>
                <a:hlinkClick r:id="rId3">
                  <a:extLst>
                    <a:ext uri="{A12FA001-AC4F-418D-AE19-62706E023703}">
                      <ahyp:hlinkClr val="tx"/>
                    </a:ext>
                  </a:extLst>
                </a:hlinkClick>
              </a:rPr>
              <a:t>Flaticon</a:t>
            </a:r>
            <a:r>
              <a:rPr lang="en" sz="1200">
                <a:solidFill>
                  <a:schemeClr val="dk2"/>
                </a:solidFill>
                <a:latin typeface="Hind"/>
                <a:ea typeface="Hind"/>
                <a:cs typeface="Hind"/>
                <a:sym typeface="Hind"/>
              </a:rPr>
              <a:t>, and infographics &amp; images by </a:t>
            </a:r>
            <a:r>
              <a:rPr b="1" lang="en" sz="1200">
                <a:solidFill>
                  <a:schemeClr val="dk2"/>
                </a:solidFill>
                <a:uFill>
                  <a:noFill/>
                </a:uFill>
                <a:latin typeface="Hind"/>
                <a:ea typeface="Hind"/>
                <a:cs typeface="Hind"/>
                <a:sym typeface="Hind"/>
                <a:hlinkClick r:id="rId4">
                  <a:extLst>
                    <a:ext uri="{A12FA001-AC4F-418D-AE19-62706E023703}">
                      <ahyp:hlinkClr val="tx"/>
                    </a:ext>
                  </a:extLst>
                </a:hlinkClick>
              </a:rPr>
              <a:t>Freepik</a:t>
            </a:r>
            <a:r>
              <a:rPr b="1" lang="en" sz="1200">
                <a:solidFill>
                  <a:schemeClr val="dk2"/>
                </a:solidFill>
                <a:latin typeface="Hind"/>
                <a:ea typeface="Hind"/>
                <a:cs typeface="Hind"/>
                <a:sym typeface="Hind"/>
              </a:rPr>
              <a:t> </a:t>
            </a:r>
            <a:endParaRPr b="1" sz="1200">
              <a:solidFill>
                <a:schemeClr val="dk2"/>
              </a:solidFill>
              <a:latin typeface="Hind"/>
              <a:ea typeface="Hind"/>
              <a:cs typeface="Hind"/>
              <a:sym typeface="Hind"/>
            </a:endParaRPr>
          </a:p>
        </p:txBody>
      </p:sp>
      <p:grpSp>
        <p:nvGrpSpPr>
          <p:cNvPr id="2086" name="Google Shape;2086;p53"/>
          <p:cNvGrpSpPr/>
          <p:nvPr/>
        </p:nvGrpSpPr>
        <p:grpSpPr>
          <a:xfrm rot="4254671">
            <a:off x="346460" y="-829604"/>
            <a:ext cx="1257475" cy="2548507"/>
            <a:chOff x="1803775" y="5029925"/>
            <a:chExt cx="655775" cy="1329050"/>
          </a:xfrm>
        </p:grpSpPr>
        <p:sp>
          <p:nvSpPr>
            <p:cNvPr id="2087" name="Google Shape;2087;p53"/>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3"/>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3"/>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3"/>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3"/>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3"/>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3"/>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3"/>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3"/>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3"/>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3"/>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 name="Google Shape;2098;p53"/>
          <p:cNvGrpSpPr/>
          <p:nvPr/>
        </p:nvGrpSpPr>
        <p:grpSpPr>
          <a:xfrm rot="7158623">
            <a:off x="79704" y="1017853"/>
            <a:ext cx="637758" cy="1162264"/>
            <a:chOff x="-214625" y="3943775"/>
            <a:chExt cx="458725" cy="836125"/>
          </a:xfrm>
        </p:grpSpPr>
        <p:sp>
          <p:nvSpPr>
            <p:cNvPr id="2099" name="Google Shape;2099;p53"/>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3"/>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3"/>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3"/>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3"/>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3"/>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3"/>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3"/>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3"/>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3"/>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3"/>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3"/>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1" name="Google Shape;2111;p53"/>
          <p:cNvSpPr/>
          <p:nvPr/>
        </p:nvSpPr>
        <p:spPr>
          <a:xfrm rot="2131617">
            <a:off x="313582" y="2178693"/>
            <a:ext cx="169568" cy="343534"/>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2" name="Google Shape;2112;p53"/>
          <p:cNvGrpSpPr/>
          <p:nvPr/>
        </p:nvGrpSpPr>
        <p:grpSpPr>
          <a:xfrm rot="1185886">
            <a:off x="4320397" y="4132589"/>
            <a:ext cx="612041" cy="1907222"/>
            <a:chOff x="4118750" y="2154275"/>
            <a:chExt cx="601300" cy="1873750"/>
          </a:xfrm>
        </p:grpSpPr>
        <p:sp>
          <p:nvSpPr>
            <p:cNvPr id="2113" name="Google Shape;2113;p53"/>
            <p:cNvSpPr/>
            <p:nvPr/>
          </p:nvSpPr>
          <p:spPr>
            <a:xfrm>
              <a:off x="4283650" y="2154275"/>
              <a:ext cx="269700" cy="175625"/>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3"/>
            <p:cNvSpPr/>
            <p:nvPr/>
          </p:nvSpPr>
          <p:spPr>
            <a:xfrm>
              <a:off x="4118750" y="2330175"/>
              <a:ext cx="601300" cy="1697850"/>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 name="Google Shape;2115;p53"/>
          <p:cNvGrpSpPr/>
          <p:nvPr/>
        </p:nvGrpSpPr>
        <p:grpSpPr>
          <a:xfrm flipH="1" rot="6626178">
            <a:off x="3836647" y="-269610"/>
            <a:ext cx="1083514" cy="1428523"/>
            <a:chOff x="4326425" y="5583250"/>
            <a:chExt cx="744150" cy="981100"/>
          </a:xfrm>
        </p:grpSpPr>
        <p:sp>
          <p:nvSpPr>
            <p:cNvPr id="2116" name="Google Shape;2116;p53"/>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3"/>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3"/>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3"/>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3"/>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3"/>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3"/>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3"/>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3"/>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3"/>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3"/>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3"/>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3"/>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3"/>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3"/>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3"/>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3"/>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3"/>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3"/>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3"/>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3"/>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3"/>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3"/>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3"/>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3"/>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 name="Google Shape;2141;p53"/>
          <p:cNvGrpSpPr/>
          <p:nvPr/>
        </p:nvGrpSpPr>
        <p:grpSpPr>
          <a:xfrm flipH="1" rot="-1758623">
            <a:off x="79717" y="4166978"/>
            <a:ext cx="637758" cy="1162264"/>
            <a:chOff x="-214625" y="3943775"/>
            <a:chExt cx="458725" cy="836125"/>
          </a:xfrm>
        </p:grpSpPr>
        <p:sp>
          <p:nvSpPr>
            <p:cNvPr id="2142" name="Google Shape;2142;p53"/>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3"/>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3"/>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3"/>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3"/>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3"/>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3"/>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3"/>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3"/>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3"/>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3"/>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3"/>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4" name="Google Shape;2154;p53"/>
          <p:cNvSpPr/>
          <p:nvPr/>
        </p:nvSpPr>
        <p:spPr>
          <a:xfrm flipH="1">
            <a:off x="7427109" y="3745356"/>
            <a:ext cx="1716891" cy="1398170"/>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5_1_1">
    <p:spTree>
      <p:nvGrpSpPr>
        <p:cNvPr id="2155" name="Shape 2155"/>
        <p:cNvGrpSpPr/>
        <p:nvPr/>
      </p:nvGrpSpPr>
      <p:grpSpPr>
        <a:xfrm>
          <a:off x="0" y="0"/>
          <a:ext cx="0" cy="0"/>
          <a:chOff x="0" y="0"/>
          <a:chExt cx="0" cy="0"/>
        </a:xfrm>
      </p:grpSpPr>
      <p:grpSp>
        <p:nvGrpSpPr>
          <p:cNvPr id="2156" name="Google Shape;2156;p54"/>
          <p:cNvGrpSpPr/>
          <p:nvPr/>
        </p:nvGrpSpPr>
        <p:grpSpPr>
          <a:xfrm flipH="1">
            <a:off x="-297723" y="-391764"/>
            <a:ext cx="9946946" cy="5614267"/>
            <a:chOff x="-539780" y="-391764"/>
            <a:chExt cx="9946946" cy="5614267"/>
          </a:xfrm>
        </p:grpSpPr>
        <p:sp>
          <p:nvSpPr>
            <p:cNvPr id="2157" name="Google Shape;2157;p54"/>
            <p:cNvSpPr/>
            <p:nvPr/>
          </p:nvSpPr>
          <p:spPr>
            <a:xfrm rot="10800000">
              <a:off x="6306883" y="100"/>
              <a:ext cx="2837116" cy="1382800"/>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8" name="Google Shape;2158;p54"/>
            <p:cNvGrpSpPr/>
            <p:nvPr/>
          </p:nvGrpSpPr>
          <p:grpSpPr>
            <a:xfrm flipH="1" rot="10380338">
              <a:off x="8281697" y="841273"/>
              <a:ext cx="298372" cy="866322"/>
              <a:chOff x="1460575" y="5630575"/>
              <a:chExt cx="645350" cy="1873775"/>
            </a:xfrm>
          </p:grpSpPr>
          <p:sp>
            <p:nvSpPr>
              <p:cNvPr id="2159" name="Google Shape;2159;p54"/>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4"/>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1" name="Google Shape;2161;p54"/>
            <p:cNvSpPr/>
            <p:nvPr/>
          </p:nvSpPr>
          <p:spPr>
            <a:xfrm flipH="1" rot="-9019529">
              <a:off x="8349447" y="1480618"/>
              <a:ext cx="121194" cy="85584"/>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4"/>
            <p:cNvSpPr/>
            <p:nvPr/>
          </p:nvSpPr>
          <p:spPr>
            <a:xfrm rot="-1866940">
              <a:off x="6657505" y="-262757"/>
              <a:ext cx="179690" cy="117011"/>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4"/>
            <p:cNvSpPr/>
            <p:nvPr/>
          </p:nvSpPr>
          <p:spPr>
            <a:xfrm rot="-1866940">
              <a:off x="6870167" y="-235692"/>
              <a:ext cx="400620" cy="1131205"/>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4"/>
            <p:cNvSpPr/>
            <p:nvPr/>
          </p:nvSpPr>
          <p:spPr>
            <a:xfrm rot="1865792">
              <a:off x="83352" y="3799273"/>
              <a:ext cx="202861" cy="726207"/>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4"/>
            <p:cNvSpPr/>
            <p:nvPr/>
          </p:nvSpPr>
          <p:spPr>
            <a:xfrm rot="1865792">
              <a:off x="133591" y="4102064"/>
              <a:ext cx="254713" cy="645879"/>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4"/>
            <p:cNvSpPr/>
            <p:nvPr/>
          </p:nvSpPr>
          <p:spPr>
            <a:xfrm rot="1865792">
              <a:off x="30265" y="4350154"/>
              <a:ext cx="264223" cy="615694"/>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4"/>
            <p:cNvSpPr/>
            <p:nvPr/>
          </p:nvSpPr>
          <p:spPr>
            <a:xfrm rot="1865792">
              <a:off x="-47046" y="4585932"/>
              <a:ext cx="300004" cy="602379"/>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4"/>
            <p:cNvSpPr/>
            <p:nvPr/>
          </p:nvSpPr>
          <p:spPr>
            <a:xfrm rot="1865792">
              <a:off x="-210435" y="4171368"/>
              <a:ext cx="303616" cy="641027"/>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4"/>
            <p:cNvSpPr/>
            <p:nvPr/>
          </p:nvSpPr>
          <p:spPr>
            <a:xfrm rot="1865792">
              <a:off x="-446738" y="4508734"/>
              <a:ext cx="436237" cy="481666"/>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4"/>
            <p:cNvSpPr/>
            <p:nvPr/>
          </p:nvSpPr>
          <p:spPr>
            <a:xfrm rot="1865792">
              <a:off x="-62853" y="3785949"/>
              <a:ext cx="249778" cy="1465481"/>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4"/>
            <p:cNvSpPr/>
            <p:nvPr/>
          </p:nvSpPr>
          <p:spPr>
            <a:xfrm rot="1865792">
              <a:off x="142149" y="4097871"/>
              <a:ext cx="226816" cy="630828"/>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4"/>
            <p:cNvSpPr/>
            <p:nvPr/>
          </p:nvSpPr>
          <p:spPr>
            <a:xfrm rot="1865792">
              <a:off x="42855" y="4350098"/>
              <a:ext cx="247821" cy="579637"/>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4"/>
            <p:cNvSpPr/>
            <p:nvPr/>
          </p:nvSpPr>
          <p:spPr>
            <a:xfrm rot="1865792">
              <a:off x="-421050" y="4475648"/>
              <a:ext cx="688607" cy="610484"/>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4"/>
            <p:cNvSpPr/>
            <p:nvPr/>
          </p:nvSpPr>
          <p:spPr>
            <a:xfrm rot="1865792">
              <a:off x="-184266" y="4178291"/>
              <a:ext cx="290494" cy="628237"/>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4"/>
            <p:cNvSpPr/>
            <p:nvPr/>
          </p:nvSpPr>
          <p:spPr>
            <a:xfrm rot="3492532">
              <a:off x="6233657" y="-64667"/>
              <a:ext cx="210056" cy="540624"/>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4"/>
            <p:cNvSpPr/>
            <p:nvPr/>
          </p:nvSpPr>
          <p:spPr>
            <a:xfrm rot="3492532">
              <a:off x="6095836" y="336713"/>
              <a:ext cx="193063" cy="35270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4"/>
            <p:cNvSpPr/>
            <p:nvPr/>
          </p:nvSpPr>
          <p:spPr>
            <a:xfrm rot="3492532">
              <a:off x="5883564" y="164879"/>
              <a:ext cx="252040" cy="283898"/>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4"/>
            <p:cNvSpPr/>
            <p:nvPr/>
          </p:nvSpPr>
          <p:spPr>
            <a:xfrm rot="3492532">
              <a:off x="6120466" y="-64129"/>
              <a:ext cx="236663" cy="900682"/>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4"/>
            <p:cNvSpPr/>
            <p:nvPr/>
          </p:nvSpPr>
          <p:spPr>
            <a:xfrm rot="3492532">
              <a:off x="5836154" y="187942"/>
              <a:ext cx="485471" cy="426494"/>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4"/>
            <p:cNvSpPr/>
            <p:nvPr/>
          </p:nvSpPr>
          <p:spPr>
            <a:xfrm rot="3492532">
              <a:off x="6370591" y="95465"/>
              <a:ext cx="96222" cy="10422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4"/>
            <p:cNvSpPr/>
            <p:nvPr/>
          </p:nvSpPr>
          <p:spPr>
            <a:xfrm rot="3492532">
              <a:off x="6247431" y="137660"/>
              <a:ext cx="148816" cy="143673"/>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4"/>
            <p:cNvSpPr/>
            <p:nvPr/>
          </p:nvSpPr>
          <p:spPr>
            <a:xfrm rot="3492532">
              <a:off x="6168474" y="210915"/>
              <a:ext cx="146877" cy="119624"/>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4"/>
            <p:cNvSpPr/>
            <p:nvPr/>
          </p:nvSpPr>
          <p:spPr>
            <a:xfrm rot="3492532">
              <a:off x="6210662" y="491695"/>
              <a:ext cx="65737" cy="83053"/>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4"/>
            <p:cNvSpPr/>
            <p:nvPr/>
          </p:nvSpPr>
          <p:spPr>
            <a:xfrm rot="3492532">
              <a:off x="6120561" y="484652"/>
              <a:ext cx="89489" cy="105836"/>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4"/>
            <p:cNvSpPr/>
            <p:nvPr/>
          </p:nvSpPr>
          <p:spPr>
            <a:xfrm rot="3492532">
              <a:off x="5962324" y="210914"/>
              <a:ext cx="69615" cy="86931"/>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4"/>
            <p:cNvSpPr/>
            <p:nvPr/>
          </p:nvSpPr>
          <p:spPr>
            <a:xfrm rot="3492532">
              <a:off x="5935368" y="287068"/>
              <a:ext cx="83699" cy="100396"/>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4"/>
            <p:cNvSpPr/>
            <p:nvPr/>
          </p:nvSpPr>
          <p:spPr>
            <a:xfrm rot="2131633">
              <a:off x="7884376" y="330587"/>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4"/>
            <p:cNvSpPr/>
            <p:nvPr/>
          </p:nvSpPr>
          <p:spPr>
            <a:xfrm rot="-2281775">
              <a:off x="689767" y="4755524"/>
              <a:ext cx="148956" cy="301766"/>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4"/>
            <p:cNvSpPr/>
            <p:nvPr/>
          </p:nvSpPr>
          <p:spPr>
            <a:xfrm flipH="1" rot="2422028">
              <a:off x="317710" y="2839431"/>
              <a:ext cx="158193" cy="103013"/>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4"/>
            <p:cNvSpPr/>
            <p:nvPr/>
          </p:nvSpPr>
          <p:spPr>
            <a:xfrm flipH="1" rot="2422028">
              <a:off x="-135914" y="2811407"/>
              <a:ext cx="352694" cy="995878"/>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4"/>
            <p:cNvSpPr/>
            <p:nvPr/>
          </p:nvSpPr>
          <p:spPr>
            <a:xfrm flipH="1" rot="-7738681">
              <a:off x="8719071" y="1884738"/>
              <a:ext cx="131163" cy="213849"/>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4"/>
            <p:cNvSpPr/>
            <p:nvPr/>
          </p:nvSpPr>
          <p:spPr>
            <a:xfrm flipH="1" rot="-7738681">
              <a:off x="8839235" y="2011455"/>
              <a:ext cx="201072" cy="167803"/>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4"/>
            <p:cNvSpPr/>
            <p:nvPr/>
          </p:nvSpPr>
          <p:spPr>
            <a:xfrm flipH="1" rot="-7738681">
              <a:off x="8748559" y="1914412"/>
              <a:ext cx="119067" cy="251109"/>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4"/>
            <p:cNvSpPr/>
            <p:nvPr/>
          </p:nvSpPr>
          <p:spPr>
            <a:xfrm flipH="1" rot="-7738681">
              <a:off x="8762456" y="1956668"/>
              <a:ext cx="202661" cy="257025"/>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4"/>
            <p:cNvSpPr/>
            <p:nvPr/>
          </p:nvSpPr>
          <p:spPr>
            <a:xfrm flipH="1" rot="-7738681">
              <a:off x="8806495" y="1901317"/>
              <a:ext cx="142995" cy="55603"/>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4"/>
            <p:cNvSpPr/>
            <p:nvPr/>
          </p:nvSpPr>
          <p:spPr>
            <a:xfrm flipH="1" rot="-7738681">
              <a:off x="8923866" y="1964602"/>
              <a:ext cx="146924" cy="75668"/>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4"/>
            <p:cNvSpPr/>
            <p:nvPr/>
          </p:nvSpPr>
          <p:spPr>
            <a:xfrm flipH="1" rot="-7738681">
              <a:off x="8869793" y="1971113"/>
              <a:ext cx="74146" cy="121537"/>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4"/>
            <p:cNvSpPr/>
            <p:nvPr/>
          </p:nvSpPr>
          <p:spPr>
            <a:xfrm flipH="1" rot="-7738681">
              <a:off x="8940605" y="1760196"/>
              <a:ext cx="99885" cy="223936"/>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9" name="Google Shape;2199;p54"/>
            <p:cNvGrpSpPr/>
            <p:nvPr/>
          </p:nvGrpSpPr>
          <p:grpSpPr>
            <a:xfrm rot="-1324913">
              <a:off x="8697861" y="-353468"/>
              <a:ext cx="470024" cy="1364716"/>
              <a:chOff x="1460575" y="5630575"/>
              <a:chExt cx="645350" cy="1873775"/>
            </a:xfrm>
          </p:grpSpPr>
          <p:sp>
            <p:nvSpPr>
              <p:cNvPr id="2200" name="Google Shape;2200;p54"/>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4"/>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2" name="Google Shape;2202;p54"/>
            <p:cNvSpPr/>
            <p:nvPr/>
          </p:nvSpPr>
          <p:spPr>
            <a:xfrm rot="-3525496">
              <a:off x="8618451" y="-65787"/>
              <a:ext cx="190880" cy="134748"/>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SECTION_TITLE_AND_DESCRIPTION_1">
    <p:spTree>
      <p:nvGrpSpPr>
        <p:cNvPr id="2203" name="Shape 2203"/>
        <p:cNvGrpSpPr/>
        <p:nvPr/>
      </p:nvGrpSpPr>
      <p:grpSpPr>
        <a:xfrm>
          <a:off x="0" y="0"/>
          <a:ext cx="0" cy="0"/>
          <a:chOff x="0" y="0"/>
          <a:chExt cx="0" cy="0"/>
        </a:xfrm>
      </p:grpSpPr>
      <p:sp>
        <p:nvSpPr>
          <p:cNvPr id="2204" name="Google Shape;2204;p55"/>
          <p:cNvSpPr/>
          <p:nvPr/>
        </p:nvSpPr>
        <p:spPr>
          <a:xfrm flipH="1" rot="10800000">
            <a:off x="0" y="-63734"/>
            <a:ext cx="9144085" cy="2617632"/>
          </a:xfrm>
          <a:custGeom>
            <a:rect b="b" l="l" r="r" t="t"/>
            <a:pathLst>
              <a:path extrusionOk="0" h="30664" w="83785">
                <a:moveTo>
                  <a:pt x="7278" y="0"/>
                </a:moveTo>
                <a:cubicBezTo>
                  <a:pt x="6838" y="0"/>
                  <a:pt x="6397" y="6"/>
                  <a:pt x="5953" y="17"/>
                </a:cubicBezTo>
                <a:cubicBezTo>
                  <a:pt x="3906" y="77"/>
                  <a:pt x="1929" y="255"/>
                  <a:pt x="0" y="553"/>
                </a:cubicBezTo>
                <a:lnTo>
                  <a:pt x="0" y="30664"/>
                </a:lnTo>
                <a:lnTo>
                  <a:pt x="83785" y="30664"/>
                </a:lnTo>
                <a:lnTo>
                  <a:pt x="83785" y="3398"/>
                </a:lnTo>
                <a:cubicBezTo>
                  <a:pt x="82594" y="3101"/>
                  <a:pt x="81332" y="2851"/>
                  <a:pt x="79998" y="2672"/>
                </a:cubicBezTo>
                <a:cubicBezTo>
                  <a:pt x="77596" y="2332"/>
                  <a:pt x="75162" y="2197"/>
                  <a:pt x="72705" y="2197"/>
                </a:cubicBezTo>
                <a:cubicBezTo>
                  <a:pt x="63072" y="2197"/>
                  <a:pt x="53083" y="4279"/>
                  <a:pt x="43220" y="4279"/>
                </a:cubicBezTo>
                <a:cubicBezTo>
                  <a:pt x="42386" y="4279"/>
                  <a:pt x="41552" y="4264"/>
                  <a:pt x="40720" y="4232"/>
                </a:cubicBezTo>
                <a:cubicBezTo>
                  <a:pt x="29124" y="3785"/>
                  <a:pt x="18831" y="0"/>
                  <a:pt x="7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5" name="Google Shape;2205;p55"/>
          <p:cNvGrpSpPr/>
          <p:nvPr/>
        </p:nvGrpSpPr>
        <p:grpSpPr>
          <a:xfrm flipH="1" rot="-3585892">
            <a:off x="7782042" y="-981628"/>
            <a:ext cx="1104614" cy="2238706"/>
            <a:chOff x="1803775" y="5029925"/>
            <a:chExt cx="655775" cy="1329050"/>
          </a:xfrm>
        </p:grpSpPr>
        <p:sp>
          <p:nvSpPr>
            <p:cNvPr id="2206" name="Google Shape;2206;p55"/>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5"/>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5"/>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5"/>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5"/>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5"/>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5"/>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5"/>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5"/>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5"/>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5"/>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 name="Google Shape;2217;p55"/>
          <p:cNvGrpSpPr/>
          <p:nvPr/>
        </p:nvGrpSpPr>
        <p:grpSpPr>
          <a:xfrm flipH="1" rot="-7158830">
            <a:off x="8295400" y="618462"/>
            <a:ext cx="736632" cy="1342556"/>
            <a:chOff x="-214625" y="3943775"/>
            <a:chExt cx="458725" cy="836125"/>
          </a:xfrm>
        </p:grpSpPr>
        <p:sp>
          <p:nvSpPr>
            <p:cNvPr id="2218" name="Google Shape;2218;p55"/>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5"/>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5"/>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5"/>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5"/>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5"/>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5"/>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5"/>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5"/>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5"/>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5"/>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5"/>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 name="Google Shape;2230;p55"/>
          <p:cNvGrpSpPr/>
          <p:nvPr/>
        </p:nvGrpSpPr>
        <p:grpSpPr>
          <a:xfrm flipH="1" rot="10800000">
            <a:off x="-422724" y="-457491"/>
            <a:ext cx="2828997" cy="2494679"/>
            <a:chOff x="-232214" y="3409528"/>
            <a:chExt cx="2412996" cy="2127840"/>
          </a:xfrm>
        </p:grpSpPr>
        <p:grpSp>
          <p:nvGrpSpPr>
            <p:cNvPr id="2231" name="Google Shape;2231;p55"/>
            <p:cNvGrpSpPr/>
            <p:nvPr/>
          </p:nvGrpSpPr>
          <p:grpSpPr>
            <a:xfrm rot="1865779">
              <a:off x="184802" y="3513544"/>
              <a:ext cx="923583" cy="1871813"/>
              <a:chOff x="1803775" y="5029925"/>
              <a:chExt cx="655775" cy="1329050"/>
            </a:xfrm>
          </p:grpSpPr>
          <p:sp>
            <p:nvSpPr>
              <p:cNvPr id="2232" name="Google Shape;2232;p55"/>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5"/>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5"/>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5"/>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5"/>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5"/>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5"/>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5"/>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5"/>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5"/>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5"/>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 name="Google Shape;2243;p55"/>
            <p:cNvGrpSpPr/>
            <p:nvPr/>
          </p:nvGrpSpPr>
          <p:grpSpPr>
            <a:xfrm rot="3492532">
              <a:off x="959485" y="4639772"/>
              <a:ext cx="494143" cy="900682"/>
              <a:chOff x="-214625" y="3943775"/>
              <a:chExt cx="458725" cy="836125"/>
            </a:xfrm>
          </p:grpSpPr>
          <p:sp>
            <p:nvSpPr>
              <p:cNvPr id="2244" name="Google Shape;2244;p55"/>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5"/>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5"/>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5"/>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5"/>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5"/>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5"/>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5"/>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5"/>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5"/>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6" name="Google Shape;2256;p55"/>
            <p:cNvSpPr/>
            <p:nvPr/>
          </p:nvSpPr>
          <p:spPr>
            <a:xfrm rot="2131633">
              <a:off x="264376" y="3526762"/>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5"/>
            <p:cNvSpPr/>
            <p:nvPr/>
          </p:nvSpPr>
          <p:spPr>
            <a:xfrm rot="-2281775">
              <a:off x="1954742" y="4656749"/>
              <a:ext cx="148956" cy="301766"/>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5">
    <p:spTree>
      <p:nvGrpSpPr>
        <p:cNvPr id="2258" name="Shape 2258"/>
        <p:cNvGrpSpPr/>
        <p:nvPr/>
      </p:nvGrpSpPr>
      <p:grpSpPr>
        <a:xfrm>
          <a:off x="0" y="0"/>
          <a:ext cx="0" cy="0"/>
          <a:chOff x="0" y="0"/>
          <a:chExt cx="0" cy="0"/>
        </a:xfrm>
      </p:grpSpPr>
      <p:sp>
        <p:nvSpPr>
          <p:cNvPr id="2259" name="Google Shape;2259;p56"/>
          <p:cNvSpPr/>
          <p:nvPr/>
        </p:nvSpPr>
        <p:spPr>
          <a:xfrm rot="5400000">
            <a:off x="363803" y="-363723"/>
            <a:ext cx="1324170" cy="2051626"/>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0" name="Google Shape;2260;p56"/>
          <p:cNvGrpSpPr/>
          <p:nvPr/>
        </p:nvGrpSpPr>
        <p:grpSpPr>
          <a:xfrm flipH="1" rot="277636">
            <a:off x="8166276" y="3665210"/>
            <a:ext cx="896474" cy="1547226"/>
            <a:chOff x="2864350" y="1741813"/>
            <a:chExt cx="396500" cy="684350"/>
          </a:xfrm>
        </p:grpSpPr>
        <p:sp>
          <p:nvSpPr>
            <p:cNvPr id="2261" name="Google Shape;2261;p56"/>
            <p:cNvSpPr/>
            <p:nvPr/>
          </p:nvSpPr>
          <p:spPr>
            <a:xfrm>
              <a:off x="2971500" y="1792438"/>
              <a:ext cx="190225" cy="633725"/>
            </a:xfrm>
            <a:custGeom>
              <a:rect b="b" l="l" r="r" t="t"/>
              <a:pathLst>
                <a:path extrusionOk="0" h="25349" w="7609">
                  <a:moveTo>
                    <a:pt x="1727" y="0"/>
                  </a:moveTo>
                  <a:cubicBezTo>
                    <a:pt x="1667" y="0"/>
                    <a:pt x="1632" y="48"/>
                    <a:pt x="1608" y="107"/>
                  </a:cubicBezTo>
                  <a:cubicBezTo>
                    <a:pt x="1596" y="238"/>
                    <a:pt x="0" y="13407"/>
                    <a:pt x="7382" y="25289"/>
                  </a:cubicBezTo>
                  <a:cubicBezTo>
                    <a:pt x="7406" y="25325"/>
                    <a:pt x="7430" y="25348"/>
                    <a:pt x="7478" y="25348"/>
                  </a:cubicBezTo>
                  <a:cubicBezTo>
                    <a:pt x="7501" y="25348"/>
                    <a:pt x="7525" y="25348"/>
                    <a:pt x="7549" y="25301"/>
                  </a:cubicBezTo>
                  <a:cubicBezTo>
                    <a:pt x="7597" y="25277"/>
                    <a:pt x="7609" y="25217"/>
                    <a:pt x="7585" y="25158"/>
                  </a:cubicBezTo>
                  <a:cubicBezTo>
                    <a:pt x="239" y="13347"/>
                    <a:pt x="1822" y="250"/>
                    <a:pt x="1834" y="119"/>
                  </a:cubicBezTo>
                  <a:cubicBezTo>
                    <a:pt x="1834" y="60"/>
                    <a:pt x="1786" y="12"/>
                    <a:pt x="17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6"/>
            <p:cNvSpPr/>
            <p:nvPr/>
          </p:nvSpPr>
          <p:spPr>
            <a:xfrm>
              <a:off x="3127425" y="2229563"/>
              <a:ext cx="133425" cy="189450"/>
            </a:xfrm>
            <a:custGeom>
              <a:rect b="b" l="l" r="r" t="t"/>
              <a:pathLst>
                <a:path extrusionOk="0" h="7578" w="5337">
                  <a:moveTo>
                    <a:pt x="2359" y="0"/>
                  </a:moveTo>
                  <a:cubicBezTo>
                    <a:pt x="0" y="0"/>
                    <a:pt x="1133" y="7578"/>
                    <a:pt x="1133" y="7578"/>
                  </a:cubicBezTo>
                  <a:cubicBezTo>
                    <a:pt x="1133" y="7578"/>
                    <a:pt x="5336" y="613"/>
                    <a:pt x="2622" y="29"/>
                  </a:cubicBezTo>
                  <a:cubicBezTo>
                    <a:pt x="2530" y="10"/>
                    <a:pt x="2442" y="0"/>
                    <a:pt x="23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6"/>
            <p:cNvSpPr/>
            <p:nvPr/>
          </p:nvSpPr>
          <p:spPr>
            <a:xfrm>
              <a:off x="2951250" y="2331613"/>
              <a:ext cx="205425" cy="87400"/>
            </a:xfrm>
            <a:custGeom>
              <a:rect b="b" l="l" r="r" t="t"/>
              <a:pathLst>
                <a:path extrusionOk="0" h="3496" w="8217">
                  <a:moveTo>
                    <a:pt x="2148" y="0"/>
                  </a:moveTo>
                  <a:cubicBezTo>
                    <a:pt x="1646" y="0"/>
                    <a:pt x="1253" y="201"/>
                    <a:pt x="1049" y="698"/>
                  </a:cubicBezTo>
                  <a:cubicBezTo>
                    <a:pt x="1" y="3258"/>
                    <a:pt x="8216" y="3496"/>
                    <a:pt x="8216" y="3496"/>
                  </a:cubicBezTo>
                  <a:cubicBezTo>
                    <a:pt x="8216" y="3496"/>
                    <a:pt x="4240" y="0"/>
                    <a:pt x="21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6"/>
            <p:cNvSpPr/>
            <p:nvPr/>
          </p:nvSpPr>
          <p:spPr>
            <a:xfrm>
              <a:off x="3085500" y="2085338"/>
              <a:ext cx="130400" cy="182775"/>
            </a:xfrm>
            <a:custGeom>
              <a:rect b="b" l="l" r="r" t="t"/>
              <a:pathLst>
                <a:path extrusionOk="0" h="7311" w="5216">
                  <a:moveTo>
                    <a:pt x="2216" y="1"/>
                  </a:moveTo>
                  <a:cubicBezTo>
                    <a:pt x="43" y="1"/>
                    <a:pt x="1" y="7310"/>
                    <a:pt x="1" y="7310"/>
                  </a:cubicBezTo>
                  <a:cubicBezTo>
                    <a:pt x="1" y="7310"/>
                    <a:pt x="5215" y="1071"/>
                    <a:pt x="2632" y="83"/>
                  </a:cubicBezTo>
                  <a:cubicBezTo>
                    <a:pt x="2485" y="27"/>
                    <a:pt x="2347" y="1"/>
                    <a:pt x="22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6"/>
            <p:cNvSpPr/>
            <p:nvPr/>
          </p:nvSpPr>
          <p:spPr>
            <a:xfrm>
              <a:off x="2884275" y="2158213"/>
              <a:ext cx="201850" cy="110200"/>
            </a:xfrm>
            <a:custGeom>
              <a:rect b="b" l="l" r="r" t="t"/>
              <a:pathLst>
                <a:path extrusionOk="0" h="4408" w="8074">
                  <a:moveTo>
                    <a:pt x="2377" y="1"/>
                  </a:moveTo>
                  <a:cubicBezTo>
                    <a:pt x="1994" y="1"/>
                    <a:pt x="1670" y="160"/>
                    <a:pt x="1442" y="538"/>
                  </a:cubicBezTo>
                  <a:cubicBezTo>
                    <a:pt x="1" y="2907"/>
                    <a:pt x="8073" y="4407"/>
                    <a:pt x="8073" y="4407"/>
                  </a:cubicBezTo>
                  <a:cubicBezTo>
                    <a:pt x="8073" y="4407"/>
                    <a:pt x="4398" y="1"/>
                    <a:pt x="23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6"/>
            <p:cNvSpPr/>
            <p:nvPr/>
          </p:nvSpPr>
          <p:spPr>
            <a:xfrm>
              <a:off x="3031025" y="1940138"/>
              <a:ext cx="136950" cy="148175"/>
            </a:xfrm>
            <a:custGeom>
              <a:rect b="b" l="l" r="r" t="t"/>
              <a:pathLst>
                <a:path extrusionOk="0" h="5927" w="5478">
                  <a:moveTo>
                    <a:pt x="2933" y="1"/>
                  </a:moveTo>
                  <a:cubicBezTo>
                    <a:pt x="1144" y="1"/>
                    <a:pt x="1" y="5927"/>
                    <a:pt x="1" y="5927"/>
                  </a:cubicBezTo>
                  <a:cubicBezTo>
                    <a:pt x="1" y="5927"/>
                    <a:pt x="5478" y="1414"/>
                    <a:pt x="3430" y="152"/>
                  </a:cubicBezTo>
                  <a:cubicBezTo>
                    <a:pt x="3259" y="48"/>
                    <a:pt x="3094" y="1"/>
                    <a:pt x="29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6"/>
            <p:cNvSpPr/>
            <p:nvPr/>
          </p:nvSpPr>
          <p:spPr>
            <a:xfrm>
              <a:off x="2864350" y="1970563"/>
              <a:ext cx="167600" cy="118050"/>
            </a:xfrm>
            <a:custGeom>
              <a:rect b="b" l="l" r="r" t="t"/>
              <a:pathLst>
                <a:path extrusionOk="0" h="4722" w="6704">
                  <a:moveTo>
                    <a:pt x="2321" y="1"/>
                  </a:moveTo>
                  <a:cubicBezTo>
                    <a:pt x="2069" y="1"/>
                    <a:pt x="1835" y="100"/>
                    <a:pt x="1631" y="328"/>
                  </a:cubicBezTo>
                  <a:cubicBezTo>
                    <a:pt x="0" y="2138"/>
                    <a:pt x="6703" y="4722"/>
                    <a:pt x="6703" y="4722"/>
                  </a:cubicBezTo>
                  <a:cubicBezTo>
                    <a:pt x="6703" y="4722"/>
                    <a:pt x="4062" y="1"/>
                    <a:pt x="23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6"/>
            <p:cNvSpPr/>
            <p:nvPr/>
          </p:nvSpPr>
          <p:spPr>
            <a:xfrm>
              <a:off x="3014350" y="1802463"/>
              <a:ext cx="111350" cy="120375"/>
            </a:xfrm>
            <a:custGeom>
              <a:rect b="b" l="l" r="r" t="t"/>
              <a:pathLst>
                <a:path extrusionOk="0" h="4815" w="4454">
                  <a:moveTo>
                    <a:pt x="2366" y="0"/>
                  </a:moveTo>
                  <a:cubicBezTo>
                    <a:pt x="934" y="0"/>
                    <a:pt x="1" y="4814"/>
                    <a:pt x="1" y="4814"/>
                  </a:cubicBezTo>
                  <a:cubicBezTo>
                    <a:pt x="1" y="4814"/>
                    <a:pt x="4454" y="1147"/>
                    <a:pt x="2763" y="123"/>
                  </a:cubicBezTo>
                  <a:cubicBezTo>
                    <a:pt x="2627" y="39"/>
                    <a:pt x="2495" y="0"/>
                    <a:pt x="23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6"/>
            <p:cNvSpPr/>
            <p:nvPr/>
          </p:nvSpPr>
          <p:spPr>
            <a:xfrm>
              <a:off x="2878925" y="1827313"/>
              <a:ext cx="136350" cy="95800"/>
            </a:xfrm>
            <a:custGeom>
              <a:rect b="b" l="l" r="r" t="t"/>
              <a:pathLst>
                <a:path extrusionOk="0" h="3832" w="5454">
                  <a:moveTo>
                    <a:pt x="1890" y="1"/>
                  </a:moveTo>
                  <a:cubicBezTo>
                    <a:pt x="1682" y="1"/>
                    <a:pt x="1490" y="83"/>
                    <a:pt x="1322" y="272"/>
                  </a:cubicBezTo>
                  <a:cubicBezTo>
                    <a:pt x="1" y="1736"/>
                    <a:pt x="5454" y="3832"/>
                    <a:pt x="5454" y="3832"/>
                  </a:cubicBezTo>
                  <a:cubicBezTo>
                    <a:pt x="5454" y="3832"/>
                    <a:pt x="3307" y="1"/>
                    <a:pt x="18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6"/>
            <p:cNvSpPr/>
            <p:nvPr/>
          </p:nvSpPr>
          <p:spPr>
            <a:xfrm>
              <a:off x="2990250" y="1741813"/>
              <a:ext cx="54500" cy="53925"/>
            </a:xfrm>
            <a:custGeom>
              <a:rect b="b" l="l" r="r" t="t"/>
              <a:pathLst>
                <a:path extrusionOk="0" h="2157" w="2180">
                  <a:moveTo>
                    <a:pt x="1109" y="1"/>
                  </a:moveTo>
                  <a:cubicBezTo>
                    <a:pt x="524" y="1"/>
                    <a:pt x="48" y="461"/>
                    <a:pt x="12" y="1049"/>
                  </a:cubicBezTo>
                  <a:cubicBezTo>
                    <a:pt x="1" y="1644"/>
                    <a:pt x="453" y="2144"/>
                    <a:pt x="1048" y="2156"/>
                  </a:cubicBezTo>
                  <a:cubicBezTo>
                    <a:pt x="1063" y="2157"/>
                    <a:pt x="1078" y="2157"/>
                    <a:pt x="1092" y="2157"/>
                  </a:cubicBezTo>
                  <a:cubicBezTo>
                    <a:pt x="1668" y="2157"/>
                    <a:pt x="2156" y="1701"/>
                    <a:pt x="2167" y="1120"/>
                  </a:cubicBezTo>
                  <a:cubicBezTo>
                    <a:pt x="2179" y="525"/>
                    <a:pt x="1727" y="13"/>
                    <a:pt x="1132" y="1"/>
                  </a:cubicBezTo>
                  <a:cubicBezTo>
                    <a:pt x="1124" y="1"/>
                    <a:pt x="1117" y="1"/>
                    <a:pt x="1109"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6"/>
            <p:cNvSpPr/>
            <p:nvPr/>
          </p:nvSpPr>
          <p:spPr>
            <a:xfrm>
              <a:off x="2939350" y="1832313"/>
              <a:ext cx="126825" cy="93775"/>
            </a:xfrm>
            <a:custGeom>
              <a:rect b="b" l="l" r="r" t="t"/>
              <a:pathLst>
                <a:path extrusionOk="0" h="3751" w="5073">
                  <a:moveTo>
                    <a:pt x="4951" y="1"/>
                  </a:moveTo>
                  <a:cubicBezTo>
                    <a:pt x="4912" y="1"/>
                    <a:pt x="4871" y="19"/>
                    <a:pt x="4846" y="60"/>
                  </a:cubicBezTo>
                  <a:lnTo>
                    <a:pt x="3001" y="3453"/>
                  </a:lnTo>
                  <a:lnTo>
                    <a:pt x="191" y="953"/>
                  </a:lnTo>
                  <a:cubicBezTo>
                    <a:pt x="169" y="936"/>
                    <a:pt x="142" y="928"/>
                    <a:pt x="114" y="928"/>
                  </a:cubicBezTo>
                  <a:cubicBezTo>
                    <a:pt x="82" y="928"/>
                    <a:pt x="50" y="939"/>
                    <a:pt x="24" y="965"/>
                  </a:cubicBezTo>
                  <a:cubicBezTo>
                    <a:pt x="1" y="1013"/>
                    <a:pt x="1" y="1084"/>
                    <a:pt x="36" y="1132"/>
                  </a:cubicBezTo>
                  <a:lnTo>
                    <a:pt x="2953" y="3715"/>
                  </a:lnTo>
                  <a:cubicBezTo>
                    <a:pt x="2977" y="3739"/>
                    <a:pt x="3001" y="3751"/>
                    <a:pt x="3037" y="3751"/>
                  </a:cubicBezTo>
                  <a:cubicBezTo>
                    <a:pt x="3037" y="3751"/>
                    <a:pt x="3049" y="3751"/>
                    <a:pt x="3049" y="3739"/>
                  </a:cubicBezTo>
                  <a:cubicBezTo>
                    <a:pt x="3072" y="3715"/>
                    <a:pt x="3108" y="3703"/>
                    <a:pt x="3120" y="3680"/>
                  </a:cubicBezTo>
                  <a:lnTo>
                    <a:pt x="5037" y="155"/>
                  </a:lnTo>
                  <a:cubicBezTo>
                    <a:pt x="5073" y="120"/>
                    <a:pt x="5061" y="36"/>
                    <a:pt x="5001" y="12"/>
                  </a:cubicBezTo>
                  <a:cubicBezTo>
                    <a:pt x="4986" y="5"/>
                    <a:pt x="4969" y="1"/>
                    <a:pt x="49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6"/>
            <p:cNvSpPr/>
            <p:nvPr/>
          </p:nvSpPr>
          <p:spPr>
            <a:xfrm>
              <a:off x="3029250" y="1990363"/>
              <a:ext cx="66100" cy="99750"/>
            </a:xfrm>
            <a:custGeom>
              <a:rect b="b" l="l" r="r" t="t"/>
              <a:pathLst>
                <a:path extrusionOk="0" h="3990" w="2644">
                  <a:moveTo>
                    <a:pt x="2465" y="1"/>
                  </a:moveTo>
                  <a:lnTo>
                    <a:pt x="0" y="3858"/>
                  </a:lnTo>
                  <a:lnTo>
                    <a:pt x="191" y="3989"/>
                  </a:lnTo>
                  <a:lnTo>
                    <a:pt x="2643" y="120"/>
                  </a:lnTo>
                  <a:lnTo>
                    <a:pt x="24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6"/>
            <p:cNvSpPr/>
            <p:nvPr/>
          </p:nvSpPr>
          <p:spPr>
            <a:xfrm>
              <a:off x="2938750" y="2010988"/>
              <a:ext cx="96475" cy="80300"/>
            </a:xfrm>
            <a:custGeom>
              <a:rect b="b" l="l" r="r" t="t"/>
              <a:pathLst>
                <a:path extrusionOk="0" h="3212" w="3859">
                  <a:moveTo>
                    <a:pt x="145" y="0"/>
                  </a:moveTo>
                  <a:cubicBezTo>
                    <a:pt x="110" y="0"/>
                    <a:pt x="77" y="16"/>
                    <a:pt x="48" y="45"/>
                  </a:cubicBezTo>
                  <a:cubicBezTo>
                    <a:pt x="1" y="104"/>
                    <a:pt x="25" y="164"/>
                    <a:pt x="60" y="200"/>
                  </a:cubicBezTo>
                  <a:lnTo>
                    <a:pt x="3656" y="3176"/>
                  </a:lnTo>
                  <a:cubicBezTo>
                    <a:pt x="3680" y="3188"/>
                    <a:pt x="3692" y="3212"/>
                    <a:pt x="3727" y="3212"/>
                  </a:cubicBezTo>
                  <a:cubicBezTo>
                    <a:pt x="3751" y="3212"/>
                    <a:pt x="3787" y="3200"/>
                    <a:pt x="3811" y="3164"/>
                  </a:cubicBezTo>
                  <a:cubicBezTo>
                    <a:pt x="3858" y="3105"/>
                    <a:pt x="3846" y="3045"/>
                    <a:pt x="3799" y="2998"/>
                  </a:cubicBezTo>
                  <a:lnTo>
                    <a:pt x="215" y="21"/>
                  </a:lnTo>
                  <a:cubicBezTo>
                    <a:pt x="192" y="7"/>
                    <a:pt x="168" y="0"/>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6"/>
            <p:cNvSpPr/>
            <p:nvPr/>
          </p:nvSpPr>
          <p:spPr>
            <a:xfrm>
              <a:off x="2961675" y="2144188"/>
              <a:ext cx="169100" cy="126000"/>
            </a:xfrm>
            <a:custGeom>
              <a:rect b="b" l="l" r="r" t="t"/>
              <a:pathLst>
                <a:path extrusionOk="0" h="5040" w="6764">
                  <a:moveTo>
                    <a:pt x="6629" y="1"/>
                  </a:moveTo>
                  <a:cubicBezTo>
                    <a:pt x="6585" y="1"/>
                    <a:pt x="6542" y="32"/>
                    <a:pt x="6525" y="75"/>
                  </a:cubicBezTo>
                  <a:lnTo>
                    <a:pt x="4739" y="4778"/>
                  </a:lnTo>
                  <a:lnTo>
                    <a:pt x="179" y="2003"/>
                  </a:lnTo>
                  <a:cubicBezTo>
                    <a:pt x="164" y="1996"/>
                    <a:pt x="147" y="1992"/>
                    <a:pt x="129" y="1992"/>
                  </a:cubicBezTo>
                  <a:cubicBezTo>
                    <a:pt x="90" y="1992"/>
                    <a:pt x="49" y="2010"/>
                    <a:pt x="24" y="2051"/>
                  </a:cubicBezTo>
                  <a:cubicBezTo>
                    <a:pt x="1" y="2099"/>
                    <a:pt x="12" y="2170"/>
                    <a:pt x="72" y="2194"/>
                  </a:cubicBezTo>
                  <a:lnTo>
                    <a:pt x="4763" y="5028"/>
                  </a:lnTo>
                  <a:cubicBezTo>
                    <a:pt x="4775" y="5040"/>
                    <a:pt x="4799" y="5040"/>
                    <a:pt x="4823" y="5040"/>
                  </a:cubicBezTo>
                  <a:lnTo>
                    <a:pt x="4834" y="5040"/>
                  </a:lnTo>
                  <a:cubicBezTo>
                    <a:pt x="4882" y="5040"/>
                    <a:pt x="4894" y="5004"/>
                    <a:pt x="4906" y="4980"/>
                  </a:cubicBezTo>
                  <a:lnTo>
                    <a:pt x="6739" y="158"/>
                  </a:lnTo>
                  <a:cubicBezTo>
                    <a:pt x="6763" y="99"/>
                    <a:pt x="6739" y="27"/>
                    <a:pt x="6680" y="15"/>
                  </a:cubicBezTo>
                  <a:cubicBezTo>
                    <a:pt x="6664" y="5"/>
                    <a:pt x="6646" y="1"/>
                    <a:pt x="66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6"/>
            <p:cNvSpPr/>
            <p:nvPr/>
          </p:nvSpPr>
          <p:spPr>
            <a:xfrm>
              <a:off x="3153675" y="2283513"/>
              <a:ext cx="31875" cy="138475"/>
            </a:xfrm>
            <a:custGeom>
              <a:rect b="b" l="l" r="r" t="t"/>
              <a:pathLst>
                <a:path extrusionOk="0" h="5539" w="1275">
                  <a:moveTo>
                    <a:pt x="1148" y="1"/>
                  </a:moveTo>
                  <a:cubicBezTo>
                    <a:pt x="1095" y="1"/>
                    <a:pt x="1047" y="44"/>
                    <a:pt x="1036" y="98"/>
                  </a:cubicBezTo>
                  <a:lnTo>
                    <a:pt x="12" y="5408"/>
                  </a:lnTo>
                  <a:cubicBezTo>
                    <a:pt x="0" y="5467"/>
                    <a:pt x="36" y="5527"/>
                    <a:pt x="95" y="5539"/>
                  </a:cubicBezTo>
                  <a:lnTo>
                    <a:pt x="119" y="5539"/>
                  </a:lnTo>
                  <a:cubicBezTo>
                    <a:pt x="167" y="5539"/>
                    <a:pt x="214" y="5491"/>
                    <a:pt x="238" y="5455"/>
                  </a:cubicBezTo>
                  <a:lnTo>
                    <a:pt x="1262" y="133"/>
                  </a:lnTo>
                  <a:cubicBezTo>
                    <a:pt x="1274" y="74"/>
                    <a:pt x="1226" y="14"/>
                    <a:pt x="1167" y="2"/>
                  </a:cubicBezTo>
                  <a:cubicBezTo>
                    <a:pt x="1161" y="1"/>
                    <a:pt x="1154" y="1"/>
                    <a:pt x="11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6"/>
            <p:cNvSpPr/>
            <p:nvPr/>
          </p:nvSpPr>
          <p:spPr>
            <a:xfrm>
              <a:off x="3014075" y="2362738"/>
              <a:ext cx="131575" cy="54500"/>
            </a:xfrm>
            <a:custGeom>
              <a:rect b="b" l="l" r="r" t="t"/>
              <a:pathLst>
                <a:path extrusionOk="0" h="2180" w="5263">
                  <a:moveTo>
                    <a:pt x="71" y="0"/>
                  </a:moveTo>
                  <a:lnTo>
                    <a:pt x="0" y="203"/>
                  </a:lnTo>
                  <a:lnTo>
                    <a:pt x="5179" y="2179"/>
                  </a:lnTo>
                  <a:lnTo>
                    <a:pt x="5263" y="1977"/>
                  </a:lnTo>
                  <a:lnTo>
                    <a:pt x="7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 name="Google Shape;2277;p56"/>
          <p:cNvGrpSpPr/>
          <p:nvPr/>
        </p:nvGrpSpPr>
        <p:grpSpPr>
          <a:xfrm rot="2523835">
            <a:off x="-58556" y="281628"/>
            <a:ext cx="1212232" cy="1980835"/>
            <a:chOff x="4838975" y="1909000"/>
            <a:chExt cx="479850" cy="784050"/>
          </a:xfrm>
        </p:grpSpPr>
        <p:sp>
          <p:nvSpPr>
            <p:cNvPr id="2278" name="Google Shape;2278;p56"/>
            <p:cNvSpPr/>
            <p:nvPr/>
          </p:nvSpPr>
          <p:spPr>
            <a:xfrm>
              <a:off x="4998825" y="1909600"/>
              <a:ext cx="129800" cy="216400"/>
            </a:xfrm>
            <a:custGeom>
              <a:rect b="b" l="l" r="r" t="t"/>
              <a:pathLst>
                <a:path extrusionOk="0" h="8656" w="5192">
                  <a:moveTo>
                    <a:pt x="1906" y="0"/>
                  </a:moveTo>
                  <a:cubicBezTo>
                    <a:pt x="1906" y="0"/>
                    <a:pt x="1" y="4620"/>
                    <a:pt x="584" y="6465"/>
                  </a:cubicBezTo>
                  <a:cubicBezTo>
                    <a:pt x="1155" y="8311"/>
                    <a:pt x="3227" y="8656"/>
                    <a:pt x="3227" y="8656"/>
                  </a:cubicBezTo>
                  <a:cubicBezTo>
                    <a:pt x="3227" y="8656"/>
                    <a:pt x="5192" y="6370"/>
                    <a:pt x="4989" y="5001"/>
                  </a:cubicBezTo>
                  <a:cubicBezTo>
                    <a:pt x="4775" y="3655"/>
                    <a:pt x="1906" y="0"/>
                    <a:pt x="19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6"/>
            <p:cNvSpPr/>
            <p:nvPr/>
          </p:nvSpPr>
          <p:spPr>
            <a:xfrm>
              <a:off x="5005375" y="1909000"/>
              <a:ext cx="128600" cy="784050"/>
            </a:xfrm>
            <a:custGeom>
              <a:rect b="b" l="l" r="r" t="t"/>
              <a:pathLst>
                <a:path extrusionOk="0" h="31362" w="5144">
                  <a:moveTo>
                    <a:pt x="1751" y="0"/>
                  </a:moveTo>
                  <a:lnTo>
                    <a:pt x="1525" y="48"/>
                  </a:lnTo>
                  <a:cubicBezTo>
                    <a:pt x="1536" y="107"/>
                    <a:pt x="2727" y="5418"/>
                    <a:pt x="2906" y="7096"/>
                  </a:cubicBezTo>
                  <a:cubicBezTo>
                    <a:pt x="2941" y="7263"/>
                    <a:pt x="4918" y="23039"/>
                    <a:pt x="1" y="31242"/>
                  </a:cubicBezTo>
                  <a:lnTo>
                    <a:pt x="191" y="31361"/>
                  </a:lnTo>
                  <a:cubicBezTo>
                    <a:pt x="5144" y="23086"/>
                    <a:pt x="3144" y="7227"/>
                    <a:pt x="3132" y="7073"/>
                  </a:cubicBezTo>
                  <a:cubicBezTo>
                    <a:pt x="2953" y="5382"/>
                    <a:pt x="1763" y="60"/>
                    <a:pt x="17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6"/>
            <p:cNvSpPr/>
            <p:nvPr/>
          </p:nvSpPr>
          <p:spPr>
            <a:xfrm>
              <a:off x="4838975" y="2365475"/>
              <a:ext cx="219400" cy="231425"/>
            </a:xfrm>
            <a:custGeom>
              <a:rect b="b" l="l" r="r" t="t"/>
              <a:pathLst>
                <a:path extrusionOk="0" h="9257" w="8776">
                  <a:moveTo>
                    <a:pt x="188" y="1"/>
                  </a:moveTo>
                  <a:cubicBezTo>
                    <a:pt x="173" y="1"/>
                    <a:pt x="162" y="2"/>
                    <a:pt x="156" y="5"/>
                  </a:cubicBezTo>
                  <a:cubicBezTo>
                    <a:pt x="1" y="65"/>
                    <a:pt x="1811" y="3911"/>
                    <a:pt x="3501" y="6554"/>
                  </a:cubicBezTo>
                  <a:cubicBezTo>
                    <a:pt x="5204" y="9185"/>
                    <a:pt x="8419" y="9257"/>
                    <a:pt x="8419" y="9257"/>
                  </a:cubicBezTo>
                  <a:cubicBezTo>
                    <a:pt x="8776" y="6804"/>
                    <a:pt x="7228" y="3315"/>
                    <a:pt x="5573" y="2160"/>
                  </a:cubicBezTo>
                  <a:cubicBezTo>
                    <a:pt x="3979" y="1037"/>
                    <a:pt x="584" y="1"/>
                    <a:pt x="1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6"/>
            <p:cNvSpPr/>
            <p:nvPr/>
          </p:nvSpPr>
          <p:spPr>
            <a:xfrm>
              <a:off x="4896425" y="2110200"/>
              <a:ext cx="190825" cy="278650"/>
            </a:xfrm>
            <a:custGeom>
              <a:rect b="b" l="l" r="r" t="t"/>
              <a:pathLst>
                <a:path extrusionOk="0" h="11146" w="7633">
                  <a:moveTo>
                    <a:pt x="1" y="1"/>
                  </a:moveTo>
                  <a:cubicBezTo>
                    <a:pt x="1" y="1"/>
                    <a:pt x="1489" y="5156"/>
                    <a:pt x="2715" y="7299"/>
                  </a:cubicBezTo>
                  <a:cubicBezTo>
                    <a:pt x="3930" y="9454"/>
                    <a:pt x="7633" y="11145"/>
                    <a:pt x="7633" y="11145"/>
                  </a:cubicBezTo>
                  <a:cubicBezTo>
                    <a:pt x="7633" y="11145"/>
                    <a:pt x="7430" y="6585"/>
                    <a:pt x="6180" y="4275"/>
                  </a:cubicBezTo>
                  <a:cubicBezTo>
                    <a:pt x="4930" y="1966"/>
                    <a:pt x="1"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6"/>
            <p:cNvSpPr/>
            <p:nvPr/>
          </p:nvSpPr>
          <p:spPr>
            <a:xfrm>
              <a:off x="5089600" y="2034300"/>
              <a:ext cx="146175" cy="208700"/>
            </a:xfrm>
            <a:custGeom>
              <a:rect b="b" l="l" r="r" t="t"/>
              <a:pathLst>
                <a:path extrusionOk="0" h="8348" w="5847">
                  <a:moveTo>
                    <a:pt x="5646" y="0"/>
                  </a:moveTo>
                  <a:cubicBezTo>
                    <a:pt x="5290" y="0"/>
                    <a:pt x="2667" y="1905"/>
                    <a:pt x="1358" y="3668"/>
                  </a:cubicBezTo>
                  <a:cubicBezTo>
                    <a:pt x="1" y="5525"/>
                    <a:pt x="180" y="8347"/>
                    <a:pt x="180" y="8347"/>
                  </a:cubicBezTo>
                  <a:cubicBezTo>
                    <a:pt x="3406" y="7871"/>
                    <a:pt x="5061" y="5109"/>
                    <a:pt x="5371" y="3668"/>
                  </a:cubicBezTo>
                  <a:cubicBezTo>
                    <a:pt x="5680" y="2215"/>
                    <a:pt x="5847" y="215"/>
                    <a:pt x="5680" y="13"/>
                  </a:cubicBezTo>
                  <a:cubicBezTo>
                    <a:pt x="5674" y="4"/>
                    <a:pt x="5662" y="0"/>
                    <a:pt x="56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6"/>
            <p:cNvSpPr/>
            <p:nvPr/>
          </p:nvSpPr>
          <p:spPr>
            <a:xfrm>
              <a:off x="5081875" y="2257850"/>
              <a:ext cx="235175" cy="186650"/>
            </a:xfrm>
            <a:custGeom>
              <a:rect b="b" l="l" r="r" t="t"/>
              <a:pathLst>
                <a:path extrusionOk="0" h="7466" w="9407">
                  <a:moveTo>
                    <a:pt x="9406" y="0"/>
                  </a:moveTo>
                  <a:cubicBezTo>
                    <a:pt x="9406" y="0"/>
                    <a:pt x="6692" y="572"/>
                    <a:pt x="3941" y="2001"/>
                  </a:cubicBezTo>
                  <a:cubicBezTo>
                    <a:pt x="1167" y="3429"/>
                    <a:pt x="0" y="7466"/>
                    <a:pt x="0" y="7466"/>
                  </a:cubicBezTo>
                  <a:cubicBezTo>
                    <a:pt x="0" y="7466"/>
                    <a:pt x="4501" y="6942"/>
                    <a:pt x="6727" y="5227"/>
                  </a:cubicBezTo>
                  <a:cubicBezTo>
                    <a:pt x="8954" y="3537"/>
                    <a:pt x="9406" y="1"/>
                    <a:pt x="9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6"/>
            <p:cNvSpPr/>
            <p:nvPr/>
          </p:nvSpPr>
          <p:spPr>
            <a:xfrm>
              <a:off x="5019675" y="2508400"/>
              <a:ext cx="267000" cy="157350"/>
            </a:xfrm>
            <a:custGeom>
              <a:rect b="b" l="l" r="r" t="t"/>
              <a:pathLst>
                <a:path extrusionOk="0" h="6294" w="10680">
                  <a:moveTo>
                    <a:pt x="10465" y="1"/>
                  </a:moveTo>
                  <a:cubicBezTo>
                    <a:pt x="9676" y="1"/>
                    <a:pt x="6857" y="95"/>
                    <a:pt x="4417" y="1361"/>
                  </a:cubicBezTo>
                  <a:cubicBezTo>
                    <a:pt x="1548" y="2837"/>
                    <a:pt x="0" y="6111"/>
                    <a:pt x="167" y="6147"/>
                  </a:cubicBezTo>
                  <a:cubicBezTo>
                    <a:pt x="835" y="6249"/>
                    <a:pt x="1447" y="6294"/>
                    <a:pt x="2009" y="6294"/>
                  </a:cubicBezTo>
                  <a:cubicBezTo>
                    <a:pt x="5533" y="6294"/>
                    <a:pt x="7056" y="4505"/>
                    <a:pt x="7703" y="3540"/>
                  </a:cubicBezTo>
                  <a:cubicBezTo>
                    <a:pt x="8453" y="2420"/>
                    <a:pt x="10680" y="3"/>
                    <a:pt x="10680" y="3"/>
                  </a:cubicBezTo>
                  <a:cubicBezTo>
                    <a:pt x="10680" y="3"/>
                    <a:pt x="10604" y="1"/>
                    <a:pt x="104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6"/>
            <p:cNvSpPr/>
            <p:nvPr/>
          </p:nvSpPr>
          <p:spPr>
            <a:xfrm>
              <a:off x="4841375" y="2363225"/>
              <a:ext cx="210750" cy="235175"/>
            </a:xfrm>
            <a:custGeom>
              <a:rect b="b" l="l" r="r" t="t"/>
              <a:pathLst>
                <a:path extrusionOk="0" h="9407" w="8430">
                  <a:moveTo>
                    <a:pt x="131" y="0"/>
                  </a:moveTo>
                  <a:lnTo>
                    <a:pt x="0" y="179"/>
                  </a:lnTo>
                  <a:cubicBezTo>
                    <a:pt x="60" y="215"/>
                    <a:pt x="5156" y="4001"/>
                    <a:pt x="8227" y="9406"/>
                  </a:cubicBezTo>
                  <a:lnTo>
                    <a:pt x="8430" y="9299"/>
                  </a:lnTo>
                  <a:cubicBezTo>
                    <a:pt x="5310" y="3858"/>
                    <a:pt x="179" y="48"/>
                    <a:pt x="1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6"/>
            <p:cNvSpPr/>
            <p:nvPr/>
          </p:nvSpPr>
          <p:spPr>
            <a:xfrm>
              <a:off x="5024725" y="2505500"/>
              <a:ext cx="261650" cy="152425"/>
            </a:xfrm>
            <a:custGeom>
              <a:rect b="b" l="l" r="r" t="t"/>
              <a:pathLst>
                <a:path extrusionOk="0" h="6097" w="10466">
                  <a:moveTo>
                    <a:pt x="10442" y="0"/>
                  </a:moveTo>
                  <a:cubicBezTo>
                    <a:pt x="4334" y="786"/>
                    <a:pt x="48" y="5906"/>
                    <a:pt x="0" y="5954"/>
                  </a:cubicBezTo>
                  <a:lnTo>
                    <a:pt x="179" y="6096"/>
                  </a:lnTo>
                  <a:cubicBezTo>
                    <a:pt x="227" y="6037"/>
                    <a:pt x="4465" y="989"/>
                    <a:pt x="10466" y="215"/>
                  </a:cubicBezTo>
                  <a:lnTo>
                    <a:pt x="104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6"/>
            <p:cNvSpPr/>
            <p:nvPr/>
          </p:nvSpPr>
          <p:spPr>
            <a:xfrm>
              <a:off x="4894050" y="2108125"/>
              <a:ext cx="195875" cy="281600"/>
            </a:xfrm>
            <a:custGeom>
              <a:rect b="b" l="l" r="r" t="t"/>
              <a:pathLst>
                <a:path extrusionOk="0" h="11264" w="7835">
                  <a:moveTo>
                    <a:pt x="167" y="1"/>
                  </a:moveTo>
                  <a:lnTo>
                    <a:pt x="1" y="143"/>
                  </a:lnTo>
                  <a:cubicBezTo>
                    <a:pt x="72" y="203"/>
                    <a:pt x="5620" y="6085"/>
                    <a:pt x="7621" y="11264"/>
                  </a:cubicBezTo>
                  <a:lnTo>
                    <a:pt x="7835" y="11169"/>
                  </a:lnTo>
                  <a:cubicBezTo>
                    <a:pt x="5811" y="5966"/>
                    <a:pt x="227" y="60"/>
                    <a:pt x="1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6"/>
            <p:cNvSpPr/>
            <p:nvPr/>
          </p:nvSpPr>
          <p:spPr>
            <a:xfrm>
              <a:off x="5080375" y="2256050"/>
              <a:ext cx="238450" cy="190825"/>
            </a:xfrm>
            <a:custGeom>
              <a:rect b="b" l="l" r="r" t="t"/>
              <a:pathLst>
                <a:path extrusionOk="0" h="7633" w="9538">
                  <a:moveTo>
                    <a:pt x="9371" y="1"/>
                  </a:moveTo>
                  <a:cubicBezTo>
                    <a:pt x="6073" y="3632"/>
                    <a:pt x="60" y="7395"/>
                    <a:pt x="1" y="7442"/>
                  </a:cubicBezTo>
                  <a:lnTo>
                    <a:pt x="120" y="7633"/>
                  </a:lnTo>
                  <a:cubicBezTo>
                    <a:pt x="168" y="7597"/>
                    <a:pt x="6216" y="3811"/>
                    <a:pt x="9538" y="156"/>
                  </a:cubicBezTo>
                  <a:lnTo>
                    <a:pt x="937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6"/>
            <p:cNvSpPr/>
            <p:nvPr/>
          </p:nvSpPr>
          <p:spPr>
            <a:xfrm>
              <a:off x="5091100" y="2032825"/>
              <a:ext cx="142600" cy="202125"/>
            </a:xfrm>
            <a:custGeom>
              <a:rect b="b" l="l" r="r" t="t"/>
              <a:pathLst>
                <a:path extrusionOk="0" h="8085" w="5704">
                  <a:moveTo>
                    <a:pt x="5561" y="0"/>
                  </a:moveTo>
                  <a:cubicBezTo>
                    <a:pt x="2322" y="2548"/>
                    <a:pt x="24" y="7930"/>
                    <a:pt x="1" y="7989"/>
                  </a:cubicBezTo>
                  <a:lnTo>
                    <a:pt x="203" y="8085"/>
                  </a:lnTo>
                  <a:cubicBezTo>
                    <a:pt x="239" y="8025"/>
                    <a:pt x="2513" y="2679"/>
                    <a:pt x="5704" y="179"/>
                  </a:cubicBezTo>
                  <a:lnTo>
                    <a:pt x="55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 name="Google Shape;2290;p56"/>
          <p:cNvGrpSpPr/>
          <p:nvPr/>
        </p:nvGrpSpPr>
        <p:grpSpPr>
          <a:xfrm rot="5134762">
            <a:off x="8414725" y="2622165"/>
            <a:ext cx="399590" cy="524810"/>
            <a:chOff x="1984450" y="1119863"/>
            <a:chExt cx="166125" cy="218175"/>
          </a:xfrm>
        </p:grpSpPr>
        <p:sp>
          <p:nvSpPr>
            <p:cNvPr id="2291" name="Google Shape;2291;p56"/>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6"/>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16">
    <p:spTree>
      <p:nvGrpSpPr>
        <p:cNvPr id="2293" name="Shape 2293"/>
        <p:cNvGrpSpPr/>
        <p:nvPr/>
      </p:nvGrpSpPr>
      <p:grpSpPr>
        <a:xfrm>
          <a:off x="0" y="0"/>
          <a:ext cx="0" cy="0"/>
          <a:chOff x="0" y="0"/>
          <a:chExt cx="0" cy="0"/>
        </a:xfrm>
      </p:grpSpPr>
      <p:sp>
        <p:nvSpPr>
          <p:cNvPr id="2294" name="Google Shape;2294;p57"/>
          <p:cNvSpPr/>
          <p:nvPr/>
        </p:nvSpPr>
        <p:spPr>
          <a:xfrm flipH="1" rot="10800000">
            <a:off x="0" y="172"/>
            <a:ext cx="1397475" cy="1137952"/>
          </a:xfrm>
          <a:custGeom>
            <a:rect b="b" l="l" r="r" t="t"/>
            <a:pathLst>
              <a:path extrusionOk="0" h="38911" w="47781">
                <a:moveTo>
                  <a:pt x="1" y="1"/>
                </a:moveTo>
                <a:lnTo>
                  <a:pt x="1" y="38910"/>
                </a:lnTo>
                <a:lnTo>
                  <a:pt x="47781" y="38910"/>
                </a:lnTo>
                <a:cubicBezTo>
                  <a:pt x="47495" y="37696"/>
                  <a:pt x="47030" y="36529"/>
                  <a:pt x="46376" y="35469"/>
                </a:cubicBezTo>
                <a:cubicBezTo>
                  <a:pt x="44161" y="31826"/>
                  <a:pt x="40220" y="29409"/>
                  <a:pt x="36041" y="28516"/>
                </a:cubicBezTo>
                <a:cubicBezTo>
                  <a:pt x="30814" y="27385"/>
                  <a:pt x="24873" y="28290"/>
                  <a:pt x="20515" y="25194"/>
                </a:cubicBezTo>
                <a:cubicBezTo>
                  <a:pt x="17598" y="23134"/>
                  <a:pt x="16039" y="19622"/>
                  <a:pt x="15229" y="16133"/>
                </a:cubicBezTo>
                <a:cubicBezTo>
                  <a:pt x="14443" y="12693"/>
                  <a:pt x="14217" y="8990"/>
                  <a:pt x="12348" y="6001"/>
                </a:cubicBezTo>
                <a:cubicBezTo>
                  <a:pt x="10740" y="3441"/>
                  <a:pt x="8038" y="1667"/>
                  <a:pt x="5132" y="786"/>
                </a:cubicBezTo>
                <a:cubicBezTo>
                  <a:pt x="3466" y="286"/>
                  <a:pt x="1739" y="4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7"/>
          <p:cNvSpPr/>
          <p:nvPr/>
        </p:nvSpPr>
        <p:spPr>
          <a:xfrm rot="-5400000">
            <a:off x="7861388" y="3860948"/>
            <a:ext cx="622059" cy="1943044"/>
          </a:xfrm>
          <a:custGeom>
            <a:rect b="b" l="l" r="r" t="t"/>
            <a:pathLst>
              <a:path extrusionOk="0" h="61782" w="40328">
                <a:moveTo>
                  <a:pt x="1" y="0"/>
                </a:moveTo>
                <a:lnTo>
                  <a:pt x="1" y="61782"/>
                </a:lnTo>
                <a:lnTo>
                  <a:pt x="40327" y="61782"/>
                </a:lnTo>
                <a:cubicBezTo>
                  <a:pt x="40280" y="59412"/>
                  <a:pt x="40018" y="57031"/>
                  <a:pt x="39613" y="54697"/>
                </a:cubicBezTo>
                <a:cubicBezTo>
                  <a:pt x="35862" y="33135"/>
                  <a:pt x="20849" y="14931"/>
                  <a:pt x="3096" y="2131"/>
                </a:cubicBezTo>
                <a:cubicBezTo>
                  <a:pt x="2084" y="1405"/>
                  <a:pt x="1049" y="6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6" name="Google Shape;2296;p57"/>
          <p:cNvGrpSpPr/>
          <p:nvPr/>
        </p:nvGrpSpPr>
        <p:grpSpPr>
          <a:xfrm flipH="1" rot="-3182222">
            <a:off x="-2223" y="3517727"/>
            <a:ext cx="284996" cy="541137"/>
            <a:chOff x="2263675" y="890788"/>
            <a:chExt cx="248900" cy="472600"/>
          </a:xfrm>
        </p:grpSpPr>
        <p:sp>
          <p:nvSpPr>
            <p:cNvPr id="2297" name="Google Shape;2297;p57"/>
            <p:cNvSpPr/>
            <p:nvPr/>
          </p:nvSpPr>
          <p:spPr>
            <a:xfrm>
              <a:off x="2263675" y="890788"/>
              <a:ext cx="248900" cy="472600"/>
            </a:xfrm>
            <a:custGeom>
              <a:rect b="b" l="l" r="r" t="t"/>
              <a:pathLst>
                <a:path extrusionOk="0" h="18904" w="9956">
                  <a:moveTo>
                    <a:pt x="4075" y="0"/>
                  </a:moveTo>
                  <a:cubicBezTo>
                    <a:pt x="3898" y="0"/>
                    <a:pt x="3718" y="22"/>
                    <a:pt x="3537" y="68"/>
                  </a:cubicBezTo>
                  <a:cubicBezTo>
                    <a:pt x="1" y="961"/>
                    <a:pt x="1215" y="9010"/>
                    <a:pt x="2882" y="13236"/>
                  </a:cubicBezTo>
                  <a:cubicBezTo>
                    <a:pt x="4537" y="17463"/>
                    <a:pt x="4132" y="18904"/>
                    <a:pt x="4132" y="18904"/>
                  </a:cubicBezTo>
                  <a:cubicBezTo>
                    <a:pt x="4132" y="18904"/>
                    <a:pt x="6811" y="17285"/>
                    <a:pt x="8430" y="12284"/>
                  </a:cubicBezTo>
                  <a:cubicBezTo>
                    <a:pt x="9955" y="7540"/>
                    <a:pt x="7355" y="0"/>
                    <a:pt x="407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7"/>
            <p:cNvSpPr/>
            <p:nvPr/>
          </p:nvSpPr>
          <p:spPr>
            <a:xfrm>
              <a:off x="2365475" y="990113"/>
              <a:ext cx="93200" cy="360175"/>
            </a:xfrm>
            <a:custGeom>
              <a:rect b="b" l="l" r="r" t="t"/>
              <a:pathLst>
                <a:path extrusionOk="0" h="14407" w="3728">
                  <a:moveTo>
                    <a:pt x="394" y="0"/>
                  </a:moveTo>
                  <a:lnTo>
                    <a:pt x="191" y="108"/>
                  </a:lnTo>
                  <a:cubicBezTo>
                    <a:pt x="215" y="179"/>
                    <a:pt x="3477" y="7001"/>
                    <a:pt x="1" y="14324"/>
                  </a:cubicBezTo>
                  <a:lnTo>
                    <a:pt x="203" y="14407"/>
                  </a:lnTo>
                  <a:cubicBezTo>
                    <a:pt x="3727" y="6989"/>
                    <a:pt x="429" y="84"/>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9" name="Google Shape;2299;p57"/>
          <p:cNvGrpSpPr/>
          <p:nvPr/>
        </p:nvGrpSpPr>
        <p:grpSpPr>
          <a:xfrm flipH="1" rot="6658481">
            <a:off x="8991677" y="3410990"/>
            <a:ext cx="285000" cy="374296"/>
            <a:chOff x="2136875" y="1156838"/>
            <a:chExt cx="166125" cy="218175"/>
          </a:xfrm>
        </p:grpSpPr>
        <p:sp>
          <p:nvSpPr>
            <p:cNvPr id="2300" name="Google Shape;2300;p57"/>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7"/>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2" name="Google Shape;2302;p57"/>
          <p:cNvGrpSpPr/>
          <p:nvPr/>
        </p:nvGrpSpPr>
        <p:grpSpPr>
          <a:xfrm flipH="1" rot="-2851925">
            <a:off x="8615734" y="3447521"/>
            <a:ext cx="862773" cy="1748571"/>
            <a:chOff x="1803775" y="5029925"/>
            <a:chExt cx="655775" cy="1329050"/>
          </a:xfrm>
        </p:grpSpPr>
        <p:sp>
          <p:nvSpPr>
            <p:cNvPr id="2303" name="Google Shape;2303;p57"/>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7"/>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7"/>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7"/>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7"/>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7"/>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7"/>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7"/>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7"/>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7"/>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7"/>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4" name="Google Shape;2314;p57"/>
          <p:cNvGrpSpPr/>
          <p:nvPr/>
        </p:nvGrpSpPr>
        <p:grpSpPr>
          <a:xfrm flipH="1" rot="-4288182">
            <a:off x="8727814" y="4678347"/>
            <a:ext cx="575344" cy="1048582"/>
            <a:chOff x="-214625" y="3943775"/>
            <a:chExt cx="458725" cy="836125"/>
          </a:xfrm>
        </p:grpSpPr>
        <p:sp>
          <p:nvSpPr>
            <p:cNvPr id="2315" name="Google Shape;2315;p57"/>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7"/>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7"/>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7"/>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7"/>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7"/>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7"/>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7"/>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7"/>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7"/>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7"/>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7"/>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7" name="Google Shape;2327;p57"/>
          <p:cNvGrpSpPr/>
          <p:nvPr/>
        </p:nvGrpSpPr>
        <p:grpSpPr>
          <a:xfrm flipH="1" rot="-6486702">
            <a:off x="7299762" y="4490409"/>
            <a:ext cx="779974" cy="1104246"/>
            <a:chOff x="1793075" y="1583538"/>
            <a:chExt cx="552200" cy="781775"/>
          </a:xfrm>
        </p:grpSpPr>
        <p:sp>
          <p:nvSpPr>
            <p:cNvPr id="2328" name="Google Shape;2328;p57"/>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7"/>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7"/>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7"/>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7"/>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7"/>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7"/>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5" name="Google Shape;2335;p57"/>
          <p:cNvSpPr/>
          <p:nvPr/>
        </p:nvSpPr>
        <p:spPr>
          <a:xfrm flipH="1" rot="-3045357">
            <a:off x="8628227" y="2914666"/>
            <a:ext cx="175018" cy="354623"/>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6" name="Google Shape;2336;p57"/>
          <p:cNvGrpSpPr/>
          <p:nvPr/>
        </p:nvGrpSpPr>
        <p:grpSpPr>
          <a:xfrm rot="3442321">
            <a:off x="-249712" y="-78959"/>
            <a:ext cx="779988" cy="1104265"/>
            <a:chOff x="1793075" y="1583538"/>
            <a:chExt cx="552200" cy="781775"/>
          </a:xfrm>
        </p:grpSpPr>
        <p:sp>
          <p:nvSpPr>
            <p:cNvPr id="2337" name="Google Shape;2337;p57"/>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7"/>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7"/>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7"/>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7"/>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7"/>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7"/>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 name="Google Shape;2344;p57"/>
          <p:cNvGrpSpPr/>
          <p:nvPr/>
        </p:nvGrpSpPr>
        <p:grpSpPr>
          <a:xfrm flipH="1" rot="7617778">
            <a:off x="974915" y="-146998"/>
            <a:ext cx="284996" cy="541137"/>
            <a:chOff x="2263675" y="890788"/>
            <a:chExt cx="248900" cy="472600"/>
          </a:xfrm>
        </p:grpSpPr>
        <p:sp>
          <p:nvSpPr>
            <p:cNvPr id="2345" name="Google Shape;2345;p57"/>
            <p:cNvSpPr/>
            <p:nvPr/>
          </p:nvSpPr>
          <p:spPr>
            <a:xfrm>
              <a:off x="2263675" y="890788"/>
              <a:ext cx="248900" cy="472600"/>
            </a:xfrm>
            <a:custGeom>
              <a:rect b="b" l="l" r="r" t="t"/>
              <a:pathLst>
                <a:path extrusionOk="0" h="18904" w="9956">
                  <a:moveTo>
                    <a:pt x="4075" y="0"/>
                  </a:moveTo>
                  <a:cubicBezTo>
                    <a:pt x="3898" y="0"/>
                    <a:pt x="3718" y="22"/>
                    <a:pt x="3537" y="68"/>
                  </a:cubicBezTo>
                  <a:cubicBezTo>
                    <a:pt x="1" y="961"/>
                    <a:pt x="1215" y="9010"/>
                    <a:pt x="2882" y="13236"/>
                  </a:cubicBezTo>
                  <a:cubicBezTo>
                    <a:pt x="4537" y="17463"/>
                    <a:pt x="4132" y="18904"/>
                    <a:pt x="4132" y="18904"/>
                  </a:cubicBezTo>
                  <a:cubicBezTo>
                    <a:pt x="4132" y="18904"/>
                    <a:pt x="6811" y="17285"/>
                    <a:pt x="8430" y="12284"/>
                  </a:cubicBezTo>
                  <a:cubicBezTo>
                    <a:pt x="9955" y="7540"/>
                    <a:pt x="7355" y="0"/>
                    <a:pt x="4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7"/>
            <p:cNvSpPr/>
            <p:nvPr/>
          </p:nvSpPr>
          <p:spPr>
            <a:xfrm>
              <a:off x="2365475" y="990113"/>
              <a:ext cx="93200" cy="360175"/>
            </a:xfrm>
            <a:custGeom>
              <a:rect b="b" l="l" r="r" t="t"/>
              <a:pathLst>
                <a:path extrusionOk="0" h="14407" w="3728">
                  <a:moveTo>
                    <a:pt x="394" y="0"/>
                  </a:moveTo>
                  <a:lnTo>
                    <a:pt x="191" y="108"/>
                  </a:lnTo>
                  <a:cubicBezTo>
                    <a:pt x="215" y="179"/>
                    <a:pt x="3477" y="7001"/>
                    <a:pt x="1" y="14324"/>
                  </a:cubicBezTo>
                  <a:lnTo>
                    <a:pt x="203" y="14407"/>
                  </a:lnTo>
                  <a:cubicBezTo>
                    <a:pt x="3727" y="6989"/>
                    <a:pt x="429" y="84"/>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7" name="Google Shape;2347;p57"/>
          <p:cNvGrpSpPr/>
          <p:nvPr/>
        </p:nvGrpSpPr>
        <p:grpSpPr>
          <a:xfrm flipH="1" rot="-1978607">
            <a:off x="8835793" y="95365"/>
            <a:ext cx="423330" cy="1316135"/>
            <a:chOff x="-863525" y="1017825"/>
            <a:chExt cx="601300" cy="1869300"/>
          </a:xfrm>
        </p:grpSpPr>
        <p:sp>
          <p:nvSpPr>
            <p:cNvPr id="2348" name="Google Shape;2348;p57"/>
            <p:cNvSpPr/>
            <p:nvPr/>
          </p:nvSpPr>
          <p:spPr>
            <a:xfrm>
              <a:off x="-698900" y="1017825"/>
              <a:ext cx="270000" cy="175325"/>
            </a:xfrm>
            <a:custGeom>
              <a:rect b="b" l="l" r="r" t="t"/>
              <a:pathLst>
                <a:path extrusionOk="0" h="7013" w="10800">
                  <a:moveTo>
                    <a:pt x="667" y="0"/>
                  </a:moveTo>
                  <a:cubicBezTo>
                    <a:pt x="286" y="0"/>
                    <a:pt x="0" y="298"/>
                    <a:pt x="0" y="655"/>
                  </a:cubicBezTo>
                  <a:lnTo>
                    <a:pt x="0" y="6358"/>
                  </a:lnTo>
                  <a:cubicBezTo>
                    <a:pt x="0" y="6727"/>
                    <a:pt x="298" y="7013"/>
                    <a:pt x="667" y="7013"/>
                  </a:cubicBezTo>
                  <a:lnTo>
                    <a:pt x="10144" y="7013"/>
                  </a:lnTo>
                  <a:cubicBezTo>
                    <a:pt x="10501" y="7013"/>
                    <a:pt x="10799" y="6727"/>
                    <a:pt x="10799" y="6370"/>
                  </a:cubicBezTo>
                  <a:lnTo>
                    <a:pt x="10799" y="655"/>
                  </a:lnTo>
                  <a:cubicBezTo>
                    <a:pt x="10799" y="286"/>
                    <a:pt x="10501" y="0"/>
                    <a:pt x="101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7"/>
            <p:cNvSpPr/>
            <p:nvPr/>
          </p:nvSpPr>
          <p:spPr>
            <a:xfrm>
              <a:off x="-863525" y="1189275"/>
              <a:ext cx="601300" cy="1697850"/>
            </a:xfrm>
            <a:custGeom>
              <a:rect b="b" l="l" r="r" t="t"/>
              <a:pathLst>
                <a:path extrusionOk="0" h="67914" w="24052">
                  <a:moveTo>
                    <a:pt x="8002" y="0"/>
                  </a:moveTo>
                  <a:lnTo>
                    <a:pt x="8002" y="2000"/>
                  </a:lnTo>
                  <a:cubicBezTo>
                    <a:pt x="8002" y="2346"/>
                    <a:pt x="7895" y="2667"/>
                    <a:pt x="7704" y="2953"/>
                  </a:cubicBezTo>
                  <a:lnTo>
                    <a:pt x="799" y="12799"/>
                  </a:lnTo>
                  <a:cubicBezTo>
                    <a:pt x="275" y="13561"/>
                    <a:pt x="1" y="14454"/>
                    <a:pt x="1" y="15359"/>
                  </a:cubicBezTo>
                  <a:lnTo>
                    <a:pt x="1" y="24848"/>
                  </a:lnTo>
                  <a:lnTo>
                    <a:pt x="156" y="25146"/>
                  </a:lnTo>
                  <a:cubicBezTo>
                    <a:pt x="489" y="25753"/>
                    <a:pt x="656" y="26420"/>
                    <a:pt x="656" y="27111"/>
                  </a:cubicBezTo>
                  <a:lnTo>
                    <a:pt x="656" y="47827"/>
                  </a:lnTo>
                  <a:cubicBezTo>
                    <a:pt x="656" y="48280"/>
                    <a:pt x="561" y="48732"/>
                    <a:pt x="370" y="49161"/>
                  </a:cubicBezTo>
                  <a:lnTo>
                    <a:pt x="1" y="50006"/>
                  </a:lnTo>
                  <a:lnTo>
                    <a:pt x="1" y="63651"/>
                  </a:lnTo>
                  <a:lnTo>
                    <a:pt x="120" y="63651"/>
                  </a:lnTo>
                  <a:cubicBezTo>
                    <a:pt x="120" y="66008"/>
                    <a:pt x="2025" y="67913"/>
                    <a:pt x="4371" y="67913"/>
                  </a:cubicBezTo>
                  <a:cubicBezTo>
                    <a:pt x="5906" y="67913"/>
                    <a:pt x="7264" y="67092"/>
                    <a:pt x="8002" y="65877"/>
                  </a:cubicBezTo>
                  <a:cubicBezTo>
                    <a:pt x="8752" y="67092"/>
                    <a:pt x="10109" y="67913"/>
                    <a:pt x="11633" y="67913"/>
                  </a:cubicBezTo>
                  <a:cubicBezTo>
                    <a:pt x="13562" y="67913"/>
                    <a:pt x="15181" y="66651"/>
                    <a:pt x="15717" y="64901"/>
                  </a:cubicBezTo>
                  <a:cubicBezTo>
                    <a:pt x="16253" y="66651"/>
                    <a:pt x="17872" y="67913"/>
                    <a:pt x="19789" y="67913"/>
                  </a:cubicBezTo>
                  <a:cubicBezTo>
                    <a:pt x="22147" y="67913"/>
                    <a:pt x="24052" y="66008"/>
                    <a:pt x="24052" y="63651"/>
                  </a:cubicBezTo>
                  <a:lnTo>
                    <a:pt x="24052" y="50006"/>
                  </a:lnTo>
                  <a:lnTo>
                    <a:pt x="23683" y="49161"/>
                  </a:lnTo>
                  <a:cubicBezTo>
                    <a:pt x="23504" y="48744"/>
                    <a:pt x="23397" y="48280"/>
                    <a:pt x="23397" y="47827"/>
                  </a:cubicBezTo>
                  <a:lnTo>
                    <a:pt x="23397" y="27122"/>
                  </a:lnTo>
                  <a:cubicBezTo>
                    <a:pt x="23361" y="26432"/>
                    <a:pt x="23528" y="25753"/>
                    <a:pt x="23849" y="25158"/>
                  </a:cubicBezTo>
                  <a:lnTo>
                    <a:pt x="24016" y="24860"/>
                  </a:lnTo>
                  <a:lnTo>
                    <a:pt x="24016" y="15383"/>
                  </a:lnTo>
                  <a:cubicBezTo>
                    <a:pt x="24016" y="14454"/>
                    <a:pt x="23730" y="13561"/>
                    <a:pt x="23218" y="12823"/>
                  </a:cubicBezTo>
                  <a:lnTo>
                    <a:pt x="16313" y="2965"/>
                  </a:lnTo>
                  <a:cubicBezTo>
                    <a:pt x="16110" y="2679"/>
                    <a:pt x="16015" y="2357"/>
                    <a:pt x="16015" y="2012"/>
                  </a:cubicBezTo>
                  <a:lnTo>
                    <a:pt x="16015"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353" name="Shape 2353"/>
        <p:cNvGrpSpPr/>
        <p:nvPr/>
      </p:nvGrpSpPr>
      <p:grpSpPr>
        <a:xfrm>
          <a:off x="0" y="0"/>
          <a:ext cx="0" cy="0"/>
          <a:chOff x="0" y="0"/>
          <a:chExt cx="0" cy="0"/>
        </a:xfrm>
      </p:grpSpPr>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354" name="Shape 2354"/>
        <p:cNvGrpSpPr/>
        <p:nvPr/>
      </p:nvGrpSpPr>
      <p:grpSpPr>
        <a:xfrm>
          <a:off x="0" y="0"/>
          <a:ext cx="0" cy="0"/>
          <a:chOff x="0" y="0"/>
          <a:chExt cx="0" cy="0"/>
        </a:xfrm>
      </p:grpSpPr>
      <p:sp>
        <p:nvSpPr>
          <p:cNvPr id="2355" name="Google Shape;2355;p6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Font typeface="Arial"/>
              <a:buNone/>
              <a:defRPr>
                <a:latin typeface="Arial"/>
                <a:ea typeface="Arial"/>
                <a:cs typeface="Arial"/>
                <a:sym typeface="Arial"/>
              </a:defRPr>
            </a:lvl1pPr>
            <a:lvl2pPr lvl="1">
              <a:spcBef>
                <a:spcPts val="0"/>
              </a:spcBef>
              <a:spcAft>
                <a:spcPts val="0"/>
              </a:spcAft>
              <a:buSzPts val="2400"/>
              <a:buFont typeface="Arial"/>
              <a:buNone/>
              <a:defRPr>
                <a:latin typeface="Arial"/>
                <a:ea typeface="Arial"/>
                <a:cs typeface="Arial"/>
                <a:sym typeface="Arial"/>
              </a:defRPr>
            </a:lvl2pPr>
            <a:lvl3pPr lvl="2">
              <a:spcBef>
                <a:spcPts val="0"/>
              </a:spcBef>
              <a:spcAft>
                <a:spcPts val="0"/>
              </a:spcAft>
              <a:buSzPts val="2400"/>
              <a:buFont typeface="Arial"/>
              <a:buNone/>
              <a:defRPr>
                <a:latin typeface="Arial"/>
                <a:ea typeface="Arial"/>
                <a:cs typeface="Arial"/>
                <a:sym typeface="Arial"/>
              </a:defRPr>
            </a:lvl3pPr>
            <a:lvl4pPr lvl="3">
              <a:spcBef>
                <a:spcPts val="0"/>
              </a:spcBef>
              <a:spcAft>
                <a:spcPts val="0"/>
              </a:spcAft>
              <a:buSzPts val="2400"/>
              <a:buFont typeface="Arial"/>
              <a:buNone/>
              <a:defRPr>
                <a:latin typeface="Arial"/>
                <a:ea typeface="Arial"/>
                <a:cs typeface="Arial"/>
                <a:sym typeface="Arial"/>
              </a:defRPr>
            </a:lvl4pPr>
            <a:lvl5pPr lvl="4">
              <a:spcBef>
                <a:spcPts val="0"/>
              </a:spcBef>
              <a:spcAft>
                <a:spcPts val="0"/>
              </a:spcAft>
              <a:buSzPts val="2400"/>
              <a:buFont typeface="Arial"/>
              <a:buNone/>
              <a:defRPr>
                <a:latin typeface="Arial"/>
                <a:ea typeface="Arial"/>
                <a:cs typeface="Arial"/>
                <a:sym typeface="Arial"/>
              </a:defRPr>
            </a:lvl5pPr>
            <a:lvl6pPr lvl="5">
              <a:spcBef>
                <a:spcPts val="0"/>
              </a:spcBef>
              <a:spcAft>
                <a:spcPts val="0"/>
              </a:spcAft>
              <a:buSzPts val="2400"/>
              <a:buFont typeface="Arial"/>
              <a:buNone/>
              <a:defRPr>
                <a:latin typeface="Arial"/>
                <a:ea typeface="Arial"/>
                <a:cs typeface="Arial"/>
                <a:sym typeface="Arial"/>
              </a:defRPr>
            </a:lvl6pPr>
            <a:lvl7pPr lvl="6">
              <a:spcBef>
                <a:spcPts val="0"/>
              </a:spcBef>
              <a:spcAft>
                <a:spcPts val="0"/>
              </a:spcAft>
              <a:buSzPts val="2400"/>
              <a:buFont typeface="Arial"/>
              <a:buNone/>
              <a:defRPr>
                <a:latin typeface="Arial"/>
                <a:ea typeface="Arial"/>
                <a:cs typeface="Arial"/>
                <a:sym typeface="Arial"/>
              </a:defRPr>
            </a:lvl7pPr>
            <a:lvl8pPr lvl="7">
              <a:spcBef>
                <a:spcPts val="0"/>
              </a:spcBef>
              <a:spcAft>
                <a:spcPts val="0"/>
              </a:spcAft>
              <a:buSzPts val="2400"/>
              <a:buFont typeface="Arial"/>
              <a:buNone/>
              <a:defRPr>
                <a:latin typeface="Arial"/>
                <a:ea typeface="Arial"/>
                <a:cs typeface="Arial"/>
                <a:sym typeface="Arial"/>
              </a:defRPr>
            </a:lvl8pPr>
            <a:lvl9pPr lvl="8">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359" name="Shape 2359"/>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slideLayout" Target="../slideLayouts/slideLayout4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51" Type="http://schemas.openxmlformats.org/officeDocument/2006/relationships/slideLayout" Target="../slideLayouts/slideLayout51.xml"/><Relationship Id="rId50" Type="http://schemas.openxmlformats.org/officeDocument/2006/relationships/slideLayout" Target="../slideLayouts/slideLayout50.xml"/><Relationship Id="rId53" Type="http://schemas.openxmlformats.org/officeDocument/2006/relationships/slideLayout" Target="../slideLayouts/slideLayout53.xml"/><Relationship Id="rId52" Type="http://schemas.openxmlformats.org/officeDocument/2006/relationships/slideLayout" Target="../slideLayouts/slideLayout52.xml"/><Relationship Id="rId11" Type="http://schemas.openxmlformats.org/officeDocument/2006/relationships/slideLayout" Target="../slideLayouts/slideLayout11.xml"/><Relationship Id="rId55" Type="http://schemas.openxmlformats.org/officeDocument/2006/relationships/slideLayout" Target="../slideLayouts/slideLayout55.xml"/><Relationship Id="rId10" Type="http://schemas.openxmlformats.org/officeDocument/2006/relationships/slideLayout" Target="../slideLayouts/slideLayout10.xml"/><Relationship Id="rId54" Type="http://schemas.openxmlformats.org/officeDocument/2006/relationships/slideLayout" Target="../slideLayouts/slideLayout54.xml"/><Relationship Id="rId13" Type="http://schemas.openxmlformats.org/officeDocument/2006/relationships/slideLayout" Target="../slideLayouts/slideLayout13.xml"/><Relationship Id="rId57" Type="http://schemas.openxmlformats.org/officeDocument/2006/relationships/theme" Target="../theme/theme1.xml"/><Relationship Id="rId12" Type="http://schemas.openxmlformats.org/officeDocument/2006/relationships/slideLayout" Target="../slideLayouts/slideLayout12.xml"/><Relationship Id="rId56" Type="http://schemas.openxmlformats.org/officeDocument/2006/relationships/slideLayout" Target="../slideLayouts/slideLayout56.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slideLayout" Target="../slideLayouts/slideLayout58.xml"/><Relationship Id="rId3"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59.xml"/><Relationship Id="rId2" Type="http://schemas.openxmlformats.org/officeDocument/2006/relationships/theme" Target="../theme/theme4.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7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accent4"/>
              </a:buClr>
              <a:buSzPts val="3000"/>
              <a:buFont typeface="Londrina Solid"/>
              <a:buNone/>
              <a:defRPr b="1" sz="3000">
                <a:solidFill>
                  <a:schemeClr val="accent4"/>
                </a:solidFill>
                <a:latin typeface="Londrina Solid"/>
                <a:ea typeface="Londrina Solid"/>
                <a:cs typeface="Londrina Solid"/>
                <a:sym typeface="Londrina Solid"/>
              </a:defRPr>
            </a:lvl1pPr>
            <a:lvl2pPr lvl="1">
              <a:spcBef>
                <a:spcPts val="0"/>
              </a:spcBef>
              <a:spcAft>
                <a:spcPts val="0"/>
              </a:spcAft>
              <a:buClr>
                <a:schemeClr val="accent4"/>
              </a:buClr>
              <a:buSzPts val="3000"/>
              <a:buFont typeface="Londrina Solid"/>
              <a:buNone/>
              <a:defRPr b="1" sz="3000">
                <a:solidFill>
                  <a:schemeClr val="accent4"/>
                </a:solidFill>
                <a:latin typeface="Londrina Solid"/>
                <a:ea typeface="Londrina Solid"/>
                <a:cs typeface="Londrina Solid"/>
                <a:sym typeface="Londrina Solid"/>
              </a:defRPr>
            </a:lvl2pPr>
            <a:lvl3pPr lvl="2">
              <a:spcBef>
                <a:spcPts val="0"/>
              </a:spcBef>
              <a:spcAft>
                <a:spcPts val="0"/>
              </a:spcAft>
              <a:buClr>
                <a:schemeClr val="accent4"/>
              </a:buClr>
              <a:buSzPts val="3000"/>
              <a:buFont typeface="Londrina Solid"/>
              <a:buNone/>
              <a:defRPr b="1" sz="3000">
                <a:solidFill>
                  <a:schemeClr val="accent4"/>
                </a:solidFill>
                <a:latin typeface="Londrina Solid"/>
                <a:ea typeface="Londrina Solid"/>
                <a:cs typeface="Londrina Solid"/>
                <a:sym typeface="Londrina Solid"/>
              </a:defRPr>
            </a:lvl3pPr>
            <a:lvl4pPr lvl="3">
              <a:spcBef>
                <a:spcPts val="0"/>
              </a:spcBef>
              <a:spcAft>
                <a:spcPts val="0"/>
              </a:spcAft>
              <a:buClr>
                <a:schemeClr val="accent4"/>
              </a:buClr>
              <a:buSzPts val="3000"/>
              <a:buFont typeface="Londrina Solid"/>
              <a:buNone/>
              <a:defRPr b="1" sz="3000">
                <a:solidFill>
                  <a:schemeClr val="accent4"/>
                </a:solidFill>
                <a:latin typeface="Londrina Solid"/>
                <a:ea typeface="Londrina Solid"/>
                <a:cs typeface="Londrina Solid"/>
                <a:sym typeface="Londrina Solid"/>
              </a:defRPr>
            </a:lvl4pPr>
            <a:lvl5pPr lvl="4">
              <a:spcBef>
                <a:spcPts val="0"/>
              </a:spcBef>
              <a:spcAft>
                <a:spcPts val="0"/>
              </a:spcAft>
              <a:buClr>
                <a:schemeClr val="accent4"/>
              </a:buClr>
              <a:buSzPts val="3000"/>
              <a:buFont typeface="Londrina Solid"/>
              <a:buNone/>
              <a:defRPr b="1" sz="3000">
                <a:solidFill>
                  <a:schemeClr val="accent4"/>
                </a:solidFill>
                <a:latin typeface="Londrina Solid"/>
                <a:ea typeface="Londrina Solid"/>
                <a:cs typeface="Londrina Solid"/>
                <a:sym typeface="Londrina Solid"/>
              </a:defRPr>
            </a:lvl5pPr>
            <a:lvl6pPr lvl="5">
              <a:spcBef>
                <a:spcPts val="0"/>
              </a:spcBef>
              <a:spcAft>
                <a:spcPts val="0"/>
              </a:spcAft>
              <a:buClr>
                <a:schemeClr val="accent4"/>
              </a:buClr>
              <a:buSzPts val="3000"/>
              <a:buFont typeface="Londrina Solid"/>
              <a:buNone/>
              <a:defRPr b="1" sz="3000">
                <a:solidFill>
                  <a:schemeClr val="accent4"/>
                </a:solidFill>
                <a:latin typeface="Londrina Solid"/>
                <a:ea typeface="Londrina Solid"/>
                <a:cs typeface="Londrina Solid"/>
                <a:sym typeface="Londrina Solid"/>
              </a:defRPr>
            </a:lvl6pPr>
            <a:lvl7pPr lvl="6">
              <a:spcBef>
                <a:spcPts val="0"/>
              </a:spcBef>
              <a:spcAft>
                <a:spcPts val="0"/>
              </a:spcAft>
              <a:buClr>
                <a:schemeClr val="accent4"/>
              </a:buClr>
              <a:buSzPts val="3000"/>
              <a:buFont typeface="Londrina Solid"/>
              <a:buNone/>
              <a:defRPr b="1" sz="3000">
                <a:solidFill>
                  <a:schemeClr val="accent4"/>
                </a:solidFill>
                <a:latin typeface="Londrina Solid"/>
                <a:ea typeface="Londrina Solid"/>
                <a:cs typeface="Londrina Solid"/>
                <a:sym typeface="Londrina Solid"/>
              </a:defRPr>
            </a:lvl7pPr>
            <a:lvl8pPr lvl="7">
              <a:spcBef>
                <a:spcPts val="0"/>
              </a:spcBef>
              <a:spcAft>
                <a:spcPts val="0"/>
              </a:spcAft>
              <a:buClr>
                <a:schemeClr val="accent4"/>
              </a:buClr>
              <a:buSzPts val="3000"/>
              <a:buFont typeface="Londrina Solid"/>
              <a:buNone/>
              <a:defRPr b="1" sz="3000">
                <a:solidFill>
                  <a:schemeClr val="accent4"/>
                </a:solidFill>
                <a:latin typeface="Londrina Solid"/>
                <a:ea typeface="Londrina Solid"/>
                <a:cs typeface="Londrina Solid"/>
                <a:sym typeface="Londrina Solid"/>
              </a:defRPr>
            </a:lvl8pPr>
            <a:lvl9pPr lvl="8">
              <a:spcBef>
                <a:spcPts val="0"/>
              </a:spcBef>
              <a:spcAft>
                <a:spcPts val="0"/>
              </a:spcAft>
              <a:buClr>
                <a:schemeClr val="accent4"/>
              </a:buClr>
              <a:buSzPts val="3000"/>
              <a:buFont typeface="Londrina Solid"/>
              <a:buNone/>
              <a:defRPr b="1" sz="3000">
                <a:solidFill>
                  <a:schemeClr val="accent4"/>
                </a:solidFill>
                <a:latin typeface="Londrina Solid"/>
                <a:ea typeface="Londrina Solid"/>
                <a:cs typeface="Londrina Solid"/>
                <a:sym typeface="Londrina Solid"/>
              </a:defRPr>
            </a:lvl9pPr>
          </a:lstStyle>
          <a:p/>
        </p:txBody>
      </p:sp>
      <p:sp>
        <p:nvSpPr>
          <p:cNvPr id="7" name="Google Shape;7;p1"/>
          <p:cNvSpPr txBox="1"/>
          <p:nvPr>
            <p:ph idx="1" type="body"/>
          </p:nvPr>
        </p:nvSpPr>
        <p:spPr>
          <a:xfrm>
            <a:off x="713275" y="1152475"/>
            <a:ext cx="7717500" cy="3416400"/>
          </a:xfrm>
          <a:prstGeom prst="rect">
            <a:avLst/>
          </a:prstGeom>
          <a:noFill/>
          <a:ln>
            <a:noFill/>
          </a:ln>
        </p:spPr>
        <p:txBody>
          <a:bodyPr anchorCtr="0" anchor="t" bIns="91425" lIns="91425" spcFirstLastPara="1" rIns="91425" wrap="square" tIns="91425">
            <a:noAutofit/>
          </a:bodyPr>
          <a:lstStyle>
            <a:lvl1pPr indent="-330200" lvl="0" marL="457200">
              <a:lnSpc>
                <a:spcPct val="100000"/>
              </a:lnSpc>
              <a:spcBef>
                <a:spcPts val="0"/>
              </a:spcBef>
              <a:spcAft>
                <a:spcPts val="0"/>
              </a:spcAft>
              <a:buClr>
                <a:schemeClr val="dk2"/>
              </a:buClr>
              <a:buSzPts val="1600"/>
              <a:buFont typeface="Hind"/>
              <a:buChar char="●"/>
              <a:defRPr sz="1600">
                <a:solidFill>
                  <a:schemeClr val="dk2"/>
                </a:solidFill>
                <a:latin typeface="Hind"/>
                <a:ea typeface="Hind"/>
                <a:cs typeface="Hind"/>
                <a:sym typeface="Hind"/>
              </a:defRPr>
            </a:lvl1pPr>
            <a:lvl2pPr indent="-330200" lvl="1" marL="914400">
              <a:lnSpc>
                <a:spcPct val="100000"/>
              </a:lnSpc>
              <a:spcBef>
                <a:spcPts val="0"/>
              </a:spcBef>
              <a:spcAft>
                <a:spcPts val="0"/>
              </a:spcAft>
              <a:buClr>
                <a:schemeClr val="dk2"/>
              </a:buClr>
              <a:buSzPts val="1600"/>
              <a:buFont typeface="Hind"/>
              <a:buChar char="○"/>
              <a:defRPr sz="1600">
                <a:solidFill>
                  <a:schemeClr val="dk2"/>
                </a:solidFill>
                <a:latin typeface="Hind"/>
                <a:ea typeface="Hind"/>
                <a:cs typeface="Hind"/>
                <a:sym typeface="Hind"/>
              </a:defRPr>
            </a:lvl2pPr>
            <a:lvl3pPr indent="-330200" lvl="2" marL="1371600">
              <a:lnSpc>
                <a:spcPct val="100000"/>
              </a:lnSpc>
              <a:spcBef>
                <a:spcPts val="0"/>
              </a:spcBef>
              <a:spcAft>
                <a:spcPts val="0"/>
              </a:spcAft>
              <a:buClr>
                <a:schemeClr val="dk2"/>
              </a:buClr>
              <a:buSzPts val="1600"/>
              <a:buFont typeface="Hind"/>
              <a:buChar char="■"/>
              <a:defRPr sz="1600">
                <a:solidFill>
                  <a:schemeClr val="dk2"/>
                </a:solidFill>
                <a:latin typeface="Hind"/>
                <a:ea typeface="Hind"/>
                <a:cs typeface="Hind"/>
                <a:sym typeface="Hind"/>
              </a:defRPr>
            </a:lvl3pPr>
            <a:lvl4pPr indent="-330200" lvl="3" marL="1828800">
              <a:lnSpc>
                <a:spcPct val="100000"/>
              </a:lnSpc>
              <a:spcBef>
                <a:spcPts val="0"/>
              </a:spcBef>
              <a:spcAft>
                <a:spcPts val="0"/>
              </a:spcAft>
              <a:buClr>
                <a:schemeClr val="dk2"/>
              </a:buClr>
              <a:buSzPts val="1600"/>
              <a:buFont typeface="Hind"/>
              <a:buChar char="●"/>
              <a:defRPr sz="1600">
                <a:solidFill>
                  <a:schemeClr val="dk2"/>
                </a:solidFill>
                <a:latin typeface="Hind"/>
                <a:ea typeface="Hind"/>
                <a:cs typeface="Hind"/>
                <a:sym typeface="Hind"/>
              </a:defRPr>
            </a:lvl4pPr>
            <a:lvl5pPr indent="-330200" lvl="4" marL="2286000">
              <a:lnSpc>
                <a:spcPct val="100000"/>
              </a:lnSpc>
              <a:spcBef>
                <a:spcPts val="0"/>
              </a:spcBef>
              <a:spcAft>
                <a:spcPts val="0"/>
              </a:spcAft>
              <a:buClr>
                <a:schemeClr val="dk2"/>
              </a:buClr>
              <a:buSzPts val="1600"/>
              <a:buFont typeface="Hind"/>
              <a:buChar char="○"/>
              <a:defRPr sz="1600">
                <a:solidFill>
                  <a:schemeClr val="dk2"/>
                </a:solidFill>
                <a:latin typeface="Hind"/>
                <a:ea typeface="Hind"/>
                <a:cs typeface="Hind"/>
                <a:sym typeface="Hind"/>
              </a:defRPr>
            </a:lvl5pPr>
            <a:lvl6pPr indent="-330200" lvl="5" marL="2743200">
              <a:lnSpc>
                <a:spcPct val="100000"/>
              </a:lnSpc>
              <a:spcBef>
                <a:spcPts val="0"/>
              </a:spcBef>
              <a:spcAft>
                <a:spcPts val="0"/>
              </a:spcAft>
              <a:buClr>
                <a:schemeClr val="dk2"/>
              </a:buClr>
              <a:buSzPts val="1600"/>
              <a:buFont typeface="Hind"/>
              <a:buChar char="■"/>
              <a:defRPr sz="1600">
                <a:solidFill>
                  <a:schemeClr val="dk2"/>
                </a:solidFill>
                <a:latin typeface="Hind"/>
                <a:ea typeface="Hind"/>
                <a:cs typeface="Hind"/>
                <a:sym typeface="Hind"/>
              </a:defRPr>
            </a:lvl6pPr>
            <a:lvl7pPr indent="-330200" lvl="6" marL="3200400">
              <a:lnSpc>
                <a:spcPct val="100000"/>
              </a:lnSpc>
              <a:spcBef>
                <a:spcPts val="0"/>
              </a:spcBef>
              <a:spcAft>
                <a:spcPts val="0"/>
              </a:spcAft>
              <a:buClr>
                <a:schemeClr val="dk2"/>
              </a:buClr>
              <a:buSzPts val="1600"/>
              <a:buFont typeface="Hind"/>
              <a:buChar char="●"/>
              <a:defRPr sz="1600">
                <a:solidFill>
                  <a:schemeClr val="dk2"/>
                </a:solidFill>
                <a:latin typeface="Hind"/>
                <a:ea typeface="Hind"/>
                <a:cs typeface="Hind"/>
                <a:sym typeface="Hind"/>
              </a:defRPr>
            </a:lvl7pPr>
            <a:lvl8pPr indent="-330200" lvl="7" marL="3657600">
              <a:lnSpc>
                <a:spcPct val="100000"/>
              </a:lnSpc>
              <a:spcBef>
                <a:spcPts val="0"/>
              </a:spcBef>
              <a:spcAft>
                <a:spcPts val="0"/>
              </a:spcAft>
              <a:buClr>
                <a:schemeClr val="dk2"/>
              </a:buClr>
              <a:buSzPts val="1600"/>
              <a:buFont typeface="Hind"/>
              <a:buChar char="○"/>
              <a:defRPr sz="1600">
                <a:solidFill>
                  <a:schemeClr val="dk2"/>
                </a:solidFill>
                <a:latin typeface="Hind"/>
                <a:ea typeface="Hind"/>
                <a:cs typeface="Hind"/>
                <a:sym typeface="Hind"/>
              </a:defRPr>
            </a:lvl8pPr>
            <a:lvl9pPr indent="-330200" lvl="8" marL="4114800">
              <a:lnSpc>
                <a:spcPct val="100000"/>
              </a:lnSpc>
              <a:spcBef>
                <a:spcPts val="0"/>
              </a:spcBef>
              <a:spcAft>
                <a:spcPts val="0"/>
              </a:spcAft>
              <a:buClr>
                <a:schemeClr val="dk2"/>
              </a:buClr>
              <a:buSzPts val="1600"/>
              <a:buFont typeface="Hind"/>
              <a:buChar char="■"/>
              <a:defRPr sz="1600">
                <a:solidFill>
                  <a:schemeClr val="dk2"/>
                </a:solidFill>
                <a:latin typeface="Hind"/>
                <a:ea typeface="Hind"/>
                <a:cs typeface="Hind"/>
                <a:sym typeface="Hin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 id="2147483697" r:id="rId50"/>
    <p:sldLayoutId id="2147483698" r:id="rId51"/>
    <p:sldLayoutId id="2147483699" r:id="rId52"/>
    <p:sldLayoutId id="2147483700" r:id="rId53"/>
    <p:sldLayoutId id="2147483701" r:id="rId54"/>
    <p:sldLayoutId id="2147483702" r:id="rId55"/>
    <p:sldLayoutId id="2147483703" r:id="rId5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350" name="Shape 2350"/>
        <p:cNvGrpSpPr/>
        <p:nvPr/>
      </p:nvGrpSpPr>
      <p:grpSpPr>
        <a:xfrm>
          <a:off x="0" y="0"/>
          <a:ext cx="0" cy="0"/>
          <a:chOff x="0" y="0"/>
          <a:chExt cx="0" cy="0"/>
        </a:xfrm>
      </p:grpSpPr>
      <p:sp>
        <p:nvSpPr>
          <p:cNvPr id="2351" name="Google Shape;2351;p5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352" name="Google Shape;2352;p5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04" r:id="rId1"/>
    <p:sldLayoutId id="2147483705"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356" name="Shape 2356"/>
        <p:cNvGrpSpPr/>
        <p:nvPr/>
      </p:nvGrpSpPr>
      <p:grpSpPr>
        <a:xfrm>
          <a:off x="0" y="0"/>
          <a:ext cx="0" cy="0"/>
          <a:chOff x="0" y="0"/>
          <a:chExt cx="0" cy="0"/>
        </a:xfrm>
      </p:grpSpPr>
      <p:sp>
        <p:nvSpPr>
          <p:cNvPr id="2357" name="Google Shape;2357;p6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358" name="Google Shape;2358;p6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0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67.xml"/><Relationship Id="rId5" Type="http://schemas.openxmlformats.org/officeDocument/2006/relationships/hyperlink" Target="http://bit.ly/33VAFh3" TargetMode="External"/><Relationship Id="rId6"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7" Type="http://schemas.openxmlformats.org/officeDocument/2006/relationships/slide" Target="/ppt/slides/slide62.xml"/><Relationship Id="rId8" Type="http://schemas.openxmlformats.org/officeDocument/2006/relationships/slide" Target="/ppt/slides/slide60.xml"/><Relationship Id="rId11" Type="http://schemas.openxmlformats.org/officeDocument/2006/relationships/slide" Target="/ppt/slides/slide70.xml"/><Relationship Id="rId10" Type="http://schemas.openxmlformats.org/officeDocument/2006/relationships/slide" Target="/ppt/slides/slide70.xml"/><Relationship Id="rId13" Type="http://schemas.openxmlformats.org/officeDocument/2006/relationships/hyperlink" Target="https://storyset.com/?utm_source=slidesgo_template&amp;utm_medium=referral-link&amp;utm_campaign=slidesgo_contents_of_this_template&amp;utm_term=storyset&amp;utm_content=storyset" TargetMode="External"/><Relationship Id="rId12" Type="http://schemas.openxmlformats.org/officeDocument/2006/relationships/slide" Target="/ppt/slides/slide71.xml"/><Relationship Id="rId15" Type="http://schemas.openxmlformats.org/officeDocument/2006/relationships/slide" Target="/ppt/slides/slide72.xml"/><Relationship Id="rId14" Type="http://schemas.openxmlformats.org/officeDocument/2006/relationships/slide" Target="/ppt/slides/slide72.xml"/><Relationship Id="rId16" Type="http://schemas.openxmlformats.org/officeDocument/2006/relationships/slide" Target="/ppt/slides/slide7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slide" Target="/ppt/slides/slide7.xml"/><Relationship Id="rId4" Type="http://schemas.openxmlformats.org/officeDocument/2006/relationships/slide" Target="/ppt/slides/slide13.xml"/><Relationship Id="rId5" Type="http://schemas.openxmlformats.org/officeDocument/2006/relationships/slide" Target="/ppt/slides/slide23.xml"/><Relationship Id="rId6" Type="http://schemas.openxmlformats.org/officeDocument/2006/relationships/slide" Target="/ppt/slides/slide36.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7.xml"/><Relationship Id="rId3" Type="http://schemas.openxmlformats.org/officeDocument/2006/relationships/image" Target="../media/image11.jp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 Id="rId3" Type="http://schemas.openxmlformats.org/officeDocument/2006/relationships/image" Target="../media/image19.jp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 Id="rId3" Type="http://schemas.openxmlformats.org/officeDocument/2006/relationships/image" Target="../media/image5.jp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0.xml"/><Relationship Id="rId3" Type="http://schemas.openxmlformats.org/officeDocument/2006/relationships/image" Target="../media/image12.jp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5.xml"/><Relationship Id="rId3" Type="http://schemas.openxmlformats.org/officeDocument/2006/relationships/image" Target="../media/image18.jpg"/><Relationship Id="rId4" Type="http://schemas.openxmlformats.org/officeDocument/2006/relationships/image" Target="../media/image16.jpg"/><Relationship Id="rId5" Type="http://schemas.openxmlformats.org/officeDocument/2006/relationships/image" Target="../media/image14.jp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6.xml"/><Relationship Id="rId3" Type="http://schemas.openxmlformats.org/officeDocument/2006/relationships/image" Target="../media/image15.jpg"/><Relationship Id="rId4" Type="http://schemas.openxmlformats.org/officeDocument/2006/relationships/image" Target="../media/image17.jp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WDUA-plWcb9ETOz3A97ufmFxl1U1U8dW-pGiRNkhesE/copy#gid=37771927" TargetMode="External"/><Relationship Id="rId5" Type="http://schemas.openxmlformats.org/officeDocument/2006/relationships/image" Target="../media/image1.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5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WDUA-plWcb9ETOz3A97ufmFxl1U1U8dW-pGiRNkhesE/copy#gid=1183509949" TargetMode="External"/><Relationship Id="rId5" Type="http://schemas.openxmlformats.org/officeDocument/2006/relationships/image" Target="../media/image2.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51.xml"/><Relationship Id="rId3" Type="http://schemas.openxmlformats.org/officeDocument/2006/relationships/hyperlink" Target="https://docs.google.com/spreadsheets/d/1WDUA-plWcb9ETOz3A97ufmFxl1U1U8dW-pGiRNkhesE/copy#gid=273647773" TargetMode="External"/><Relationship Id="rId4" Type="http://schemas.openxmlformats.org/officeDocument/2006/relationships/image" Target="../media/image4.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WDUA-plWcb9ETOz3A97ufmFxl1U1U8dW-pGiRNkhesE/copy#gid=2123077073" TargetMode="External"/><Relationship Id="rId5" Type="http://schemas.openxmlformats.org/officeDocument/2006/relationships/image" Target="../media/image8.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7.xml"/><Relationship Id="rId3" Type="http://schemas.openxmlformats.org/officeDocument/2006/relationships/image" Target="../media/image11.jp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8.xml"/><Relationship Id="rId3" Type="http://schemas.openxmlformats.org/officeDocument/2006/relationships/image" Target="../media/image14.jp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9.xml"/><Relationship Id="rId3" Type="http://schemas.openxmlformats.org/officeDocument/2006/relationships/image" Target="../media/image12.jp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6.xml"/><Relationship Id="rId3" Type="http://schemas.openxmlformats.org/officeDocument/2006/relationships/hyperlink" Target="https://www.freepik.com/free-photo/reusable-plastic-bottle-with-flowers_12780900.htm/?utm_source=slidesgo_template&amp;utm_medium=referral-link&amp;utm_campaign=sg_resources&amp;utm_content=freepik" TargetMode="External"/><Relationship Id="rId4" Type="http://schemas.openxmlformats.org/officeDocument/2006/relationships/hyperlink" Target="https://www.freepik.com/free-photo/close-up-woman-planted-flower-plastic-bottle_12780945.htm/?utm_source=slidesgo_template&amp;utm_medium=referral-link&amp;utm_campaign=sg_resources&amp;utm_content=freepik" TargetMode="External"/><Relationship Id="rId5" Type="http://schemas.openxmlformats.org/officeDocument/2006/relationships/hyperlink" Target="https://www.freepik.com/free-vector/reuse-gardening-city_5091388.htm/?utm_source=slidesgo_template&amp;utm_medium=referral-link&amp;utm_campaign=sg_resources&amp;utm_content=freepik" TargetMode="External"/><Relationship Id="rId6" Type="http://schemas.openxmlformats.org/officeDocument/2006/relationships/hyperlink" Target="https://www.freepik.com/free-vector/flat-recycling-landing-page-template_5070957.htm/?utm_source=slidesgo_template&amp;utm_medium=referral-link&amp;utm_campaign=sg_resources&amp;utm_content=freepik" TargetMode="External"/><Relationship Id="rId7" Type="http://schemas.openxmlformats.org/officeDocument/2006/relationships/hyperlink" Target="https://www.freepik.com/free-vector/save-planet-concept-with-people-taking-care-earth_7824979.htm/?utm_source=slidesgo_template&amp;utm_medium=referral-link&amp;utm_campaign=sg_resources&amp;utm_content=freepik" TargetMode="External"/><Relationship Id="rId8" Type="http://schemas.openxmlformats.org/officeDocument/2006/relationships/hyperlink" Target="https://www.freepik.com/free-vector/organic-flat-design-flowers-collection_13218307.htm/?utm_source=slidesgo_template&amp;utm_medium=referral-link&amp;utm_campaign=sg_resources&amp;utm_content=freepik" TargetMode="Externa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67.xml"/><Relationship Id="rId3" Type="http://schemas.openxmlformats.org/officeDocument/2006/relationships/hyperlink" Target="https://www.freepik.com/premium-vector/leaves-frame-background-with-quote_4982989.htm/?utm_source=slidesgo_template&amp;utm_medium=referral-link&amp;utm_campaign=sg_resources&amp;utm_content=freepik" TargetMode="External"/><Relationship Id="rId4" Type="http://schemas.openxmlformats.org/officeDocument/2006/relationships/hyperlink" Target="https://www.freepik.com/premium-vector/people-helping-planet-recycle_7881725.htm/?utm_source=slidesgo_template&amp;utm_medium=referral-link&amp;utm_campaign=sg_resources&amp;utm_content=freepik" TargetMode="External"/><Relationship Id="rId9" Type="http://schemas.openxmlformats.org/officeDocument/2006/relationships/hyperlink" Target="https://www.flaticon.com/packs/recycling-3/?utm_source=slidesgo_template&amp;utm_medium=referral-link&amp;utm_campaign=sg_resources&amp;utm_content=flaticon" TargetMode="External"/><Relationship Id="rId5" Type="http://schemas.openxmlformats.org/officeDocument/2006/relationships/hyperlink" Target="https://www.freepik.com/premium-vector/ecology-concept-background-flat-style_5193476.htm/?utm_source=slidesgo_template&amp;utm_medium=referral-link&amp;utm_campaign=sg_resources&amp;utm_content=freepik" TargetMode="External"/><Relationship Id="rId6" Type="http://schemas.openxmlformats.org/officeDocument/2006/relationships/hyperlink" Target="https://www.freepik.com/premium-vector/people-recycling-with-trash-bin_7966666.htm/?utm_source=slidesgo_template&amp;utm_medium=referral-link&amp;utm_campaign=sg_resources&amp;utm_content=freepik" TargetMode="External"/><Relationship Id="rId7" Type="http://schemas.openxmlformats.org/officeDocument/2006/relationships/hyperlink" Target="https://www.freepik.com/premium-vector/flat-style-green-leaves-collection_18895230.htm/?utm_source=slidesgo_template&amp;utm_medium=referral-link&amp;utm_campaign=sg_resources&amp;utm_content=freepik" TargetMode="External"/><Relationship Id="rId8" Type="http://schemas.openxmlformats.org/officeDocument/2006/relationships/hyperlink" Target="https://www.freepik.com/premium-vector/save-planet-concept-illustration-with-people-globe_8134922.htm/?utm_source=slidesgo_template&amp;utm_medium=referral-link&amp;utm_campaign=sg_resources&amp;utm_content=freepik" TargetMode="External"/><Relationship Id="rId11" Type="http://schemas.openxmlformats.org/officeDocument/2006/relationships/hyperlink" Target="https://www.freepik.com/free-photo/people-cleaning-garbage-from-nature_18955468.htm/?utm_source=slidesgo_template&amp;utm_medium=referral-link&amp;utm_campaign=sg_resources&amp;utm_content=freepik" TargetMode="External"/><Relationship Id="rId10" Type="http://schemas.openxmlformats.org/officeDocument/2006/relationships/hyperlink" Target="https://www.freepik.com/premium-photo/person-doing-selective-recycle-garbage_18955508.htm/?utm_source=slidesgo_template&amp;utm_medium=referral-link&amp;utm_campaign=sg_resources&amp;utm_content=freepik" TargetMode="External"/><Relationship Id="rId13" Type="http://schemas.openxmlformats.org/officeDocument/2006/relationships/hyperlink" Target="https://www.freepik.com/premium-photo/senior-man-harvesting-fresh-juicy-oranges-garden_14563204.htm/?utm_source=slidesgo_template&amp;utm_medium=referral-link&amp;utm_campaign=sg_resources&amp;utm_content=freepik" TargetMode="External"/><Relationship Id="rId12" Type="http://schemas.openxmlformats.org/officeDocument/2006/relationships/hyperlink" Target="https://www.freepik.com/premium-photo/young-smiley-woman-working-greenhouse_17622091.htm/?utm_source=slidesgo_template&amp;utm_medium=referral-link&amp;utm_campaign=sg_resources&amp;utm_content=freepik" TargetMode="External"/><Relationship Id="rId15" Type="http://schemas.openxmlformats.org/officeDocument/2006/relationships/hyperlink" Target="https://www.freepik.com/premium-photo/elder-woman-posing-plant-her-garden_8795434.htm/?utm_source=slidesgo_template&amp;utm_medium=referral-link&amp;utm_campaign=sg_resources&amp;utm_content=freepik" TargetMode="External"/><Relationship Id="rId14" Type="http://schemas.openxmlformats.org/officeDocument/2006/relationships/hyperlink" Target="https://www.freepik.com/free-photo/senior-man-cultivating-oranges_14563116.htm/?utm_source=slidesgo_template&amp;utm_medium=referral-link&amp;utm_campaign=sg_resources&amp;utm_content=freepik" TargetMode="External"/><Relationship Id="rId17" Type="http://schemas.openxmlformats.org/officeDocument/2006/relationships/hyperlink" Target="https://www.freepik.com/premium-photo/elder-woman-posing-plant-her-garden_8795434.htm/?utm_source=slidesgo_template&amp;utm_medium=referral-link&amp;utm_campaign=sg_resources&amp;utm_content=freepik" TargetMode="External"/><Relationship Id="rId16" Type="http://schemas.openxmlformats.org/officeDocument/2006/relationships/hyperlink" Target="https://www.freepik.com/premium-photo/elder-woman-posing-plant-her-garden_8795434.htm/?utm_source=slidesgo_template&amp;utm_medium=referral-link&amp;utm_campaign=sg_resources&amp;utm_content=freepik" TargetMode="External"/><Relationship Id="rId18" Type="http://schemas.openxmlformats.org/officeDocument/2006/relationships/hyperlink" Target="https://www.freepik.com/free-photo/female-farmer-working-greenhouse_17622144.htm/?utm_source=slidesgo_template&amp;utm_medium=referral-link&amp;utm_campaign=sg_resources&amp;utm_content=freepik" TargetMode="Externa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59.xml"/><Relationship Id="rId2" Type="http://schemas.openxmlformats.org/officeDocument/2006/relationships/notesSlide" Target="../notesSlides/notesSlide68.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69.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70.xml"/><Relationship Id="rId3" Type="http://schemas.openxmlformats.org/officeDocument/2006/relationships/hyperlink" Target="https://fonts.google.com/specimen/Londrina+Solid" TargetMode="External"/><Relationship Id="rId4" Type="http://schemas.openxmlformats.org/officeDocument/2006/relationships/hyperlink" Target="https://fonts.google.com/specimen/Londrina+Solid" TargetMode="External"/><Relationship Id="rId5" Type="http://schemas.openxmlformats.org/officeDocument/2006/relationships/hyperlink" Target="https://fonts.google.com/specimen/Hind" TargetMode="Externa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7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7.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6.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3.gif"/><Relationship Id="rId14" Type="http://schemas.openxmlformats.org/officeDocument/2006/relationships/image" Target="../media/image10.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9.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72.xml"/><Relationship Id="rId3" Type="http://schemas.openxmlformats.org/officeDocument/2006/relationships/hyperlink" Target="https://bit.ly/2ZjL1pd" TargetMode="Externa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78.xml"/><Relationship Id="rId3" Type="http://schemas.openxmlformats.org/officeDocument/2006/relationships/hyperlink" Target="https://chrome.google.com/webstore/detail/flaticon-for-gsuit-gslide/haekgjfnhhdkgfgmldhfokhmfkgmciba" TargetMode="Externa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5.xml"/><Relationship Id="rId3" Type="http://schemas.openxmlformats.org/officeDocument/2006/relationships/hyperlink" Target="http://bit.ly/2PfT4lq" TargetMode="External"/><Relationship Id="rId4" Type="http://schemas.openxmlformats.org/officeDocument/2006/relationships/image" Target="../media/image2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63" name="Shape 2363"/>
        <p:cNvGrpSpPr/>
        <p:nvPr/>
      </p:nvGrpSpPr>
      <p:grpSpPr>
        <a:xfrm>
          <a:off x="0" y="0"/>
          <a:ext cx="0" cy="0"/>
          <a:chOff x="0" y="0"/>
          <a:chExt cx="0" cy="0"/>
        </a:xfrm>
      </p:grpSpPr>
      <p:sp>
        <p:nvSpPr>
          <p:cNvPr id="2364" name="Google Shape;2364;p63"/>
          <p:cNvSpPr/>
          <p:nvPr/>
        </p:nvSpPr>
        <p:spPr>
          <a:xfrm>
            <a:off x="3019800" y="66325"/>
            <a:ext cx="3104400" cy="3104700"/>
          </a:xfrm>
          <a:prstGeom prst="ellipse">
            <a:avLst/>
          </a:prstGeom>
          <a:solidFill>
            <a:schemeClr val="accent2">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3"/>
          <p:cNvSpPr/>
          <p:nvPr/>
        </p:nvSpPr>
        <p:spPr>
          <a:xfrm>
            <a:off x="3243300" y="289975"/>
            <a:ext cx="2657400" cy="2657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3"/>
          <p:cNvSpPr txBox="1"/>
          <p:nvPr>
            <p:ph type="ctrTitle"/>
          </p:nvPr>
        </p:nvSpPr>
        <p:spPr>
          <a:xfrm>
            <a:off x="1945488" y="2357650"/>
            <a:ext cx="5262600" cy="1723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REUSING PLASTIC BOTTLES WORKSHOP</a:t>
            </a:r>
            <a:endParaRPr/>
          </a:p>
        </p:txBody>
      </p:sp>
      <p:sp>
        <p:nvSpPr>
          <p:cNvPr id="2367" name="Google Shape;2367;p63"/>
          <p:cNvSpPr txBox="1"/>
          <p:nvPr>
            <p:ph idx="1" type="subTitle"/>
          </p:nvPr>
        </p:nvSpPr>
        <p:spPr>
          <a:xfrm>
            <a:off x="2200575" y="4142400"/>
            <a:ext cx="4743000" cy="46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2368" name="Google Shape;2368;p63"/>
          <p:cNvGrpSpPr/>
          <p:nvPr/>
        </p:nvGrpSpPr>
        <p:grpSpPr>
          <a:xfrm>
            <a:off x="3577298" y="553941"/>
            <a:ext cx="1989575" cy="1742759"/>
            <a:chOff x="5906725" y="2939825"/>
            <a:chExt cx="2346750" cy="2055625"/>
          </a:xfrm>
        </p:grpSpPr>
        <p:sp>
          <p:nvSpPr>
            <p:cNvPr id="2369" name="Google Shape;2369;p63"/>
            <p:cNvSpPr/>
            <p:nvPr/>
          </p:nvSpPr>
          <p:spPr>
            <a:xfrm>
              <a:off x="7430425" y="4304175"/>
              <a:ext cx="715000" cy="383200"/>
            </a:xfrm>
            <a:custGeom>
              <a:rect b="b" l="l" r="r" t="t"/>
              <a:pathLst>
                <a:path extrusionOk="0" h="15328" w="28600">
                  <a:moveTo>
                    <a:pt x="7067" y="0"/>
                  </a:moveTo>
                  <a:cubicBezTo>
                    <a:pt x="6012" y="0"/>
                    <a:pt x="4930" y="151"/>
                    <a:pt x="3739" y="481"/>
                  </a:cubicBezTo>
                  <a:cubicBezTo>
                    <a:pt x="3739" y="481"/>
                    <a:pt x="643" y="1362"/>
                    <a:pt x="0" y="3362"/>
                  </a:cubicBezTo>
                  <a:cubicBezTo>
                    <a:pt x="1632" y="6208"/>
                    <a:pt x="4060" y="8565"/>
                    <a:pt x="6894" y="10149"/>
                  </a:cubicBezTo>
                  <a:cubicBezTo>
                    <a:pt x="6775" y="9363"/>
                    <a:pt x="6751" y="8577"/>
                    <a:pt x="7061" y="7863"/>
                  </a:cubicBezTo>
                  <a:cubicBezTo>
                    <a:pt x="7882" y="9065"/>
                    <a:pt x="8740" y="10244"/>
                    <a:pt x="9656" y="11387"/>
                  </a:cubicBezTo>
                  <a:cubicBezTo>
                    <a:pt x="10502" y="11685"/>
                    <a:pt x="11395" y="11935"/>
                    <a:pt x="12288" y="12101"/>
                  </a:cubicBezTo>
                  <a:cubicBezTo>
                    <a:pt x="14371" y="12494"/>
                    <a:pt x="16514" y="12506"/>
                    <a:pt x="18634" y="12578"/>
                  </a:cubicBezTo>
                  <a:cubicBezTo>
                    <a:pt x="18134" y="11625"/>
                    <a:pt x="17729" y="10613"/>
                    <a:pt x="17824" y="9554"/>
                  </a:cubicBezTo>
                  <a:lnTo>
                    <a:pt x="17824" y="9554"/>
                  </a:lnTo>
                  <a:cubicBezTo>
                    <a:pt x="18896" y="10375"/>
                    <a:pt x="19634" y="11518"/>
                    <a:pt x="20396" y="12673"/>
                  </a:cubicBezTo>
                  <a:cubicBezTo>
                    <a:pt x="20503" y="12673"/>
                    <a:pt x="20610" y="12673"/>
                    <a:pt x="20705" y="12685"/>
                  </a:cubicBezTo>
                  <a:cubicBezTo>
                    <a:pt x="23527" y="12911"/>
                    <a:pt x="26420" y="13530"/>
                    <a:pt x="28599" y="15328"/>
                  </a:cubicBezTo>
                  <a:cubicBezTo>
                    <a:pt x="26468" y="12351"/>
                    <a:pt x="24039" y="9589"/>
                    <a:pt x="21348" y="7101"/>
                  </a:cubicBezTo>
                  <a:cubicBezTo>
                    <a:pt x="19967" y="6851"/>
                    <a:pt x="18646" y="6339"/>
                    <a:pt x="17467" y="5589"/>
                  </a:cubicBezTo>
                  <a:cubicBezTo>
                    <a:pt x="18074" y="5482"/>
                    <a:pt x="18669" y="5386"/>
                    <a:pt x="19277" y="5291"/>
                  </a:cubicBezTo>
                  <a:cubicBezTo>
                    <a:pt x="17276" y="3624"/>
                    <a:pt x="15098" y="2136"/>
                    <a:pt x="12669" y="1195"/>
                  </a:cubicBezTo>
                  <a:cubicBezTo>
                    <a:pt x="12347" y="1314"/>
                    <a:pt x="12014" y="1445"/>
                    <a:pt x="11669" y="1553"/>
                  </a:cubicBezTo>
                  <a:cubicBezTo>
                    <a:pt x="11288" y="1683"/>
                    <a:pt x="10871" y="1779"/>
                    <a:pt x="10454" y="1814"/>
                  </a:cubicBezTo>
                  <a:cubicBezTo>
                    <a:pt x="10366" y="1825"/>
                    <a:pt x="10272" y="1834"/>
                    <a:pt x="10179" y="1834"/>
                  </a:cubicBezTo>
                  <a:cubicBezTo>
                    <a:pt x="10070" y="1834"/>
                    <a:pt x="9961" y="1823"/>
                    <a:pt x="9859" y="1791"/>
                  </a:cubicBezTo>
                  <a:cubicBezTo>
                    <a:pt x="9668" y="1731"/>
                    <a:pt x="9490" y="1576"/>
                    <a:pt x="9442" y="1386"/>
                  </a:cubicBezTo>
                  <a:cubicBezTo>
                    <a:pt x="9906" y="1124"/>
                    <a:pt x="10395" y="838"/>
                    <a:pt x="10883" y="600"/>
                  </a:cubicBezTo>
                  <a:cubicBezTo>
                    <a:pt x="9558" y="217"/>
                    <a:pt x="8333" y="0"/>
                    <a:pt x="7067" y="0"/>
                  </a:cubicBezTo>
                  <a:close/>
                </a:path>
              </a:pathLst>
            </a:custGeom>
            <a:solidFill>
              <a:srgbClr val="566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3"/>
            <p:cNvSpPr/>
            <p:nvPr/>
          </p:nvSpPr>
          <p:spPr>
            <a:xfrm>
              <a:off x="7461375" y="4385250"/>
              <a:ext cx="531350" cy="186650"/>
            </a:xfrm>
            <a:custGeom>
              <a:rect b="b" l="l" r="r" t="t"/>
              <a:pathLst>
                <a:path extrusionOk="0" h="7466" w="21254">
                  <a:moveTo>
                    <a:pt x="1" y="0"/>
                  </a:moveTo>
                  <a:cubicBezTo>
                    <a:pt x="1846" y="476"/>
                    <a:pt x="3656" y="977"/>
                    <a:pt x="5466" y="1477"/>
                  </a:cubicBezTo>
                  <a:cubicBezTo>
                    <a:pt x="7263" y="2012"/>
                    <a:pt x="9049" y="2584"/>
                    <a:pt x="10823" y="3203"/>
                  </a:cubicBezTo>
                  <a:cubicBezTo>
                    <a:pt x="12597" y="3810"/>
                    <a:pt x="14336" y="4501"/>
                    <a:pt x="16074" y="5203"/>
                  </a:cubicBezTo>
                  <a:cubicBezTo>
                    <a:pt x="17824" y="5918"/>
                    <a:pt x="19527" y="6692"/>
                    <a:pt x="21253" y="7465"/>
                  </a:cubicBezTo>
                  <a:cubicBezTo>
                    <a:pt x="19705" y="6370"/>
                    <a:pt x="18062" y="5418"/>
                    <a:pt x="16360" y="4572"/>
                  </a:cubicBezTo>
                  <a:cubicBezTo>
                    <a:pt x="14645" y="3727"/>
                    <a:pt x="12895" y="3012"/>
                    <a:pt x="11109" y="2370"/>
                  </a:cubicBezTo>
                  <a:cubicBezTo>
                    <a:pt x="9311" y="1762"/>
                    <a:pt x="7490" y="1227"/>
                    <a:pt x="5632" y="822"/>
                  </a:cubicBezTo>
                  <a:cubicBezTo>
                    <a:pt x="3775" y="417"/>
                    <a:pt x="1894" y="107"/>
                    <a:pt x="1" y="0"/>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3"/>
            <p:cNvSpPr/>
            <p:nvPr/>
          </p:nvSpPr>
          <p:spPr>
            <a:xfrm>
              <a:off x="7664675" y="4462325"/>
              <a:ext cx="51225" cy="68200"/>
            </a:xfrm>
            <a:custGeom>
              <a:rect b="b" l="l" r="r" t="t"/>
              <a:pathLst>
                <a:path extrusionOk="0" h="2728" w="2049">
                  <a:moveTo>
                    <a:pt x="1" y="1"/>
                  </a:moveTo>
                  <a:lnTo>
                    <a:pt x="1" y="1"/>
                  </a:lnTo>
                  <a:cubicBezTo>
                    <a:pt x="60" y="334"/>
                    <a:pt x="167" y="608"/>
                    <a:pt x="263" y="870"/>
                  </a:cubicBezTo>
                  <a:cubicBezTo>
                    <a:pt x="394" y="1120"/>
                    <a:pt x="548" y="1358"/>
                    <a:pt x="715" y="1584"/>
                  </a:cubicBezTo>
                  <a:cubicBezTo>
                    <a:pt x="882" y="1799"/>
                    <a:pt x="1072" y="2013"/>
                    <a:pt x="1275" y="2204"/>
                  </a:cubicBezTo>
                  <a:cubicBezTo>
                    <a:pt x="1501" y="2394"/>
                    <a:pt x="1727" y="2573"/>
                    <a:pt x="2037" y="2727"/>
                  </a:cubicBezTo>
                  <a:cubicBezTo>
                    <a:pt x="2048" y="2382"/>
                    <a:pt x="1965" y="2096"/>
                    <a:pt x="1858" y="1823"/>
                  </a:cubicBezTo>
                  <a:cubicBezTo>
                    <a:pt x="1739" y="1549"/>
                    <a:pt x="1608" y="1299"/>
                    <a:pt x="1429" y="1061"/>
                  </a:cubicBezTo>
                  <a:cubicBezTo>
                    <a:pt x="1251" y="834"/>
                    <a:pt x="1048" y="608"/>
                    <a:pt x="810" y="430"/>
                  </a:cubicBezTo>
                  <a:cubicBezTo>
                    <a:pt x="584" y="251"/>
                    <a:pt x="322" y="96"/>
                    <a:pt x="1" y="1"/>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3"/>
            <p:cNvSpPr/>
            <p:nvPr/>
          </p:nvSpPr>
          <p:spPr>
            <a:xfrm>
              <a:off x="7507225" y="4411150"/>
              <a:ext cx="51500" cy="67875"/>
            </a:xfrm>
            <a:custGeom>
              <a:rect b="b" l="l" r="r" t="t"/>
              <a:pathLst>
                <a:path extrusionOk="0" h="2715" w="2060">
                  <a:moveTo>
                    <a:pt x="0" y="0"/>
                  </a:moveTo>
                  <a:cubicBezTo>
                    <a:pt x="60" y="333"/>
                    <a:pt x="167" y="607"/>
                    <a:pt x="262" y="857"/>
                  </a:cubicBezTo>
                  <a:cubicBezTo>
                    <a:pt x="405" y="1107"/>
                    <a:pt x="548" y="1345"/>
                    <a:pt x="715" y="1572"/>
                  </a:cubicBezTo>
                  <a:cubicBezTo>
                    <a:pt x="881" y="1798"/>
                    <a:pt x="1072" y="2000"/>
                    <a:pt x="1286" y="2203"/>
                  </a:cubicBezTo>
                  <a:cubicBezTo>
                    <a:pt x="1500" y="2393"/>
                    <a:pt x="1727" y="2572"/>
                    <a:pt x="2036" y="2715"/>
                  </a:cubicBezTo>
                  <a:cubicBezTo>
                    <a:pt x="2060" y="2381"/>
                    <a:pt x="1965" y="2096"/>
                    <a:pt x="1858" y="1810"/>
                  </a:cubicBezTo>
                  <a:cubicBezTo>
                    <a:pt x="1739" y="1548"/>
                    <a:pt x="1608" y="1286"/>
                    <a:pt x="1429" y="1048"/>
                  </a:cubicBezTo>
                  <a:cubicBezTo>
                    <a:pt x="1250" y="833"/>
                    <a:pt x="1060" y="607"/>
                    <a:pt x="822" y="429"/>
                  </a:cubicBezTo>
                  <a:cubicBezTo>
                    <a:pt x="584" y="250"/>
                    <a:pt x="334" y="83"/>
                    <a:pt x="0" y="0"/>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3"/>
            <p:cNvSpPr/>
            <p:nvPr/>
          </p:nvSpPr>
          <p:spPr>
            <a:xfrm>
              <a:off x="7702475" y="4386425"/>
              <a:ext cx="87850" cy="21750"/>
            </a:xfrm>
            <a:custGeom>
              <a:rect b="b" l="l" r="r" t="t"/>
              <a:pathLst>
                <a:path extrusionOk="0" h="870" w="3514">
                  <a:moveTo>
                    <a:pt x="1763" y="1"/>
                  </a:moveTo>
                  <a:cubicBezTo>
                    <a:pt x="1465" y="1"/>
                    <a:pt x="1179" y="37"/>
                    <a:pt x="882" y="96"/>
                  </a:cubicBezTo>
                  <a:cubicBezTo>
                    <a:pt x="584" y="168"/>
                    <a:pt x="298" y="251"/>
                    <a:pt x="1" y="429"/>
                  </a:cubicBezTo>
                  <a:cubicBezTo>
                    <a:pt x="286" y="608"/>
                    <a:pt x="584" y="703"/>
                    <a:pt x="882" y="775"/>
                  </a:cubicBezTo>
                  <a:cubicBezTo>
                    <a:pt x="1179" y="834"/>
                    <a:pt x="1465" y="870"/>
                    <a:pt x="1763" y="870"/>
                  </a:cubicBezTo>
                  <a:cubicBezTo>
                    <a:pt x="2060" y="870"/>
                    <a:pt x="2346" y="834"/>
                    <a:pt x="2644" y="775"/>
                  </a:cubicBezTo>
                  <a:cubicBezTo>
                    <a:pt x="2942" y="703"/>
                    <a:pt x="3239" y="608"/>
                    <a:pt x="3513" y="429"/>
                  </a:cubicBezTo>
                  <a:cubicBezTo>
                    <a:pt x="3215" y="251"/>
                    <a:pt x="2942" y="168"/>
                    <a:pt x="2644" y="96"/>
                  </a:cubicBezTo>
                  <a:cubicBezTo>
                    <a:pt x="2346" y="37"/>
                    <a:pt x="2060" y="1"/>
                    <a:pt x="1763" y="1"/>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3"/>
            <p:cNvSpPr/>
            <p:nvPr/>
          </p:nvSpPr>
          <p:spPr>
            <a:xfrm>
              <a:off x="7524775" y="4327600"/>
              <a:ext cx="79500" cy="38200"/>
            </a:xfrm>
            <a:custGeom>
              <a:rect b="b" l="l" r="r" t="t"/>
              <a:pathLst>
                <a:path extrusionOk="0" h="1528" w="3180">
                  <a:moveTo>
                    <a:pt x="2894" y="1"/>
                  </a:moveTo>
                  <a:cubicBezTo>
                    <a:pt x="2664" y="1"/>
                    <a:pt x="2452" y="37"/>
                    <a:pt x="2239" y="80"/>
                  </a:cubicBezTo>
                  <a:cubicBezTo>
                    <a:pt x="1941" y="139"/>
                    <a:pt x="1679" y="246"/>
                    <a:pt x="1418" y="365"/>
                  </a:cubicBezTo>
                  <a:cubicBezTo>
                    <a:pt x="1144" y="496"/>
                    <a:pt x="894" y="639"/>
                    <a:pt x="656" y="818"/>
                  </a:cubicBezTo>
                  <a:cubicBezTo>
                    <a:pt x="417" y="1020"/>
                    <a:pt x="191" y="1223"/>
                    <a:pt x="1" y="1508"/>
                  </a:cubicBezTo>
                  <a:cubicBezTo>
                    <a:pt x="99" y="1522"/>
                    <a:pt x="194" y="1528"/>
                    <a:pt x="286" y="1528"/>
                  </a:cubicBezTo>
                  <a:cubicBezTo>
                    <a:pt x="517" y="1528"/>
                    <a:pt x="732" y="1491"/>
                    <a:pt x="953" y="1449"/>
                  </a:cubicBezTo>
                  <a:cubicBezTo>
                    <a:pt x="1239" y="1389"/>
                    <a:pt x="1513" y="1282"/>
                    <a:pt x="1787" y="1163"/>
                  </a:cubicBezTo>
                  <a:cubicBezTo>
                    <a:pt x="2049" y="1032"/>
                    <a:pt x="2310" y="877"/>
                    <a:pt x="2537" y="699"/>
                  </a:cubicBezTo>
                  <a:cubicBezTo>
                    <a:pt x="2763" y="508"/>
                    <a:pt x="3001" y="306"/>
                    <a:pt x="3180" y="20"/>
                  </a:cubicBezTo>
                  <a:cubicBezTo>
                    <a:pt x="3081" y="7"/>
                    <a:pt x="2986" y="1"/>
                    <a:pt x="2894" y="1"/>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3"/>
            <p:cNvSpPr/>
            <p:nvPr/>
          </p:nvSpPr>
          <p:spPr>
            <a:xfrm>
              <a:off x="7085725" y="3864775"/>
              <a:ext cx="478675" cy="749675"/>
            </a:xfrm>
            <a:custGeom>
              <a:rect b="b" l="l" r="r" t="t"/>
              <a:pathLst>
                <a:path extrusionOk="0" h="29987" w="19147">
                  <a:moveTo>
                    <a:pt x="18424" y="1"/>
                  </a:moveTo>
                  <a:cubicBezTo>
                    <a:pt x="18265" y="1"/>
                    <a:pt x="18104" y="61"/>
                    <a:pt x="17979" y="186"/>
                  </a:cubicBezTo>
                  <a:cubicBezTo>
                    <a:pt x="9657" y="8068"/>
                    <a:pt x="715" y="17474"/>
                    <a:pt x="25" y="29308"/>
                  </a:cubicBezTo>
                  <a:cubicBezTo>
                    <a:pt x="1" y="29666"/>
                    <a:pt x="275" y="29975"/>
                    <a:pt x="632" y="29987"/>
                  </a:cubicBezTo>
                  <a:lnTo>
                    <a:pt x="680" y="29987"/>
                  </a:lnTo>
                  <a:cubicBezTo>
                    <a:pt x="1037" y="29987"/>
                    <a:pt x="1323" y="29725"/>
                    <a:pt x="1323" y="29392"/>
                  </a:cubicBezTo>
                  <a:cubicBezTo>
                    <a:pt x="1977" y="18045"/>
                    <a:pt x="10728" y="8842"/>
                    <a:pt x="18872" y="1138"/>
                  </a:cubicBezTo>
                  <a:cubicBezTo>
                    <a:pt x="19134" y="900"/>
                    <a:pt x="19146" y="483"/>
                    <a:pt x="18896" y="210"/>
                  </a:cubicBezTo>
                  <a:cubicBezTo>
                    <a:pt x="18772" y="73"/>
                    <a:pt x="18598" y="1"/>
                    <a:pt x="18424" y="1"/>
                  </a:cubicBezTo>
                  <a:close/>
                </a:path>
              </a:pathLst>
            </a:custGeom>
            <a:solidFill>
              <a:srgbClr val="3E5E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3"/>
            <p:cNvSpPr/>
            <p:nvPr/>
          </p:nvSpPr>
          <p:spPr>
            <a:xfrm>
              <a:off x="7111925" y="4349250"/>
              <a:ext cx="554275" cy="205375"/>
            </a:xfrm>
            <a:custGeom>
              <a:rect b="b" l="l" r="r" t="t"/>
              <a:pathLst>
                <a:path extrusionOk="0" h="8215" w="22171">
                  <a:moveTo>
                    <a:pt x="10941" y="1"/>
                  </a:moveTo>
                  <a:cubicBezTo>
                    <a:pt x="10644" y="1"/>
                    <a:pt x="10347" y="12"/>
                    <a:pt x="10050" y="35"/>
                  </a:cubicBezTo>
                  <a:cubicBezTo>
                    <a:pt x="5740" y="357"/>
                    <a:pt x="1751" y="3286"/>
                    <a:pt x="144" y="7322"/>
                  </a:cubicBezTo>
                  <a:cubicBezTo>
                    <a:pt x="1" y="7655"/>
                    <a:pt x="167" y="8036"/>
                    <a:pt x="513" y="8167"/>
                  </a:cubicBezTo>
                  <a:cubicBezTo>
                    <a:pt x="584" y="8203"/>
                    <a:pt x="679" y="8215"/>
                    <a:pt x="751" y="8215"/>
                  </a:cubicBezTo>
                  <a:cubicBezTo>
                    <a:pt x="1001" y="8215"/>
                    <a:pt x="1263" y="8072"/>
                    <a:pt x="1358" y="7810"/>
                  </a:cubicBezTo>
                  <a:cubicBezTo>
                    <a:pt x="2775" y="4226"/>
                    <a:pt x="6323" y="1643"/>
                    <a:pt x="10157" y="1345"/>
                  </a:cubicBezTo>
                  <a:cubicBezTo>
                    <a:pt x="10435" y="1320"/>
                    <a:pt x="10713" y="1308"/>
                    <a:pt x="10991" y="1308"/>
                  </a:cubicBezTo>
                  <a:cubicBezTo>
                    <a:pt x="12315" y="1308"/>
                    <a:pt x="13617" y="1587"/>
                    <a:pt x="14788" y="2119"/>
                  </a:cubicBezTo>
                  <a:cubicBezTo>
                    <a:pt x="17300" y="3250"/>
                    <a:pt x="19241" y="5524"/>
                    <a:pt x="20932" y="7536"/>
                  </a:cubicBezTo>
                  <a:cubicBezTo>
                    <a:pt x="21065" y="7683"/>
                    <a:pt x="21250" y="7762"/>
                    <a:pt x="21438" y="7762"/>
                  </a:cubicBezTo>
                  <a:cubicBezTo>
                    <a:pt x="21585" y="7762"/>
                    <a:pt x="21735" y="7713"/>
                    <a:pt x="21861" y="7608"/>
                  </a:cubicBezTo>
                  <a:cubicBezTo>
                    <a:pt x="22123" y="7370"/>
                    <a:pt x="22170" y="6965"/>
                    <a:pt x="21932" y="6679"/>
                  </a:cubicBezTo>
                  <a:cubicBezTo>
                    <a:pt x="20146" y="4572"/>
                    <a:pt x="18098" y="2178"/>
                    <a:pt x="15324" y="928"/>
                  </a:cubicBezTo>
                  <a:cubicBezTo>
                    <a:pt x="13977" y="310"/>
                    <a:pt x="12472" y="1"/>
                    <a:pt x="10941" y="1"/>
                  </a:cubicBezTo>
                  <a:close/>
                </a:path>
              </a:pathLst>
            </a:custGeom>
            <a:solidFill>
              <a:srgbClr val="3E5E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3"/>
            <p:cNvSpPr/>
            <p:nvPr/>
          </p:nvSpPr>
          <p:spPr>
            <a:xfrm>
              <a:off x="6644600" y="4362100"/>
              <a:ext cx="434025" cy="223200"/>
            </a:xfrm>
            <a:custGeom>
              <a:rect b="b" l="l" r="r" t="t"/>
              <a:pathLst>
                <a:path extrusionOk="0" h="8928" w="17361">
                  <a:moveTo>
                    <a:pt x="8730" y="0"/>
                  </a:moveTo>
                  <a:cubicBezTo>
                    <a:pt x="8512" y="0"/>
                    <a:pt x="8293" y="7"/>
                    <a:pt x="8073" y="21"/>
                  </a:cubicBezTo>
                  <a:cubicBezTo>
                    <a:pt x="5704" y="188"/>
                    <a:pt x="3287" y="1081"/>
                    <a:pt x="406" y="2867"/>
                  </a:cubicBezTo>
                  <a:cubicBezTo>
                    <a:pt x="108" y="3057"/>
                    <a:pt x="1" y="3462"/>
                    <a:pt x="203" y="3772"/>
                  </a:cubicBezTo>
                  <a:cubicBezTo>
                    <a:pt x="327" y="3973"/>
                    <a:pt x="542" y="4084"/>
                    <a:pt x="763" y="4084"/>
                  </a:cubicBezTo>
                  <a:cubicBezTo>
                    <a:pt x="881" y="4084"/>
                    <a:pt x="1000" y="4052"/>
                    <a:pt x="1108" y="3986"/>
                  </a:cubicBezTo>
                  <a:cubicBezTo>
                    <a:pt x="3787" y="2319"/>
                    <a:pt x="6014" y="1486"/>
                    <a:pt x="8157" y="1331"/>
                  </a:cubicBezTo>
                  <a:cubicBezTo>
                    <a:pt x="8350" y="1318"/>
                    <a:pt x="8543" y="1312"/>
                    <a:pt x="8734" y="1312"/>
                  </a:cubicBezTo>
                  <a:cubicBezTo>
                    <a:pt x="11159" y="1312"/>
                    <a:pt x="13392" y="2344"/>
                    <a:pt x="14550" y="4022"/>
                  </a:cubicBezTo>
                  <a:cubicBezTo>
                    <a:pt x="15396" y="5248"/>
                    <a:pt x="15717" y="6796"/>
                    <a:pt x="16003" y="8391"/>
                  </a:cubicBezTo>
                  <a:cubicBezTo>
                    <a:pt x="16062" y="8701"/>
                    <a:pt x="16336" y="8927"/>
                    <a:pt x="16646" y="8927"/>
                  </a:cubicBezTo>
                  <a:cubicBezTo>
                    <a:pt x="16693" y="8927"/>
                    <a:pt x="16717" y="8927"/>
                    <a:pt x="16765" y="8903"/>
                  </a:cubicBezTo>
                  <a:cubicBezTo>
                    <a:pt x="17122" y="8844"/>
                    <a:pt x="17360" y="8510"/>
                    <a:pt x="17301" y="8153"/>
                  </a:cubicBezTo>
                  <a:cubicBezTo>
                    <a:pt x="16991" y="6403"/>
                    <a:pt x="16634" y="4724"/>
                    <a:pt x="15634" y="3284"/>
                  </a:cubicBezTo>
                  <a:cubicBezTo>
                    <a:pt x="14206" y="1225"/>
                    <a:pt x="11596" y="0"/>
                    <a:pt x="8730" y="0"/>
                  </a:cubicBezTo>
                  <a:close/>
                </a:path>
              </a:pathLst>
            </a:custGeom>
            <a:solidFill>
              <a:srgbClr val="4C93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3"/>
            <p:cNvSpPr/>
            <p:nvPr/>
          </p:nvSpPr>
          <p:spPr>
            <a:xfrm>
              <a:off x="6778250" y="3839950"/>
              <a:ext cx="305725" cy="706050"/>
            </a:xfrm>
            <a:custGeom>
              <a:rect b="b" l="l" r="r" t="t"/>
              <a:pathLst>
                <a:path extrusionOk="0" h="28242" w="12229">
                  <a:moveTo>
                    <a:pt x="723" y="0"/>
                  </a:moveTo>
                  <a:cubicBezTo>
                    <a:pt x="665" y="0"/>
                    <a:pt x="606" y="8"/>
                    <a:pt x="548" y="24"/>
                  </a:cubicBezTo>
                  <a:cubicBezTo>
                    <a:pt x="215" y="119"/>
                    <a:pt x="1" y="488"/>
                    <a:pt x="108" y="833"/>
                  </a:cubicBezTo>
                  <a:cubicBezTo>
                    <a:pt x="1287" y="4965"/>
                    <a:pt x="3263" y="8870"/>
                    <a:pt x="5180" y="12633"/>
                  </a:cubicBezTo>
                  <a:cubicBezTo>
                    <a:pt x="7621" y="17407"/>
                    <a:pt x="10145" y="22372"/>
                    <a:pt x="10895" y="27682"/>
                  </a:cubicBezTo>
                  <a:cubicBezTo>
                    <a:pt x="10955" y="28003"/>
                    <a:pt x="11228" y="28242"/>
                    <a:pt x="11550" y="28242"/>
                  </a:cubicBezTo>
                  <a:lnTo>
                    <a:pt x="11633" y="28242"/>
                  </a:lnTo>
                  <a:cubicBezTo>
                    <a:pt x="11978" y="28182"/>
                    <a:pt x="12229" y="27861"/>
                    <a:pt x="12181" y="27503"/>
                  </a:cubicBezTo>
                  <a:cubicBezTo>
                    <a:pt x="11395" y="21967"/>
                    <a:pt x="8823" y="16919"/>
                    <a:pt x="6347" y="12037"/>
                  </a:cubicBezTo>
                  <a:cubicBezTo>
                    <a:pt x="4454" y="8322"/>
                    <a:pt x="2501" y="4477"/>
                    <a:pt x="1358" y="476"/>
                  </a:cubicBezTo>
                  <a:cubicBezTo>
                    <a:pt x="1289" y="189"/>
                    <a:pt x="1013" y="0"/>
                    <a:pt x="723" y="0"/>
                  </a:cubicBezTo>
                  <a:close/>
                </a:path>
              </a:pathLst>
            </a:custGeom>
            <a:solidFill>
              <a:srgbClr val="3E5E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3"/>
            <p:cNvSpPr/>
            <p:nvPr/>
          </p:nvSpPr>
          <p:spPr>
            <a:xfrm>
              <a:off x="6538050" y="4105225"/>
              <a:ext cx="573300" cy="546150"/>
            </a:xfrm>
            <a:custGeom>
              <a:rect b="b" l="l" r="r" t="t"/>
              <a:pathLst>
                <a:path extrusionOk="0" h="21846" w="22932">
                  <a:moveTo>
                    <a:pt x="4400" y="0"/>
                  </a:moveTo>
                  <a:cubicBezTo>
                    <a:pt x="3182" y="0"/>
                    <a:pt x="1913" y="110"/>
                    <a:pt x="596" y="331"/>
                  </a:cubicBezTo>
                  <a:cubicBezTo>
                    <a:pt x="239" y="390"/>
                    <a:pt x="0" y="724"/>
                    <a:pt x="60" y="1081"/>
                  </a:cubicBezTo>
                  <a:cubicBezTo>
                    <a:pt x="113" y="1401"/>
                    <a:pt x="397" y="1626"/>
                    <a:pt x="712" y="1626"/>
                  </a:cubicBezTo>
                  <a:cubicBezTo>
                    <a:pt x="748" y="1626"/>
                    <a:pt x="785" y="1623"/>
                    <a:pt x="822" y="1617"/>
                  </a:cubicBezTo>
                  <a:cubicBezTo>
                    <a:pt x="2053" y="1413"/>
                    <a:pt x="3239" y="1311"/>
                    <a:pt x="4375" y="1311"/>
                  </a:cubicBezTo>
                  <a:cubicBezTo>
                    <a:pt x="7757" y="1311"/>
                    <a:pt x="10709" y="2213"/>
                    <a:pt x="13169" y="4022"/>
                  </a:cubicBezTo>
                  <a:cubicBezTo>
                    <a:pt x="18658" y="8034"/>
                    <a:pt x="20789" y="15630"/>
                    <a:pt x="21598" y="21286"/>
                  </a:cubicBezTo>
                  <a:cubicBezTo>
                    <a:pt x="21658" y="21607"/>
                    <a:pt x="21920" y="21845"/>
                    <a:pt x="22253" y="21845"/>
                  </a:cubicBezTo>
                  <a:lnTo>
                    <a:pt x="22337" y="21845"/>
                  </a:lnTo>
                  <a:cubicBezTo>
                    <a:pt x="22694" y="21786"/>
                    <a:pt x="22932" y="21464"/>
                    <a:pt x="22884" y="21107"/>
                  </a:cubicBezTo>
                  <a:cubicBezTo>
                    <a:pt x="22039" y="15190"/>
                    <a:pt x="19812" y="7248"/>
                    <a:pt x="13943" y="2962"/>
                  </a:cubicBezTo>
                  <a:cubicBezTo>
                    <a:pt x="11256" y="989"/>
                    <a:pt x="8053" y="0"/>
                    <a:pt x="4400" y="0"/>
                  </a:cubicBezTo>
                  <a:close/>
                </a:path>
              </a:pathLst>
            </a:custGeom>
            <a:solidFill>
              <a:srgbClr val="3E5E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3"/>
            <p:cNvSpPr/>
            <p:nvPr/>
          </p:nvSpPr>
          <p:spPr>
            <a:xfrm>
              <a:off x="6566025" y="3890675"/>
              <a:ext cx="515275" cy="711875"/>
            </a:xfrm>
            <a:custGeom>
              <a:rect b="b" l="l" r="r" t="t"/>
              <a:pathLst>
                <a:path extrusionOk="0" h="28475" w="20611">
                  <a:moveTo>
                    <a:pt x="1165" y="0"/>
                  </a:moveTo>
                  <a:cubicBezTo>
                    <a:pt x="871" y="0"/>
                    <a:pt x="593" y="190"/>
                    <a:pt x="513" y="483"/>
                  </a:cubicBezTo>
                  <a:cubicBezTo>
                    <a:pt x="1" y="2376"/>
                    <a:pt x="382" y="4627"/>
                    <a:pt x="1560" y="6651"/>
                  </a:cubicBezTo>
                  <a:cubicBezTo>
                    <a:pt x="2632" y="8472"/>
                    <a:pt x="4192" y="9961"/>
                    <a:pt x="5573" y="11211"/>
                  </a:cubicBezTo>
                  <a:cubicBezTo>
                    <a:pt x="7025" y="12520"/>
                    <a:pt x="8526" y="13806"/>
                    <a:pt x="10061" y="15009"/>
                  </a:cubicBezTo>
                  <a:cubicBezTo>
                    <a:pt x="10407" y="15283"/>
                    <a:pt x="10764" y="15556"/>
                    <a:pt x="11121" y="15842"/>
                  </a:cubicBezTo>
                  <a:cubicBezTo>
                    <a:pt x="12955" y="17259"/>
                    <a:pt x="14836" y="18724"/>
                    <a:pt x="16336" y="20498"/>
                  </a:cubicBezTo>
                  <a:cubicBezTo>
                    <a:pt x="18312" y="22831"/>
                    <a:pt x="19301" y="25415"/>
                    <a:pt x="19098" y="27784"/>
                  </a:cubicBezTo>
                  <a:cubicBezTo>
                    <a:pt x="19074" y="28141"/>
                    <a:pt x="19336" y="28451"/>
                    <a:pt x="19694" y="28475"/>
                  </a:cubicBezTo>
                  <a:lnTo>
                    <a:pt x="19753" y="28475"/>
                  </a:lnTo>
                  <a:cubicBezTo>
                    <a:pt x="20098" y="28475"/>
                    <a:pt x="20384" y="28225"/>
                    <a:pt x="20384" y="27868"/>
                  </a:cubicBezTo>
                  <a:cubicBezTo>
                    <a:pt x="20610" y="25153"/>
                    <a:pt x="19527" y="22236"/>
                    <a:pt x="17312" y="19640"/>
                  </a:cubicBezTo>
                  <a:cubicBezTo>
                    <a:pt x="15741" y="17759"/>
                    <a:pt x="13788" y="16259"/>
                    <a:pt x="11919" y="14783"/>
                  </a:cubicBezTo>
                  <a:cubicBezTo>
                    <a:pt x="11574" y="14497"/>
                    <a:pt x="11216" y="14235"/>
                    <a:pt x="10859" y="13949"/>
                  </a:cubicBezTo>
                  <a:cubicBezTo>
                    <a:pt x="9359" y="12759"/>
                    <a:pt x="7871" y="11508"/>
                    <a:pt x="6442" y="10223"/>
                  </a:cubicBezTo>
                  <a:cubicBezTo>
                    <a:pt x="5144" y="9044"/>
                    <a:pt x="3656" y="7639"/>
                    <a:pt x="2691" y="5972"/>
                  </a:cubicBezTo>
                  <a:cubicBezTo>
                    <a:pt x="1679" y="4246"/>
                    <a:pt x="1346" y="2376"/>
                    <a:pt x="1787" y="828"/>
                  </a:cubicBezTo>
                  <a:cubicBezTo>
                    <a:pt x="1870" y="483"/>
                    <a:pt x="1668" y="114"/>
                    <a:pt x="1322" y="19"/>
                  </a:cubicBezTo>
                  <a:cubicBezTo>
                    <a:pt x="1270" y="6"/>
                    <a:pt x="1217" y="0"/>
                    <a:pt x="1165" y="0"/>
                  </a:cubicBezTo>
                  <a:close/>
                </a:path>
              </a:pathLst>
            </a:custGeom>
            <a:solidFill>
              <a:srgbClr val="4C93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3"/>
            <p:cNvSpPr/>
            <p:nvPr/>
          </p:nvSpPr>
          <p:spPr>
            <a:xfrm>
              <a:off x="7028575" y="3694325"/>
              <a:ext cx="209300" cy="865675"/>
            </a:xfrm>
            <a:custGeom>
              <a:rect b="b" l="l" r="r" t="t"/>
              <a:pathLst>
                <a:path extrusionOk="0" h="34627" w="8372">
                  <a:moveTo>
                    <a:pt x="7618" y="0"/>
                  </a:moveTo>
                  <a:cubicBezTo>
                    <a:pt x="7432" y="0"/>
                    <a:pt x="7247" y="82"/>
                    <a:pt x="7121" y="241"/>
                  </a:cubicBezTo>
                  <a:cubicBezTo>
                    <a:pt x="1823" y="6730"/>
                    <a:pt x="1" y="18100"/>
                    <a:pt x="1704" y="34043"/>
                  </a:cubicBezTo>
                  <a:cubicBezTo>
                    <a:pt x="1751" y="34364"/>
                    <a:pt x="2037" y="34626"/>
                    <a:pt x="2358" y="34626"/>
                  </a:cubicBezTo>
                  <a:lnTo>
                    <a:pt x="2418" y="34626"/>
                  </a:lnTo>
                  <a:cubicBezTo>
                    <a:pt x="2775" y="34590"/>
                    <a:pt x="3037" y="34269"/>
                    <a:pt x="3001" y="33912"/>
                  </a:cubicBezTo>
                  <a:cubicBezTo>
                    <a:pt x="930" y="14505"/>
                    <a:pt x="4644" y="5349"/>
                    <a:pt x="8133" y="1074"/>
                  </a:cubicBezTo>
                  <a:cubicBezTo>
                    <a:pt x="8371" y="789"/>
                    <a:pt x="8323" y="372"/>
                    <a:pt x="8038" y="158"/>
                  </a:cubicBezTo>
                  <a:cubicBezTo>
                    <a:pt x="7916" y="52"/>
                    <a:pt x="7767" y="0"/>
                    <a:pt x="7618" y="0"/>
                  </a:cubicBezTo>
                  <a:close/>
                </a:path>
              </a:pathLst>
            </a:custGeom>
            <a:solidFill>
              <a:srgbClr val="4C93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3"/>
            <p:cNvSpPr/>
            <p:nvPr/>
          </p:nvSpPr>
          <p:spPr>
            <a:xfrm>
              <a:off x="6871725" y="3761475"/>
              <a:ext cx="232800" cy="798525"/>
            </a:xfrm>
            <a:custGeom>
              <a:rect b="b" l="l" r="r" t="t"/>
              <a:pathLst>
                <a:path extrusionOk="0" h="31941" w="9312">
                  <a:moveTo>
                    <a:pt x="2412" y="1"/>
                  </a:moveTo>
                  <a:cubicBezTo>
                    <a:pt x="2114" y="1"/>
                    <a:pt x="1845" y="194"/>
                    <a:pt x="1774" y="508"/>
                  </a:cubicBezTo>
                  <a:cubicBezTo>
                    <a:pt x="0" y="7366"/>
                    <a:pt x="2941" y="15605"/>
                    <a:pt x="5311" y="22237"/>
                  </a:cubicBezTo>
                  <a:cubicBezTo>
                    <a:pt x="6549" y="25689"/>
                    <a:pt x="7728" y="28964"/>
                    <a:pt x="7978" y="31357"/>
                  </a:cubicBezTo>
                  <a:cubicBezTo>
                    <a:pt x="8025" y="31678"/>
                    <a:pt x="8311" y="31940"/>
                    <a:pt x="8632" y="31940"/>
                  </a:cubicBezTo>
                  <a:cubicBezTo>
                    <a:pt x="8644" y="31940"/>
                    <a:pt x="8680" y="31940"/>
                    <a:pt x="8692" y="31916"/>
                  </a:cubicBezTo>
                  <a:cubicBezTo>
                    <a:pt x="9049" y="31893"/>
                    <a:pt x="9311" y="31559"/>
                    <a:pt x="9275" y="31202"/>
                  </a:cubicBezTo>
                  <a:cubicBezTo>
                    <a:pt x="9001" y="28666"/>
                    <a:pt x="7870" y="25475"/>
                    <a:pt x="6549" y="21784"/>
                  </a:cubicBezTo>
                  <a:cubicBezTo>
                    <a:pt x="4120" y="14998"/>
                    <a:pt x="1370" y="7306"/>
                    <a:pt x="3048" y="829"/>
                  </a:cubicBezTo>
                  <a:cubicBezTo>
                    <a:pt x="3144" y="472"/>
                    <a:pt x="2929" y="115"/>
                    <a:pt x="2572" y="20"/>
                  </a:cubicBezTo>
                  <a:cubicBezTo>
                    <a:pt x="2518" y="7"/>
                    <a:pt x="2465" y="1"/>
                    <a:pt x="2412" y="1"/>
                  </a:cubicBezTo>
                  <a:close/>
                </a:path>
              </a:pathLst>
            </a:custGeom>
            <a:solidFill>
              <a:srgbClr val="4C93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3"/>
            <p:cNvSpPr/>
            <p:nvPr/>
          </p:nvSpPr>
          <p:spPr>
            <a:xfrm>
              <a:off x="7082175" y="4170775"/>
              <a:ext cx="487875" cy="416000"/>
            </a:xfrm>
            <a:custGeom>
              <a:rect b="b" l="l" r="r" t="t"/>
              <a:pathLst>
                <a:path extrusionOk="0" h="16640" w="19515">
                  <a:moveTo>
                    <a:pt x="18789" y="1"/>
                  </a:moveTo>
                  <a:cubicBezTo>
                    <a:pt x="18725" y="1"/>
                    <a:pt x="18660" y="10"/>
                    <a:pt x="18598" y="31"/>
                  </a:cubicBezTo>
                  <a:cubicBezTo>
                    <a:pt x="12442" y="1912"/>
                    <a:pt x="7763" y="6662"/>
                    <a:pt x="3631" y="10865"/>
                  </a:cubicBezTo>
                  <a:cubicBezTo>
                    <a:pt x="2298" y="12211"/>
                    <a:pt x="798" y="13758"/>
                    <a:pt x="107" y="15771"/>
                  </a:cubicBezTo>
                  <a:cubicBezTo>
                    <a:pt x="0" y="16116"/>
                    <a:pt x="179" y="16485"/>
                    <a:pt x="524" y="16604"/>
                  </a:cubicBezTo>
                  <a:cubicBezTo>
                    <a:pt x="595" y="16616"/>
                    <a:pt x="667" y="16640"/>
                    <a:pt x="738" y="16640"/>
                  </a:cubicBezTo>
                  <a:cubicBezTo>
                    <a:pt x="1000" y="16640"/>
                    <a:pt x="1262" y="16461"/>
                    <a:pt x="1345" y="16175"/>
                  </a:cubicBezTo>
                  <a:cubicBezTo>
                    <a:pt x="1941" y="14449"/>
                    <a:pt x="3334" y="13020"/>
                    <a:pt x="4572" y="11770"/>
                  </a:cubicBezTo>
                  <a:cubicBezTo>
                    <a:pt x="8596" y="7686"/>
                    <a:pt x="13145" y="3067"/>
                    <a:pt x="18979" y="1281"/>
                  </a:cubicBezTo>
                  <a:cubicBezTo>
                    <a:pt x="19324" y="1174"/>
                    <a:pt x="19514" y="804"/>
                    <a:pt x="19407" y="459"/>
                  </a:cubicBezTo>
                  <a:cubicBezTo>
                    <a:pt x="19330" y="179"/>
                    <a:pt x="19065" y="1"/>
                    <a:pt x="18789" y="1"/>
                  </a:cubicBezTo>
                  <a:close/>
                </a:path>
              </a:pathLst>
            </a:custGeom>
            <a:solidFill>
              <a:srgbClr val="4C93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3"/>
            <p:cNvSpPr/>
            <p:nvPr/>
          </p:nvSpPr>
          <p:spPr>
            <a:xfrm>
              <a:off x="5907325" y="4382125"/>
              <a:ext cx="2345850" cy="533125"/>
            </a:xfrm>
            <a:custGeom>
              <a:rect b="b" l="l" r="r" t="t"/>
              <a:pathLst>
                <a:path extrusionOk="0" h="21325" w="93834">
                  <a:moveTo>
                    <a:pt x="67316" y="0"/>
                  </a:moveTo>
                  <a:cubicBezTo>
                    <a:pt x="67162" y="0"/>
                    <a:pt x="67008" y="2"/>
                    <a:pt x="66854" y="6"/>
                  </a:cubicBezTo>
                  <a:cubicBezTo>
                    <a:pt x="64008" y="89"/>
                    <a:pt x="60305" y="340"/>
                    <a:pt x="57805" y="1709"/>
                  </a:cubicBezTo>
                  <a:cubicBezTo>
                    <a:pt x="55471" y="2983"/>
                    <a:pt x="53459" y="3864"/>
                    <a:pt x="51721" y="4447"/>
                  </a:cubicBezTo>
                  <a:cubicBezTo>
                    <a:pt x="49721" y="5110"/>
                    <a:pt x="48057" y="5372"/>
                    <a:pt x="46620" y="5372"/>
                  </a:cubicBezTo>
                  <a:cubicBezTo>
                    <a:pt x="44859" y="5372"/>
                    <a:pt x="43439" y="4978"/>
                    <a:pt x="42160" y="4447"/>
                  </a:cubicBezTo>
                  <a:cubicBezTo>
                    <a:pt x="39434" y="3308"/>
                    <a:pt x="37362" y="1535"/>
                    <a:pt x="33991" y="1535"/>
                  </a:cubicBezTo>
                  <a:cubicBezTo>
                    <a:pt x="33696" y="1535"/>
                    <a:pt x="33392" y="1549"/>
                    <a:pt x="33076" y="1578"/>
                  </a:cubicBezTo>
                  <a:cubicBezTo>
                    <a:pt x="29706" y="1875"/>
                    <a:pt x="26396" y="2566"/>
                    <a:pt x="23110" y="3364"/>
                  </a:cubicBezTo>
                  <a:lnTo>
                    <a:pt x="22027" y="3626"/>
                  </a:lnTo>
                  <a:cubicBezTo>
                    <a:pt x="17931" y="4626"/>
                    <a:pt x="13835" y="5709"/>
                    <a:pt x="9692" y="6281"/>
                  </a:cubicBezTo>
                  <a:cubicBezTo>
                    <a:pt x="9335" y="6316"/>
                    <a:pt x="8954" y="6364"/>
                    <a:pt x="8596" y="6412"/>
                  </a:cubicBezTo>
                  <a:cubicBezTo>
                    <a:pt x="7406" y="6543"/>
                    <a:pt x="6215" y="6638"/>
                    <a:pt x="5025" y="6662"/>
                  </a:cubicBezTo>
                  <a:lnTo>
                    <a:pt x="5441" y="6936"/>
                  </a:lnTo>
                  <a:cubicBezTo>
                    <a:pt x="4620" y="6638"/>
                    <a:pt x="3749" y="6494"/>
                    <a:pt x="2875" y="6494"/>
                  </a:cubicBezTo>
                  <a:cubicBezTo>
                    <a:pt x="1898" y="6494"/>
                    <a:pt x="917" y="6673"/>
                    <a:pt x="0" y="7019"/>
                  </a:cubicBezTo>
                  <a:lnTo>
                    <a:pt x="0" y="8090"/>
                  </a:lnTo>
                  <a:lnTo>
                    <a:pt x="12" y="12484"/>
                  </a:lnTo>
                  <a:cubicBezTo>
                    <a:pt x="12" y="13389"/>
                    <a:pt x="726" y="14151"/>
                    <a:pt x="1655" y="14210"/>
                  </a:cubicBezTo>
                  <a:lnTo>
                    <a:pt x="8620" y="14639"/>
                  </a:lnTo>
                  <a:lnTo>
                    <a:pt x="8620" y="13210"/>
                  </a:lnTo>
                  <a:cubicBezTo>
                    <a:pt x="8620" y="13210"/>
                    <a:pt x="8710" y="13205"/>
                    <a:pt x="8876" y="13205"/>
                  </a:cubicBezTo>
                  <a:cubicBezTo>
                    <a:pt x="8959" y="13205"/>
                    <a:pt x="9061" y="13206"/>
                    <a:pt x="9180" y="13210"/>
                  </a:cubicBezTo>
                  <a:cubicBezTo>
                    <a:pt x="9406" y="13222"/>
                    <a:pt x="9680" y="13222"/>
                    <a:pt x="10001" y="13246"/>
                  </a:cubicBezTo>
                  <a:cubicBezTo>
                    <a:pt x="12371" y="13377"/>
                    <a:pt x="17181" y="13841"/>
                    <a:pt x="19514" y="15722"/>
                  </a:cubicBezTo>
                  <a:cubicBezTo>
                    <a:pt x="19514" y="15722"/>
                    <a:pt x="26670" y="21104"/>
                    <a:pt x="33803" y="21104"/>
                  </a:cubicBezTo>
                  <a:cubicBezTo>
                    <a:pt x="33826" y="21104"/>
                    <a:pt x="33850" y="21104"/>
                    <a:pt x="33873" y="21104"/>
                  </a:cubicBezTo>
                  <a:lnTo>
                    <a:pt x="51114" y="21009"/>
                  </a:lnTo>
                  <a:cubicBezTo>
                    <a:pt x="52781" y="20997"/>
                    <a:pt x="54412" y="20806"/>
                    <a:pt x="56031" y="20425"/>
                  </a:cubicBezTo>
                  <a:cubicBezTo>
                    <a:pt x="59495" y="19619"/>
                    <a:pt x="62994" y="19355"/>
                    <a:pt x="66086" y="19355"/>
                  </a:cubicBezTo>
                  <a:cubicBezTo>
                    <a:pt x="70615" y="19355"/>
                    <a:pt x="74271" y="19921"/>
                    <a:pt x="75664" y="20175"/>
                  </a:cubicBezTo>
                  <a:cubicBezTo>
                    <a:pt x="75712" y="20175"/>
                    <a:pt x="75736" y="20187"/>
                    <a:pt x="75771" y="20187"/>
                  </a:cubicBezTo>
                  <a:cubicBezTo>
                    <a:pt x="76081" y="20235"/>
                    <a:pt x="76379" y="20330"/>
                    <a:pt x="76688" y="20402"/>
                  </a:cubicBezTo>
                  <a:cubicBezTo>
                    <a:pt x="79179" y="21075"/>
                    <a:pt x="81415" y="21324"/>
                    <a:pt x="83360" y="21324"/>
                  </a:cubicBezTo>
                  <a:cubicBezTo>
                    <a:pt x="87291" y="21324"/>
                    <a:pt x="90031" y="20308"/>
                    <a:pt x="91273" y="19735"/>
                  </a:cubicBezTo>
                  <a:cubicBezTo>
                    <a:pt x="92643" y="19020"/>
                    <a:pt x="93678" y="17925"/>
                    <a:pt x="93655" y="15806"/>
                  </a:cubicBezTo>
                  <a:cubicBezTo>
                    <a:pt x="93655" y="14806"/>
                    <a:pt x="93357" y="13877"/>
                    <a:pt x="92881" y="13186"/>
                  </a:cubicBezTo>
                  <a:cubicBezTo>
                    <a:pt x="92452" y="12555"/>
                    <a:pt x="92464" y="11710"/>
                    <a:pt x="92928" y="11079"/>
                  </a:cubicBezTo>
                  <a:cubicBezTo>
                    <a:pt x="93012" y="10960"/>
                    <a:pt x="93107" y="10829"/>
                    <a:pt x="93178" y="10686"/>
                  </a:cubicBezTo>
                  <a:cubicBezTo>
                    <a:pt x="93583" y="9936"/>
                    <a:pt x="93833" y="8817"/>
                    <a:pt x="93833" y="7555"/>
                  </a:cubicBezTo>
                  <a:cubicBezTo>
                    <a:pt x="93821" y="6138"/>
                    <a:pt x="93500" y="4912"/>
                    <a:pt x="92988" y="4197"/>
                  </a:cubicBezTo>
                  <a:cubicBezTo>
                    <a:pt x="92964" y="4150"/>
                    <a:pt x="92928" y="4090"/>
                    <a:pt x="92881" y="4042"/>
                  </a:cubicBezTo>
                  <a:cubicBezTo>
                    <a:pt x="92786" y="3911"/>
                    <a:pt x="92702" y="3757"/>
                    <a:pt x="92643" y="3602"/>
                  </a:cubicBezTo>
                  <a:cubicBezTo>
                    <a:pt x="92262" y="3507"/>
                    <a:pt x="91869" y="3423"/>
                    <a:pt x="91476" y="3364"/>
                  </a:cubicBezTo>
                  <a:cubicBezTo>
                    <a:pt x="89047" y="2959"/>
                    <a:pt x="86439" y="2923"/>
                    <a:pt x="83951" y="2804"/>
                  </a:cubicBezTo>
                  <a:cubicBezTo>
                    <a:pt x="83582" y="2792"/>
                    <a:pt x="83225" y="2780"/>
                    <a:pt x="82868" y="2745"/>
                  </a:cubicBezTo>
                  <a:lnTo>
                    <a:pt x="82808" y="2745"/>
                  </a:lnTo>
                  <a:cubicBezTo>
                    <a:pt x="77426" y="2363"/>
                    <a:pt x="72674" y="0"/>
                    <a:pt x="67316" y="0"/>
                  </a:cubicBezTo>
                  <a:close/>
                </a:path>
              </a:pathLst>
            </a:custGeom>
            <a:solidFill>
              <a:srgbClr val="6B5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3"/>
            <p:cNvSpPr/>
            <p:nvPr/>
          </p:nvSpPr>
          <p:spPr>
            <a:xfrm>
              <a:off x="7505725" y="4423050"/>
              <a:ext cx="43775" cy="31525"/>
            </a:xfrm>
            <a:custGeom>
              <a:rect b="b" l="l" r="r" t="t"/>
              <a:pathLst>
                <a:path extrusionOk="0" h="1261" w="1751">
                  <a:moveTo>
                    <a:pt x="775" y="0"/>
                  </a:moveTo>
                  <a:lnTo>
                    <a:pt x="703" y="36"/>
                  </a:lnTo>
                  <a:cubicBezTo>
                    <a:pt x="263" y="155"/>
                    <a:pt x="1" y="643"/>
                    <a:pt x="120" y="1084"/>
                  </a:cubicBezTo>
                  <a:cubicBezTo>
                    <a:pt x="132" y="1131"/>
                    <a:pt x="144" y="1191"/>
                    <a:pt x="191" y="1215"/>
                  </a:cubicBezTo>
                  <a:cubicBezTo>
                    <a:pt x="226" y="1250"/>
                    <a:pt x="278" y="1260"/>
                    <a:pt x="330" y="1260"/>
                  </a:cubicBezTo>
                  <a:cubicBezTo>
                    <a:pt x="365" y="1260"/>
                    <a:pt x="400" y="1255"/>
                    <a:pt x="429" y="1250"/>
                  </a:cubicBezTo>
                  <a:cubicBezTo>
                    <a:pt x="679" y="1203"/>
                    <a:pt x="941" y="1167"/>
                    <a:pt x="1203" y="1131"/>
                  </a:cubicBezTo>
                  <a:cubicBezTo>
                    <a:pt x="1310" y="1108"/>
                    <a:pt x="1429" y="1096"/>
                    <a:pt x="1513" y="1036"/>
                  </a:cubicBezTo>
                  <a:cubicBezTo>
                    <a:pt x="1751" y="893"/>
                    <a:pt x="1739" y="500"/>
                    <a:pt x="1548" y="298"/>
                  </a:cubicBezTo>
                  <a:cubicBezTo>
                    <a:pt x="1358" y="84"/>
                    <a:pt x="1060" y="12"/>
                    <a:pt x="775" y="0"/>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3"/>
            <p:cNvSpPr/>
            <p:nvPr/>
          </p:nvSpPr>
          <p:spPr>
            <a:xfrm>
              <a:off x="7817075" y="4442875"/>
              <a:ext cx="26825" cy="28700"/>
            </a:xfrm>
            <a:custGeom>
              <a:rect b="b" l="l" r="r" t="t"/>
              <a:pathLst>
                <a:path extrusionOk="0" h="1148" w="1073">
                  <a:moveTo>
                    <a:pt x="332" y="0"/>
                  </a:moveTo>
                  <a:cubicBezTo>
                    <a:pt x="320" y="0"/>
                    <a:pt x="309" y="2"/>
                    <a:pt x="298" y="5"/>
                  </a:cubicBezTo>
                  <a:cubicBezTo>
                    <a:pt x="239" y="17"/>
                    <a:pt x="215" y="65"/>
                    <a:pt x="203" y="124"/>
                  </a:cubicBezTo>
                  <a:cubicBezTo>
                    <a:pt x="155" y="279"/>
                    <a:pt x="96" y="434"/>
                    <a:pt x="48" y="588"/>
                  </a:cubicBezTo>
                  <a:cubicBezTo>
                    <a:pt x="36" y="648"/>
                    <a:pt x="1" y="719"/>
                    <a:pt x="24" y="791"/>
                  </a:cubicBezTo>
                  <a:cubicBezTo>
                    <a:pt x="60" y="993"/>
                    <a:pt x="358" y="1148"/>
                    <a:pt x="572" y="1148"/>
                  </a:cubicBezTo>
                  <a:cubicBezTo>
                    <a:pt x="798" y="1136"/>
                    <a:pt x="941" y="1017"/>
                    <a:pt x="1036" y="874"/>
                  </a:cubicBezTo>
                  <a:lnTo>
                    <a:pt x="1036" y="791"/>
                  </a:lnTo>
                  <a:cubicBezTo>
                    <a:pt x="1072" y="517"/>
                    <a:pt x="775" y="136"/>
                    <a:pt x="417" y="17"/>
                  </a:cubicBezTo>
                  <a:cubicBezTo>
                    <a:pt x="392" y="8"/>
                    <a:pt x="361" y="0"/>
                    <a:pt x="332" y="0"/>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3"/>
            <p:cNvSpPr/>
            <p:nvPr/>
          </p:nvSpPr>
          <p:spPr>
            <a:xfrm>
              <a:off x="7366725" y="4456050"/>
              <a:ext cx="30675" cy="25100"/>
            </a:xfrm>
            <a:custGeom>
              <a:rect b="b" l="l" r="r" t="t"/>
              <a:pathLst>
                <a:path extrusionOk="0" h="1004" w="1227">
                  <a:moveTo>
                    <a:pt x="768" y="0"/>
                  </a:moveTo>
                  <a:cubicBezTo>
                    <a:pt x="526" y="0"/>
                    <a:pt x="245" y="139"/>
                    <a:pt x="72" y="347"/>
                  </a:cubicBezTo>
                  <a:cubicBezTo>
                    <a:pt x="36" y="371"/>
                    <a:pt x="12" y="419"/>
                    <a:pt x="12" y="442"/>
                  </a:cubicBezTo>
                  <a:cubicBezTo>
                    <a:pt x="0" y="502"/>
                    <a:pt x="36" y="550"/>
                    <a:pt x="84" y="585"/>
                  </a:cubicBezTo>
                  <a:cubicBezTo>
                    <a:pt x="203" y="681"/>
                    <a:pt x="334" y="788"/>
                    <a:pt x="453" y="895"/>
                  </a:cubicBezTo>
                  <a:cubicBezTo>
                    <a:pt x="512" y="942"/>
                    <a:pt x="560" y="978"/>
                    <a:pt x="631" y="1002"/>
                  </a:cubicBezTo>
                  <a:cubicBezTo>
                    <a:pt x="642" y="1003"/>
                    <a:pt x="652" y="1004"/>
                    <a:pt x="663" y="1004"/>
                  </a:cubicBezTo>
                  <a:cubicBezTo>
                    <a:pt x="851" y="1004"/>
                    <a:pt x="1099" y="812"/>
                    <a:pt x="1155" y="609"/>
                  </a:cubicBezTo>
                  <a:cubicBezTo>
                    <a:pt x="1227" y="407"/>
                    <a:pt x="1155" y="228"/>
                    <a:pt x="1060" y="73"/>
                  </a:cubicBezTo>
                  <a:lnTo>
                    <a:pt x="1012" y="61"/>
                  </a:lnTo>
                  <a:cubicBezTo>
                    <a:pt x="941" y="19"/>
                    <a:pt x="857" y="0"/>
                    <a:pt x="768" y="0"/>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3"/>
            <p:cNvSpPr/>
            <p:nvPr/>
          </p:nvSpPr>
          <p:spPr>
            <a:xfrm>
              <a:off x="7638525" y="4501125"/>
              <a:ext cx="167850" cy="116525"/>
            </a:xfrm>
            <a:custGeom>
              <a:rect b="b" l="l" r="r" t="t"/>
              <a:pathLst>
                <a:path extrusionOk="0" h="4661" w="6714">
                  <a:moveTo>
                    <a:pt x="4321" y="1"/>
                  </a:moveTo>
                  <a:cubicBezTo>
                    <a:pt x="4257" y="1"/>
                    <a:pt x="4193" y="3"/>
                    <a:pt x="4130" y="9"/>
                  </a:cubicBezTo>
                  <a:cubicBezTo>
                    <a:pt x="2833" y="116"/>
                    <a:pt x="1249" y="925"/>
                    <a:pt x="678" y="2116"/>
                  </a:cubicBezTo>
                  <a:cubicBezTo>
                    <a:pt x="654" y="2152"/>
                    <a:pt x="642" y="2187"/>
                    <a:pt x="630" y="2235"/>
                  </a:cubicBezTo>
                  <a:cubicBezTo>
                    <a:pt x="618" y="2247"/>
                    <a:pt x="618" y="2259"/>
                    <a:pt x="594" y="2271"/>
                  </a:cubicBezTo>
                  <a:cubicBezTo>
                    <a:pt x="1" y="3702"/>
                    <a:pt x="1266" y="4661"/>
                    <a:pt x="2542" y="4661"/>
                  </a:cubicBezTo>
                  <a:cubicBezTo>
                    <a:pt x="2700" y="4661"/>
                    <a:pt x="2857" y="4646"/>
                    <a:pt x="3011" y="4616"/>
                  </a:cubicBezTo>
                  <a:cubicBezTo>
                    <a:pt x="4309" y="4342"/>
                    <a:pt x="6666" y="3676"/>
                    <a:pt x="6702" y="2009"/>
                  </a:cubicBezTo>
                  <a:cubicBezTo>
                    <a:pt x="6713" y="781"/>
                    <a:pt x="5446" y="1"/>
                    <a:pt x="4321" y="1"/>
                  </a:cubicBezTo>
                  <a:close/>
                </a:path>
              </a:pathLst>
            </a:custGeom>
            <a:solidFill>
              <a:srgbClr val="563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3"/>
            <p:cNvSpPr/>
            <p:nvPr/>
          </p:nvSpPr>
          <p:spPr>
            <a:xfrm>
              <a:off x="7944175" y="4656575"/>
              <a:ext cx="74750" cy="60175"/>
            </a:xfrm>
            <a:custGeom>
              <a:rect b="b" l="l" r="r" t="t"/>
              <a:pathLst>
                <a:path extrusionOk="0" h="2407" w="2990">
                  <a:moveTo>
                    <a:pt x="1643" y="0"/>
                  </a:moveTo>
                  <a:cubicBezTo>
                    <a:pt x="1393" y="0"/>
                    <a:pt x="1137" y="71"/>
                    <a:pt x="917" y="208"/>
                  </a:cubicBezTo>
                  <a:cubicBezTo>
                    <a:pt x="370" y="553"/>
                    <a:pt x="1" y="1256"/>
                    <a:pt x="334" y="1875"/>
                  </a:cubicBezTo>
                  <a:cubicBezTo>
                    <a:pt x="546" y="2261"/>
                    <a:pt x="906" y="2406"/>
                    <a:pt x="1284" y="2406"/>
                  </a:cubicBezTo>
                  <a:cubicBezTo>
                    <a:pt x="1502" y="2406"/>
                    <a:pt x="1725" y="2358"/>
                    <a:pt x="1929" y="2280"/>
                  </a:cubicBezTo>
                  <a:cubicBezTo>
                    <a:pt x="1977" y="2256"/>
                    <a:pt x="2037" y="2244"/>
                    <a:pt x="2084" y="2220"/>
                  </a:cubicBezTo>
                  <a:cubicBezTo>
                    <a:pt x="2120" y="2196"/>
                    <a:pt x="2168" y="2173"/>
                    <a:pt x="2203" y="2137"/>
                  </a:cubicBezTo>
                  <a:cubicBezTo>
                    <a:pt x="2703" y="1768"/>
                    <a:pt x="2989" y="1137"/>
                    <a:pt x="2644" y="553"/>
                  </a:cubicBezTo>
                  <a:cubicBezTo>
                    <a:pt x="2431" y="180"/>
                    <a:pt x="2043" y="0"/>
                    <a:pt x="1643" y="0"/>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3"/>
            <p:cNvSpPr/>
            <p:nvPr/>
          </p:nvSpPr>
          <p:spPr>
            <a:xfrm>
              <a:off x="7979000" y="4679925"/>
              <a:ext cx="25" cy="25"/>
            </a:xfrm>
            <a:custGeom>
              <a:rect b="b" l="l" r="r" t="t"/>
              <a:pathLst>
                <a:path extrusionOk="0" h="1" w="1">
                  <a:moveTo>
                    <a:pt x="1" y="0"/>
                  </a:moveTo>
                  <a:lnTo>
                    <a:pt x="1" y="0"/>
                  </a:lnTo>
                  <a:lnTo>
                    <a:pt x="1" y="0"/>
                  </a:lnTo>
                  <a:lnTo>
                    <a:pt x="1" y="0"/>
                  </a:ln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3"/>
            <p:cNvSpPr/>
            <p:nvPr/>
          </p:nvSpPr>
          <p:spPr>
            <a:xfrm>
              <a:off x="7979000" y="4679475"/>
              <a:ext cx="175" cy="475"/>
            </a:xfrm>
            <a:custGeom>
              <a:rect b="b" l="l" r="r" t="t"/>
              <a:pathLst>
                <a:path extrusionOk="0" h="19" w="7">
                  <a:moveTo>
                    <a:pt x="5" y="1"/>
                  </a:moveTo>
                  <a:lnTo>
                    <a:pt x="5" y="1"/>
                  </a:lnTo>
                  <a:cubicBezTo>
                    <a:pt x="4" y="1"/>
                    <a:pt x="1" y="6"/>
                    <a:pt x="1" y="18"/>
                  </a:cubicBezTo>
                  <a:cubicBezTo>
                    <a:pt x="7" y="6"/>
                    <a:pt x="7" y="1"/>
                    <a:pt x="5" y="1"/>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3"/>
            <p:cNvSpPr/>
            <p:nvPr/>
          </p:nvSpPr>
          <p:spPr>
            <a:xfrm>
              <a:off x="7978700" y="4679925"/>
              <a:ext cx="325" cy="25"/>
            </a:xfrm>
            <a:custGeom>
              <a:rect b="b" l="l" r="r" t="t"/>
              <a:pathLst>
                <a:path extrusionOk="0" h="1" w="13">
                  <a:moveTo>
                    <a:pt x="1" y="0"/>
                  </a:moveTo>
                  <a:lnTo>
                    <a:pt x="1" y="0"/>
                  </a:lnTo>
                  <a:cubicBezTo>
                    <a:pt x="1" y="0"/>
                    <a:pt x="13" y="0"/>
                    <a:pt x="1" y="0"/>
                  </a:cubicBezTo>
                  <a:cubicBezTo>
                    <a:pt x="13" y="0"/>
                    <a:pt x="13" y="0"/>
                    <a:pt x="1" y="0"/>
                  </a:cubicBezTo>
                  <a:cubicBezTo>
                    <a:pt x="13" y="0"/>
                    <a:pt x="13" y="0"/>
                    <a:pt x="1" y="0"/>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3"/>
            <p:cNvSpPr/>
            <p:nvPr/>
          </p:nvSpPr>
          <p:spPr>
            <a:xfrm>
              <a:off x="6841650" y="4587975"/>
              <a:ext cx="163275" cy="96575"/>
            </a:xfrm>
            <a:custGeom>
              <a:rect b="b" l="l" r="r" t="t"/>
              <a:pathLst>
                <a:path extrusionOk="0" h="3863" w="6531">
                  <a:moveTo>
                    <a:pt x="4914" y="0"/>
                  </a:moveTo>
                  <a:cubicBezTo>
                    <a:pt x="4400" y="0"/>
                    <a:pt x="3863" y="99"/>
                    <a:pt x="3501" y="190"/>
                  </a:cubicBezTo>
                  <a:cubicBezTo>
                    <a:pt x="2644" y="392"/>
                    <a:pt x="1" y="738"/>
                    <a:pt x="370" y="2095"/>
                  </a:cubicBezTo>
                  <a:cubicBezTo>
                    <a:pt x="695" y="3265"/>
                    <a:pt x="2340" y="3863"/>
                    <a:pt x="3504" y="3863"/>
                  </a:cubicBezTo>
                  <a:cubicBezTo>
                    <a:pt x="3619" y="3863"/>
                    <a:pt x="3730" y="3857"/>
                    <a:pt x="3835" y="3845"/>
                  </a:cubicBezTo>
                  <a:cubicBezTo>
                    <a:pt x="5168" y="3702"/>
                    <a:pt x="6192" y="2547"/>
                    <a:pt x="6383" y="1261"/>
                  </a:cubicBezTo>
                  <a:cubicBezTo>
                    <a:pt x="6530" y="264"/>
                    <a:pt x="5753" y="0"/>
                    <a:pt x="4914" y="0"/>
                  </a:cubicBezTo>
                  <a:close/>
                </a:path>
              </a:pathLst>
            </a:custGeom>
            <a:solidFill>
              <a:srgbClr val="563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3"/>
            <p:cNvSpPr/>
            <p:nvPr/>
          </p:nvSpPr>
          <p:spPr>
            <a:xfrm>
              <a:off x="6477325" y="4517725"/>
              <a:ext cx="139625" cy="69275"/>
            </a:xfrm>
            <a:custGeom>
              <a:rect b="b" l="l" r="r" t="t"/>
              <a:pathLst>
                <a:path extrusionOk="0" h="2771" w="5585">
                  <a:moveTo>
                    <a:pt x="2657" y="0"/>
                  </a:moveTo>
                  <a:cubicBezTo>
                    <a:pt x="1979" y="0"/>
                    <a:pt x="1331" y="213"/>
                    <a:pt x="763" y="595"/>
                  </a:cubicBezTo>
                  <a:cubicBezTo>
                    <a:pt x="667" y="631"/>
                    <a:pt x="584" y="690"/>
                    <a:pt x="489" y="797"/>
                  </a:cubicBezTo>
                  <a:cubicBezTo>
                    <a:pt x="382" y="881"/>
                    <a:pt x="310" y="976"/>
                    <a:pt x="286" y="1071"/>
                  </a:cubicBezTo>
                  <a:cubicBezTo>
                    <a:pt x="84" y="1404"/>
                    <a:pt x="1" y="1774"/>
                    <a:pt x="227" y="2131"/>
                  </a:cubicBezTo>
                  <a:cubicBezTo>
                    <a:pt x="501" y="2607"/>
                    <a:pt x="1155" y="2655"/>
                    <a:pt x="1656" y="2714"/>
                  </a:cubicBezTo>
                  <a:cubicBezTo>
                    <a:pt x="1976" y="2753"/>
                    <a:pt x="2300" y="2771"/>
                    <a:pt x="2624" y="2771"/>
                  </a:cubicBezTo>
                  <a:cubicBezTo>
                    <a:pt x="2999" y="2771"/>
                    <a:pt x="3375" y="2747"/>
                    <a:pt x="3751" y="2702"/>
                  </a:cubicBezTo>
                  <a:cubicBezTo>
                    <a:pt x="4287" y="2619"/>
                    <a:pt x="4965" y="2595"/>
                    <a:pt x="5204" y="2012"/>
                  </a:cubicBezTo>
                  <a:cubicBezTo>
                    <a:pt x="5585" y="1059"/>
                    <a:pt x="4180" y="285"/>
                    <a:pt x="3489" y="107"/>
                  </a:cubicBezTo>
                  <a:cubicBezTo>
                    <a:pt x="3209" y="35"/>
                    <a:pt x="2930" y="0"/>
                    <a:pt x="2657" y="0"/>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3"/>
            <p:cNvSpPr/>
            <p:nvPr/>
          </p:nvSpPr>
          <p:spPr>
            <a:xfrm>
              <a:off x="7197350" y="4568100"/>
              <a:ext cx="45875" cy="40400"/>
            </a:xfrm>
            <a:custGeom>
              <a:rect b="b" l="l" r="r" t="t"/>
              <a:pathLst>
                <a:path extrusionOk="0" h="1616" w="1835">
                  <a:moveTo>
                    <a:pt x="950" y="1"/>
                  </a:moveTo>
                  <a:cubicBezTo>
                    <a:pt x="769" y="1"/>
                    <a:pt x="592" y="67"/>
                    <a:pt x="465" y="211"/>
                  </a:cubicBezTo>
                  <a:cubicBezTo>
                    <a:pt x="406" y="270"/>
                    <a:pt x="358" y="330"/>
                    <a:pt x="298" y="390"/>
                  </a:cubicBezTo>
                  <a:cubicBezTo>
                    <a:pt x="84" y="604"/>
                    <a:pt x="1" y="997"/>
                    <a:pt x="179" y="1259"/>
                  </a:cubicBezTo>
                  <a:cubicBezTo>
                    <a:pt x="339" y="1508"/>
                    <a:pt x="574" y="1616"/>
                    <a:pt x="843" y="1616"/>
                  </a:cubicBezTo>
                  <a:cubicBezTo>
                    <a:pt x="894" y="1616"/>
                    <a:pt x="947" y="1612"/>
                    <a:pt x="1001" y="1604"/>
                  </a:cubicBezTo>
                  <a:cubicBezTo>
                    <a:pt x="1203" y="1580"/>
                    <a:pt x="1394" y="1437"/>
                    <a:pt x="1549" y="1294"/>
                  </a:cubicBezTo>
                  <a:cubicBezTo>
                    <a:pt x="1799" y="1021"/>
                    <a:pt x="1834" y="532"/>
                    <a:pt x="1549" y="270"/>
                  </a:cubicBezTo>
                  <a:cubicBezTo>
                    <a:pt x="1549" y="270"/>
                    <a:pt x="1537" y="247"/>
                    <a:pt x="1513" y="247"/>
                  </a:cubicBezTo>
                  <a:cubicBezTo>
                    <a:pt x="1501" y="235"/>
                    <a:pt x="1501" y="223"/>
                    <a:pt x="1489" y="211"/>
                  </a:cubicBezTo>
                  <a:cubicBezTo>
                    <a:pt x="1342" y="76"/>
                    <a:pt x="1144" y="1"/>
                    <a:pt x="950" y="1"/>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3"/>
            <p:cNvSpPr/>
            <p:nvPr/>
          </p:nvSpPr>
          <p:spPr>
            <a:xfrm>
              <a:off x="8035550" y="4531600"/>
              <a:ext cx="46175" cy="40500"/>
            </a:xfrm>
            <a:custGeom>
              <a:rect b="b" l="l" r="r" t="t"/>
              <a:pathLst>
                <a:path extrusionOk="0" h="1620" w="1847">
                  <a:moveTo>
                    <a:pt x="944" y="1"/>
                  </a:moveTo>
                  <a:cubicBezTo>
                    <a:pt x="765" y="1"/>
                    <a:pt x="590" y="64"/>
                    <a:pt x="465" y="206"/>
                  </a:cubicBezTo>
                  <a:cubicBezTo>
                    <a:pt x="406" y="266"/>
                    <a:pt x="358" y="326"/>
                    <a:pt x="298" y="385"/>
                  </a:cubicBezTo>
                  <a:cubicBezTo>
                    <a:pt x="96" y="611"/>
                    <a:pt x="1" y="992"/>
                    <a:pt x="179" y="1266"/>
                  </a:cubicBezTo>
                  <a:cubicBezTo>
                    <a:pt x="343" y="1522"/>
                    <a:pt x="585" y="1619"/>
                    <a:pt x="861" y="1619"/>
                  </a:cubicBezTo>
                  <a:cubicBezTo>
                    <a:pt x="907" y="1619"/>
                    <a:pt x="954" y="1616"/>
                    <a:pt x="1001" y="1611"/>
                  </a:cubicBezTo>
                  <a:cubicBezTo>
                    <a:pt x="1203" y="1576"/>
                    <a:pt x="1406" y="1445"/>
                    <a:pt x="1549" y="1290"/>
                  </a:cubicBezTo>
                  <a:cubicBezTo>
                    <a:pt x="1822" y="1028"/>
                    <a:pt x="1846" y="552"/>
                    <a:pt x="1549" y="266"/>
                  </a:cubicBezTo>
                  <a:cubicBezTo>
                    <a:pt x="1549" y="266"/>
                    <a:pt x="1537" y="254"/>
                    <a:pt x="1525" y="254"/>
                  </a:cubicBezTo>
                  <a:cubicBezTo>
                    <a:pt x="1501" y="242"/>
                    <a:pt x="1501" y="218"/>
                    <a:pt x="1489" y="206"/>
                  </a:cubicBezTo>
                  <a:cubicBezTo>
                    <a:pt x="1340" y="76"/>
                    <a:pt x="1139" y="1"/>
                    <a:pt x="944" y="1"/>
                  </a:cubicBezTo>
                  <a:close/>
                </a:path>
              </a:pathLst>
            </a:custGeom>
            <a:solidFill>
              <a:srgbClr val="563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3"/>
            <p:cNvSpPr/>
            <p:nvPr/>
          </p:nvSpPr>
          <p:spPr>
            <a:xfrm>
              <a:off x="7404225" y="4528150"/>
              <a:ext cx="72350" cy="79525"/>
            </a:xfrm>
            <a:custGeom>
              <a:rect b="b" l="l" r="r" t="t"/>
              <a:pathLst>
                <a:path extrusionOk="0" h="3181" w="2894">
                  <a:moveTo>
                    <a:pt x="1297" y="1"/>
                  </a:moveTo>
                  <a:cubicBezTo>
                    <a:pt x="906" y="1"/>
                    <a:pt x="523" y="192"/>
                    <a:pt x="298" y="583"/>
                  </a:cubicBezTo>
                  <a:cubicBezTo>
                    <a:pt x="1" y="1095"/>
                    <a:pt x="13" y="1809"/>
                    <a:pt x="251" y="2345"/>
                  </a:cubicBezTo>
                  <a:cubicBezTo>
                    <a:pt x="263" y="2404"/>
                    <a:pt x="298" y="2440"/>
                    <a:pt x="322" y="2499"/>
                  </a:cubicBezTo>
                  <a:cubicBezTo>
                    <a:pt x="370" y="2595"/>
                    <a:pt x="429" y="2666"/>
                    <a:pt x="501" y="2714"/>
                  </a:cubicBezTo>
                  <a:cubicBezTo>
                    <a:pt x="759" y="2995"/>
                    <a:pt x="1092" y="3180"/>
                    <a:pt x="1489" y="3180"/>
                  </a:cubicBezTo>
                  <a:cubicBezTo>
                    <a:pt x="1512" y="3180"/>
                    <a:pt x="1536" y="3179"/>
                    <a:pt x="1560" y="3178"/>
                  </a:cubicBezTo>
                  <a:cubicBezTo>
                    <a:pt x="1977" y="3154"/>
                    <a:pt x="2346" y="2904"/>
                    <a:pt x="2560" y="2547"/>
                  </a:cubicBezTo>
                  <a:cubicBezTo>
                    <a:pt x="2894" y="1892"/>
                    <a:pt x="2727" y="952"/>
                    <a:pt x="2227" y="416"/>
                  </a:cubicBezTo>
                  <a:cubicBezTo>
                    <a:pt x="1974" y="141"/>
                    <a:pt x="1633" y="1"/>
                    <a:pt x="1297" y="1"/>
                  </a:cubicBezTo>
                  <a:close/>
                </a:path>
              </a:pathLst>
            </a:custGeom>
            <a:solidFill>
              <a:srgbClr val="563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3"/>
            <p:cNvSpPr/>
            <p:nvPr/>
          </p:nvSpPr>
          <p:spPr>
            <a:xfrm>
              <a:off x="7153000" y="4760525"/>
              <a:ext cx="76225" cy="63350"/>
            </a:xfrm>
            <a:custGeom>
              <a:rect b="b" l="l" r="r" t="t"/>
              <a:pathLst>
                <a:path extrusionOk="0" h="2534" w="3049">
                  <a:moveTo>
                    <a:pt x="2369" y="1"/>
                  </a:moveTo>
                  <a:cubicBezTo>
                    <a:pt x="1657" y="1"/>
                    <a:pt x="558" y="1286"/>
                    <a:pt x="310" y="1634"/>
                  </a:cubicBezTo>
                  <a:cubicBezTo>
                    <a:pt x="120" y="1896"/>
                    <a:pt x="1" y="2348"/>
                    <a:pt x="298" y="2491"/>
                  </a:cubicBezTo>
                  <a:cubicBezTo>
                    <a:pt x="346" y="2522"/>
                    <a:pt x="398" y="2533"/>
                    <a:pt x="453" y="2533"/>
                  </a:cubicBezTo>
                  <a:cubicBezTo>
                    <a:pt x="549" y="2533"/>
                    <a:pt x="652" y="2498"/>
                    <a:pt x="751" y="2468"/>
                  </a:cubicBezTo>
                  <a:cubicBezTo>
                    <a:pt x="1287" y="2277"/>
                    <a:pt x="1799" y="1991"/>
                    <a:pt x="2263" y="1646"/>
                  </a:cubicBezTo>
                  <a:cubicBezTo>
                    <a:pt x="2668" y="1348"/>
                    <a:pt x="3049" y="872"/>
                    <a:pt x="2870" y="408"/>
                  </a:cubicBezTo>
                  <a:cubicBezTo>
                    <a:pt x="2760" y="117"/>
                    <a:pt x="2582" y="1"/>
                    <a:pt x="2369" y="1"/>
                  </a:cubicBezTo>
                  <a:close/>
                </a:path>
              </a:pathLst>
            </a:custGeom>
            <a:solidFill>
              <a:srgbClr val="563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3"/>
            <p:cNvSpPr/>
            <p:nvPr/>
          </p:nvSpPr>
          <p:spPr>
            <a:xfrm>
              <a:off x="6692825" y="4471475"/>
              <a:ext cx="58475" cy="24525"/>
            </a:xfrm>
            <a:custGeom>
              <a:rect b="b" l="l" r="r" t="t"/>
              <a:pathLst>
                <a:path extrusionOk="0" h="981" w="2339">
                  <a:moveTo>
                    <a:pt x="1719" y="0"/>
                  </a:moveTo>
                  <a:cubicBezTo>
                    <a:pt x="1241" y="0"/>
                    <a:pt x="602" y="208"/>
                    <a:pt x="417" y="290"/>
                  </a:cubicBezTo>
                  <a:cubicBezTo>
                    <a:pt x="227" y="385"/>
                    <a:pt x="1" y="576"/>
                    <a:pt x="120" y="766"/>
                  </a:cubicBezTo>
                  <a:cubicBezTo>
                    <a:pt x="179" y="861"/>
                    <a:pt x="286" y="885"/>
                    <a:pt x="370" y="897"/>
                  </a:cubicBezTo>
                  <a:cubicBezTo>
                    <a:pt x="612" y="952"/>
                    <a:pt x="860" y="981"/>
                    <a:pt x="1109" y="981"/>
                  </a:cubicBezTo>
                  <a:cubicBezTo>
                    <a:pt x="1239" y="981"/>
                    <a:pt x="1370" y="973"/>
                    <a:pt x="1501" y="957"/>
                  </a:cubicBezTo>
                  <a:cubicBezTo>
                    <a:pt x="1822" y="933"/>
                    <a:pt x="2203" y="814"/>
                    <a:pt x="2263" y="480"/>
                  </a:cubicBezTo>
                  <a:cubicBezTo>
                    <a:pt x="2339" y="115"/>
                    <a:pt x="2073" y="0"/>
                    <a:pt x="1719" y="0"/>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3"/>
            <p:cNvSpPr/>
            <p:nvPr/>
          </p:nvSpPr>
          <p:spPr>
            <a:xfrm>
              <a:off x="5906725" y="4418275"/>
              <a:ext cx="216125" cy="329825"/>
            </a:xfrm>
            <a:custGeom>
              <a:rect b="b" l="l" r="r" t="t"/>
              <a:pathLst>
                <a:path extrusionOk="0" h="13193" w="8645">
                  <a:moveTo>
                    <a:pt x="8585" y="1"/>
                  </a:moveTo>
                  <a:lnTo>
                    <a:pt x="1620" y="513"/>
                  </a:lnTo>
                  <a:cubicBezTo>
                    <a:pt x="691" y="584"/>
                    <a:pt x="0" y="1346"/>
                    <a:pt x="0" y="2263"/>
                  </a:cubicBezTo>
                  <a:lnTo>
                    <a:pt x="12" y="5573"/>
                  </a:lnTo>
                  <a:lnTo>
                    <a:pt x="12" y="6644"/>
                  </a:lnTo>
                  <a:lnTo>
                    <a:pt x="36" y="11038"/>
                  </a:lnTo>
                  <a:cubicBezTo>
                    <a:pt x="36" y="11943"/>
                    <a:pt x="750" y="12705"/>
                    <a:pt x="1679" y="12764"/>
                  </a:cubicBezTo>
                  <a:lnTo>
                    <a:pt x="8644" y="13193"/>
                  </a:lnTo>
                  <a:lnTo>
                    <a:pt x="8644" y="11752"/>
                  </a:lnTo>
                  <a:lnTo>
                    <a:pt x="8644" y="10990"/>
                  </a:lnTo>
                  <a:lnTo>
                    <a:pt x="8609" y="6585"/>
                  </a:lnTo>
                  <a:lnTo>
                    <a:pt x="8597" y="4942"/>
                  </a:lnTo>
                  <a:lnTo>
                    <a:pt x="8585" y="1430"/>
                  </a:lnTo>
                  <a:lnTo>
                    <a:pt x="85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3"/>
            <p:cNvSpPr/>
            <p:nvPr/>
          </p:nvSpPr>
          <p:spPr>
            <a:xfrm>
              <a:off x="6121625" y="4231150"/>
              <a:ext cx="2131850" cy="684100"/>
            </a:xfrm>
            <a:custGeom>
              <a:rect b="b" l="l" r="r" t="t"/>
              <a:pathLst>
                <a:path extrusionOk="0" h="27364" w="85274">
                  <a:moveTo>
                    <a:pt x="74906" y="1"/>
                  </a:moveTo>
                  <a:cubicBezTo>
                    <a:pt x="74710" y="1"/>
                    <a:pt x="74510" y="3"/>
                    <a:pt x="74308" y="9"/>
                  </a:cubicBezTo>
                  <a:lnTo>
                    <a:pt x="74308" y="10498"/>
                  </a:lnTo>
                  <a:lnTo>
                    <a:pt x="14562" y="10498"/>
                  </a:lnTo>
                  <a:lnTo>
                    <a:pt x="14562" y="3985"/>
                  </a:lnTo>
                  <a:cubicBezTo>
                    <a:pt x="12324" y="5200"/>
                    <a:pt x="10883" y="6307"/>
                    <a:pt x="10883" y="6307"/>
                  </a:cubicBezTo>
                  <a:cubicBezTo>
                    <a:pt x="8561" y="8224"/>
                    <a:pt x="3751" y="8748"/>
                    <a:pt x="1382" y="8891"/>
                  </a:cubicBezTo>
                  <a:cubicBezTo>
                    <a:pt x="1060" y="8903"/>
                    <a:pt x="786" y="8903"/>
                    <a:pt x="572" y="8926"/>
                  </a:cubicBezTo>
                  <a:cubicBezTo>
                    <a:pt x="215" y="8938"/>
                    <a:pt x="1" y="8938"/>
                    <a:pt x="1" y="8938"/>
                  </a:cubicBezTo>
                  <a:lnTo>
                    <a:pt x="13" y="12451"/>
                  </a:lnTo>
                  <a:lnTo>
                    <a:pt x="13" y="14082"/>
                  </a:lnTo>
                  <a:lnTo>
                    <a:pt x="48" y="18487"/>
                  </a:lnTo>
                  <a:lnTo>
                    <a:pt x="48" y="19249"/>
                  </a:lnTo>
                  <a:cubicBezTo>
                    <a:pt x="48" y="19249"/>
                    <a:pt x="138" y="19244"/>
                    <a:pt x="304" y="19244"/>
                  </a:cubicBezTo>
                  <a:cubicBezTo>
                    <a:pt x="387" y="19244"/>
                    <a:pt x="489" y="19245"/>
                    <a:pt x="608" y="19249"/>
                  </a:cubicBezTo>
                  <a:cubicBezTo>
                    <a:pt x="834" y="19261"/>
                    <a:pt x="1108" y="19261"/>
                    <a:pt x="1429" y="19285"/>
                  </a:cubicBezTo>
                  <a:cubicBezTo>
                    <a:pt x="3799" y="19416"/>
                    <a:pt x="8609" y="19880"/>
                    <a:pt x="10942" y="21761"/>
                  </a:cubicBezTo>
                  <a:cubicBezTo>
                    <a:pt x="10942" y="21761"/>
                    <a:pt x="18098" y="27143"/>
                    <a:pt x="25231" y="27143"/>
                  </a:cubicBezTo>
                  <a:cubicBezTo>
                    <a:pt x="25254" y="27143"/>
                    <a:pt x="25278" y="27143"/>
                    <a:pt x="25301" y="27143"/>
                  </a:cubicBezTo>
                  <a:lnTo>
                    <a:pt x="42542" y="27048"/>
                  </a:lnTo>
                  <a:cubicBezTo>
                    <a:pt x="44209" y="27036"/>
                    <a:pt x="45840" y="26845"/>
                    <a:pt x="47459" y="26464"/>
                  </a:cubicBezTo>
                  <a:cubicBezTo>
                    <a:pt x="50923" y="25658"/>
                    <a:pt x="54422" y="25394"/>
                    <a:pt x="57514" y="25394"/>
                  </a:cubicBezTo>
                  <a:cubicBezTo>
                    <a:pt x="62043" y="25394"/>
                    <a:pt x="65699" y="25960"/>
                    <a:pt x="67092" y="26214"/>
                  </a:cubicBezTo>
                  <a:cubicBezTo>
                    <a:pt x="67140" y="26214"/>
                    <a:pt x="67164" y="26226"/>
                    <a:pt x="67199" y="26226"/>
                  </a:cubicBezTo>
                  <a:cubicBezTo>
                    <a:pt x="67509" y="26274"/>
                    <a:pt x="67807" y="26369"/>
                    <a:pt x="68116" y="26441"/>
                  </a:cubicBezTo>
                  <a:cubicBezTo>
                    <a:pt x="70607" y="27114"/>
                    <a:pt x="72843" y="27363"/>
                    <a:pt x="74788" y="27363"/>
                  </a:cubicBezTo>
                  <a:cubicBezTo>
                    <a:pt x="78719" y="27363"/>
                    <a:pt x="81459" y="26347"/>
                    <a:pt x="82701" y="25774"/>
                  </a:cubicBezTo>
                  <a:cubicBezTo>
                    <a:pt x="84071" y="25059"/>
                    <a:pt x="85106" y="23964"/>
                    <a:pt x="85083" y="21845"/>
                  </a:cubicBezTo>
                  <a:cubicBezTo>
                    <a:pt x="85083" y="20845"/>
                    <a:pt x="84785" y="19916"/>
                    <a:pt x="84309" y="19225"/>
                  </a:cubicBezTo>
                  <a:cubicBezTo>
                    <a:pt x="83880" y="18594"/>
                    <a:pt x="83892" y="17749"/>
                    <a:pt x="84368" y="17142"/>
                  </a:cubicBezTo>
                  <a:cubicBezTo>
                    <a:pt x="84464" y="17023"/>
                    <a:pt x="84547" y="16880"/>
                    <a:pt x="84618" y="16737"/>
                  </a:cubicBezTo>
                  <a:cubicBezTo>
                    <a:pt x="85023" y="15987"/>
                    <a:pt x="85273" y="14880"/>
                    <a:pt x="85273" y="13606"/>
                  </a:cubicBezTo>
                  <a:cubicBezTo>
                    <a:pt x="85261" y="12201"/>
                    <a:pt x="84940" y="10962"/>
                    <a:pt x="84428" y="10248"/>
                  </a:cubicBezTo>
                  <a:cubicBezTo>
                    <a:pt x="84404" y="10200"/>
                    <a:pt x="84368" y="10141"/>
                    <a:pt x="84333" y="10093"/>
                  </a:cubicBezTo>
                  <a:cubicBezTo>
                    <a:pt x="84225" y="9962"/>
                    <a:pt x="84154" y="9819"/>
                    <a:pt x="84094" y="9653"/>
                  </a:cubicBezTo>
                  <a:cubicBezTo>
                    <a:pt x="83892" y="9129"/>
                    <a:pt x="83952" y="8522"/>
                    <a:pt x="84285" y="8033"/>
                  </a:cubicBezTo>
                  <a:cubicBezTo>
                    <a:pt x="84761" y="7331"/>
                    <a:pt x="85023" y="6402"/>
                    <a:pt x="85023" y="5414"/>
                  </a:cubicBezTo>
                  <a:cubicBezTo>
                    <a:pt x="85011" y="3283"/>
                    <a:pt x="83987" y="2211"/>
                    <a:pt x="82606" y="1509"/>
                  </a:cubicBezTo>
                  <a:cubicBezTo>
                    <a:pt x="81372" y="954"/>
                    <a:pt x="78717" y="1"/>
                    <a:pt x="74906" y="1"/>
                  </a:cubicBez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3"/>
            <p:cNvSpPr/>
            <p:nvPr/>
          </p:nvSpPr>
          <p:spPr>
            <a:xfrm>
              <a:off x="6148425" y="4377800"/>
              <a:ext cx="309275" cy="281300"/>
            </a:xfrm>
            <a:custGeom>
              <a:rect b="b" l="l" r="r" t="t"/>
              <a:pathLst>
                <a:path extrusionOk="0" h="11252" w="12371">
                  <a:moveTo>
                    <a:pt x="12371" y="1"/>
                  </a:moveTo>
                  <a:cubicBezTo>
                    <a:pt x="11263" y="691"/>
                    <a:pt x="10561" y="1215"/>
                    <a:pt x="10466" y="1286"/>
                  </a:cubicBezTo>
                  <a:cubicBezTo>
                    <a:pt x="7954" y="3358"/>
                    <a:pt x="3072" y="3930"/>
                    <a:pt x="345" y="4096"/>
                  </a:cubicBezTo>
                  <a:cubicBezTo>
                    <a:pt x="226" y="4096"/>
                    <a:pt x="107" y="4108"/>
                    <a:pt x="0" y="4108"/>
                  </a:cubicBezTo>
                  <a:lnTo>
                    <a:pt x="12" y="6573"/>
                  </a:lnTo>
                  <a:lnTo>
                    <a:pt x="36" y="11252"/>
                  </a:lnTo>
                  <a:cubicBezTo>
                    <a:pt x="36" y="11252"/>
                    <a:pt x="9406" y="11252"/>
                    <a:pt x="12371" y="4727"/>
                  </a:cubicBezTo>
                  <a:lnTo>
                    <a:pt x="12371" y="1"/>
                  </a:lnTo>
                  <a:close/>
                </a:path>
              </a:pathLst>
            </a:cu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3"/>
            <p:cNvSpPr/>
            <p:nvPr/>
          </p:nvSpPr>
          <p:spPr>
            <a:xfrm>
              <a:off x="8005800" y="4258150"/>
              <a:ext cx="219675" cy="330275"/>
            </a:xfrm>
            <a:custGeom>
              <a:rect b="b" l="l" r="r" t="t"/>
              <a:pathLst>
                <a:path extrusionOk="0" h="13211" w="8787">
                  <a:moveTo>
                    <a:pt x="0" y="0"/>
                  </a:moveTo>
                  <a:lnTo>
                    <a:pt x="0" y="4965"/>
                  </a:lnTo>
                  <a:lnTo>
                    <a:pt x="0" y="9430"/>
                  </a:lnTo>
                  <a:cubicBezTo>
                    <a:pt x="2875" y="12754"/>
                    <a:pt x="6188" y="13210"/>
                    <a:pt x="7792" y="13210"/>
                  </a:cubicBezTo>
                  <a:cubicBezTo>
                    <a:pt x="8400" y="13210"/>
                    <a:pt x="8763" y="13145"/>
                    <a:pt x="8763" y="13145"/>
                  </a:cubicBezTo>
                  <a:cubicBezTo>
                    <a:pt x="8787" y="12930"/>
                    <a:pt x="8787" y="12740"/>
                    <a:pt x="8787" y="12526"/>
                  </a:cubicBezTo>
                  <a:cubicBezTo>
                    <a:pt x="8787" y="11192"/>
                    <a:pt x="8430" y="10228"/>
                    <a:pt x="8108" y="9763"/>
                  </a:cubicBezTo>
                  <a:cubicBezTo>
                    <a:pt x="8096" y="9728"/>
                    <a:pt x="8061" y="9716"/>
                    <a:pt x="8049" y="9680"/>
                  </a:cubicBezTo>
                  <a:lnTo>
                    <a:pt x="8037" y="9656"/>
                  </a:lnTo>
                  <a:cubicBezTo>
                    <a:pt x="7858" y="9430"/>
                    <a:pt x="7739" y="9180"/>
                    <a:pt x="7656" y="8942"/>
                  </a:cubicBezTo>
                  <a:cubicBezTo>
                    <a:pt x="7334" y="8073"/>
                    <a:pt x="7442" y="7096"/>
                    <a:pt x="7965" y="6322"/>
                  </a:cubicBezTo>
                  <a:cubicBezTo>
                    <a:pt x="8335" y="5775"/>
                    <a:pt x="8525" y="5060"/>
                    <a:pt x="8525" y="4310"/>
                  </a:cubicBezTo>
                  <a:cubicBezTo>
                    <a:pt x="8525" y="2893"/>
                    <a:pt x="8013" y="2048"/>
                    <a:pt x="6727" y="1393"/>
                  </a:cubicBezTo>
                  <a:cubicBezTo>
                    <a:pt x="5596" y="893"/>
                    <a:pt x="3286" y="72"/>
                    <a:pt x="0" y="0"/>
                  </a:cubicBezTo>
                  <a:close/>
                </a:path>
              </a:pathLst>
            </a:cu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3"/>
            <p:cNvSpPr/>
            <p:nvPr/>
          </p:nvSpPr>
          <p:spPr>
            <a:xfrm>
              <a:off x="7177700" y="3527700"/>
              <a:ext cx="683750" cy="760350"/>
            </a:xfrm>
            <a:custGeom>
              <a:rect b="b" l="l" r="r" t="t"/>
              <a:pathLst>
                <a:path extrusionOk="0" h="30414" w="27350">
                  <a:moveTo>
                    <a:pt x="27207" y="0"/>
                  </a:moveTo>
                  <a:cubicBezTo>
                    <a:pt x="25730" y="227"/>
                    <a:pt x="24242" y="453"/>
                    <a:pt x="22766" y="667"/>
                  </a:cubicBezTo>
                  <a:cubicBezTo>
                    <a:pt x="21885" y="810"/>
                    <a:pt x="21111" y="1310"/>
                    <a:pt x="20623" y="2060"/>
                  </a:cubicBezTo>
                  <a:cubicBezTo>
                    <a:pt x="20194" y="2715"/>
                    <a:pt x="19694" y="3453"/>
                    <a:pt x="19384" y="3822"/>
                  </a:cubicBezTo>
                  <a:cubicBezTo>
                    <a:pt x="19197" y="4052"/>
                    <a:pt x="18927" y="4290"/>
                    <a:pt x="18647" y="4290"/>
                  </a:cubicBezTo>
                  <a:cubicBezTo>
                    <a:pt x="18607" y="4290"/>
                    <a:pt x="18567" y="4285"/>
                    <a:pt x="18527" y="4275"/>
                  </a:cubicBezTo>
                  <a:cubicBezTo>
                    <a:pt x="18289" y="4215"/>
                    <a:pt x="18134" y="3965"/>
                    <a:pt x="18110" y="3703"/>
                  </a:cubicBezTo>
                  <a:cubicBezTo>
                    <a:pt x="18075" y="3465"/>
                    <a:pt x="18146" y="3215"/>
                    <a:pt x="18229" y="2977"/>
                  </a:cubicBezTo>
                  <a:lnTo>
                    <a:pt x="18718" y="1286"/>
                  </a:lnTo>
                  <a:lnTo>
                    <a:pt x="18718" y="1286"/>
                  </a:lnTo>
                  <a:cubicBezTo>
                    <a:pt x="17551" y="1465"/>
                    <a:pt x="16396" y="1655"/>
                    <a:pt x="15217" y="1822"/>
                  </a:cubicBezTo>
                  <a:cubicBezTo>
                    <a:pt x="12705" y="2143"/>
                    <a:pt x="11240" y="4656"/>
                    <a:pt x="10931" y="6084"/>
                  </a:cubicBezTo>
                  <a:cubicBezTo>
                    <a:pt x="10919" y="6180"/>
                    <a:pt x="10907" y="6251"/>
                    <a:pt x="10883" y="6323"/>
                  </a:cubicBezTo>
                  <a:cubicBezTo>
                    <a:pt x="10836" y="6561"/>
                    <a:pt x="10764" y="6787"/>
                    <a:pt x="10633" y="7001"/>
                  </a:cubicBezTo>
                  <a:cubicBezTo>
                    <a:pt x="10487" y="7216"/>
                    <a:pt x="10245" y="7399"/>
                    <a:pt x="9985" y="7399"/>
                  </a:cubicBezTo>
                  <a:cubicBezTo>
                    <a:pt x="9928" y="7399"/>
                    <a:pt x="9870" y="7390"/>
                    <a:pt x="9812" y="7370"/>
                  </a:cubicBezTo>
                  <a:cubicBezTo>
                    <a:pt x="9800" y="6382"/>
                    <a:pt x="10502" y="5525"/>
                    <a:pt x="10562" y="4537"/>
                  </a:cubicBezTo>
                  <a:cubicBezTo>
                    <a:pt x="10586" y="4001"/>
                    <a:pt x="10431" y="3489"/>
                    <a:pt x="10288" y="2953"/>
                  </a:cubicBezTo>
                  <a:cubicBezTo>
                    <a:pt x="10240" y="2977"/>
                    <a:pt x="10169" y="2989"/>
                    <a:pt x="10109" y="3025"/>
                  </a:cubicBezTo>
                  <a:cubicBezTo>
                    <a:pt x="9871" y="3108"/>
                    <a:pt x="9645" y="3215"/>
                    <a:pt x="9419" y="3334"/>
                  </a:cubicBezTo>
                  <a:cubicBezTo>
                    <a:pt x="7788" y="4156"/>
                    <a:pt x="6407" y="5406"/>
                    <a:pt x="5240" y="6799"/>
                  </a:cubicBezTo>
                  <a:cubicBezTo>
                    <a:pt x="4978" y="7120"/>
                    <a:pt x="4704" y="7442"/>
                    <a:pt x="4418" y="7787"/>
                  </a:cubicBezTo>
                  <a:cubicBezTo>
                    <a:pt x="3478" y="8930"/>
                    <a:pt x="2954" y="10371"/>
                    <a:pt x="3013" y="11847"/>
                  </a:cubicBezTo>
                  <a:cubicBezTo>
                    <a:pt x="3049" y="12561"/>
                    <a:pt x="3132" y="13264"/>
                    <a:pt x="3323" y="13978"/>
                  </a:cubicBezTo>
                  <a:cubicBezTo>
                    <a:pt x="3311" y="13978"/>
                    <a:pt x="3311" y="13966"/>
                    <a:pt x="3299" y="13966"/>
                  </a:cubicBezTo>
                  <a:cubicBezTo>
                    <a:pt x="2620" y="13704"/>
                    <a:pt x="2466" y="12835"/>
                    <a:pt x="2204" y="12145"/>
                  </a:cubicBezTo>
                  <a:cubicBezTo>
                    <a:pt x="2085" y="11859"/>
                    <a:pt x="1942" y="11609"/>
                    <a:pt x="1799" y="11347"/>
                  </a:cubicBezTo>
                  <a:cubicBezTo>
                    <a:pt x="751" y="13038"/>
                    <a:pt x="1" y="14824"/>
                    <a:pt x="13" y="16514"/>
                  </a:cubicBezTo>
                  <a:cubicBezTo>
                    <a:pt x="37" y="20491"/>
                    <a:pt x="4668" y="19729"/>
                    <a:pt x="7061" y="22289"/>
                  </a:cubicBezTo>
                  <a:cubicBezTo>
                    <a:pt x="9014" y="24372"/>
                    <a:pt x="8752" y="28861"/>
                    <a:pt x="11741" y="29968"/>
                  </a:cubicBezTo>
                  <a:cubicBezTo>
                    <a:pt x="12549" y="30266"/>
                    <a:pt x="13405" y="30413"/>
                    <a:pt x="14261" y="30413"/>
                  </a:cubicBezTo>
                  <a:cubicBezTo>
                    <a:pt x="14945" y="30413"/>
                    <a:pt x="15628" y="30320"/>
                    <a:pt x="16289" y="30135"/>
                  </a:cubicBezTo>
                  <a:cubicBezTo>
                    <a:pt x="16098" y="30064"/>
                    <a:pt x="15920" y="29992"/>
                    <a:pt x="15741" y="29897"/>
                  </a:cubicBezTo>
                  <a:cubicBezTo>
                    <a:pt x="15455" y="29766"/>
                    <a:pt x="15181" y="29611"/>
                    <a:pt x="14967" y="29397"/>
                  </a:cubicBezTo>
                  <a:cubicBezTo>
                    <a:pt x="14765" y="29159"/>
                    <a:pt x="14646" y="28813"/>
                    <a:pt x="14765" y="28528"/>
                  </a:cubicBezTo>
                  <a:cubicBezTo>
                    <a:pt x="14891" y="28195"/>
                    <a:pt x="15272" y="28039"/>
                    <a:pt x="15619" y="28039"/>
                  </a:cubicBezTo>
                  <a:cubicBezTo>
                    <a:pt x="15632" y="28039"/>
                    <a:pt x="15645" y="28039"/>
                    <a:pt x="15658" y="28040"/>
                  </a:cubicBezTo>
                  <a:cubicBezTo>
                    <a:pt x="16027" y="28040"/>
                    <a:pt x="16372" y="28182"/>
                    <a:pt x="16729" y="28278"/>
                  </a:cubicBezTo>
                  <a:cubicBezTo>
                    <a:pt x="17076" y="28370"/>
                    <a:pt x="17430" y="28412"/>
                    <a:pt x="17785" y="28412"/>
                  </a:cubicBezTo>
                  <a:cubicBezTo>
                    <a:pt x="18442" y="28412"/>
                    <a:pt x="19103" y="28267"/>
                    <a:pt x="19730" y="28028"/>
                  </a:cubicBezTo>
                  <a:cubicBezTo>
                    <a:pt x="21051" y="26611"/>
                    <a:pt x="21873" y="24765"/>
                    <a:pt x="22587" y="22944"/>
                  </a:cubicBezTo>
                  <a:cubicBezTo>
                    <a:pt x="22873" y="22277"/>
                    <a:pt x="23123" y="21610"/>
                    <a:pt x="23373" y="20920"/>
                  </a:cubicBezTo>
                  <a:cubicBezTo>
                    <a:pt x="23320" y="20910"/>
                    <a:pt x="23248" y="20906"/>
                    <a:pt x="23159" y="20906"/>
                  </a:cubicBezTo>
                  <a:cubicBezTo>
                    <a:pt x="22486" y="20906"/>
                    <a:pt x="20906" y="21160"/>
                    <a:pt x="20432" y="21265"/>
                  </a:cubicBezTo>
                  <a:cubicBezTo>
                    <a:pt x="20309" y="21289"/>
                    <a:pt x="20179" y="21303"/>
                    <a:pt x="20049" y="21303"/>
                  </a:cubicBezTo>
                  <a:cubicBezTo>
                    <a:pt x="19613" y="21303"/>
                    <a:pt x="19175" y="21153"/>
                    <a:pt x="18991" y="20777"/>
                  </a:cubicBezTo>
                  <a:cubicBezTo>
                    <a:pt x="18789" y="20420"/>
                    <a:pt x="18908" y="19967"/>
                    <a:pt x="19182" y="19658"/>
                  </a:cubicBezTo>
                  <a:cubicBezTo>
                    <a:pt x="19432" y="19348"/>
                    <a:pt x="19825" y="19169"/>
                    <a:pt x="20194" y="19038"/>
                  </a:cubicBezTo>
                  <a:cubicBezTo>
                    <a:pt x="21111" y="18693"/>
                    <a:pt x="22111" y="18586"/>
                    <a:pt x="23051" y="18324"/>
                  </a:cubicBezTo>
                  <a:cubicBezTo>
                    <a:pt x="23552" y="18193"/>
                    <a:pt x="24052" y="17979"/>
                    <a:pt x="24492" y="17705"/>
                  </a:cubicBezTo>
                  <a:cubicBezTo>
                    <a:pt x="25421" y="14871"/>
                    <a:pt x="26171" y="11978"/>
                    <a:pt x="26671" y="9061"/>
                  </a:cubicBezTo>
                  <a:lnTo>
                    <a:pt x="26671" y="9061"/>
                  </a:lnTo>
                  <a:cubicBezTo>
                    <a:pt x="26207" y="9228"/>
                    <a:pt x="25778" y="9359"/>
                    <a:pt x="25552" y="9466"/>
                  </a:cubicBezTo>
                  <a:cubicBezTo>
                    <a:pt x="25254" y="9597"/>
                    <a:pt x="24956" y="9740"/>
                    <a:pt x="24671" y="9763"/>
                  </a:cubicBezTo>
                  <a:cubicBezTo>
                    <a:pt x="24349" y="9752"/>
                    <a:pt x="24016" y="9561"/>
                    <a:pt x="23956" y="9240"/>
                  </a:cubicBezTo>
                  <a:cubicBezTo>
                    <a:pt x="23873" y="8799"/>
                    <a:pt x="24349" y="8454"/>
                    <a:pt x="24766" y="8263"/>
                  </a:cubicBezTo>
                  <a:cubicBezTo>
                    <a:pt x="25195" y="8049"/>
                    <a:pt x="26111" y="7489"/>
                    <a:pt x="26969" y="7216"/>
                  </a:cubicBezTo>
                  <a:cubicBezTo>
                    <a:pt x="27266" y="4834"/>
                    <a:pt x="27350" y="2417"/>
                    <a:pt x="27207" y="0"/>
                  </a:cubicBezTo>
                  <a:close/>
                </a:path>
              </a:pathLst>
            </a:custGeom>
            <a:solidFill>
              <a:srgbClr val="346C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3"/>
            <p:cNvSpPr/>
            <p:nvPr/>
          </p:nvSpPr>
          <p:spPr>
            <a:xfrm>
              <a:off x="7380125" y="3614025"/>
              <a:ext cx="409600" cy="434300"/>
            </a:xfrm>
            <a:custGeom>
              <a:rect b="b" l="l" r="r" t="t"/>
              <a:pathLst>
                <a:path extrusionOk="0" h="17372" w="16384">
                  <a:moveTo>
                    <a:pt x="16383" y="0"/>
                  </a:moveTo>
                  <a:lnTo>
                    <a:pt x="11764" y="3846"/>
                  </a:lnTo>
                  <a:cubicBezTo>
                    <a:pt x="10216" y="5120"/>
                    <a:pt x="8704" y="6418"/>
                    <a:pt x="7227" y="7787"/>
                  </a:cubicBezTo>
                  <a:cubicBezTo>
                    <a:pt x="5775" y="9168"/>
                    <a:pt x="4358" y="10609"/>
                    <a:pt x="3108" y="12204"/>
                  </a:cubicBezTo>
                  <a:cubicBezTo>
                    <a:pt x="1858" y="13788"/>
                    <a:pt x="774" y="15514"/>
                    <a:pt x="0" y="17371"/>
                  </a:cubicBezTo>
                  <a:cubicBezTo>
                    <a:pt x="1084" y="15669"/>
                    <a:pt x="2298" y="14109"/>
                    <a:pt x="3632" y="12633"/>
                  </a:cubicBezTo>
                  <a:cubicBezTo>
                    <a:pt x="4953" y="11168"/>
                    <a:pt x="6370" y="9763"/>
                    <a:pt x="7823" y="8406"/>
                  </a:cubicBezTo>
                  <a:lnTo>
                    <a:pt x="12216" y="4334"/>
                  </a:lnTo>
                  <a:cubicBezTo>
                    <a:pt x="13669" y="2965"/>
                    <a:pt x="15097" y="1548"/>
                    <a:pt x="16383" y="0"/>
                  </a:cubicBezTo>
                  <a:close/>
                </a:path>
              </a:pathLst>
            </a:custGeom>
            <a:solidFill>
              <a:srgbClr val="15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3"/>
            <p:cNvSpPr/>
            <p:nvPr/>
          </p:nvSpPr>
          <p:spPr>
            <a:xfrm>
              <a:off x="7360175" y="3726525"/>
              <a:ext cx="47350" cy="209875"/>
            </a:xfrm>
            <a:custGeom>
              <a:rect b="b" l="l" r="r" t="t"/>
              <a:pathLst>
                <a:path extrusionOk="0" h="8395" w="1894">
                  <a:moveTo>
                    <a:pt x="512" y="1"/>
                  </a:moveTo>
                  <a:cubicBezTo>
                    <a:pt x="179" y="656"/>
                    <a:pt x="36" y="1406"/>
                    <a:pt x="24" y="2156"/>
                  </a:cubicBezTo>
                  <a:cubicBezTo>
                    <a:pt x="1" y="2894"/>
                    <a:pt x="96" y="3644"/>
                    <a:pt x="239" y="4358"/>
                  </a:cubicBezTo>
                  <a:cubicBezTo>
                    <a:pt x="405" y="5073"/>
                    <a:pt x="620" y="5751"/>
                    <a:pt x="870" y="6442"/>
                  </a:cubicBezTo>
                  <a:cubicBezTo>
                    <a:pt x="1120" y="7121"/>
                    <a:pt x="1417" y="7823"/>
                    <a:pt x="1894" y="8395"/>
                  </a:cubicBezTo>
                  <a:cubicBezTo>
                    <a:pt x="1751" y="7680"/>
                    <a:pt x="1655" y="6990"/>
                    <a:pt x="1525" y="6275"/>
                  </a:cubicBezTo>
                  <a:cubicBezTo>
                    <a:pt x="1405" y="5561"/>
                    <a:pt x="1251" y="4858"/>
                    <a:pt x="1108" y="4180"/>
                  </a:cubicBezTo>
                  <a:cubicBezTo>
                    <a:pt x="953" y="3489"/>
                    <a:pt x="810" y="2811"/>
                    <a:pt x="703" y="2120"/>
                  </a:cubicBezTo>
                  <a:cubicBezTo>
                    <a:pt x="596" y="1429"/>
                    <a:pt x="536" y="739"/>
                    <a:pt x="512" y="1"/>
                  </a:cubicBezTo>
                  <a:close/>
                </a:path>
              </a:pathLst>
            </a:custGeom>
            <a:solidFill>
              <a:srgbClr val="15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3"/>
            <p:cNvSpPr/>
            <p:nvPr/>
          </p:nvSpPr>
          <p:spPr>
            <a:xfrm>
              <a:off x="7535500" y="3669675"/>
              <a:ext cx="24125" cy="112550"/>
            </a:xfrm>
            <a:custGeom>
              <a:rect b="b" l="l" r="r" t="t"/>
              <a:pathLst>
                <a:path extrusionOk="0" h="4502" w="965">
                  <a:moveTo>
                    <a:pt x="655" y="1"/>
                  </a:moveTo>
                  <a:cubicBezTo>
                    <a:pt x="381" y="334"/>
                    <a:pt x="238" y="715"/>
                    <a:pt x="131" y="1108"/>
                  </a:cubicBezTo>
                  <a:cubicBezTo>
                    <a:pt x="48" y="1489"/>
                    <a:pt x="0" y="1894"/>
                    <a:pt x="24" y="2299"/>
                  </a:cubicBezTo>
                  <a:cubicBezTo>
                    <a:pt x="60" y="2703"/>
                    <a:pt x="131" y="3096"/>
                    <a:pt x="286" y="3477"/>
                  </a:cubicBezTo>
                  <a:cubicBezTo>
                    <a:pt x="429" y="3846"/>
                    <a:pt x="619" y="4204"/>
                    <a:pt x="917" y="4501"/>
                  </a:cubicBezTo>
                  <a:cubicBezTo>
                    <a:pt x="965" y="4084"/>
                    <a:pt x="953" y="3715"/>
                    <a:pt x="941" y="3322"/>
                  </a:cubicBezTo>
                  <a:cubicBezTo>
                    <a:pt x="941" y="2953"/>
                    <a:pt x="905" y="2596"/>
                    <a:pt x="893" y="2239"/>
                  </a:cubicBezTo>
                  <a:cubicBezTo>
                    <a:pt x="881" y="1882"/>
                    <a:pt x="846" y="1525"/>
                    <a:pt x="822" y="1156"/>
                  </a:cubicBezTo>
                  <a:cubicBezTo>
                    <a:pt x="786" y="798"/>
                    <a:pt x="738" y="417"/>
                    <a:pt x="655" y="1"/>
                  </a:cubicBezTo>
                  <a:close/>
                </a:path>
              </a:pathLst>
            </a:custGeom>
            <a:solidFill>
              <a:srgbClr val="15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3"/>
            <p:cNvSpPr/>
            <p:nvPr/>
          </p:nvSpPr>
          <p:spPr>
            <a:xfrm>
              <a:off x="7638175" y="3837225"/>
              <a:ext cx="106900" cy="26300"/>
            </a:xfrm>
            <a:custGeom>
              <a:rect b="b" l="l" r="r" t="t"/>
              <a:pathLst>
                <a:path extrusionOk="0" h="1052" w="4276">
                  <a:moveTo>
                    <a:pt x="492" y="0"/>
                  </a:moveTo>
                  <a:cubicBezTo>
                    <a:pt x="335" y="0"/>
                    <a:pt x="172" y="4"/>
                    <a:pt x="1" y="14"/>
                  </a:cubicBezTo>
                  <a:cubicBezTo>
                    <a:pt x="275" y="335"/>
                    <a:pt x="608" y="538"/>
                    <a:pt x="977" y="692"/>
                  </a:cubicBezTo>
                  <a:cubicBezTo>
                    <a:pt x="1323" y="835"/>
                    <a:pt x="1704" y="931"/>
                    <a:pt x="2073" y="990"/>
                  </a:cubicBezTo>
                  <a:cubicBezTo>
                    <a:pt x="2299" y="1028"/>
                    <a:pt x="2530" y="1051"/>
                    <a:pt x="2771" y="1051"/>
                  </a:cubicBezTo>
                  <a:cubicBezTo>
                    <a:pt x="2911" y="1051"/>
                    <a:pt x="3055" y="1043"/>
                    <a:pt x="3204" y="1026"/>
                  </a:cubicBezTo>
                  <a:cubicBezTo>
                    <a:pt x="3585" y="990"/>
                    <a:pt x="4049" y="823"/>
                    <a:pt x="4275" y="466"/>
                  </a:cubicBezTo>
                  <a:lnTo>
                    <a:pt x="4275" y="466"/>
                  </a:lnTo>
                  <a:cubicBezTo>
                    <a:pt x="4221" y="469"/>
                    <a:pt x="4169" y="471"/>
                    <a:pt x="4117" y="471"/>
                  </a:cubicBezTo>
                  <a:cubicBezTo>
                    <a:pt x="3787" y="471"/>
                    <a:pt x="3516" y="409"/>
                    <a:pt x="3228" y="347"/>
                  </a:cubicBezTo>
                  <a:cubicBezTo>
                    <a:pt x="2906" y="252"/>
                    <a:pt x="2549" y="169"/>
                    <a:pt x="2192" y="121"/>
                  </a:cubicBezTo>
                  <a:cubicBezTo>
                    <a:pt x="1835" y="61"/>
                    <a:pt x="1477" y="38"/>
                    <a:pt x="1120" y="14"/>
                  </a:cubicBezTo>
                  <a:cubicBezTo>
                    <a:pt x="914" y="7"/>
                    <a:pt x="708" y="0"/>
                    <a:pt x="492" y="0"/>
                  </a:cubicBezTo>
                  <a:close/>
                </a:path>
              </a:pathLst>
            </a:custGeom>
            <a:solidFill>
              <a:srgbClr val="15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3"/>
            <p:cNvSpPr/>
            <p:nvPr/>
          </p:nvSpPr>
          <p:spPr>
            <a:xfrm>
              <a:off x="7476250" y="4028650"/>
              <a:ext cx="172375" cy="88950"/>
            </a:xfrm>
            <a:custGeom>
              <a:rect b="b" l="l" r="r" t="t"/>
              <a:pathLst>
                <a:path extrusionOk="0" h="3558" w="6895">
                  <a:moveTo>
                    <a:pt x="1" y="1"/>
                  </a:moveTo>
                  <a:cubicBezTo>
                    <a:pt x="227" y="655"/>
                    <a:pt x="525" y="1286"/>
                    <a:pt x="1001" y="1846"/>
                  </a:cubicBezTo>
                  <a:cubicBezTo>
                    <a:pt x="1454" y="2406"/>
                    <a:pt x="2073" y="2870"/>
                    <a:pt x="2739" y="3132"/>
                  </a:cubicBezTo>
                  <a:cubicBezTo>
                    <a:pt x="3418" y="3418"/>
                    <a:pt x="4132" y="3525"/>
                    <a:pt x="4823" y="3549"/>
                  </a:cubicBezTo>
                  <a:cubicBezTo>
                    <a:pt x="4941" y="3555"/>
                    <a:pt x="5059" y="3558"/>
                    <a:pt x="5177" y="3558"/>
                  </a:cubicBezTo>
                  <a:cubicBezTo>
                    <a:pt x="5757" y="3558"/>
                    <a:pt x="6330" y="3485"/>
                    <a:pt x="6895" y="3346"/>
                  </a:cubicBezTo>
                  <a:cubicBezTo>
                    <a:pt x="6228" y="3156"/>
                    <a:pt x="5561" y="3037"/>
                    <a:pt x="4918" y="2882"/>
                  </a:cubicBezTo>
                  <a:cubicBezTo>
                    <a:pt x="4263" y="2739"/>
                    <a:pt x="3656" y="2572"/>
                    <a:pt x="3073" y="2334"/>
                  </a:cubicBezTo>
                  <a:cubicBezTo>
                    <a:pt x="2489" y="2096"/>
                    <a:pt x="1954" y="1798"/>
                    <a:pt x="1477" y="1382"/>
                  </a:cubicBezTo>
                  <a:cubicBezTo>
                    <a:pt x="989" y="965"/>
                    <a:pt x="525" y="453"/>
                    <a:pt x="1" y="1"/>
                  </a:cubicBezTo>
                  <a:close/>
                </a:path>
              </a:pathLst>
            </a:custGeom>
            <a:solidFill>
              <a:srgbClr val="15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3"/>
            <p:cNvSpPr/>
            <p:nvPr/>
          </p:nvSpPr>
          <p:spPr>
            <a:xfrm>
              <a:off x="6270450" y="4377575"/>
              <a:ext cx="498300" cy="617875"/>
            </a:xfrm>
            <a:custGeom>
              <a:rect b="b" l="l" r="r" t="t"/>
              <a:pathLst>
                <a:path extrusionOk="0" h="24715" w="19932">
                  <a:moveTo>
                    <a:pt x="16789" y="1"/>
                  </a:moveTo>
                  <a:cubicBezTo>
                    <a:pt x="15939" y="1"/>
                    <a:pt x="15288" y="129"/>
                    <a:pt x="15288" y="129"/>
                  </a:cubicBezTo>
                  <a:cubicBezTo>
                    <a:pt x="12621" y="688"/>
                    <a:pt x="10824" y="1772"/>
                    <a:pt x="8990" y="3510"/>
                  </a:cubicBezTo>
                  <a:cubicBezTo>
                    <a:pt x="9087" y="3508"/>
                    <a:pt x="9184" y="3507"/>
                    <a:pt x="9282" y="3507"/>
                  </a:cubicBezTo>
                  <a:cubicBezTo>
                    <a:pt x="9736" y="3507"/>
                    <a:pt x="10194" y="3528"/>
                    <a:pt x="10645" y="3558"/>
                  </a:cubicBezTo>
                  <a:cubicBezTo>
                    <a:pt x="10693" y="3748"/>
                    <a:pt x="10597" y="3962"/>
                    <a:pt x="10466" y="4093"/>
                  </a:cubicBezTo>
                  <a:cubicBezTo>
                    <a:pt x="10312" y="4224"/>
                    <a:pt x="10133" y="4320"/>
                    <a:pt x="9942" y="4391"/>
                  </a:cubicBezTo>
                  <a:cubicBezTo>
                    <a:pt x="9561" y="4534"/>
                    <a:pt x="9157" y="4641"/>
                    <a:pt x="8740" y="4713"/>
                  </a:cubicBezTo>
                  <a:cubicBezTo>
                    <a:pt x="8383" y="4772"/>
                    <a:pt x="8037" y="4808"/>
                    <a:pt x="7680" y="4867"/>
                  </a:cubicBezTo>
                  <a:cubicBezTo>
                    <a:pt x="5954" y="6796"/>
                    <a:pt x="4704" y="9142"/>
                    <a:pt x="3680" y="11535"/>
                  </a:cubicBezTo>
                  <a:cubicBezTo>
                    <a:pt x="4263" y="11344"/>
                    <a:pt x="4835" y="11166"/>
                    <a:pt x="5430" y="10963"/>
                  </a:cubicBezTo>
                  <a:lnTo>
                    <a:pt x="5430" y="10963"/>
                  </a:lnTo>
                  <a:cubicBezTo>
                    <a:pt x="4739" y="12178"/>
                    <a:pt x="3787" y="13249"/>
                    <a:pt x="2680" y="14095"/>
                  </a:cubicBezTo>
                  <a:cubicBezTo>
                    <a:pt x="1429" y="17536"/>
                    <a:pt x="525" y="21107"/>
                    <a:pt x="1" y="24715"/>
                  </a:cubicBezTo>
                  <a:cubicBezTo>
                    <a:pt x="1108" y="22131"/>
                    <a:pt x="3406" y="20238"/>
                    <a:pt x="5811" y="18762"/>
                  </a:cubicBezTo>
                  <a:cubicBezTo>
                    <a:pt x="5894" y="18702"/>
                    <a:pt x="5990" y="18667"/>
                    <a:pt x="6073" y="18607"/>
                  </a:cubicBezTo>
                  <a:cubicBezTo>
                    <a:pt x="6228" y="17250"/>
                    <a:pt x="6359" y="15881"/>
                    <a:pt x="6942" y="14654"/>
                  </a:cubicBezTo>
                  <a:cubicBezTo>
                    <a:pt x="7502" y="15571"/>
                    <a:pt x="7609" y="16643"/>
                    <a:pt x="7597" y="17726"/>
                  </a:cubicBezTo>
                  <a:cubicBezTo>
                    <a:pt x="9454" y="16678"/>
                    <a:pt x="11347" y="15690"/>
                    <a:pt x="13026" y="14392"/>
                  </a:cubicBezTo>
                  <a:cubicBezTo>
                    <a:pt x="13752" y="13821"/>
                    <a:pt x="14419" y="13214"/>
                    <a:pt x="15050" y="12547"/>
                  </a:cubicBezTo>
                  <a:cubicBezTo>
                    <a:pt x="15312" y="11106"/>
                    <a:pt x="15538" y="9654"/>
                    <a:pt x="15717" y="8213"/>
                  </a:cubicBezTo>
                  <a:cubicBezTo>
                    <a:pt x="16312" y="8701"/>
                    <a:pt x="16658" y="9439"/>
                    <a:pt x="16908" y="10177"/>
                  </a:cubicBezTo>
                  <a:cubicBezTo>
                    <a:pt x="18705" y="7451"/>
                    <a:pt x="19801" y="4260"/>
                    <a:pt x="19932" y="998"/>
                  </a:cubicBezTo>
                  <a:cubicBezTo>
                    <a:pt x="19119" y="185"/>
                    <a:pt x="17810" y="1"/>
                    <a:pt x="16789" y="1"/>
                  </a:cubicBezTo>
                  <a:close/>
                </a:path>
              </a:pathLst>
            </a:custGeom>
            <a:solidFill>
              <a:srgbClr val="4C93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3"/>
            <p:cNvSpPr/>
            <p:nvPr/>
          </p:nvSpPr>
          <p:spPr>
            <a:xfrm>
              <a:off x="6352900" y="4414125"/>
              <a:ext cx="386975" cy="408400"/>
            </a:xfrm>
            <a:custGeom>
              <a:rect b="b" l="l" r="r" t="t"/>
              <a:pathLst>
                <a:path extrusionOk="0" h="16336" w="15479">
                  <a:moveTo>
                    <a:pt x="15479" y="0"/>
                  </a:moveTo>
                  <a:cubicBezTo>
                    <a:pt x="13848" y="965"/>
                    <a:pt x="12336" y="2096"/>
                    <a:pt x="10859" y="3286"/>
                  </a:cubicBezTo>
                  <a:cubicBezTo>
                    <a:pt x="9395" y="4489"/>
                    <a:pt x="8014" y="5798"/>
                    <a:pt x="6704" y="7168"/>
                  </a:cubicBezTo>
                  <a:cubicBezTo>
                    <a:pt x="5406" y="8549"/>
                    <a:pt x="4168" y="10001"/>
                    <a:pt x="3049" y="11525"/>
                  </a:cubicBezTo>
                  <a:cubicBezTo>
                    <a:pt x="1918" y="13061"/>
                    <a:pt x="882" y="14657"/>
                    <a:pt x="1" y="16335"/>
                  </a:cubicBezTo>
                  <a:cubicBezTo>
                    <a:pt x="1191" y="14859"/>
                    <a:pt x="2370" y="13395"/>
                    <a:pt x="3573" y="11966"/>
                  </a:cubicBezTo>
                  <a:cubicBezTo>
                    <a:pt x="4799" y="10537"/>
                    <a:pt x="6049" y="9132"/>
                    <a:pt x="7347" y="7775"/>
                  </a:cubicBezTo>
                  <a:cubicBezTo>
                    <a:pt x="8621" y="6429"/>
                    <a:pt x="9966" y="5096"/>
                    <a:pt x="11312" y="3810"/>
                  </a:cubicBezTo>
                  <a:cubicBezTo>
                    <a:pt x="12669" y="2512"/>
                    <a:pt x="14074" y="1250"/>
                    <a:pt x="15479"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3"/>
            <p:cNvSpPr/>
            <p:nvPr/>
          </p:nvSpPr>
          <p:spPr>
            <a:xfrm>
              <a:off x="6573775" y="4575450"/>
              <a:ext cx="24425" cy="84550"/>
            </a:xfrm>
            <a:custGeom>
              <a:rect b="b" l="l" r="r" t="t"/>
              <a:pathLst>
                <a:path extrusionOk="0" h="3382" w="977">
                  <a:moveTo>
                    <a:pt x="834" y="0"/>
                  </a:moveTo>
                  <a:cubicBezTo>
                    <a:pt x="584" y="226"/>
                    <a:pt x="429" y="488"/>
                    <a:pt x="310" y="774"/>
                  </a:cubicBezTo>
                  <a:cubicBezTo>
                    <a:pt x="191" y="1048"/>
                    <a:pt x="95" y="1322"/>
                    <a:pt x="60" y="1608"/>
                  </a:cubicBezTo>
                  <a:cubicBezTo>
                    <a:pt x="12" y="1893"/>
                    <a:pt x="0" y="2191"/>
                    <a:pt x="24" y="2489"/>
                  </a:cubicBezTo>
                  <a:cubicBezTo>
                    <a:pt x="60" y="2786"/>
                    <a:pt x="119" y="3084"/>
                    <a:pt x="274" y="3382"/>
                  </a:cubicBezTo>
                  <a:cubicBezTo>
                    <a:pt x="488" y="3108"/>
                    <a:pt x="607" y="2846"/>
                    <a:pt x="715" y="2572"/>
                  </a:cubicBezTo>
                  <a:cubicBezTo>
                    <a:pt x="798" y="2310"/>
                    <a:pt x="869" y="2036"/>
                    <a:pt x="917" y="1762"/>
                  </a:cubicBezTo>
                  <a:cubicBezTo>
                    <a:pt x="965" y="1477"/>
                    <a:pt x="977" y="1191"/>
                    <a:pt x="977" y="905"/>
                  </a:cubicBezTo>
                  <a:cubicBezTo>
                    <a:pt x="965" y="607"/>
                    <a:pt x="929" y="334"/>
                    <a:pt x="834"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3"/>
            <p:cNvSpPr/>
            <p:nvPr/>
          </p:nvSpPr>
          <p:spPr>
            <a:xfrm>
              <a:off x="6690150" y="4457875"/>
              <a:ext cx="24725" cy="84550"/>
            </a:xfrm>
            <a:custGeom>
              <a:rect b="b" l="l" r="r" t="t"/>
              <a:pathLst>
                <a:path extrusionOk="0" h="3382" w="989">
                  <a:moveTo>
                    <a:pt x="834" y="0"/>
                  </a:moveTo>
                  <a:cubicBezTo>
                    <a:pt x="596" y="227"/>
                    <a:pt x="429" y="488"/>
                    <a:pt x="310" y="774"/>
                  </a:cubicBezTo>
                  <a:cubicBezTo>
                    <a:pt x="191" y="1048"/>
                    <a:pt x="108" y="1322"/>
                    <a:pt x="60" y="1608"/>
                  </a:cubicBezTo>
                  <a:cubicBezTo>
                    <a:pt x="12" y="1893"/>
                    <a:pt x="1" y="2191"/>
                    <a:pt x="36" y="2489"/>
                  </a:cubicBezTo>
                  <a:cubicBezTo>
                    <a:pt x="60" y="2786"/>
                    <a:pt x="120" y="3084"/>
                    <a:pt x="286" y="3382"/>
                  </a:cubicBezTo>
                  <a:cubicBezTo>
                    <a:pt x="489" y="3108"/>
                    <a:pt x="608" y="2846"/>
                    <a:pt x="715" y="2572"/>
                  </a:cubicBezTo>
                  <a:cubicBezTo>
                    <a:pt x="798" y="2310"/>
                    <a:pt x="882" y="2036"/>
                    <a:pt x="929" y="1762"/>
                  </a:cubicBezTo>
                  <a:cubicBezTo>
                    <a:pt x="965" y="1477"/>
                    <a:pt x="989" y="1191"/>
                    <a:pt x="989" y="905"/>
                  </a:cubicBezTo>
                  <a:cubicBezTo>
                    <a:pt x="965" y="608"/>
                    <a:pt x="941" y="334"/>
                    <a:pt x="834"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3"/>
            <p:cNvSpPr/>
            <p:nvPr/>
          </p:nvSpPr>
          <p:spPr>
            <a:xfrm>
              <a:off x="6452925" y="4534400"/>
              <a:ext cx="78000" cy="40175"/>
            </a:xfrm>
            <a:custGeom>
              <a:rect b="b" l="l" r="r" t="t"/>
              <a:pathLst>
                <a:path extrusionOk="0" h="1607" w="3120">
                  <a:moveTo>
                    <a:pt x="2908" y="0"/>
                  </a:moveTo>
                  <a:cubicBezTo>
                    <a:pt x="2649" y="0"/>
                    <a:pt x="2412" y="47"/>
                    <a:pt x="2167" y="94"/>
                  </a:cubicBezTo>
                  <a:cubicBezTo>
                    <a:pt x="1881" y="166"/>
                    <a:pt x="1596" y="273"/>
                    <a:pt x="1346" y="404"/>
                  </a:cubicBezTo>
                  <a:cubicBezTo>
                    <a:pt x="1096" y="523"/>
                    <a:pt x="846" y="690"/>
                    <a:pt x="619" y="880"/>
                  </a:cubicBezTo>
                  <a:cubicBezTo>
                    <a:pt x="393" y="1095"/>
                    <a:pt x="167" y="1297"/>
                    <a:pt x="0" y="1595"/>
                  </a:cubicBezTo>
                  <a:cubicBezTo>
                    <a:pt x="78" y="1603"/>
                    <a:pt x="154" y="1607"/>
                    <a:pt x="229" y="1607"/>
                  </a:cubicBezTo>
                  <a:cubicBezTo>
                    <a:pt x="473" y="1607"/>
                    <a:pt x="701" y="1566"/>
                    <a:pt x="929" y="1511"/>
                  </a:cubicBezTo>
                  <a:cubicBezTo>
                    <a:pt x="1215" y="1440"/>
                    <a:pt x="1500" y="1333"/>
                    <a:pt x="1750" y="1202"/>
                  </a:cubicBezTo>
                  <a:cubicBezTo>
                    <a:pt x="2024" y="1059"/>
                    <a:pt x="2274" y="904"/>
                    <a:pt x="2501" y="702"/>
                  </a:cubicBezTo>
                  <a:cubicBezTo>
                    <a:pt x="2739" y="511"/>
                    <a:pt x="2941" y="309"/>
                    <a:pt x="3120" y="11"/>
                  </a:cubicBezTo>
                  <a:cubicBezTo>
                    <a:pt x="3047" y="4"/>
                    <a:pt x="2977" y="0"/>
                    <a:pt x="2908"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3"/>
            <p:cNvSpPr/>
            <p:nvPr/>
          </p:nvSpPr>
          <p:spPr>
            <a:xfrm>
              <a:off x="6594000" y="4425375"/>
              <a:ext cx="88150" cy="21900"/>
            </a:xfrm>
            <a:custGeom>
              <a:rect b="b" l="l" r="r" t="t"/>
              <a:pathLst>
                <a:path extrusionOk="0" h="876" w="3526">
                  <a:moveTo>
                    <a:pt x="1858" y="0"/>
                  </a:moveTo>
                  <a:cubicBezTo>
                    <a:pt x="1818" y="0"/>
                    <a:pt x="1779" y="1"/>
                    <a:pt x="1739" y="3"/>
                  </a:cubicBezTo>
                  <a:cubicBezTo>
                    <a:pt x="1453" y="3"/>
                    <a:pt x="1156" y="50"/>
                    <a:pt x="870" y="122"/>
                  </a:cubicBezTo>
                  <a:cubicBezTo>
                    <a:pt x="584" y="205"/>
                    <a:pt x="287" y="300"/>
                    <a:pt x="1" y="503"/>
                  </a:cubicBezTo>
                  <a:cubicBezTo>
                    <a:pt x="298" y="681"/>
                    <a:pt x="596" y="753"/>
                    <a:pt x="894" y="812"/>
                  </a:cubicBezTo>
                  <a:cubicBezTo>
                    <a:pt x="1125" y="858"/>
                    <a:pt x="1348" y="876"/>
                    <a:pt x="1576" y="876"/>
                  </a:cubicBezTo>
                  <a:cubicBezTo>
                    <a:pt x="1642" y="876"/>
                    <a:pt x="1708" y="874"/>
                    <a:pt x="1775" y="872"/>
                  </a:cubicBezTo>
                  <a:cubicBezTo>
                    <a:pt x="2073" y="860"/>
                    <a:pt x="2370" y="812"/>
                    <a:pt x="2656" y="741"/>
                  </a:cubicBezTo>
                  <a:cubicBezTo>
                    <a:pt x="2954" y="657"/>
                    <a:pt x="3239" y="562"/>
                    <a:pt x="3525" y="360"/>
                  </a:cubicBezTo>
                  <a:cubicBezTo>
                    <a:pt x="3227" y="205"/>
                    <a:pt x="2930" y="110"/>
                    <a:pt x="2608" y="62"/>
                  </a:cubicBezTo>
                  <a:cubicBezTo>
                    <a:pt x="2351" y="31"/>
                    <a:pt x="2111" y="0"/>
                    <a:pt x="1858"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3"/>
            <p:cNvSpPr/>
            <p:nvPr/>
          </p:nvSpPr>
          <p:spPr>
            <a:xfrm>
              <a:off x="6385050" y="4517400"/>
              <a:ext cx="76825" cy="133675"/>
            </a:xfrm>
            <a:custGeom>
              <a:rect b="b" l="l" r="r" t="t"/>
              <a:pathLst>
                <a:path extrusionOk="0" h="5347" w="3073">
                  <a:moveTo>
                    <a:pt x="3072" y="1"/>
                  </a:moveTo>
                  <a:cubicBezTo>
                    <a:pt x="2894" y="429"/>
                    <a:pt x="2596" y="822"/>
                    <a:pt x="2310" y="1191"/>
                  </a:cubicBezTo>
                  <a:cubicBezTo>
                    <a:pt x="1346" y="2453"/>
                    <a:pt x="334" y="3787"/>
                    <a:pt x="1" y="5346"/>
                  </a:cubicBezTo>
                  <a:cubicBezTo>
                    <a:pt x="370" y="4799"/>
                    <a:pt x="715" y="4227"/>
                    <a:pt x="1025" y="3644"/>
                  </a:cubicBezTo>
                  <a:cubicBezTo>
                    <a:pt x="1429" y="2906"/>
                    <a:pt x="1787" y="2120"/>
                    <a:pt x="2334" y="1477"/>
                  </a:cubicBezTo>
                  <a:cubicBezTo>
                    <a:pt x="2608" y="1179"/>
                    <a:pt x="2894" y="882"/>
                    <a:pt x="3013" y="489"/>
                  </a:cubicBezTo>
                  <a:lnTo>
                    <a:pt x="3072" y="1"/>
                  </a:ln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3"/>
            <p:cNvSpPr/>
            <p:nvPr/>
          </p:nvSpPr>
          <p:spPr>
            <a:xfrm>
              <a:off x="6293075" y="4750475"/>
              <a:ext cx="48550" cy="176225"/>
            </a:xfrm>
            <a:custGeom>
              <a:rect b="b" l="l" r="r" t="t"/>
              <a:pathLst>
                <a:path extrusionOk="0" h="7049" w="1942">
                  <a:moveTo>
                    <a:pt x="1941" y="0"/>
                  </a:moveTo>
                  <a:cubicBezTo>
                    <a:pt x="1346" y="1215"/>
                    <a:pt x="929" y="2524"/>
                    <a:pt x="703" y="3846"/>
                  </a:cubicBezTo>
                  <a:cubicBezTo>
                    <a:pt x="524" y="4941"/>
                    <a:pt x="453" y="6049"/>
                    <a:pt x="1" y="7049"/>
                  </a:cubicBezTo>
                  <a:cubicBezTo>
                    <a:pt x="179" y="6727"/>
                    <a:pt x="441" y="6441"/>
                    <a:pt x="596" y="6096"/>
                  </a:cubicBezTo>
                  <a:cubicBezTo>
                    <a:pt x="870" y="5560"/>
                    <a:pt x="882" y="4953"/>
                    <a:pt x="941" y="4370"/>
                  </a:cubicBezTo>
                  <a:cubicBezTo>
                    <a:pt x="1060" y="3036"/>
                    <a:pt x="1310" y="1679"/>
                    <a:pt x="1775" y="417"/>
                  </a:cubicBezTo>
                  <a:lnTo>
                    <a:pt x="1941" y="0"/>
                  </a:ln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3"/>
            <p:cNvSpPr/>
            <p:nvPr/>
          </p:nvSpPr>
          <p:spPr>
            <a:xfrm>
              <a:off x="7189925" y="4356200"/>
              <a:ext cx="574800" cy="436250"/>
            </a:xfrm>
            <a:custGeom>
              <a:rect b="b" l="l" r="r" t="t"/>
              <a:pathLst>
                <a:path extrusionOk="0" h="17450" w="22992">
                  <a:moveTo>
                    <a:pt x="6193" y="1"/>
                  </a:moveTo>
                  <a:cubicBezTo>
                    <a:pt x="4959" y="1"/>
                    <a:pt x="3770" y="238"/>
                    <a:pt x="2560" y="745"/>
                  </a:cubicBezTo>
                  <a:cubicBezTo>
                    <a:pt x="2560" y="745"/>
                    <a:pt x="2559" y="745"/>
                    <a:pt x="2558" y="745"/>
                  </a:cubicBezTo>
                  <a:cubicBezTo>
                    <a:pt x="2476" y="745"/>
                    <a:pt x="1" y="1952"/>
                    <a:pt x="48" y="3627"/>
                  </a:cubicBezTo>
                  <a:cubicBezTo>
                    <a:pt x="2167" y="5425"/>
                    <a:pt x="4405" y="6913"/>
                    <a:pt x="6727" y="8104"/>
                  </a:cubicBezTo>
                  <a:cubicBezTo>
                    <a:pt x="6608" y="7484"/>
                    <a:pt x="6513" y="6865"/>
                    <a:pt x="6727" y="6282"/>
                  </a:cubicBezTo>
                  <a:cubicBezTo>
                    <a:pt x="7489" y="7222"/>
                    <a:pt x="8227" y="8163"/>
                    <a:pt x="8930" y="9116"/>
                  </a:cubicBezTo>
                  <a:cubicBezTo>
                    <a:pt x="9597" y="9377"/>
                    <a:pt x="10299" y="9651"/>
                    <a:pt x="11002" y="9878"/>
                  </a:cubicBezTo>
                  <a:cubicBezTo>
                    <a:pt x="12633" y="10413"/>
                    <a:pt x="14347" y="10806"/>
                    <a:pt x="16062" y="11437"/>
                  </a:cubicBezTo>
                  <a:cubicBezTo>
                    <a:pt x="15835" y="10568"/>
                    <a:pt x="15633" y="9675"/>
                    <a:pt x="15847" y="8842"/>
                  </a:cubicBezTo>
                  <a:lnTo>
                    <a:pt x="15847" y="8842"/>
                  </a:lnTo>
                  <a:cubicBezTo>
                    <a:pt x="16669" y="9770"/>
                    <a:pt x="17098" y="10901"/>
                    <a:pt x="17455" y="12021"/>
                  </a:cubicBezTo>
                  <a:cubicBezTo>
                    <a:pt x="17526" y="12056"/>
                    <a:pt x="17621" y="12092"/>
                    <a:pt x="17693" y="12140"/>
                  </a:cubicBezTo>
                  <a:cubicBezTo>
                    <a:pt x="19895" y="13176"/>
                    <a:pt x="22086" y="14997"/>
                    <a:pt x="22991" y="17450"/>
                  </a:cubicBezTo>
                  <a:cubicBezTo>
                    <a:pt x="22562" y="14188"/>
                    <a:pt x="21300" y="10866"/>
                    <a:pt x="19241" y="7913"/>
                  </a:cubicBezTo>
                  <a:cubicBezTo>
                    <a:pt x="18050" y="7222"/>
                    <a:pt x="16907" y="6425"/>
                    <a:pt x="15859" y="5532"/>
                  </a:cubicBezTo>
                  <a:lnTo>
                    <a:pt x="15859" y="5532"/>
                  </a:lnTo>
                  <a:cubicBezTo>
                    <a:pt x="16431" y="5591"/>
                    <a:pt x="16990" y="5663"/>
                    <a:pt x="17562" y="5746"/>
                  </a:cubicBezTo>
                  <a:cubicBezTo>
                    <a:pt x="15847" y="3782"/>
                    <a:pt x="13680" y="2079"/>
                    <a:pt x="11204" y="1079"/>
                  </a:cubicBezTo>
                  <a:cubicBezTo>
                    <a:pt x="10894" y="1138"/>
                    <a:pt x="10585" y="1210"/>
                    <a:pt x="10263" y="1281"/>
                  </a:cubicBezTo>
                  <a:cubicBezTo>
                    <a:pt x="9894" y="1365"/>
                    <a:pt x="9513" y="1400"/>
                    <a:pt x="9120" y="1436"/>
                  </a:cubicBezTo>
                  <a:cubicBezTo>
                    <a:pt x="9047" y="1441"/>
                    <a:pt x="8973" y="1446"/>
                    <a:pt x="8896" y="1446"/>
                  </a:cubicBezTo>
                  <a:cubicBezTo>
                    <a:pt x="8786" y="1446"/>
                    <a:pt x="8673" y="1436"/>
                    <a:pt x="8561" y="1400"/>
                  </a:cubicBezTo>
                  <a:cubicBezTo>
                    <a:pt x="8358" y="1365"/>
                    <a:pt x="8180" y="1234"/>
                    <a:pt x="8108" y="1079"/>
                  </a:cubicBezTo>
                  <a:cubicBezTo>
                    <a:pt x="8513" y="865"/>
                    <a:pt x="8942" y="650"/>
                    <a:pt x="9394" y="472"/>
                  </a:cubicBezTo>
                  <a:cubicBezTo>
                    <a:pt x="8271" y="164"/>
                    <a:pt x="7217" y="1"/>
                    <a:pt x="6193" y="1"/>
                  </a:cubicBezTo>
                  <a:close/>
                </a:path>
              </a:pathLst>
            </a:custGeom>
            <a:solidFill>
              <a:srgbClr val="4C93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3"/>
            <p:cNvSpPr/>
            <p:nvPr/>
          </p:nvSpPr>
          <p:spPr>
            <a:xfrm>
              <a:off x="7216100" y="4433425"/>
              <a:ext cx="463475" cy="201875"/>
            </a:xfrm>
            <a:custGeom>
              <a:rect b="b" l="l" r="r" t="t"/>
              <a:pathLst>
                <a:path extrusionOk="0" h="8075" w="18539">
                  <a:moveTo>
                    <a:pt x="2427" y="0"/>
                  </a:moveTo>
                  <a:cubicBezTo>
                    <a:pt x="1606" y="0"/>
                    <a:pt x="794" y="60"/>
                    <a:pt x="1" y="193"/>
                  </a:cubicBezTo>
                  <a:cubicBezTo>
                    <a:pt x="1692" y="216"/>
                    <a:pt x="3370" y="395"/>
                    <a:pt x="5037" y="728"/>
                  </a:cubicBezTo>
                  <a:cubicBezTo>
                    <a:pt x="6704" y="1050"/>
                    <a:pt x="8335" y="1562"/>
                    <a:pt x="9919" y="2228"/>
                  </a:cubicBezTo>
                  <a:cubicBezTo>
                    <a:pt x="11490" y="2883"/>
                    <a:pt x="13026" y="3717"/>
                    <a:pt x="14467" y="4705"/>
                  </a:cubicBezTo>
                  <a:cubicBezTo>
                    <a:pt x="15920" y="5693"/>
                    <a:pt x="17253" y="6824"/>
                    <a:pt x="18539" y="8074"/>
                  </a:cubicBezTo>
                  <a:cubicBezTo>
                    <a:pt x="17479" y="6646"/>
                    <a:pt x="16181" y="5372"/>
                    <a:pt x="14765" y="4264"/>
                  </a:cubicBezTo>
                  <a:cubicBezTo>
                    <a:pt x="13336" y="3181"/>
                    <a:pt x="11776" y="2288"/>
                    <a:pt x="10145" y="1586"/>
                  </a:cubicBezTo>
                  <a:cubicBezTo>
                    <a:pt x="8502" y="907"/>
                    <a:pt x="6787" y="431"/>
                    <a:pt x="5085" y="193"/>
                  </a:cubicBezTo>
                  <a:cubicBezTo>
                    <a:pt x="4198" y="69"/>
                    <a:pt x="3308" y="0"/>
                    <a:pt x="2427"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3"/>
            <p:cNvSpPr/>
            <p:nvPr/>
          </p:nvSpPr>
          <p:spPr>
            <a:xfrm>
              <a:off x="7404525" y="4482875"/>
              <a:ext cx="46150" cy="57775"/>
            </a:xfrm>
            <a:custGeom>
              <a:rect b="b" l="l" r="r" t="t"/>
              <a:pathLst>
                <a:path extrusionOk="0" h="2311" w="1846">
                  <a:moveTo>
                    <a:pt x="1" y="0"/>
                  </a:moveTo>
                  <a:lnTo>
                    <a:pt x="1" y="0"/>
                  </a:lnTo>
                  <a:cubicBezTo>
                    <a:pt x="72" y="262"/>
                    <a:pt x="179" y="489"/>
                    <a:pt x="298" y="703"/>
                  </a:cubicBezTo>
                  <a:cubicBezTo>
                    <a:pt x="417" y="905"/>
                    <a:pt x="548" y="1096"/>
                    <a:pt x="703" y="1298"/>
                  </a:cubicBezTo>
                  <a:cubicBezTo>
                    <a:pt x="846" y="1489"/>
                    <a:pt x="1013" y="1667"/>
                    <a:pt x="1191" y="1822"/>
                  </a:cubicBezTo>
                  <a:cubicBezTo>
                    <a:pt x="1382" y="2013"/>
                    <a:pt x="1584" y="2167"/>
                    <a:pt x="1834" y="2310"/>
                  </a:cubicBezTo>
                  <a:cubicBezTo>
                    <a:pt x="1846" y="2036"/>
                    <a:pt x="1775" y="1798"/>
                    <a:pt x="1679" y="1560"/>
                  </a:cubicBezTo>
                  <a:cubicBezTo>
                    <a:pt x="1584" y="1334"/>
                    <a:pt x="1465" y="1120"/>
                    <a:pt x="1298" y="917"/>
                  </a:cubicBezTo>
                  <a:cubicBezTo>
                    <a:pt x="1144" y="727"/>
                    <a:pt x="953" y="548"/>
                    <a:pt x="751" y="381"/>
                  </a:cubicBezTo>
                  <a:cubicBezTo>
                    <a:pt x="524" y="227"/>
                    <a:pt x="298" y="84"/>
                    <a:pt x="1"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3"/>
            <p:cNvSpPr/>
            <p:nvPr/>
          </p:nvSpPr>
          <p:spPr>
            <a:xfrm>
              <a:off x="7260750" y="4450725"/>
              <a:ext cx="54200" cy="48550"/>
            </a:xfrm>
            <a:custGeom>
              <a:rect b="b" l="l" r="r" t="t"/>
              <a:pathLst>
                <a:path extrusionOk="0" h="1942" w="2168">
                  <a:moveTo>
                    <a:pt x="1" y="1"/>
                  </a:moveTo>
                  <a:lnTo>
                    <a:pt x="1" y="1"/>
                  </a:lnTo>
                  <a:cubicBezTo>
                    <a:pt x="132" y="263"/>
                    <a:pt x="275" y="453"/>
                    <a:pt x="406" y="655"/>
                  </a:cubicBezTo>
                  <a:cubicBezTo>
                    <a:pt x="560" y="834"/>
                    <a:pt x="727" y="1001"/>
                    <a:pt x="894" y="1167"/>
                  </a:cubicBezTo>
                  <a:cubicBezTo>
                    <a:pt x="1084" y="1310"/>
                    <a:pt x="1263" y="1465"/>
                    <a:pt x="1465" y="1596"/>
                  </a:cubicBezTo>
                  <a:cubicBezTo>
                    <a:pt x="1668" y="1727"/>
                    <a:pt x="1894" y="1846"/>
                    <a:pt x="2168" y="1941"/>
                  </a:cubicBezTo>
                  <a:cubicBezTo>
                    <a:pt x="2132" y="1667"/>
                    <a:pt x="2025" y="1453"/>
                    <a:pt x="1894" y="1239"/>
                  </a:cubicBezTo>
                  <a:cubicBezTo>
                    <a:pt x="1763" y="1036"/>
                    <a:pt x="1620" y="834"/>
                    <a:pt x="1418" y="679"/>
                  </a:cubicBezTo>
                  <a:cubicBezTo>
                    <a:pt x="1239" y="513"/>
                    <a:pt x="1037" y="358"/>
                    <a:pt x="799" y="239"/>
                  </a:cubicBezTo>
                  <a:cubicBezTo>
                    <a:pt x="560" y="120"/>
                    <a:pt x="298" y="36"/>
                    <a:pt x="1" y="1"/>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3"/>
            <p:cNvSpPr/>
            <p:nvPr/>
          </p:nvSpPr>
          <p:spPr>
            <a:xfrm>
              <a:off x="7433700" y="4425350"/>
              <a:ext cx="82175" cy="19275"/>
            </a:xfrm>
            <a:custGeom>
              <a:rect b="b" l="l" r="r" t="t"/>
              <a:pathLst>
                <a:path extrusionOk="0" h="771" w="3287">
                  <a:moveTo>
                    <a:pt x="1188" y="1"/>
                  </a:moveTo>
                  <a:cubicBezTo>
                    <a:pt x="1051" y="1"/>
                    <a:pt x="917" y="9"/>
                    <a:pt x="786" y="27"/>
                  </a:cubicBezTo>
                  <a:cubicBezTo>
                    <a:pt x="512" y="51"/>
                    <a:pt x="250" y="111"/>
                    <a:pt x="0" y="242"/>
                  </a:cubicBezTo>
                  <a:cubicBezTo>
                    <a:pt x="274" y="408"/>
                    <a:pt x="548" y="516"/>
                    <a:pt x="846" y="575"/>
                  </a:cubicBezTo>
                  <a:cubicBezTo>
                    <a:pt x="1108" y="658"/>
                    <a:pt x="1393" y="706"/>
                    <a:pt x="1655" y="742"/>
                  </a:cubicBezTo>
                  <a:cubicBezTo>
                    <a:pt x="1865" y="759"/>
                    <a:pt x="2067" y="770"/>
                    <a:pt x="2264" y="770"/>
                  </a:cubicBezTo>
                  <a:cubicBezTo>
                    <a:pt x="2336" y="770"/>
                    <a:pt x="2407" y="769"/>
                    <a:pt x="2477" y="766"/>
                  </a:cubicBezTo>
                  <a:cubicBezTo>
                    <a:pt x="2751" y="754"/>
                    <a:pt x="3013" y="706"/>
                    <a:pt x="3286" y="599"/>
                  </a:cubicBezTo>
                  <a:cubicBezTo>
                    <a:pt x="3001" y="408"/>
                    <a:pt x="2715" y="289"/>
                    <a:pt x="2441" y="206"/>
                  </a:cubicBezTo>
                  <a:cubicBezTo>
                    <a:pt x="2155" y="111"/>
                    <a:pt x="1870" y="51"/>
                    <a:pt x="1608" y="27"/>
                  </a:cubicBezTo>
                  <a:cubicBezTo>
                    <a:pt x="1465" y="9"/>
                    <a:pt x="1325" y="1"/>
                    <a:pt x="1188" y="1"/>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3"/>
            <p:cNvSpPr/>
            <p:nvPr/>
          </p:nvSpPr>
          <p:spPr>
            <a:xfrm>
              <a:off x="7267300" y="4385700"/>
              <a:ext cx="64325" cy="36775"/>
            </a:xfrm>
            <a:custGeom>
              <a:rect b="b" l="l" r="r" t="t"/>
              <a:pathLst>
                <a:path extrusionOk="0" h="1471" w="2573">
                  <a:moveTo>
                    <a:pt x="2429" y="1"/>
                  </a:moveTo>
                  <a:cubicBezTo>
                    <a:pt x="2166" y="1"/>
                    <a:pt x="1928" y="54"/>
                    <a:pt x="1715" y="125"/>
                  </a:cubicBezTo>
                  <a:cubicBezTo>
                    <a:pt x="1453" y="197"/>
                    <a:pt x="1215" y="304"/>
                    <a:pt x="1013" y="423"/>
                  </a:cubicBezTo>
                  <a:cubicBezTo>
                    <a:pt x="798" y="554"/>
                    <a:pt x="608" y="697"/>
                    <a:pt x="429" y="863"/>
                  </a:cubicBezTo>
                  <a:cubicBezTo>
                    <a:pt x="251" y="1030"/>
                    <a:pt x="108" y="1220"/>
                    <a:pt x="1" y="1470"/>
                  </a:cubicBezTo>
                  <a:cubicBezTo>
                    <a:pt x="298" y="1459"/>
                    <a:pt x="560" y="1387"/>
                    <a:pt x="822" y="1316"/>
                  </a:cubicBezTo>
                  <a:cubicBezTo>
                    <a:pt x="1072" y="1220"/>
                    <a:pt x="1299" y="1113"/>
                    <a:pt x="1513" y="994"/>
                  </a:cubicBezTo>
                  <a:cubicBezTo>
                    <a:pt x="1727" y="875"/>
                    <a:pt x="1930" y="744"/>
                    <a:pt x="2108" y="578"/>
                  </a:cubicBezTo>
                  <a:cubicBezTo>
                    <a:pt x="2287" y="423"/>
                    <a:pt x="2453" y="244"/>
                    <a:pt x="2573" y="6"/>
                  </a:cubicBezTo>
                  <a:cubicBezTo>
                    <a:pt x="2524" y="2"/>
                    <a:pt x="2476" y="1"/>
                    <a:pt x="2429" y="1"/>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3"/>
            <p:cNvSpPr/>
            <p:nvPr/>
          </p:nvSpPr>
          <p:spPr>
            <a:xfrm>
              <a:off x="7480425" y="4397150"/>
              <a:ext cx="123850" cy="93200"/>
            </a:xfrm>
            <a:custGeom>
              <a:rect b="b" l="l" r="r" t="t"/>
              <a:pathLst>
                <a:path extrusionOk="0" h="3728" w="4954">
                  <a:moveTo>
                    <a:pt x="1" y="0"/>
                  </a:moveTo>
                  <a:lnTo>
                    <a:pt x="1" y="0"/>
                  </a:lnTo>
                  <a:cubicBezTo>
                    <a:pt x="108" y="120"/>
                    <a:pt x="215" y="262"/>
                    <a:pt x="310" y="393"/>
                  </a:cubicBezTo>
                  <a:cubicBezTo>
                    <a:pt x="596" y="655"/>
                    <a:pt x="977" y="810"/>
                    <a:pt x="1334" y="989"/>
                  </a:cubicBezTo>
                  <a:cubicBezTo>
                    <a:pt x="2108" y="1358"/>
                    <a:pt x="2763" y="1929"/>
                    <a:pt x="3418" y="2477"/>
                  </a:cubicBezTo>
                  <a:cubicBezTo>
                    <a:pt x="3930" y="2906"/>
                    <a:pt x="4442" y="3322"/>
                    <a:pt x="4954" y="3727"/>
                  </a:cubicBezTo>
                  <a:cubicBezTo>
                    <a:pt x="4096" y="2429"/>
                    <a:pt x="2668" y="1513"/>
                    <a:pt x="1239" y="751"/>
                  </a:cubicBezTo>
                  <a:cubicBezTo>
                    <a:pt x="810" y="524"/>
                    <a:pt x="370" y="298"/>
                    <a:pt x="1" y="0"/>
                  </a:cubicBez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3"/>
            <p:cNvSpPr/>
            <p:nvPr/>
          </p:nvSpPr>
          <p:spPr>
            <a:xfrm>
              <a:off x="7672725" y="4571275"/>
              <a:ext cx="70550" cy="157200"/>
            </a:xfrm>
            <a:custGeom>
              <a:rect b="b" l="l" r="r" t="t"/>
              <a:pathLst>
                <a:path extrusionOk="0" h="6288" w="2822">
                  <a:moveTo>
                    <a:pt x="0" y="1"/>
                  </a:moveTo>
                  <a:lnTo>
                    <a:pt x="0" y="1"/>
                  </a:lnTo>
                  <a:cubicBezTo>
                    <a:pt x="83" y="143"/>
                    <a:pt x="167" y="263"/>
                    <a:pt x="262" y="358"/>
                  </a:cubicBezTo>
                  <a:cubicBezTo>
                    <a:pt x="976" y="1465"/>
                    <a:pt x="1453" y="2668"/>
                    <a:pt x="1750" y="3858"/>
                  </a:cubicBezTo>
                  <a:cubicBezTo>
                    <a:pt x="1869" y="4394"/>
                    <a:pt x="1965" y="4930"/>
                    <a:pt x="2238" y="5406"/>
                  </a:cubicBezTo>
                  <a:cubicBezTo>
                    <a:pt x="2405" y="5704"/>
                    <a:pt x="2655" y="5978"/>
                    <a:pt x="2822" y="6287"/>
                  </a:cubicBezTo>
                  <a:cubicBezTo>
                    <a:pt x="2369" y="5358"/>
                    <a:pt x="2191" y="4370"/>
                    <a:pt x="1869" y="3394"/>
                  </a:cubicBezTo>
                  <a:cubicBezTo>
                    <a:pt x="1465" y="2203"/>
                    <a:pt x="822" y="1048"/>
                    <a:pt x="0" y="1"/>
                  </a:cubicBez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3"/>
            <p:cNvSpPr/>
            <p:nvPr/>
          </p:nvSpPr>
          <p:spPr>
            <a:xfrm>
              <a:off x="6868450" y="2939825"/>
              <a:ext cx="274175" cy="772150"/>
            </a:xfrm>
            <a:custGeom>
              <a:rect b="b" l="l" r="r" t="t"/>
              <a:pathLst>
                <a:path extrusionOk="0" h="30886" w="10967">
                  <a:moveTo>
                    <a:pt x="5942" y="1"/>
                  </a:moveTo>
                  <a:lnTo>
                    <a:pt x="5942" y="1"/>
                  </a:lnTo>
                  <a:cubicBezTo>
                    <a:pt x="6454" y="2775"/>
                    <a:pt x="5608" y="5632"/>
                    <a:pt x="4430" y="8192"/>
                  </a:cubicBezTo>
                  <a:cubicBezTo>
                    <a:pt x="4382" y="8275"/>
                    <a:pt x="4346" y="8383"/>
                    <a:pt x="4299" y="8466"/>
                  </a:cubicBezTo>
                  <a:cubicBezTo>
                    <a:pt x="4941" y="9692"/>
                    <a:pt x="5573" y="10883"/>
                    <a:pt x="5775" y="12240"/>
                  </a:cubicBezTo>
                  <a:cubicBezTo>
                    <a:pt x="4811" y="11788"/>
                    <a:pt x="4108" y="10966"/>
                    <a:pt x="3525" y="10061"/>
                  </a:cubicBezTo>
                  <a:cubicBezTo>
                    <a:pt x="2560" y="11966"/>
                    <a:pt x="1548" y="13848"/>
                    <a:pt x="881" y="15872"/>
                  </a:cubicBezTo>
                  <a:cubicBezTo>
                    <a:pt x="596" y="16729"/>
                    <a:pt x="369" y="17622"/>
                    <a:pt x="239" y="18527"/>
                  </a:cubicBezTo>
                  <a:cubicBezTo>
                    <a:pt x="798" y="19884"/>
                    <a:pt x="1405" y="21206"/>
                    <a:pt x="2084" y="22503"/>
                  </a:cubicBezTo>
                  <a:cubicBezTo>
                    <a:pt x="1310" y="22432"/>
                    <a:pt x="620" y="22015"/>
                    <a:pt x="0" y="21539"/>
                  </a:cubicBezTo>
                  <a:lnTo>
                    <a:pt x="0" y="21539"/>
                  </a:lnTo>
                  <a:cubicBezTo>
                    <a:pt x="12" y="24801"/>
                    <a:pt x="905" y="28052"/>
                    <a:pt x="2596" y="30838"/>
                  </a:cubicBezTo>
                  <a:cubicBezTo>
                    <a:pt x="2765" y="30871"/>
                    <a:pt x="2936" y="30886"/>
                    <a:pt x="3106" y="30886"/>
                  </a:cubicBezTo>
                  <a:cubicBezTo>
                    <a:pt x="5022" y="30886"/>
                    <a:pt x="6930" y="28968"/>
                    <a:pt x="6930" y="28968"/>
                  </a:cubicBezTo>
                  <a:cubicBezTo>
                    <a:pt x="8835" y="27028"/>
                    <a:pt x="9728" y="25111"/>
                    <a:pt x="10275" y="22658"/>
                  </a:cubicBezTo>
                  <a:lnTo>
                    <a:pt x="10275" y="22658"/>
                  </a:lnTo>
                  <a:cubicBezTo>
                    <a:pt x="9835" y="22968"/>
                    <a:pt x="9359" y="23265"/>
                    <a:pt x="8882" y="23527"/>
                  </a:cubicBezTo>
                  <a:cubicBezTo>
                    <a:pt x="8728" y="23396"/>
                    <a:pt x="8692" y="23170"/>
                    <a:pt x="8728" y="22980"/>
                  </a:cubicBezTo>
                  <a:cubicBezTo>
                    <a:pt x="8775" y="22789"/>
                    <a:pt x="8882" y="22610"/>
                    <a:pt x="9002" y="22444"/>
                  </a:cubicBezTo>
                  <a:cubicBezTo>
                    <a:pt x="9240" y="22099"/>
                    <a:pt x="9525" y="21789"/>
                    <a:pt x="9823" y="21491"/>
                  </a:cubicBezTo>
                  <a:cubicBezTo>
                    <a:pt x="10073" y="21253"/>
                    <a:pt x="10359" y="21027"/>
                    <a:pt x="10609" y="20777"/>
                  </a:cubicBezTo>
                  <a:cubicBezTo>
                    <a:pt x="10966" y="18205"/>
                    <a:pt x="10704" y="15574"/>
                    <a:pt x="10228" y="13014"/>
                  </a:cubicBezTo>
                  <a:cubicBezTo>
                    <a:pt x="9847" y="13490"/>
                    <a:pt x="9466" y="13978"/>
                    <a:pt x="9097" y="14455"/>
                  </a:cubicBezTo>
                  <a:cubicBezTo>
                    <a:pt x="9002" y="13050"/>
                    <a:pt x="9192" y="11645"/>
                    <a:pt x="9644" y="10311"/>
                  </a:cubicBezTo>
                  <a:cubicBezTo>
                    <a:pt x="8763" y="6763"/>
                    <a:pt x="7525" y="3287"/>
                    <a:pt x="5942" y="1"/>
                  </a:cubicBezTo>
                  <a:close/>
                </a:path>
              </a:pathLst>
            </a:custGeom>
            <a:solidFill>
              <a:srgbClr val="4C93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3"/>
            <p:cNvSpPr/>
            <p:nvPr/>
          </p:nvSpPr>
          <p:spPr>
            <a:xfrm>
              <a:off x="6950600" y="3130325"/>
              <a:ext cx="99450" cy="555150"/>
            </a:xfrm>
            <a:custGeom>
              <a:rect b="b" l="l" r="r" t="t"/>
              <a:pathLst>
                <a:path extrusionOk="0" h="22206" w="3978">
                  <a:moveTo>
                    <a:pt x="3739" y="1"/>
                  </a:moveTo>
                  <a:cubicBezTo>
                    <a:pt x="3572" y="1894"/>
                    <a:pt x="3430" y="3763"/>
                    <a:pt x="3215" y="5620"/>
                  </a:cubicBezTo>
                  <a:cubicBezTo>
                    <a:pt x="3013" y="7490"/>
                    <a:pt x="2739" y="9347"/>
                    <a:pt x="2429" y="11192"/>
                  </a:cubicBezTo>
                  <a:cubicBezTo>
                    <a:pt x="2120" y="13038"/>
                    <a:pt x="1739" y="14883"/>
                    <a:pt x="1346" y="16717"/>
                  </a:cubicBezTo>
                  <a:cubicBezTo>
                    <a:pt x="929" y="18550"/>
                    <a:pt x="477" y="20372"/>
                    <a:pt x="1" y="22206"/>
                  </a:cubicBezTo>
                  <a:cubicBezTo>
                    <a:pt x="822" y="20491"/>
                    <a:pt x="1465" y="18693"/>
                    <a:pt x="2013" y="16884"/>
                  </a:cubicBezTo>
                  <a:cubicBezTo>
                    <a:pt x="2548" y="15062"/>
                    <a:pt x="2965" y="13216"/>
                    <a:pt x="3287" y="11347"/>
                  </a:cubicBezTo>
                  <a:cubicBezTo>
                    <a:pt x="3584" y="9466"/>
                    <a:pt x="3811" y="7573"/>
                    <a:pt x="3906" y="5692"/>
                  </a:cubicBezTo>
                  <a:cubicBezTo>
                    <a:pt x="3977" y="3787"/>
                    <a:pt x="3941" y="1894"/>
                    <a:pt x="3739" y="1"/>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3"/>
            <p:cNvSpPr/>
            <p:nvPr/>
          </p:nvSpPr>
          <p:spPr>
            <a:xfrm>
              <a:off x="6945850" y="3392550"/>
              <a:ext cx="37825" cy="78025"/>
            </a:xfrm>
            <a:custGeom>
              <a:rect b="b" l="l" r="r" t="t"/>
              <a:pathLst>
                <a:path extrusionOk="0" h="3121" w="1513">
                  <a:moveTo>
                    <a:pt x="24" y="1"/>
                  </a:moveTo>
                  <a:cubicBezTo>
                    <a:pt x="0" y="346"/>
                    <a:pt x="60" y="632"/>
                    <a:pt x="119" y="906"/>
                  </a:cubicBezTo>
                  <a:cubicBezTo>
                    <a:pt x="191" y="1192"/>
                    <a:pt x="274" y="1465"/>
                    <a:pt x="393" y="1715"/>
                  </a:cubicBezTo>
                  <a:cubicBezTo>
                    <a:pt x="524" y="1965"/>
                    <a:pt x="655" y="2204"/>
                    <a:pt x="822" y="2442"/>
                  </a:cubicBezTo>
                  <a:cubicBezTo>
                    <a:pt x="988" y="2680"/>
                    <a:pt x="1167" y="2906"/>
                    <a:pt x="1441" y="3120"/>
                  </a:cubicBezTo>
                  <a:cubicBezTo>
                    <a:pt x="1512" y="2775"/>
                    <a:pt x="1488" y="2477"/>
                    <a:pt x="1441" y="2180"/>
                  </a:cubicBezTo>
                  <a:cubicBezTo>
                    <a:pt x="1393" y="1894"/>
                    <a:pt x="1310" y="1608"/>
                    <a:pt x="1191" y="1346"/>
                  </a:cubicBezTo>
                  <a:cubicBezTo>
                    <a:pt x="1072" y="1073"/>
                    <a:pt x="917" y="822"/>
                    <a:pt x="726" y="596"/>
                  </a:cubicBezTo>
                  <a:cubicBezTo>
                    <a:pt x="548" y="382"/>
                    <a:pt x="321" y="168"/>
                    <a:pt x="24" y="1"/>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3"/>
            <p:cNvSpPr/>
            <p:nvPr/>
          </p:nvSpPr>
          <p:spPr>
            <a:xfrm>
              <a:off x="6914000" y="3555375"/>
              <a:ext cx="38125" cy="77725"/>
            </a:xfrm>
            <a:custGeom>
              <a:rect b="b" l="l" r="r" t="t"/>
              <a:pathLst>
                <a:path extrusionOk="0" h="3109" w="1525">
                  <a:moveTo>
                    <a:pt x="36" y="1"/>
                  </a:moveTo>
                  <a:cubicBezTo>
                    <a:pt x="0" y="334"/>
                    <a:pt x="60" y="620"/>
                    <a:pt x="119" y="906"/>
                  </a:cubicBezTo>
                  <a:cubicBezTo>
                    <a:pt x="202" y="1191"/>
                    <a:pt x="286" y="1453"/>
                    <a:pt x="405" y="1703"/>
                  </a:cubicBezTo>
                  <a:cubicBezTo>
                    <a:pt x="524" y="1965"/>
                    <a:pt x="667" y="2203"/>
                    <a:pt x="822" y="2441"/>
                  </a:cubicBezTo>
                  <a:cubicBezTo>
                    <a:pt x="1000" y="2680"/>
                    <a:pt x="1179" y="2894"/>
                    <a:pt x="1453" y="3108"/>
                  </a:cubicBezTo>
                  <a:cubicBezTo>
                    <a:pt x="1524" y="2775"/>
                    <a:pt x="1512" y="2465"/>
                    <a:pt x="1453" y="2168"/>
                  </a:cubicBezTo>
                  <a:cubicBezTo>
                    <a:pt x="1405" y="1882"/>
                    <a:pt x="1310" y="1608"/>
                    <a:pt x="1191" y="1334"/>
                  </a:cubicBezTo>
                  <a:cubicBezTo>
                    <a:pt x="1072" y="1072"/>
                    <a:pt x="929" y="810"/>
                    <a:pt x="738" y="596"/>
                  </a:cubicBezTo>
                  <a:cubicBezTo>
                    <a:pt x="560" y="370"/>
                    <a:pt x="333" y="155"/>
                    <a:pt x="36" y="1"/>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3"/>
            <p:cNvSpPr/>
            <p:nvPr/>
          </p:nvSpPr>
          <p:spPr>
            <a:xfrm>
              <a:off x="7056575" y="3391975"/>
              <a:ext cx="43175" cy="77100"/>
            </a:xfrm>
            <a:custGeom>
              <a:rect b="b" l="l" r="r" t="t"/>
              <a:pathLst>
                <a:path extrusionOk="0" h="3084" w="1727">
                  <a:moveTo>
                    <a:pt x="1715" y="0"/>
                  </a:moveTo>
                  <a:lnTo>
                    <a:pt x="1715" y="0"/>
                  </a:lnTo>
                  <a:cubicBezTo>
                    <a:pt x="1405" y="167"/>
                    <a:pt x="1191" y="369"/>
                    <a:pt x="988" y="595"/>
                  </a:cubicBezTo>
                  <a:cubicBezTo>
                    <a:pt x="798" y="822"/>
                    <a:pt x="619" y="1072"/>
                    <a:pt x="476" y="1322"/>
                  </a:cubicBezTo>
                  <a:cubicBezTo>
                    <a:pt x="334" y="1572"/>
                    <a:pt x="226" y="1858"/>
                    <a:pt x="143" y="2143"/>
                  </a:cubicBezTo>
                  <a:cubicBezTo>
                    <a:pt x="60" y="2441"/>
                    <a:pt x="0" y="2739"/>
                    <a:pt x="24" y="3084"/>
                  </a:cubicBezTo>
                  <a:cubicBezTo>
                    <a:pt x="322" y="2905"/>
                    <a:pt x="536" y="2691"/>
                    <a:pt x="750" y="2453"/>
                  </a:cubicBezTo>
                  <a:cubicBezTo>
                    <a:pt x="941" y="2227"/>
                    <a:pt x="1119" y="1988"/>
                    <a:pt x="1250" y="1738"/>
                  </a:cubicBezTo>
                  <a:cubicBezTo>
                    <a:pt x="1405" y="1488"/>
                    <a:pt x="1512" y="1215"/>
                    <a:pt x="1596" y="941"/>
                  </a:cubicBezTo>
                  <a:cubicBezTo>
                    <a:pt x="1667" y="643"/>
                    <a:pt x="1727" y="345"/>
                    <a:pt x="1715"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3"/>
            <p:cNvSpPr/>
            <p:nvPr/>
          </p:nvSpPr>
          <p:spPr>
            <a:xfrm>
              <a:off x="6999125" y="3588125"/>
              <a:ext cx="70550" cy="51525"/>
            </a:xfrm>
            <a:custGeom>
              <a:rect b="b" l="l" r="r" t="t"/>
              <a:pathLst>
                <a:path extrusionOk="0" h="2061" w="2822">
                  <a:moveTo>
                    <a:pt x="2822" y="0"/>
                  </a:moveTo>
                  <a:lnTo>
                    <a:pt x="2822" y="0"/>
                  </a:lnTo>
                  <a:cubicBezTo>
                    <a:pt x="2477" y="24"/>
                    <a:pt x="2203" y="119"/>
                    <a:pt x="1917" y="238"/>
                  </a:cubicBezTo>
                  <a:cubicBezTo>
                    <a:pt x="1643" y="358"/>
                    <a:pt x="1393" y="500"/>
                    <a:pt x="1155" y="679"/>
                  </a:cubicBezTo>
                  <a:cubicBezTo>
                    <a:pt x="917" y="858"/>
                    <a:pt x="691" y="1048"/>
                    <a:pt x="500" y="1274"/>
                  </a:cubicBezTo>
                  <a:cubicBezTo>
                    <a:pt x="310" y="1501"/>
                    <a:pt x="131" y="1751"/>
                    <a:pt x="0" y="2060"/>
                  </a:cubicBezTo>
                  <a:cubicBezTo>
                    <a:pt x="346" y="2036"/>
                    <a:pt x="631" y="1941"/>
                    <a:pt x="905" y="1810"/>
                  </a:cubicBezTo>
                  <a:cubicBezTo>
                    <a:pt x="1167" y="1691"/>
                    <a:pt x="1429" y="1548"/>
                    <a:pt x="1667" y="1381"/>
                  </a:cubicBezTo>
                  <a:cubicBezTo>
                    <a:pt x="1905" y="1203"/>
                    <a:pt x="2120" y="1012"/>
                    <a:pt x="2322" y="786"/>
                  </a:cubicBezTo>
                  <a:cubicBezTo>
                    <a:pt x="2512" y="560"/>
                    <a:pt x="2691" y="322"/>
                    <a:pt x="2822"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3"/>
            <p:cNvSpPr/>
            <p:nvPr/>
          </p:nvSpPr>
          <p:spPr>
            <a:xfrm>
              <a:off x="6899700" y="3230050"/>
              <a:ext cx="51225" cy="108950"/>
            </a:xfrm>
            <a:custGeom>
              <a:rect b="b" l="l" r="r" t="t"/>
              <a:pathLst>
                <a:path extrusionOk="0" h="4358" w="2049">
                  <a:moveTo>
                    <a:pt x="2048" y="0"/>
                  </a:moveTo>
                  <a:lnTo>
                    <a:pt x="1810" y="512"/>
                  </a:lnTo>
                  <a:cubicBezTo>
                    <a:pt x="1810" y="512"/>
                    <a:pt x="905" y="2310"/>
                    <a:pt x="286" y="3560"/>
                  </a:cubicBezTo>
                  <a:cubicBezTo>
                    <a:pt x="143" y="3810"/>
                    <a:pt x="12" y="4084"/>
                    <a:pt x="1" y="4358"/>
                  </a:cubicBezTo>
                  <a:cubicBezTo>
                    <a:pt x="1096" y="3155"/>
                    <a:pt x="1834" y="1619"/>
                    <a:pt x="2048" y="0"/>
                  </a:cubicBez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3"/>
            <p:cNvSpPr/>
            <p:nvPr/>
          </p:nvSpPr>
          <p:spPr>
            <a:xfrm>
              <a:off x="6569900" y="3174375"/>
              <a:ext cx="498300" cy="776175"/>
            </a:xfrm>
            <a:custGeom>
              <a:rect b="b" l="l" r="r" t="t"/>
              <a:pathLst>
                <a:path extrusionOk="0" h="31047" w="19932">
                  <a:moveTo>
                    <a:pt x="917" y="1"/>
                  </a:moveTo>
                  <a:lnTo>
                    <a:pt x="917" y="1"/>
                  </a:lnTo>
                  <a:cubicBezTo>
                    <a:pt x="1298" y="1810"/>
                    <a:pt x="1179" y="3656"/>
                    <a:pt x="953" y="5501"/>
                  </a:cubicBezTo>
                  <a:cubicBezTo>
                    <a:pt x="1334" y="5835"/>
                    <a:pt x="1667" y="6204"/>
                    <a:pt x="1941" y="6609"/>
                  </a:cubicBezTo>
                  <a:cubicBezTo>
                    <a:pt x="2775" y="7871"/>
                    <a:pt x="3179" y="9371"/>
                    <a:pt x="3548" y="10847"/>
                  </a:cubicBezTo>
                  <a:cubicBezTo>
                    <a:pt x="3572" y="10966"/>
                    <a:pt x="3608" y="11097"/>
                    <a:pt x="3572" y="11216"/>
                  </a:cubicBezTo>
                  <a:cubicBezTo>
                    <a:pt x="3524" y="11477"/>
                    <a:pt x="3282" y="11576"/>
                    <a:pt x="3005" y="11576"/>
                  </a:cubicBezTo>
                  <a:cubicBezTo>
                    <a:pt x="2803" y="11576"/>
                    <a:pt x="2582" y="11523"/>
                    <a:pt x="2405" y="11443"/>
                  </a:cubicBezTo>
                  <a:cubicBezTo>
                    <a:pt x="1655" y="11097"/>
                    <a:pt x="989" y="10657"/>
                    <a:pt x="358" y="10133"/>
                  </a:cubicBezTo>
                  <a:cubicBezTo>
                    <a:pt x="84" y="12800"/>
                    <a:pt x="0" y="15491"/>
                    <a:pt x="108" y="18170"/>
                  </a:cubicBezTo>
                  <a:cubicBezTo>
                    <a:pt x="2108" y="19777"/>
                    <a:pt x="3965" y="21622"/>
                    <a:pt x="4465" y="24075"/>
                  </a:cubicBezTo>
                  <a:cubicBezTo>
                    <a:pt x="3953" y="24027"/>
                    <a:pt x="3477" y="23718"/>
                    <a:pt x="3037" y="23408"/>
                  </a:cubicBezTo>
                  <a:cubicBezTo>
                    <a:pt x="2144" y="22777"/>
                    <a:pt x="1274" y="22158"/>
                    <a:pt x="393" y="21515"/>
                  </a:cubicBezTo>
                  <a:lnTo>
                    <a:pt x="393" y="21515"/>
                  </a:lnTo>
                  <a:cubicBezTo>
                    <a:pt x="631" y="23170"/>
                    <a:pt x="1072" y="24766"/>
                    <a:pt x="1953" y="26159"/>
                  </a:cubicBezTo>
                  <a:cubicBezTo>
                    <a:pt x="3132" y="28016"/>
                    <a:pt x="4989" y="29361"/>
                    <a:pt x="7001" y="30219"/>
                  </a:cubicBezTo>
                  <a:cubicBezTo>
                    <a:pt x="8748" y="30966"/>
                    <a:pt x="11387" y="31046"/>
                    <a:pt x="12445" y="31046"/>
                  </a:cubicBezTo>
                  <a:cubicBezTo>
                    <a:pt x="12736" y="31046"/>
                    <a:pt x="12907" y="31040"/>
                    <a:pt x="12907" y="31040"/>
                  </a:cubicBezTo>
                  <a:cubicBezTo>
                    <a:pt x="16110" y="28778"/>
                    <a:pt x="18562" y="24670"/>
                    <a:pt x="19515" y="20420"/>
                  </a:cubicBezTo>
                  <a:lnTo>
                    <a:pt x="19515" y="20420"/>
                  </a:lnTo>
                  <a:cubicBezTo>
                    <a:pt x="18431" y="21491"/>
                    <a:pt x="17348" y="22539"/>
                    <a:pt x="16252" y="23611"/>
                  </a:cubicBezTo>
                  <a:cubicBezTo>
                    <a:pt x="16091" y="23781"/>
                    <a:pt x="15854" y="23959"/>
                    <a:pt x="15641" y="23959"/>
                  </a:cubicBezTo>
                  <a:cubicBezTo>
                    <a:pt x="15571" y="23959"/>
                    <a:pt x="15504" y="23940"/>
                    <a:pt x="15443" y="23896"/>
                  </a:cubicBezTo>
                  <a:cubicBezTo>
                    <a:pt x="16467" y="20956"/>
                    <a:pt x="17979" y="18181"/>
                    <a:pt x="19931" y="15729"/>
                  </a:cubicBezTo>
                  <a:cubicBezTo>
                    <a:pt x="19812" y="13883"/>
                    <a:pt x="19348" y="12109"/>
                    <a:pt x="18443" y="10609"/>
                  </a:cubicBezTo>
                  <a:cubicBezTo>
                    <a:pt x="17348" y="8752"/>
                    <a:pt x="15871" y="7228"/>
                    <a:pt x="14193" y="5954"/>
                  </a:cubicBezTo>
                  <a:cubicBezTo>
                    <a:pt x="13740" y="7514"/>
                    <a:pt x="13038" y="8990"/>
                    <a:pt x="12323" y="10431"/>
                  </a:cubicBezTo>
                  <a:cubicBezTo>
                    <a:pt x="12288" y="10514"/>
                    <a:pt x="12240" y="10609"/>
                    <a:pt x="12145" y="10621"/>
                  </a:cubicBezTo>
                  <a:cubicBezTo>
                    <a:pt x="12134" y="10624"/>
                    <a:pt x="12123" y="10625"/>
                    <a:pt x="12112" y="10625"/>
                  </a:cubicBezTo>
                  <a:cubicBezTo>
                    <a:pt x="11987" y="10625"/>
                    <a:pt x="11905" y="10443"/>
                    <a:pt x="11883" y="10311"/>
                  </a:cubicBezTo>
                  <a:cubicBezTo>
                    <a:pt x="11692" y="9121"/>
                    <a:pt x="12145" y="7930"/>
                    <a:pt x="12252" y="6740"/>
                  </a:cubicBezTo>
                  <a:cubicBezTo>
                    <a:pt x="12311" y="5978"/>
                    <a:pt x="12228" y="5204"/>
                    <a:pt x="11966" y="4466"/>
                  </a:cubicBezTo>
                  <a:cubicBezTo>
                    <a:pt x="8609" y="2465"/>
                    <a:pt x="4656" y="1156"/>
                    <a:pt x="917" y="1"/>
                  </a:cubicBezTo>
                  <a:close/>
                </a:path>
              </a:pathLst>
            </a:custGeom>
            <a:solidFill>
              <a:srgbClr val="416C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3"/>
            <p:cNvSpPr/>
            <p:nvPr/>
          </p:nvSpPr>
          <p:spPr>
            <a:xfrm>
              <a:off x="6682400" y="3326175"/>
              <a:ext cx="183400" cy="493550"/>
            </a:xfrm>
            <a:custGeom>
              <a:rect b="b" l="l" r="r" t="t"/>
              <a:pathLst>
                <a:path extrusionOk="0" h="19742" w="7336">
                  <a:moveTo>
                    <a:pt x="1" y="1"/>
                  </a:moveTo>
                  <a:lnTo>
                    <a:pt x="1" y="1"/>
                  </a:lnTo>
                  <a:cubicBezTo>
                    <a:pt x="906" y="1549"/>
                    <a:pt x="1751" y="3096"/>
                    <a:pt x="2525" y="4668"/>
                  </a:cubicBezTo>
                  <a:cubicBezTo>
                    <a:pt x="3287" y="6264"/>
                    <a:pt x="4001" y="7871"/>
                    <a:pt x="4597" y="9526"/>
                  </a:cubicBezTo>
                  <a:cubicBezTo>
                    <a:pt x="5204" y="11169"/>
                    <a:pt x="5728" y="12860"/>
                    <a:pt x="6168" y="14550"/>
                  </a:cubicBezTo>
                  <a:cubicBezTo>
                    <a:pt x="6621" y="16265"/>
                    <a:pt x="6966" y="17991"/>
                    <a:pt x="7288" y="19741"/>
                  </a:cubicBezTo>
                  <a:cubicBezTo>
                    <a:pt x="7335" y="17955"/>
                    <a:pt x="7169" y="16170"/>
                    <a:pt x="6847" y="14384"/>
                  </a:cubicBezTo>
                  <a:cubicBezTo>
                    <a:pt x="6514" y="12633"/>
                    <a:pt x="6026" y="10895"/>
                    <a:pt x="5418" y="9204"/>
                  </a:cubicBezTo>
                  <a:cubicBezTo>
                    <a:pt x="4787" y="7526"/>
                    <a:pt x="4025" y="5894"/>
                    <a:pt x="3120" y="4347"/>
                  </a:cubicBezTo>
                  <a:cubicBezTo>
                    <a:pt x="2227" y="2799"/>
                    <a:pt x="1192" y="1322"/>
                    <a:pt x="1" y="1"/>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3"/>
            <p:cNvSpPr/>
            <p:nvPr/>
          </p:nvSpPr>
          <p:spPr>
            <a:xfrm>
              <a:off x="6899400" y="3487225"/>
              <a:ext cx="70275" cy="200050"/>
            </a:xfrm>
            <a:custGeom>
              <a:rect b="b" l="l" r="r" t="t"/>
              <a:pathLst>
                <a:path extrusionOk="0" h="8002" w="2811">
                  <a:moveTo>
                    <a:pt x="2644" y="0"/>
                  </a:moveTo>
                  <a:cubicBezTo>
                    <a:pt x="2430" y="691"/>
                    <a:pt x="2275" y="1381"/>
                    <a:pt x="2072" y="2048"/>
                  </a:cubicBezTo>
                  <a:cubicBezTo>
                    <a:pt x="1882" y="2715"/>
                    <a:pt x="1691" y="3393"/>
                    <a:pt x="1465" y="4048"/>
                  </a:cubicBezTo>
                  <a:cubicBezTo>
                    <a:pt x="1263" y="4703"/>
                    <a:pt x="1025" y="5358"/>
                    <a:pt x="763" y="6013"/>
                  </a:cubicBezTo>
                  <a:cubicBezTo>
                    <a:pt x="513" y="6668"/>
                    <a:pt x="251" y="7322"/>
                    <a:pt x="1" y="8001"/>
                  </a:cubicBezTo>
                  <a:cubicBezTo>
                    <a:pt x="548" y="7525"/>
                    <a:pt x="989" y="6953"/>
                    <a:pt x="1382" y="6322"/>
                  </a:cubicBezTo>
                  <a:cubicBezTo>
                    <a:pt x="1763" y="5703"/>
                    <a:pt x="2072" y="5025"/>
                    <a:pt x="2299" y="4334"/>
                  </a:cubicBezTo>
                  <a:cubicBezTo>
                    <a:pt x="2525" y="3632"/>
                    <a:pt x="2668" y="2917"/>
                    <a:pt x="2751" y="2179"/>
                  </a:cubicBezTo>
                  <a:cubicBezTo>
                    <a:pt x="2811" y="1453"/>
                    <a:pt x="2787" y="714"/>
                    <a:pt x="2644" y="0"/>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3"/>
            <p:cNvSpPr/>
            <p:nvPr/>
          </p:nvSpPr>
          <p:spPr>
            <a:xfrm>
              <a:off x="6613950" y="3544075"/>
              <a:ext cx="157775" cy="164925"/>
            </a:xfrm>
            <a:custGeom>
              <a:rect b="b" l="l" r="r" t="t"/>
              <a:pathLst>
                <a:path extrusionOk="0" h="6597" w="6311">
                  <a:moveTo>
                    <a:pt x="1" y="0"/>
                  </a:moveTo>
                  <a:cubicBezTo>
                    <a:pt x="560" y="548"/>
                    <a:pt x="1120" y="1072"/>
                    <a:pt x="1667" y="1596"/>
                  </a:cubicBezTo>
                  <a:cubicBezTo>
                    <a:pt x="2215" y="2120"/>
                    <a:pt x="2739" y="2655"/>
                    <a:pt x="3251" y="3191"/>
                  </a:cubicBezTo>
                  <a:cubicBezTo>
                    <a:pt x="3775" y="3739"/>
                    <a:pt x="4287" y="4286"/>
                    <a:pt x="4787" y="4858"/>
                  </a:cubicBezTo>
                  <a:cubicBezTo>
                    <a:pt x="5299" y="5418"/>
                    <a:pt x="5775" y="6013"/>
                    <a:pt x="6311" y="6596"/>
                  </a:cubicBezTo>
                  <a:cubicBezTo>
                    <a:pt x="6085" y="5834"/>
                    <a:pt x="5739" y="5120"/>
                    <a:pt x="5335" y="4465"/>
                  </a:cubicBezTo>
                  <a:cubicBezTo>
                    <a:pt x="4930" y="3798"/>
                    <a:pt x="4442" y="3167"/>
                    <a:pt x="3894" y="2608"/>
                  </a:cubicBezTo>
                  <a:cubicBezTo>
                    <a:pt x="3346" y="2024"/>
                    <a:pt x="2751" y="1524"/>
                    <a:pt x="2096" y="1072"/>
                  </a:cubicBezTo>
                  <a:cubicBezTo>
                    <a:pt x="1441" y="631"/>
                    <a:pt x="739" y="250"/>
                    <a:pt x="1" y="0"/>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3"/>
            <p:cNvSpPr/>
            <p:nvPr/>
          </p:nvSpPr>
          <p:spPr>
            <a:xfrm>
              <a:off x="6684500" y="3834875"/>
              <a:ext cx="157775" cy="63125"/>
            </a:xfrm>
            <a:custGeom>
              <a:rect b="b" l="l" r="r" t="t"/>
              <a:pathLst>
                <a:path extrusionOk="0" h="2525" w="6311">
                  <a:moveTo>
                    <a:pt x="60" y="1"/>
                  </a:moveTo>
                  <a:lnTo>
                    <a:pt x="0" y="143"/>
                  </a:lnTo>
                  <a:cubicBezTo>
                    <a:pt x="465" y="489"/>
                    <a:pt x="953" y="763"/>
                    <a:pt x="1465" y="1025"/>
                  </a:cubicBezTo>
                  <a:cubicBezTo>
                    <a:pt x="1965" y="1275"/>
                    <a:pt x="2489" y="1513"/>
                    <a:pt x="3013" y="1703"/>
                  </a:cubicBezTo>
                  <a:cubicBezTo>
                    <a:pt x="3525" y="1917"/>
                    <a:pt x="4072" y="2072"/>
                    <a:pt x="4620" y="2227"/>
                  </a:cubicBezTo>
                  <a:cubicBezTo>
                    <a:pt x="5168" y="2358"/>
                    <a:pt x="5727" y="2477"/>
                    <a:pt x="6311" y="2525"/>
                  </a:cubicBezTo>
                  <a:cubicBezTo>
                    <a:pt x="5858" y="2168"/>
                    <a:pt x="5382" y="1870"/>
                    <a:pt x="4858" y="1608"/>
                  </a:cubicBezTo>
                  <a:cubicBezTo>
                    <a:pt x="4346" y="1346"/>
                    <a:pt x="3846" y="1108"/>
                    <a:pt x="3322" y="894"/>
                  </a:cubicBezTo>
                  <a:cubicBezTo>
                    <a:pt x="2798" y="679"/>
                    <a:pt x="2263" y="513"/>
                    <a:pt x="1727" y="346"/>
                  </a:cubicBezTo>
                  <a:cubicBezTo>
                    <a:pt x="1191" y="203"/>
                    <a:pt x="643" y="84"/>
                    <a:pt x="60" y="1"/>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3"/>
            <p:cNvSpPr/>
            <p:nvPr/>
          </p:nvSpPr>
          <p:spPr>
            <a:xfrm>
              <a:off x="6895225" y="3718500"/>
              <a:ext cx="43500" cy="158375"/>
            </a:xfrm>
            <a:custGeom>
              <a:rect b="b" l="l" r="r" t="t"/>
              <a:pathLst>
                <a:path extrusionOk="0" h="6335" w="1740">
                  <a:moveTo>
                    <a:pt x="1739" y="0"/>
                  </a:moveTo>
                  <a:cubicBezTo>
                    <a:pt x="1311" y="405"/>
                    <a:pt x="1084" y="953"/>
                    <a:pt x="882" y="1465"/>
                  </a:cubicBezTo>
                  <a:cubicBezTo>
                    <a:pt x="668" y="1989"/>
                    <a:pt x="501" y="2501"/>
                    <a:pt x="382" y="3036"/>
                  </a:cubicBezTo>
                  <a:cubicBezTo>
                    <a:pt x="251" y="3572"/>
                    <a:pt x="168" y="4108"/>
                    <a:pt x="108" y="4668"/>
                  </a:cubicBezTo>
                  <a:cubicBezTo>
                    <a:pt x="49" y="5215"/>
                    <a:pt x="25" y="5763"/>
                    <a:pt x="1" y="6334"/>
                  </a:cubicBezTo>
                  <a:cubicBezTo>
                    <a:pt x="370" y="5882"/>
                    <a:pt x="584" y="5346"/>
                    <a:pt x="763" y="4822"/>
                  </a:cubicBezTo>
                  <a:cubicBezTo>
                    <a:pt x="953" y="4310"/>
                    <a:pt x="1120" y="3786"/>
                    <a:pt x="1239" y="3251"/>
                  </a:cubicBezTo>
                  <a:cubicBezTo>
                    <a:pt x="1370" y="2715"/>
                    <a:pt x="1454" y="2179"/>
                    <a:pt x="1537" y="1643"/>
                  </a:cubicBezTo>
                  <a:cubicBezTo>
                    <a:pt x="1620" y="1096"/>
                    <a:pt x="1632" y="560"/>
                    <a:pt x="1739" y="0"/>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3"/>
            <p:cNvSpPr/>
            <p:nvPr/>
          </p:nvSpPr>
          <p:spPr>
            <a:xfrm>
              <a:off x="6784800" y="3299400"/>
              <a:ext cx="38125" cy="184575"/>
            </a:xfrm>
            <a:custGeom>
              <a:rect b="b" l="l" r="r" t="t"/>
              <a:pathLst>
                <a:path extrusionOk="0" h="7383" w="1525">
                  <a:moveTo>
                    <a:pt x="1" y="0"/>
                  </a:moveTo>
                  <a:cubicBezTo>
                    <a:pt x="215" y="608"/>
                    <a:pt x="310" y="1203"/>
                    <a:pt x="394" y="1810"/>
                  </a:cubicBezTo>
                  <a:cubicBezTo>
                    <a:pt x="477" y="2417"/>
                    <a:pt x="537" y="3036"/>
                    <a:pt x="596" y="3644"/>
                  </a:cubicBezTo>
                  <a:lnTo>
                    <a:pt x="775" y="5489"/>
                  </a:lnTo>
                  <a:lnTo>
                    <a:pt x="858" y="6430"/>
                  </a:lnTo>
                  <a:cubicBezTo>
                    <a:pt x="894" y="6739"/>
                    <a:pt x="918" y="7049"/>
                    <a:pt x="906" y="7382"/>
                  </a:cubicBezTo>
                  <a:cubicBezTo>
                    <a:pt x="1108" y="7108"/>
                    <a:pt x="1179" y="6787"/>
                    <a:pt x="1287" y="6465"/>
                  </a:cubicBezTo>
                  <a:cubicBezTo>
                    <a:pt x="1370" y="6144"/>
                    <a:pt x="1429" y="5834"/>
                    <a:pt x="1453" y="5501"/>
                  </a:cubicBezTo>
                  <a:cubicBezTo>
                    <a:pt x="1525" y="4858"/>
                    <a:pt x="1525" y="4203"/>
                    <a:pt x="1465" y="3572"/>
                  </a:cubicBezTo>
                  <a:cubicBezTo>
                    <a:pt x="1406" y="2917"/>
                    <a:pt x="1275" y="2274"/>
                    <a:pt x="1072" y="1643"/>
                  </a:cubicBezTo>
                  <a:cubicBezTo>
                    <a:pt x="846" y="1036"/>
                    <a:pt x="537" y="393"/>
                    <a:pt x="1" y="0"/>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3"/>
            <p:cNvSpPr/>
            <p:nvPr/>
          </p:nvSpPr>
          <p:spPr>
            <a:xfrm>
              <a:off x="5982025" y="3987575"/>
              <a:ext cx="608425" cy="393050"/>
            </a:xfrm>
            <a:custGeom>
              <a:rect b="b" l="l" r="r" t="t"/>
              <a:pathLst>
                <a:path extrusionOk="0" h="15722" w="24337">
                  <a:moveTo>
                    <a:pt x="12371" y="0"/>
                  </a:moveTo>
                  <a:cubicBezTo>
                    <a:pt x="10931" y="108"/>
                    <a:pt x="9537" y="477"/>
                    <a:pt x="8371" y="1203"/>
                  </a:cubicBezTo>
                  <a:cubicBezTo>
                    <a:pt x="6906" y="2084"/>
                    <a:pt x="5716" y="3263"/>
                    <a:pt x="4704" y="4596"/>
                  </a:cubicBezTo>
                  <a:cubicBezTo>
                    <a:pt x="5906" y="4930"/>
                    <a:pt x="7061" y="5489"/>
                    <a:pt x="8168" y="6049"/>
                  </a:cubicBezTo>
                  <a:cubicBezTo>
                    <a:pt x="8228" y="6073"/>
                    <a:pt x="8311" y="6108"/>
                    <a:pt x="8323" y="6180"/>
                  </a:cubicBezTo>
                  <a:cubicBezTo>
                    <a:pt x="8335" y="6299"/>
                    <a:pt x="8192" y="6382"/>
                    <a:pt x="8073" y="6406"/>
                  </a:cubicBezTo>
                  <a:cubicBezTo>
                    <a:pt x="7910" y="6433"/>
                    <a:pt x="7749" y="6445"/>
                    <a:pt x="7587" y="6445"/>
                  </a:cubicBezTo>
                  <a:cubicBezTo>
                    <a:pt x="6826" y="6445"/>
                    <a:pt x="6075" y="6191"/>
                    <a:pt x="5299" y="6132"/>
                  </a:cubicBezTo>
                  <a:cubicBezTo>
                    <a:pt x="5190" y="6123"/>
                    <a:pt x="5081" y="6119"/>
                    <a:pt x="4972" y="6119"/>
                  </a:cubicBezTo>
                  <a:cubicBezTo>
                    <a:pt x="4487" y="6119"/>
                    <a:pt x="4008" y="6205"/>
                    <a:pt x="3561" y="6370"/>
                  </a:cubicBezTo>
                  <a:cubicBezTo>
                    <a:pt x="1977" y="9049"/>
                    <a:pt x="941" y="12169"/>
                    <a:pt x="1" y="15145"/>
                  </a:cubicBezTo>
                  <a:cubicBezTo>
                    <a:pt x="709" y="14984"/>
                    <a:pt x="1420" y="14922"/>
                    <a:pt x="2135" y="14922"/>
                  </a:cubicBezTo>
                  <a:cubicBezTo>
                    <a:pt x="2849" y="14922"/>
                    <a:pt x="3567" y="14984"/>
                    <a:pt x="4287" y="15074"/>
                  </a:cubicBezTo>
                  <a:cubicBezTo>
                    <a:pt x="4549" y="14776"/>
                    <a:pt x="4846" y="14514"/>
                    <a:pt x="5156" y="14288"/>
                  </a:cubicBezTo>
                  <a:cubicBezTo>
                    <a:pt x="6132" y="13621"/>
                    <a:pt x="7311" y="13300"/>
                    <a:pt x="8454" y="12990"/>
                  </a:cubicBezTo>
                  <a:cubicBezTo>
                    <a:pt x="8530" y="12973"/>
                    <a:pt x="8606" y="12957"/>
                    <a:pt x="8673" y="12957"/>
                  </a:cubicBezTo>
                  <a:cubicBezTo>
                    <a:pt x="8701" y="12957"/>
                    <a:pt x="8727" y="12959"/>
                    <a:pt x="8752" y="12966"/>
                  </a:cubicBezTo>
                  <a:cubicBezTo>
                    <a:pt x="9097" y="13038"/>
                    <a:pt x="9061" y="13562"/>
                    <a:pt x="8918" y="13895"/>
                  </a:cubicBezTo>
                  <a:cubicBezTo>
                    <a:pt x="8645" y="14490"/>
                    <a:pt x="8287" y="15026"/>
                    <a:pt x="7894" y="15526"/>
                  </a:cubicBezTo>
                  <a:cubicBezTo>
                    <a:pt x="9268" y="15653"/>
                    <a:pt x="10662" y="15722"/>
                    <a:pt x="12056" y="15722"/>
                  </a:cubicBezTo>
                  <a:cubicBezTo>
                    <a:pt x="12753" y="15722"/>
                    <a:pt x="13451" y="15705"/>
                    <a:pt x="14145" y="15669"/>
                  </a:cubicBezTo>
                  <a:cubicBezTo>
                    <a:pt x="15407" y="14097"/>
                    <a:pt x="16848" y="12609"/>
                    <a:pt x="18765" y="12192"/>
                  </a:cubicBezTo>
                  <a:lnTo>
                    <a:pt x="18765" y="12192"/>
                  </a:lnTo>
                  <a:cubicBezTo>
                    <a:pt x="18729" y="12621"/>
                    <a:pt x="18467" y="12990"/>
                    <a:pt x="18229" y="13335"/>
                  </a:cubicBezTo>
                  <a:cubicBezTo>
                    <a:pt x="17741" y="14050"/>
                    <a:pt x="17253" y="14752"/>
                    <a:pt x="16741" y="15443"/>
                  </a:cubicBezTo>
                  <a:cubicBezTo>
                    <a:pt x="18039" y="15252"/>
                    <a:pt x="19289" y="14883"/>
                    <a:pt x="20372" y="14181"/>
                  </a:cubicBezTo>
                  <a:cubicBezTo>
                    <a:pt x="21837" y="13240"/>
                    <a:pt x="22896" y="11752"/>
                    <a:pt x="23575" y="10168"/>
                  </a:cubicBezTo>
                  <a:cubicBezTo>
                    <a:pt x="24337" y="8382"/>
                    <a:pt x="24266" y="5477"/>
                    <a:pt x="24266" y="5477"/>
                  </a:cubicBezTo>
                  <a:cubicBezTo>
                    <a:pt x="22515" y="2941"/>
                    <a:pt x="19336" y="1024"/>
                    <a:pt x="16026" y="298"/>
                  </a:cubicBezTo>
                  <a:lnTo>
                    <a:pt x="16026" y="298"/>
                  </a:lnTo>
                  <a:cubicBezTo>
                    <a:pt x="16848" y="1143"/>
                    <a:pt x="17669" y="2013"/>
                    <a:pt x="18491" y="2858"/>
                  </a:cubicBezTo>
                  <a:cubicBezTo>
                    <a:pt x="18646" y="3037"/>
                    <a:pt x="18848" y="3299"/>
                    <a:pt x="18693" y="3513"/>
                  </a:cubicBezTo>
                  <a:cubicBezTo>
                    <a:pt x="16407" y="2727"/>
                    <a:pt x="14264" y="1524"/>
                    <a:pt x="12371" y="0"/>
                  </a:cubicBezTo>
                  <a:close/>
                </a:path>
              </a:pathLst>
            </a:custGeom>
            <a:solidFill>
              <a:srgbClr val="416C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3"/>
            <p:cNvSpPr/>
            <p:nvPr/>
          </p:nvSpPr>
          <p:spPr>
            <a:xfrm>
              <a:off x="6100200" y="4146775"/>
              <a:ext cx="385475" cy="148300"/>
            </a:xfrm>
            <a:custGeom>
              <a:rect b="b" l="l" r="r" t="t"/>
              <a:pathLst>
                <a:path extrusionOk="0" h="5932" w="15419">
                  <a:moveTo>
                    <a:pt x="14778" y="1"/>
                  </a:moveTo>
                  <a:cubicBezTo>
                    <a:pt x="13585" y="1"/>
                    <a:pt x="12388" y="137"/>
                    <a:pt x="11216" y="360"/>
                  </a:cubicBezTo>
                  <a:cubicBezTo>
                    <a:pt x="9823" y="610"/>
                    <a:pt x="8466" y="1014"/>
                    <a:pt x="7144" y="1503"/>
                  </a:cubicBezTo>
                  <a:cubicBezTo>
                    <a:pt x="5834" y="2014"/>
                    <a:pt x="4549" y="2622"/>
                    <a:pt x="3346" y="3372"/>
                  </a:cubicBezTo>
                  <a:cubicBezTo>
                    <a:pt x="2143" y="4110"/>
                    <a:pt x="1012" y="4943"/>
                    <a:pt x="0" y="5932"/>
                  </a:cubicBezTo>
                  <a:cubicBezTo>
                    <a:pt x="1215" y="5229"/>
                    <a:pt x="2441" y="4574"/>
                    <a:pt x="3667" y="3967"/>
                  </a:cubicBezTo>
                  <a:cubicBezTo>
                    <a:pt x="4906" y="3348"/>
                    <a:pt x="6168" y="2800"/>
                    <a:pt x="7454" y="2312"/>
                  </a:cubicBezTo>
                  <a:cubicBezTo>
                    <a:pt x="8728" y="1824"/>
                    <a:pt x="10037" y="1407"/>
                    <a:pt x="11371" y="1014"/>
                  </a:cubicBezTo>
                  <a:cubicBezTo>
                    <a:pt x="12692" y="633"/>
                    <a:pt x="14050" y="312"/>
                    <a:pt x="15419" y="14"/>
                  </a:cubicBezTo>
                  <a:cubicBezTo>
                    <a:pt x="15206" y="5"/>
                    <a:pt x="14992" y="1"/>
                    <a:pt x="14778" y="1"/>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3"/>
            <p:cNvSpPr/>
            <p:nvPr/>
          </p:nvSpPr>
          <p:spPr>
            <a:xfrm>
              <a:off x="6227300" y="4064775"/>
              <a:ext cx="155400" cy="56175"/>
            </a:xfrm>
            <a:custGeom>
              <a:rect b="b" l="l" r="r" t="t"/>
              <a:pathLst>
                <a:path extrusionOk="0" h="2247" w="6216">
                  <a:moveTo>
                    <a:pt x="1355" y="0"/>
                  </a:moveTo>
                  <a:cubicBezTo>
                    <a:pt x="899" y="0"/>
                    <a:pt x="453" y="43"/>
                    <a:pt x="0" y="175"/>
                  </a:cubicBezTo>
                  <a:cubicBezTo>
                    <a:pt x="548" y="365"/>
                    <a:pt x="1072" y="520"/>
                    <a:pt x="1596" y="675"/>
                  </a:cubicBezTo>
                  <a:cubicBezTo>
                    <a:pt x="2120" y="842"/>
                    <a:pt x="2620" y="1008"/>
                    <a:pt x="3132" y="1175"/>
                  </a:cubicBezTo>
                  <a:cubicBezTo>
                    <a:pt x="3632" y="1330"/>
                    <a:pt x="4132" y="1508"/>
                    <a:pt x="4644" y="1687"/>
                  </a:cubicBezTo>
                  <a:cubicBezTo>
                    <a:pt x="5156" y="1877"/>
                    <a:pt x="5668" y="2080"/>
                    <a:pt x="6215" y="2246"/>
                  </a:cubicBezTo>
                  <a:cubicBezTo>
                    <a:pt x="5882" y="1782"/>
                    <a:pt x="5430" y="1413"/>
                    <a:pt x="4941" y="1080"/>
                  </a:cubicBezTo>
                  <a:cubicBezTo>
                    <a:pt x="4465" y="770"/>
                    <a:pt x="3941" y="520"/>
                    <a:pt x="3394" y="341"/>
                  </a:cubicBezTo>
                  <a:cubicBezTo>
                    <a:pt x="2858" y="163"/>
                    <a:pt x="2274" y="56"/>
                    <a:pt x="1715" y="8"/>
                  </a:cubicBezTo>
                  <a:cubicBezTo>
                    <a:pt x="1594" y="3"/>
                    <a:pt x="1474" y="0"/>
                    <a:pt x="1355" y="0"/>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3"/>
            <p:cNvSpPr/>
            <p:nvPr/>
          </p:nvSpPr>
          <p:spPr>
            <a:xfrm>
              <a:off x="6268975" y="4221525"/>
              <a:ext cx="129500" cy="125950"/>
            </a:xfrm>
            <a:custGeom>
              <a:rect b="b" l="l" r="r" t="t"/>
              <a:pathLst>
                <a:path extrusionOk="0" h="5038" w="5180">
                  <a:moveTo>
                    <a:pt x="5179" y="1"/>
                  </a:moveTo>
                  <a:lnTo>
                    <a:pt x="5179" y="1"/>
                  </a:lnTo>
                  <a:cubicBezTo>
                    <a:pt x="4572" y="156"/>
                    <a:pt x="3989" y="417"/>
                    <a:pt x="3465" y="715"/>
                  </a:cubicBezTo>
                  <a:cubicBezTo>
                    <a:pt x="2929" y="1049"/>
                    <a:pt x="2429" y="1430"/>
                    <a:pt x="1977" y="1870"/>
                  </a:cubicBezTo>
                  <a:cubicBezTo>
                    <a:pt x="1536" y="2311"/>
                    <a:pt x="1131" y="2799"/>
                    <a:pt x="786" y="3323"/>
                  </a:cubicBezTo>
                  <a:cubicBezTo>
                    <a:pt x="453" y="3858"/>
                    <a:pt x="167" y="4430"/>
                    <a:pt x="0" y="5037"/>
                  </a:cubicBezTo>
                  <a:cubicBezTo>
                    <a:pt x="465" y="4620"/>
                    <a:pt x="893" y="4192"/>
                    <a:pt x="1310" y="3751"/>
                  </a:cubicBezTo>
                  <a:lnTo>
                    <a:pt x="2572" y="2501"/>
                  </a:lnTo>
                  <a:lnTo>
                    <a:pt x="3858" y="1275"/>
                  </a:lnTo>
                  <a:cubicBezTo>
                    <a:pt x="4298" y="870"/>
                    <a:pt x="4739" y="465"/>
                    <a:pt x="5179" y="1"/>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3"/>
            <p:cNvSpPr/>
            <p:nvPr/>
          </p:nvSpPr>
          <p:spPr>
            <a:xfrm>
              <a:off x="6495475" y="4164375"/>
              <a:ext cx="50625" cy="125350"/>
            </a:xfrm>
            <a:custGeom>
              <a:rect b="b" l="l" r="r" t="t"/>
              <a:pathLst>
                <a:path extrusionOk="0" h="5014" w="2025">
                  <a:moveTo>
                    <a:pt x="2025" y="1"/>
                  </a:moveTo>
                  <a:cubicBezTo>
                    <a:pt x="1703" y="358"/>
                    <a:pt x="1465" y="739"/>
                    <a:pt x="1239" y="1132"/>
                  </a:cubicBezTo>
                  <a:cubicBezTo>
                    <a:pt x="1013" y="1513"/>
                    <a:pt x="822" y="1918"/>
                    <a:pt x="656" y="2334"/>
                  </a:cubicBezTo>
                  <a:cubicBezTo>
                    <a:pt x="338" y="3147"/>
                    <a:pt x="90" y="3995"/>
                    <a:pt x="27" y="4924"/>
                  </a:cubicBezTo>
                  <a:lnTo>
                    <a:pt x="27" y="4924"/>
                  </a:lnTo>
                  <a:cubicBezTo>
                    <a:pt x="18" y="4933"/>
                    <a:pt x="9" y="4943"/>
                    <a:pt x="1" y="4954"/>
                  </a:cubicBezTo>
                  <a:lnTo>
                    <a:pt x="144" y="5013"/>
                  </a:lnTo>
                  <a:cubicBezTo>
                    <a:pt x="145" y="5012"/>
                    <a:pt x="146" y="5011"/>
                    <a:pt x="147" y="5009"/>
                  </a:cubicBezTo>
                  <a:lnTo>
                    <a:pt x="147" y="5009"/>
                  </a:lnTo>
                  <a:lnTo>
                    <a:pt x="156" y="5013"/>
                  </a:lnTo>
                  <a:lnTo>
                    <a:pt x="156" y="4998"/>
                  </a:lnTo>
                  <a:lnTo>
                    <a:pt x="156" y="4998"/>
                  </a:lnTo>
                  <a:cubicBezTo>
                    <a:pt x="721" y="4276"/>
                    <a:pt x="1134" y="3472"/>
                    <a:pt x="1453" y="2644"/>
                  </a:cubicBezTo>
                  <a:cubicBezTo>
                    <a:pt x="1608" y="2227"/>
                    <a:pt x="1751" y="1799"/>
                    <a:pt x="1846" y="1370"/>
                  </a:cubicBezTo>
                  <a:cubicBezTo>
                    <a:pt x="1953" y="918"/>
                    <a:pt x="2025" y="477"/>
                    <a:pt x="2025" y="1"/>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3"/>
            <p:cNvSpPr/>
            <p:nvPr/>
          </p:nvSpPr>
          <p:spPr>
            <a:xfrm>
              <a:off x="6407375" y="4088775"/>
              <a:ext cx="122950" cy="34250"/>
            </a:xfrm>
            <a:custGeom>
              <a:rect b="b" l="l" r="r" t="t"/>
              <a:pathLst>
                <a:path extrusionOk="0" h="1370" w="4918">
                  <a:moveTo>
                    <a:pt x="1" y="1"/>
                  </a:moveTo>
                  <a:lnTo>
                    <a:pt x="1" y="1"/>
                  </a:lnTo>
                  <a:cubicBezTo>
                    <a:pt x="298" y="370"/>
                    <a:pt x="727" y="572"/>
                    <a:pt x="1120" y="751"/>
                  </a:cubicBezTo>
                  <a:cubicBezTo>
                    <a:pt x="1525" y="929"/>
                    <a:pt x="1918" y="1060"/>
                    <a:pt x="2334" y="1144"/>
                  </a:cubicBezTo>
                  <a:cubicBezTo>
                    <a:pt x="2751" y="1239"/>
                    <a:pt x="3168" y="1310"/>
                    <a:pt x="3608" y="1346"/>
                  </a:cubicBezTo>
                  <a:cubicBezTo>
                    <a:pt x="3823" y="1364"/>
                    <a:pt x="4034" y="1370"/>
                    <a:pt x="4250" y="1370"/>
                  </a:cubicBezTo>
                  <a:cubicBezTo>
                    <a:pt x="4465" y="1370"/>
                    <a:pt x="4686" y="1364"/>
                    <a:pt x="4918" y="1358"/>
                  </a:cubicBezTo>
                  <a:cubicBezTo>
                    <a:pt x="4573" y="1025"/>
                    <a:pt x="4156" y="846"/>
                    <a:pt x="3763" y="691"/>
                  </a:cubicBezTo>
                  <a:cubicBezTo>
                    <a:pt x="3370" y="524"/>
                    <a:pt x="2965" y="394"/>
                    <a:pt x="2549" y="298"/>
                  </a:cubicBezTo>
                  <a:cubicBezTo>
                    <a:pt x="2132" y="215"/>
                    <a:pt x="1715" y="132"/>
                    <a:pt x="1298" y="96"/>
                  </a:cubicBezTo>
                  <a:cubicBezTo>
                    <a:pt x="870" y="36"/>
                    <a:pt x="453" y="48"/>
                    <a:pt x="1" y="1"/>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3"/>
            <p:cNvSpPr/>
            <p:nvPr/>
          </p:nvSpPr>
          <p:spPr>
            <a:xfrm>
              <a:off x="6079950" y="4181275"/>
              <a:ext cx="143800" cy="32850"/>
            </a:xfrm>
            <a:custGeom>
              <a:rect b="b" l="l" r="r" t="t"/>
              <a:pathLst>
                <a:path extrusionOk="0" h="1314" w="5752">
                  <a:moveTo>
                    <a:pt x="3457" y="0"/>
                  </a:moveTo>
                  <a:cubicBezTo>
                    <a:pt x="3228" y="0"/>
                    <a:pt x="3000" y="12"/>
                    <a:pt x="2775" y="39"/>
                  </a:cubicBezTo>
                  <a:cubicBezTo>
                    <a:pt x="2263" y="99"/>
                    <a:pt x="1763" y="206"/>
                    <a:pt x="1263" y="396"/>
                  </a:cubicBezTo>
                  <a:cubicBezTo>
                    <a:pt x="787" y="587"/>
                    <a:pt x="298" y="873"/>
                    <a:pt x="1" y="1313"/>
                  </a:cubicBezTo>
                  <a:cubicBezTo>
                    <a:pt x="489" y="1170"/>
                    <a:pt x="953" y="1123"/>
                    <a:pt x="1429" y="1063"/>
                  </a:cubicBezTo>
                  <a:lnTo>
                    <a:pt x="2846" y="920"/>
                  </a:lnTo>
                  <a:lnTo>
                    <a:pt x="4275" y="742"/>
                  </a:lnTo>
                  <a:lnTo>
                    <a:pt x="5001" y="634"/>
                  </a:lnTo>
                  <a:cubicBezTo>
                    <a:pt x="5239" y="587"/>
                    <a:pt x="5490" y="539"/>
                    <a:pt x="5751" y="539"/>
                  </a:cubicBezTo>
                  <a:cubicBezTo>
                    <a:pt x="5549" y="361"/>
                    <a:pt x="5287" y="277"/>
                    <a:pt x="5061" y="194"/>
                  </a:cubicBezTo>
                  <a:cubicBezTo>
                    <a:pt x="4811" y="134"/>
                    <a:pt x="4561" y="87"/>
                    <a:pt x="4299" y="51"/>
                  </a:cubicBezTo>
                  <a:cubicBezTo>
                    <a:pt x="4018" y="18"/>
                    <a:pt x="3736" y="0"/>
                    <a:pt x="3457" y="0"/>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3"/>
            <p:cNvSpPr/>
            <p:nvPr/>
          </p:nvSpPr>
          <p:spPr>
            <a:xfrm>
              <a:off x="7435475" y="3840475"/>
              <a:ext cx="816800" cy="556400"/>
            </a:xfrm>
            <a:custGeom>
              <a:rect b="b" l="l" r="r" t="t"/>
              <a:pathLst>
                <a:path extrusionOk="0" h="22256" w="32672">
                  <a:moveTo>
                    <a:pt x="14592" y="1"/>
                  </a:moveTo>
                  <a:cubicBezTo>
                    <a:pt x="14507" y="1"/>
                    <a:pt x="14421" y="1"/>
                    <a:pt x="14336" y="3"/>
                  </a:cubicBezTo>
                  <a:cubicBezTo>
                    <a:pt x="14122" y="3"/>
                    <a:pt x="13919" y="27"/>
                    <a:pt x="13705" y="39"/>
                  </a:cubicBezTo>
                  <a:cubicBezTo>
                    <a:pt x="11264" y="265"/>
                    <a:pt x="9192" y="1848"/>
                    <a:pt x="8157" y="4087"/>
                  </a:cubicBezTo>
                  <a:cubicBezTo>
                    <a:pt x="7228" y="6063"/>
                    <a:pt x="6073" y="7944"/>
                    <a:pt x="4704" y="9647"/>
                  </a:cubicBezTo>
                  <a:cubicBezTo>
                    <a:pt x="4406" y="9528"/>
                    <a:pt x="4430" y="9111"/>
                    <a:pt x="4489" y="8802"/>
                  </a:cubicBezTo>
                  <a:cubicBezTo>
                    <a:pt x="4823" y="7313"/>
                    <a:pt x="5132" y="5825"/>
                    <a:pt x="5466" y="4337"/>
                  </a:cubicBezTo>
                  <a:lnTo>
                    <a:pt x="5466" y="4337"/>
                  </a:lnTo>
                  <a:cubicBezTo>
                    <a:pt x="2370" y="7420"/>
                    <a:pt x="203" y="11695"/>
                    <a:pt x="1" y="15600"/>
                  </a:cubicBezTo>
                  <a:cubicBezTo>
                    <a:pt x="1" y="15600"/>
                    <a:pt x="1846" y="18791"/>
                    <a:pt x="3858" y="20160"/>
                  </a:cubicBezTo>
                  <a:cubicBezTo>
                    <a:pt x="5656" y="21398"/>
                    <a:pt x="7787" y="22256"/>
                    <a:pt x="9966" y="22256"/>
                  </a:cubicBezTo>
                  <a:cubicBezTo>
                    <a:pt x="11621" y="22256"/>
                    <a:pt x="13217" y="21779"/>
                    <a:pt x="14729" y="21101"/>
                  </a:cubicBezTo>
                  <a:cubicBezTo>
                    <a:pt x="13717" y="20696"/>
                    <a:pt x="12729" y="20291"/>
                    <a:pt x="11717" y="19862"/>
                  </a:cubicBezTo>
                  <a:cubicBezTo>
                    <a:pt x="11216" y="19648"/>
                    <a:pt x="10705" y="19434"/>
                    <a:pt x="10383" y="18993"/>
                  </a:cubicBezTo>
                  <a:cubicBezTo>
                    <a:pt x="11211" y="18686"/>
                    <a:pt x="12067" y="18559"/>
                    <a:pt x="12933" y="18559"/>
                  </a:cubicBezTo>
                  <a:cubicBezTo>
                    <a:pt x="14519" y="18559"/>
                    <a:pt x="16142" y="18986"/>
                    <a:pt x="17705" y="19517"/>
                  </a:cubicBezTo>
                  <a:cubicBezTo>
                    <a:pt x="20027" y="18184"/>
                    <a:pt x="22265" y="16672"/>
                    <a:pt x="24361" y="15005"/>
                  </a:cubicBezTo>
                  <a:cubicBezTo>
                    <a:pt x="23587" y="14755"/>
                    <a:pt x="22849" y="14433"/>
                    <a:pt x="22170" y="13981"/>
                  </a:cubicBezTo>
                  <a:cubicBezTo>
                    <a:pt x="21789" y="13731"/>
                    <a:pt x="21396" y="13195"/>
                    <a:pt x="21730" y="12862"/>
                  </a:cubicBezTo>
                  <a:cubicBezTo>
                    <a:pt x="21813" y="12778"/>
                    <a:pt x="21956" y="12731"/>
                    <a:pt x="22075" y="12707"/>
                  </a:cubicBezTo>
                  <a:cubicBezTo>
                    <a:pt x="23449" y="12264"/>
                    <a:pt x="24865" y="11810"/>
                    <a:pt x="26305" y="11810"/>
                  </a:cubicBezTo>
                  <a:cubicBezTo>
                    <a:pt x="26375" y="11810"/>
                    <a:pt x="26446" y="11812"/>
                    <a:pt x="26516" y="11814"/>
                  </a:cubicBezTo>
                  <a:cubicBezTo>
                    <a:pt x="27016" y="11826"/>
                    <a:pt x="27504" y="11909"/>
                    <a:pt x="27980" y="12052"/>
                  </a:cubicBezTo>
                  <a:cubicBezTo>
                    <a:pt x="29421" y="10873"/>
                    <a:pt x="30921" y="9790"/>
                    <a:pt x="32672" y="9147"/>
                  </a:cubicBezTo>
                  <a:cubicBezTo>
                    <a:pt x="30112" y="6956"/>
                    <a:pt x="27373" y="4706"/>
                    <a:pt x="24456" y="2979"/>
                  </a:cubicBezTo>
                  <a:cubicBezTo>
                    <a:pt x="23948" y="2687"/>
                    <a:pt x="23377" y="2538"/>
                    <a:pt x="22810" y="2538"/>
                  </a:cubicBezTo>
                  <a:cubicBezTo>
                    <a:pt x="22154" y="2538"/>
                    <a:pt x="21504" y="2737"/>
                    <a:pt x="20968" y="3146"/>
                  </a:cubicBezTo>
                  <a:cubicBezTo>
                    <a:pt x="20920" y="3158"/>
                    <a:pt x="20920" y="3182"/>
                    <a:pt x="20908" y="3182"/>
                  </a:cubicBezTo>
                  <a:cubicBezTo>
                    <a:pt x="19956" y="3908"/>
                    <a:pt x="19194" y="4920"/>
                    <a:pt x="18098" y="5396"/>
                  </a:cubicBezTo>
                  <a:cubicBezTo>
                    <a:pt x="18028" y="5423"/>
                    <a:pt x="17948" y="5443"/>
                    <a:pt x="17876" y="5443"/>
                  </a:cubicBezTo>
                  <a:cubicBezTo>
                    <a:pt x="17789" y="5443"/>
                    <a:pt x="17714" y="5415"/>
                    <a:pt x="17682" y="5337"/>
                  </a:cubicBezTo>
                  <a:cubicBezTo>
                    <a:pt x="17646" y="5242"/>
                    <a:pt x="17693" y="5158"/>
                    <a:pt x="17741" y="5087"/>
                  </a:cubicBezTo>
                  <a:cubicBezTo>
                    <a:pt x="18586" y="3694"/>
                    <a:pt x="19456" y="2325"/>
                    <a:pt x="20539" y="1122"/>
                  </a:cubicBezTo>
                  <a:cubicBezTo>
                    <a:pt x="18641" y="413"/>
                    <a:pt x="16655" y="1"/>
                    <a:pt x="14592" y="1"/>
                  </a:cubicBezTo>
                  <a:close/>
                </a:path>
              </a:pathLst>
            </a:custGeom>
            <a:solidFill>
              <a:srgbClr val="4C93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3"/>
            <p:cNvSpPr/>
            <p:nvPr/>
          </p:nvSpPr>
          <p:spPr>
            <a:xfrm>
              <a:off x="7560800" y="4066325"/>
              <a:ext cx="514975" cy="117725"/>
            </a:xfrm>
            <a:custGeom>
              <a:rect b="b" l="l" r="r" t="t"/>
              <a:pathLst>
                <a:path extrusionOk="0" h="4709" w="20599">
                  <a:moveTo>
                    <a:pt x="16256" y="1"/>
                  </a:moveTo>
                  <a:cubicBezTo>
                    <a:pt x="15921" y="1"/>
                    <a:pt x="15586" y="6"/>
                    <a:pt x="15252" y="18"/>
                  </a:cubicBezTo>
                  <a:cubicBezTo>
                    <a:pt x="13454" y="77"/>
                    <a:pt x="11668" y="303"/>
                    <a:pt x="9918" y="672"/>
                  </a:cubicBezTo>
                  <a:cubicBezTo>
                    <a:pt x="8156" y="1065"/>
                    <a:pt x="6430" y="1565"/>
                    <a:pt x="4763" y="2244"/>
                  </a:cubicBezTo>
                  <a:cubicBezTo>
                    <a:pt x="3096" y="2911"/>
                    <a:pt x="1489" y="3732"/>
                    <a:pt x="0" y="4709"/>
                  </a:cubicBezTo>
                  <a:cubicBezTo>
                    <a:pt x="1655" y="4042"/>
                    <a:pt x="3322" y="3435"/>
                    <a:pt x="4989" y="2899"/>
                  </a:cubicBezTo>
                  <a:cubicBezTo>
                    <a:pt x="6668" y="2363"/>
                    <a:pt x="8370" y="1899"/>
                    <a:pt x="10097" y="1542"/>
                  </a:cubicBezTo>
                  <a:cubicBezTo>
                    <a:pt x="11823" y="1172"/>
                    <a:pt x="13550" y="899"/>
                    <a:pt x="15300" y="708"/>
                  </a:cubicBezTo>
                  <a:cubicBezTo>
                    <a:pt x="17062" y="518"/>
                    <a:pt x="18812" y="410"/>
                    <a:pt x="20598" y="351"/>
                  </a:cubicBezTo>
                  <a:cubicBezTo>
                    <a:pt x="19175" y="109"/>
                    <a:pt x="17713" y="1"/>
                    <a:pt x="16256" y="1"/>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3"/>
            <p:cNvSpPr/>
            <p:nvPr/>
          </p:nvSpPr>
          <p:spPr>
            <a:xfrm>
              <a:off x="7654550" y="3920900"/>
              <a:ext cx="133975" cy="163425"/>
            </a:xfrm>
            <a:custGeom>
              <a:rect b="b" l="l" r="r" t="t"/>
              <a:pathLst>
                <a:path extrusionOk="0" h="6537" w="5359">
                  <a:moveTo>
                    <a:pt x="5359" y="0"/>
                  </a:moveTo>
                  <a:lnTo>
                    <a:pt x="5359" y="0"/>
                  </a:lnTo>
                  <a:cubicBezTo>
                    <a:pt x="4656" y="262"/>
                    <a:pt x="4037" y="643"/>
                    <a:pt x="3454" y="1084"/>
                  </a:cubicBezTo>
                  <a:cubicBezTo>
                    <a:pt x="2870" y="1536"/>
                    <a:pt x="2334" y="2060"/>
                    <a:pt x="1882" y="2620"/>
                  </a:cubicBezTo>
                  <a:cubicBezTo>
                    <a:pt x="1418" y="3191"/>
                    <a:pt x="1013" y="3810"/>
                    <a:pt x="691" y="4465"/>
                  </a:cubicBezTo>
                  <a:cubicBezTo>
                    <a:pt x="370" y="5120"/>
                    <a:pt x="120" y="5811"/>
                    <a:pt x="1" y="6537"/>
                  </a:cubicBezTo>
                  <a:cubicBezTo>
                    <a:pt x="453" y="5954"/>
                    <a:pt x="846" y="5382"/>
                    <a:pt x="1287" y="4799"/>
                  </a:cubicBezTo>
                  <a:cubicBezTo>
                    <a:pt x="1703" y="4239"/>
                    <a:pt x="2132" y="3691"/>
                    <a:pt x="2561" y="3156"/>
                  </a:cubicBezTo>
                  <a:cubicBezTo>
                    <a:pt x="2989" y="2620"/>
                    <a:pt x="3442" y="2096"/>
                    <a:pt x="3918" y="1584"/>
                  </a:cubicBezTo>
                  <a:cubicBezTo>
                    <a:pt x="4394" y="1060"/>
                    <a:pt x="4882" y="560"/>
                    <a:pt x="5359"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3"/>
            <p:cNvSpPr/>
            <p:nvPr/>
          </p:nvSpPr>
          <p:spPr>
            <a:xfrm>
              <a:off x="7704575" y="4195600"/>
              <a:ext cx="223850" cy="53350"/>
            </a:xfrm>
            <a:custGeom>
              <a:rect b="b" l="l" r="r" t="t"/>
              <a:pathLst>
                <a:path extrusionOk="0" h="2134" w="8954">
                  <a:moveTo>
                    <a:pt x="2501" y="1"/>
                  </a:moveTo>
                  <a:cubicBezTo>
                    <a:pt x="2445" y="1"/>
                    <a:pt x="2390" y="1"/>
                    <a:pt x="2334" y="2"/>
                  </a:cubicBezTo>
                  <a:cubicBezTo>
                    <a:pt x="1548" y="14"/>
                    <a:pt x="750" y="109"/>
                    <a:pt x="0" y="323"/>
                  </a:cubicBezTo>
                  <a:cubicBezTo>
                    <a:pt x="774" y="466"/>
                    <a:pt x="1524" y="562"/>
                    <a:pt x="2286" y="681"/>
                  </a:cubicBezTo>
                  <a:cubicBezTo>
                    <a:pt x="3036" y="800"/>
                    <a:pt x="3774" y="943"/>
                    <a:pt x="4501" y="1085"/>
                  </a:cubicBezTo>
                  <a:cubicBezTo>
                    <a:pt x="5239" y="1240"/>
                    <a:pt x="5977" y="1395"/>
                    <a:pt x="6703" y="1574"/>
                  </a:cubicBezTo>
                  <a:cubicBezTo>
                    <a:pt x="7453" y="1752"/>
                    <a:pt x="8180" y="1955"/>
                    <a:pt x="8954" y="2133"/>
                  </a:cubicBezTo>
                  <a:cubicBezTo>
                    <a:pt x="8346" y="1621"/>
                    <a:pt x="7644" y="1240"/>
                    <a:pt x="6929" y="919"/>
                  </a:cubicBezTo>
                  <a:cubicBezTo>
                    <a:pt x="6215" y="609"/>
                    <a:pt x="5453" y="371"/>
                    <a:pt x="4679" y="228"/>
                  </a:cubicBezTo>
                  <a:cubicBezTo>
                    <a:pt x="3960" y="73"/>
                    <a:pt x="3231" y="1"/>
                    <a:pt x="2501" y="1"/>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3"/>
            <p:cNvSpPr/>
            <p:nvPr/>
          </p:nvSpPr>
          <p:spPr>
            <a:xfrm>
              <a:off x="7506925" y="4244750"/>
              <a:ext cx="136650" cy="101525"/>
            </a:xfrm>
            <a:custGeom>
              <a:rect b="b" l="l" r="r" t="t"/>
              <a:pathLst>
                <a:path extrusionOk="0" h="4061" w="5466">
                  <a:moveTo>
                    <a:pt x="0" y="0"/>
                  </a:moveTo>
                  <a:lnTo>
                    <a:pt x="0" y="0"/>
                  </a:lnTo>
                  <a:cubicBezTo>
                    <a:pt x="346" y="477"/>
                    <a:pt x="738" y="882"/>
                    <a:pt x="1143" y="1263"/>
                  </a:cubicBezTo>
                  <a:cubicBezTo>
                    <a:pt x="1560" y="1644"/>
                    <a:pt x="1989" y="2013"/>
                    <a:pt x="2441" y="2346"/>
                  </a:cubicBezTo>
                  <a:cubicBezTo>
                    <a:pt x="2882" y="2691"/>
                    <a:pt x="3358" y="2989"/>
                    <a:pt x="3834" y="3287"/>
                  </a:cubicBezTo>
                  <a:cubicBezTo>
                    <a:pt x="4334" y="3584"/>
                    <a:pt x="4834" y="3834"/>
                    <a:pt x="5370" y="4060"/>
                  </a:cubicBezTo>
                  <a:lnTo>
                    <a:pt x="5465" y="3941"/>
                  </a:lnTo>
                  <a:cubicBezTo>
                    <a:pt x="5084" y="3501"/>
                    <a:pt x="4691" y="3096"/>
                    <a:pt x="4275" y="2703"/>
                  </a:cubicBezTo>
                  <a:cubicBezTo>
                    <a:pt x="3858" y="2334"/>
                    <a:pt x="3417" y="1977"/>
                    <a:pt x="2965" y="1655"/>
                  </a:cubicBezTo>
                  <a:cubicBezTo>
                    <a:pt x="2513" y="1322"/>
                    <a:pt x="2036" y="1012"/>
                    <a:pt x="1548" y="727"/>
                  </a:cubicBezTo>
                  <a:cubicBezTo>
                    <a:pt x="1060" y="441"/>
                    <a:pt x="548" y="191"/>
                    <a:pt x="0"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3"/>
            <p:cNvSpPr/>
            <p:nvPr/>
          </p:nvSpPr>
          <p:spPr>
            <a:xfrm>
              <a:off x="7496500" y="4067650"/>
              <a:ext cx="110450" cy="121175"/>
            </a:xfrm>
            <a:custGeom>
              <a:rect b="b" l="l" r="r" t="t"/>
              <a:pathLst>
                <a:path extrusionOk="0" h="4847" w="4418">
                  <a:moveTo>
                    <a:pt x="4418" y="0"/>
                  </a:moveTo>
                  <a:lnTo>
                    <a:pt x="4418" y="0"/>
                  </a:lnTo>
                  <a:cubicBezTo>
                    <a:pt x="4013" y="369"/>
                    <a:pt x="3572" y="679"/>
                    <a:pt x="3156" y="1036"/>
                  </a:cubicBezTo>
                  <a:cubicBezTo>
                    <a:pt x="2739" y="1393"/>
                    <a:pt x="2334" y="1774"/>
                    <a:pt x="1953" y="2155"/>
                  </a:cubicBezTo>
                  <a:cubicBezTo>
                    <a:pt x="1560" y="2548"/>
                    <a:pt x="1203" y="2965"/>
                    <a:pt x="858" y="3394"/>
                  </a:cubicBezTo>
                  <a:cubicBezTo>
                    <a:pt x="524" y="3834"/>
                    <a:pt x="191" y="4298"/>
                    <a:pt x="1" y="4846"/>
                  </a:cubicBezTo>
                  <a:cubicBezTo>
                    <a:pt x="465" y="4525"/>
                    <a:pt x="917" y="4227"/>
                    <a:pt x="1358" y="3882"/>
                  </a:cubicBezTo>
                  <a:cubicBezTo>
                    <a:pt x="1787" y="3536"/>
                    <a:pt x="2191" y="3167"/>
                    <a:pt x="2572" y="2786"/>
                  </a:cubicBezTo>
                  <a:cubicBezTo>
                    <a:pt x="2965" y="2382"/>
                    <a:pt x="3322" y="1965"/>
                    <a:pt x="3644" y="1512"/>
                  </a:cubicBezTo>
                  <a:cubicBezTo>
                    <a:pt x="3953" y="1072"/>
                    <a:pt x="4311" y="584"/>
                    <a:pt x="4418"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3"/>
            <p:cNvSpPr/>
            <p:nvPr/>
          </p:nvSpPr>
          <p:spPr>
            <a:xfrm>
              <a:off x="7875725" y="3970950"/>
              <a:ext cx="168200" cy="82425"/>
            </a:xfrm>
            <a:custGeom>
              <a:rect b="b" l="l" r="r" t="t"/>
              <a:pathLst>
                <a:path extrusionOk="0" h="3297" w="6728">
                  <a:moveTo>
                    <a:pt x="5841" y="0"/>
                  </a:moveTo>
                  <a:cubicBezTo>
                    <a:pt x="5476" y="0"/>
                    <a:pt x="5109" y="58"/>
                    <a:pt x="4763" y="130"/>
                  </a:cubicBezTo>
                  <a:cubicBezTo>
                    <a:pt x="4120" y="273"/>
                    <a:pt x="3512" y="499"/>
                    <a:pt x="2929" y="796"/>
                  </a:cubicBezTo>
                  <a:cubicBezTo>
                    <a:pt x="2346" y="1082"/>
                    <a:pt x="1798" y="1439"/>
                    <a:pt x="1286" y="1844"/>
                  </a:cubicBezTo>
                  <a:cubicBezTo>
                    <a:pt x="1036" y="2035"/>
                    <a:pt x="786" y="2261"/>
                    <a:pt x="560" y="2499"/>
                  </a:cubicBezTo>
                  <a:cubicBezTo>
                    <a:pt x="357" y="2737"/>
                    <a:pt x="119" y="2987"/>
                    <a:pt x="0" y="3297"/>
                  </a:cubicBezTo>
                  <a:cubicBezTo>
                    <a:pt x="262" y="3106"/>
                    <a:pt x="548" y="2975"/>
                    <a:pt x="810" y="2821"/>
                  </a:cubicBezTo>
                  <a:lnTo>
                    <a:pt x="1643" y="2404"/>
                  </a:lnTo>
                  <a:lnTo>
                    <a:pt x="3310" y="1570"/>
                  </a:lnTo>
                  <a:cubicBezTo>
                    <a:pt x="3870" y="1308"/>
                    <a:pt x="4405" y="1023"/>
                    <a:pt x="4965" y="773"/>
                  </a:cubicBezTo>
                  <a:cubicBezTo>
                    <a:pt x="5537" y="535"/>
                    <a:pt x="6084" y="273"/>
                    <a:pt x="6727" y="142"/>
                  </a:cubicBezTo>
                  <a:cubicBezTo>
                    <a:pt x="6442" y="39"/>
                    <a:pt x="6143" y="0"/>
                    <a:pt x="5841"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3"/>
            <p:cNvSpPr/>
            <p:nvPr/>
          </p:nvSpPr>
          <p:spPr>
            <a:xfrm>
              <a:off x="7445000" y="4013175"/>
              <a:ext cx="87250" cy="211950"/>
            </a:xfrm>
            <a:custGeom>
              <a:rect b="b" l="l" r="r" t="t"/>
              <a:pathLst>
                <a:path extrusionOk="0" h="8478" w="3490">
                  <a:moveTo>
                    <a:pt x="3430" y="0"/>
                  </a:moveTo>
                  <a:cubicBezTo>
                    <a:pt x="2882" y="1393"/>
                    <a:pt x="1953" y="2584"/>
                    <a:pt x="1263" y="3918"/>
                  </a:cubicBezTo>
                  <a:cubicBezTo>
                    <a:pt x="537" y="5334"/>
                    <a:pt x="108" y="6894"/>
                    <a:pt x="1" y="8478"/>
                  </a:cubicBezTo>
                  <a:cubicBezTo>
                    <a:pt x="298" y="7644"/>
                    <a:pt x="608" y="6823"/>
                    <a:pt x="906" y="5989"/>
                  </a:cubicBezTo>
                  <a:cubicBezTo>
                    <a:pt x="1287" y="4953"/>
                    <a:pt x="1668" y="3918"/>
                    <a:pt x="2227" y="2977"/>
                  </a:cubicBezTo>
                  <a:cubicBezTo>
                    <a:pt x="2715" y="2132"/>
                    <a:pt x="3489" y="1382"/>
                    <a:pt x="3430" y="405"/>
                  </a:cubicBezTo>
                  <a:lnTo>
                    <a:pt x="3430" y="0"/>
                  </a:ln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3"/>
            <p:cNvSpPr/>
            <p:nvPr/>
          </p:nvSpPr>
          <p:spPr>
            <a:xfrm>
              <a:off x="7632525" y="3855400"/>
              <a:ext cx="168200" cy="130700"/>
            </a:xfrm>
            <a:custGeom>
              <a:rect b="b" l="l" r="r" t="t"/>
              <a:pathLst>
                <a:path extrusionOk="0" h="5228" w="6728">
                  <a:moveTo>
                    <a:pt x="6652" y="1"/>
                  </a:moveTo>
                  <a:cubicBezTo>
                    <a:pt x="5150" y="1"/>
                    <a:pt x="3554" y="352"/>
                    <a:pt x="2465" y="1370"/>
                  </a:cubicBezTo>
                  <a:cubicBezTo>
                    <a:pt x="1834" y="1954"/>
                    <a:pt x="1418" y="2704"/>
                    <a:pt x="1001" y="3442"/>
                  </a:cubicBezTo>
                  <a:cubicBezTo>
                    <a:pt x="679" y="4037"/>
                    <a:pt x="334" y="4633"/>
                    <a:pt x="1" y="5228"/>
                  </a:cubicBezTo>
                  <a:lnTo>
                    <a:pt x="96" y="5145"/>
                  </a:lnTo>
                  <a:cubicBezTo>
                    <a:pt x="513" y="4549"/>
                    <a:pt x="953" y="3978"/>
                    <a:pt x="1370" y="3382"/>
                  </a:cubicBezTo>
                  <a:cubicBezTo>
                    <a:pt x="1739" y="2859"/>
                    <a:pt x="2120" y="2347"/>
                    <a:pt x="2608" y="1942"/>
                  </a:cubicBezTo>
                  <a:cubicBezTo>
                    <a:pt x="3073" y="1573"/>
                    <a:pt x="3620" y="1347"/>
                    <a:pt x="4156" y="1108"/>
                  </a:cubicBezTo>
                  <a:cubicBezTo>
                    <a:pt x="5025" y="739"/>
                    <a:pt x="5871" y="382"/>
                    <a:pt x="6728" y="1"/>
                  </a:cubicBezTo>
                  <a:cubicBezTo>
                    <a:pt x="6703" y="1"/>
                    <a:pt x="6677" y="1"/>
                    <a:pt x="6652" y="1"/>
                  </a:cubicBez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3"/>
            <p:cNvSpPr/>
            <p:nvPr/>
          </p:nvSpPr>
          <p:spPr>
            <a:xfrm>
              <a:off x="7908750" y="3916500"/>
              <a:ext cx="150950" cy="58900"/>
            </a:xfrm>
            <a:custGeom>
              <a:rect b="b" l="l" r="r" t="t"/>
              <a:pathLst>
                <a:path extrusionOk="0" h="2356" w="6038">
                  <a:moveTo>
                    <a:pt x="3907" y="0"/>
                  </a:moveTo>
                  <a:cubicBezTo>
                    <a:pt x="3800" y="0"/>
                    <a:pt x="3692" y="7"/>
                    <a:pt x="3585" y="22"/>
                  </a:cubicBezTo>
                  <a:cubicBezTo>
                    <a:pt x="2918" y="105"/>
                    <a:pt x="2334" y="474"/>
                    <a:pt x="1787" y="867"/>
                  </a:cubicBezTo>
                  <a:cubicBezTo>
                    <a:pt x="1156" y="1308"/>
                    <a:pt x="560" y="1820"/>
                    <a:pt x="1" y="2355"/>
                  </a:cubicBezTo>
                  <a:cubicBezTo>
                    <a:pt x="667" y="2046"/>
                    <a:pt x="1322" y="1641"/>
                    <a:pt x="1906" y="1177"/>
                  </a:cubicBezTo>
                  <a:cubicBezTo>
                    <a:pt x="2382" y="808"/>
                    <a:pt x="2870" y="367"/>
                    <a:pt x="3465" y="296"/>
                  </a:cubicBezTo>
                  <a:cubicBezTo>
                    <a:pt x="3521" y="290"/>
                    <a:pt x="3576" y="287"/>
                    <a:pt x="3631" y="287"/>
                  </a:cubicBezTo>
                  <a:cubicBezTo>
                    <a:pt x="4342" y="287"/>
                    <a:pt x="5009" y="754"/>
                    <a:pt x="5728" y="831"/>
                  </a:cubicBezTo>
                  <a:lnTo>
                    <a:pt x="6037" y="915"/>
                  </a:lnTo>
                  <a:cubicBezTo>
                    <a:pt x="5461" y="370"/>
                    <a:pt x="4692" y="0"/>
                    <a:pt x="3907" y="0"/>
                  </a:cubicBez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3"/>
            <p:cNvSpPr/>
            <p:nvPr/>
          </p:nvSpPr>
          <p:spPr>
            <a:xfrm>
              <a:off x="6315700" y="3246700"/>
              <a:ext cx="608425" cy="843950"/>
            </a:xfrm>
            <a:custGeom>
              <a:rect b="b" l="l" r="r" t="t"/>
              <a:pathLst>
                <a:path extrusionOk="0" h="33758" w="24337">
                  <a:moveTo>
                    <a:pt x="16884" y="1"/>
                  </a:moveTo>
                  <a:cubicBezTo>
                    <a:pt x="15705" y="930"/>
                    <a:pt x="14514" y="1834"/>
                    <a:pt x="13324" y="2739"/>
                  </a:cubicBezTo>
                  <a:cubicBezTo>
                    <a:pt x="12621" y="3275"/>
                    <a:pt x="12181" y="4097"/>
                    <a:pt x="12121" y="4990"/>
                  </a:cubicBezTo>
                  <a:cubicBezTo>
                    <a:pt x="12062" y="5764"/>
                    <a:pt x="11990" y="6656"/>
                    <a:pt x="11895" y="7133"/>
                  </a:cubicBezTo>
                  <a:cubicBezTo>
                    <a:pt x="11823" y="7466"/>
                    <a:pt x="11692" y="7847"/>
                    <a:pt x="11359" y="7942"/>
                  </a:cubicBezTo>
                  <a:cubicBezTo>
                    <a:pt x="11324" y="7951"/>
                    <a:pt x="11288" y="7955"/>
                    <a:pt x="11253" y="7955"/>
                  </a:cubicBezTo>
                  <a:cubicBezTo>
                    <a:pt x="11046" y="7955"/>
                    <a:pt x="10838" y="7817"/>
                    <a:pt x="10716" y="7645"/>
                  </a:cubicBezTo>
                  <a:cubicBezTo>
                    <a:pt x="10573" y="7430"/>
                    <a:pt x="10526" y="7180"/>
                    <a:pt x="10466" y="6942"/>
                  </a:cubicBezTo>
                  <a:cubicBezTo>
                    <a:pt x="10335" y="6359"/>
                    <a:pt x="10216" y="5799"/>
                    <a:pt x="10085" y="5216"/>
                  </a:cubicBezTo>
                  <a:cubicBezTo>
                    <a:pt x="9144" y="5930"/>
                    <a:pt x="8216" y="6668"/>
                    <a:pt x="7263" y="7371"/>
                  </a:cubicBezTo>
                  <a:cubicBezTo>
                    <a:pt x="5227" y="8871"/>
                    <a:pt x="5168" y="11776"/>
                    <a:pt x="5585" y="13181"/>
                  </a:cubicBezTo>
                  <a:cubicBezTo>
                    <a:pt x="5596" y="13253"/>
                    <a:pt x="5620" y="13324"/>
                    <a:pt x="5644" y="13395"/>
                  </a:cubicBezTo>
                  <a:cubicBezTo>
                    <a:pt x="5704" y="13622"/>
                    <a:pt x="5763" y="13860"/>
                    <a:pt x="5751" y="14098"/>
                  </a:cubicBezTo>
                  <a:cubicBezTo>
                    <a:pt x="5739" y="14407"/>
                    <a:pt x="5525" y="14753"/>
                    <a:pt x="5215" y="14812"/>
                  </a:cubicBezTo>
                  <a:cubicBezTo>
                    <a:pt x="4739" y="13967"/>
                    <a:pt x="4918" y="12860"/>
                    <a:pt x="4501" y="11990"/>
                  </a:cubicBezTo>
                  <a:cubicBezTo>
                    <a:pt x="4263" y="11490"/>
                    <a:pt x="3858" y="11121"/>
                    <a:pt x="3489" y="10716"/>
                  </a:cubicBezTo>
                  <a:cubicBezTo>
                    <a:pt x="3441" y="10764"/>
                    <a:pt x="3394" y="10824"/>
                    <a:pt x="3370" y="10871"/>
                  </a:cubicBezTo>
                  <a:cubicBezTo>
                    <a:pt x="3203" y="11062"/>
                    <a:pt x="3060" y="11276"/>
                    <a:pt x="2906" y="11478"/>
                  </a:cubicBezTo>
                  <a:cubicBezTo>
                    <a:pt x="1870" y="12979"/>
                    <a:pt x="1274" y="14753"/>
                    <a:pt x="917" y="16539"/>
                  </a:cubicBezTo>
                  <a:cubicBezTo>
                    <a:pt x="822" y="16943"/>
                    <a:pt x="751" y="17372"/>
                    <a:pt x="655" y="17801"/>
                  </a:cubicBezTo>
                  <a:cubicBezTo>
                    <a:pt x="393" y="19253"/>
                    <a:pt x="643" y="20765"/>
                    <a:pt x="1405" y="22027"/>
                  </a:cubicBezTo>
                  <a:cubicBezTo>
                    <a:pt x="1763" y="22647"/>
                    <a:pt x="2191" y="23206"/>
                    <a:pt x="2703" y="23742"/>
                  </a:cubicBezTo>
                  <a:lnTo>
                    <a:pt x="2667" y="23742"/>
                  </a:lnTo>
                  <a:cubicBezTo>
                    <a:pt x="2613" y="23751"/>
                    <a:pt x="2559" y="23755"/>
                    <a:pt x="2507" y="23755"/>
                  </a:cubicBezTo>
                  <a:cubicBezTo>
                    <a:pt x="1859" y="23755"/>
                    <a:pt x="1351" y="23112"/>
                    <a:pt x="822" y="22682"/>
                  </a:cubicBezTo>
                  <a:cubicBezTo>
                    <a:pt x="596" y="22492"/>
                    <a:pt x="346" y="22349"/>
                    <a:pt x="96" y="22182"/>
                  </a:cubicBezTo>
                  <a:lnTo>
                    <a:pt x="96" y="22182"/>
                  </a:lnTo>
                  <a:cubicBezTo>
                    <a:pt x="0" y="24159"/>
                    <a:pt x="203" y="26099"/>
                    <a:pt x="1036" y="27588"/>
                  </a:cubicBezTo>
                  <a:cubicBezTo>
                    <a:pt x="1824" y="28994"/>
                    <a:pt x="2901" y="29351"/>
                    <a:pt x="4124" y="29351"/>
                  </a:cubicBezTo>
                  <a:cubicBezTo>
                    <a:pt x="5384" y="29351"/>
                    <a:pt x="6800" y="28973"/>
                    <a:pt x="8219" y="28973"/>
                  </a:cubicBezTo>
                  <a:cubicBezTo>
                    <a:pt x="8817" y="28973"/>
                    <a:pt x="9415" y="29040"/>
                    <a:pt x="10002" y="29231"/>
                  </a:cubicBezTo>
                  <a:cubicBezTo>
                    <a:pt x="12567" y="30075"/>
                    <a:pt x="14431" y="33758"/>
                    <a:pt x="17291" y="33758"/>
                  </a:cubicBezTo>
                  <a:cubicBezTo>
                    <a:pt x="17457" y="33758"/>
                    <a:pt x="17627" y="33745"/>
                    <a:pt x="17800" y="33719"/>
                  </a:cubicBezTo>
                  <a:cubicBezTo>
                    <a:pt x="19336" y="33493"/>
                    <a:pt x="20765" y="32743"/>
                    <a:pt x="21872" y="31660"/>
                  </a:cubicBezTo>
                  <a:lnTo>
                    <a:pt x="21872" y="31660"/>
                  </a:lnTo>
                  <a:cubicBezTo>
                    <a:pt x="21670" y="31695"/>
                    <a:pt x="21467" y="31707"/>
                    <a:pt x="21277" y="31719"/>
                  </a:cubicBezTo>
                  <a:cubicBezTo>
                    <a:pt x="21154" y="31724"/>
                    <a:pt x="21032" y="31730"/>
                    <a:pt x="20912" y="31730"/>
                  </a:cubicBezTo>
                  <a:cubicBezTo>
                    <a:pt x="20720" y="31730"/>
                    <a:pt x="20532" y="31714"/>
                    <a:pt x="20348" y="31648"/>
                  </a:cubicBezTo>
                  <a:cubicBezTo>
                    <a:pt x="20051" y="31540"/>
                    <a:pt x="19801" y="31302"/>
                    <a:pt x="19753" y="30993"/>
                  </a:cubicBezTo>
                  <a:cubicBezTo>
                    <a:pt x="19705" y="30624"/>
                    <a:pt x="19979" y="30290"/>
                    <a:pt x="20301" y="30124"/>
                  </a:cubicBezTo>
                  <a:cubicBezTo>
                    <a:pt x="20622" y="29969"/>
                    <a:pt x="20991" y="29921"/>
                    <a:pt x="21348" y="29826"/>
                  </a:cubicBezTo>
                  <a:cubicBezTo>
                    <a:pt x="22360" y="29576"/>
                    <a:pt x="23194" y="28957"/>
                    <a:pt x="23861" y="28147"/>
                  </a:cubicBezTo>
                  <a:cubicBezTo>
                    <a:pt x="24337" y="26278"/>
                    <a:pt x="24158" y="24266"/>
                    <a:pt x="23920" y="22325"/>
                  </a:cubicBezTo>
                  <a:cubicBezTo>
                    <a:pt x="23837" y="21599"/>
                    <a:pt x="23730" y="20884"/>
                    <a:pt x="23622" y="20170"/>
                  </a:cubicBezTo>
                  <a:cubicBezTo>
                    <a:pt x="23194" y="20325"/>
                    <a:pt x="21634" y="21539"/>
                    <a:pt x="21217" y="21896"/>
                  </a:cubicBezTo>
                  <a:cubicBezTo>
                    <a:pt x="20938" y="22136"/>
                    <a:pt x="20558" y="22316"/>
                    <a:pt x="20201" y="22316"/>
                  </a:cubicBezTo>
                  <a:cubicBezTo>
                    <a:pt x="20025" y="22316"/>
                    <a:pt x="19855" y="22272"/>
                    <a:pt x="19705" y="22170"/>
                  </a:cubicBezTo>
                  <a:cubicBezTo>
                    <a:pt x="19372" y="21944"/>
                    <a:pt x="19265" y="21480"/>
                    <a:pt x="19336" y="21099"/>
                  </a:cubicBezTo>
                  <a:cubicBezTo>
                    <a:pt x="19431" y="20706"/>
                    <a:pt x="19670" y="20361"/>
                    <a:pt x="19932" y="20063"/>
                  </a:cubicBezTo>
                  <a:cubicBezTo>
                    <a:pt x="20574" y="19325"/>
                    <a:pt x="21396" y="18741"/>
                    <a:pt x="22087" y="18063"/>
                  </a:cubicBezTo>
                  <a:cubicBezTo>
                    <a:pt x="22468" y="17682"/>
                    <a:pt x="22801" y="17289"/>
                    <a:pt x="23063" y="16824"/>
                  </a:cubicBezTo>
                  <a:cubicBezTo>
                    <a:pt x="22503" y="13895"/>
                    <a:pt x="21777" y="11002"/>
                    <a:pt x="20801" y="8204"/>
                  </a:cubicBezTo>
                  <a:cubicBezTo>
                    <a:pt x="20479" y="8573"/>
                    <a:pt x="20170" y="8907"/>
                    <a:pt x="20027" y="9097"/>
                  </a:cubicBezTo>
                  <a:cubicBezTo>
                    <a:pt x="19836" y="9347"/>
                    <a:pt x="19622" y="9609"/>
                    <a:pt x="19372" y="9788"/>
                  </a:cubicBezTo>
                  <a:cubicBezTo>
                    <a:pt x="19257" y="9848"/>
                    <a:pt x="19123" y="9881"/>
                    <a:pt x="18990" y="9881"/>
                  </a:cubicBezTo>
                  <a:cubicBezTo>
                    <a:pt x="18807" y="9881"/>
                    <a:pt x="18627" y="9819"/>
                    <a:pt x="18503" y="9681"/>
                  </a:cubicBezTo>
                  <a:cubicBezTo>
                    <a:pt x="18205" y="9323"/>
                    <a:pt x="18455" y="8800"/>
                    <a:pt x="18729" y="8431"/>
                  </a:cubicBezTo>
                  <a:cubicBezTo>
                    <a:pt x="19015" y="8038"/>
                    <a:pt x="19551" y="7085"/>
                    <a:pt x="20158" y="6454"/>
                  </a:cubicBezTo>
                  <a:cubicBezTo>
                    <a:pt x="19265" y="4204"/>
                    <a:pt x="18181" y="2049"/>
                    <a:pt x="16884" y="1"/>
                  </a:cubicBezTo>
                  <a:close/>
                </a:path>
              </a:pathLst>
            </a:custGeom>
            <a:solidFill>
              <a:srgbClr val="4C93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3"/>
            <p:cNvSpPr/>
            <p:nvPr/>
          </p:nvSpPr>
          <p:spPr>
            <a:xfrm>
              <a:off x="6565425" y="3355050"/>
              <a:ext cx="154825" cy="577475"/>
            </a:xfrm>
            <a:custGeom>
              <a:rect b="b" l="l" r="r" t="t"/>
              <a:pathLst>
                <a:path extrusionOk="0" h="23099" w="6193">
                  <a:moveTo>
                    <a:pt x="6192" y="1"/>
                  </a:moveTo>
                  <a:lnTo>
                    <a:pt x="3989" y="5585"/>
                  </a:lnTo>
                  <a:cubicBezTo>
                    <a:pt x="3263" y="7442"/>
                    <a:pt x="2549" y="9323"/>
                    <a:pt x="1930" y="11228"/>
                  </a:cubicBezTo>
                  <a:cubicBezTo>
                    <a:pt x="1311" y="13133"/>
                    <a:pt x="775" y="15074"/>
                    <a:pt x="453" y="17074"/>
                  </a:cubicBezTo>
                  <a:cubicBezTo>
                    <a:pt x="120" y="19063"/>
                    <a:pt x="1" y="21110"/>
                    <a:pt x="227" y="23099"/>
                  </a:cubicBezTo>
                  <a:cubicBezTo>
                    <a:pt x="358" y="21087"/>
                    <a:pt x="679" y="19146"/>
                    <a:pt x="1120" y="17205"/>
                  </a:cubicBezTo>
                  <a:cubicBezTo>
                    <a:pt x="1572" y="15288"/>
                    <a:pt x="2132" y="13383"/>
                    <a:pt x="2763" y="11490"/>
                  </a:cubicBezTo>
                  <a:lnTo>
                    <a:pt x="4632" y="5811"/>
                  </a:lnTo>
                  <a:cubicBezTo>
                    <a:pt x="5240" y="3906"/>
                    <a:pt x="5811" y="1965"/>
                    <a:pt x="6192" y="1"/>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3"/>
            <p:cNvSpPr/>
            <p:nvPr/>
          </p:nvSpPr>
          <p:spPr>
            <a:xfrm>
              <a:off x="6409750" y="3655100"/>
              <a:ext cx="131600" cy="167000"/>
            </a:xfrm>
            <a:custGeom>
              <a:rect b="b" l="l" r="r" t="t"/>
              <a:pathLst>
                <a:path extrusionOk="0" h="6680" w="5264">
                  <a:moveTo>
                    <a:pt x="1" y="0"/>
                  </a:moveTo>
                  <a:lnTo>
                    <a:pt x="1" y="0"/>
                  </a:lnTo>
                  <a:cubicBezTo>
                    <a:pt x="37" y="738"/>
                    <a:pt x="275" y="1465"/>
                    <a:pt x="620" y="2120"/>
                  </a:cubicBezTo>
                  <a:cubicBezTo>
                    <a:pt x="953" y="2774"/>
                    <a:pt x="1394" y="3394"/>
                    <a:pt x="1870" y="3941"/>
                  </a:cubicBezTo>
                  <a:cubicBezTo>
                    <a:pt x="2346" y="4489"/>
                    <a:pt x="2870" y="5001"/>
                    <a:pt x="3418" y="5477"/>
                  </a:cubicBezTo>
                  <a:cubicBezTo>
                    <a:pt x="3966" y="5953"/>
                    <a:pt x="4561" y="6406"/>
                    <a:pt x="5263" y="6680"/>
                  </a:cubicBezTo>
                  <a:cubicBezTo>
                    <a:pt x="4787" y="6108"/>
                    <a:pt x="4370" y="5549"/>
                    <a:pt x="3906" y="5013"/>
                  </a:cubicBezTo>
                  <a:cubicBezTo>
                    <a:pt x="3466" y="4441"/>
                    <a:pt x="2989" y="3905"/>
                    <a:pt x="2525" y="3370"/>
                  </a:cubicBezTo>
                  <a:cubicBezTo>
                    <a:pt x="2061" y="2834"/>
                    <a:pt x="1608" y="2322"/>
                    <a:pt x="1191" y="1762"/>
                  </a:cubicBezTo>
                  <a:cubicBezTo>
                    <a:pt x="775" y="1215"/>
                    <a:pt x="382" y="631"/>
                    <a:pt x="1"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3"/>
            <p:cNvSpPr/>
            <p:nvPr/>
          </p:nvSpPr>
          <p:spPr>
            <a:xfrm>
              <a:off x="6537150" y="3518775"/>
              <a:ext cx="61950" cy="95275"/>
            </a:xfrm>
            <a:custGeom>
              <a:rect b="b" l="l" r="r" t="t"/>
              <a:pathLst>
                <a:path extrusionOk="0" h="3811" w="2478">
                  <a:moveTo>
                    <a:pt x="84" y="0"/>
                  </a:moveTo>
                  <a:lnTo>
                    <a:pt x="84" y="0"/>
                  </a:lnTo>
                  <a:cubicBezTo>
                    <a:pt x="1" y="417"/>
                    <a:pt x="48" y="822"/>
                    <a:pt x="156" y="1203"/>
                  </a:cubicBezTo>
                  <a:cubicBezTo>
                    <a:pt x="263" y="1596"/>
                    <a:pt x="417" y="1965"/>
                    <a:pt x="632" y="2310"/>
                  </a:cubicBezTo>
                  <a:cubicBezTo>
                    <a:pt x="858" y="2655"/>
                    <a:pt x="1108" y="2965"/>
                    <a:pt x="1418" y="3215"/>
                  </a:cubicBezTo>
                  <a:cubicBezTo>
                    <a:pt x="1727" y="3489"/>
                    <a:pt x="2072" y="3691"/>
                    <a:pt x="2477" y="3810"/>
                  </a:cubicBezTo>
                  <a:cubicBezTo>
                    <a:pt x="2311" y="3429"/>
                    <a:pt x="2120" y="3096"/>
                    <a:pt x="1941" y="2751"/>
                  </a:cubicBezTo>
                  <a:cubicBezTo>
                    <a:pt x="1763" y="2441"/>
                    <a:pt x="1572" y="2131"/>
                    <a:pt x="1370" y="1834"/>
                  </a:cubicBezTo>
                  <a:cubicBezTo>
                    <a:pt x="1179" y="1536"/>
                    <a:pt x="989" y="1238"/>
                    <a:pt x="775" y="929"/>
                  </a:cubicBezTo>
                  <a:cubicBezTo>
                    <a:pt x="572" y="631"/>
                    <a:pt x="358" y="310"/>
                    <a:pt x="84"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3"/>
            <p:cNvSpPr/>
            <p:nvPr/>
          </p:nvSpPr>
          <p:spPr>
            <a:xfrm>
              <a:off x="6695800" y="3582175"/>
              <a:ext cx="98550" cy="45425"/>
            </a:xfrm>
            <a:custGeom>
              <a:rect b="b" l="l" r="r" t="t"/>
              <a:pathLst>
                <a:path extrusionOk="0" h="1817" w="3942">
                  <a:moveTo>
                    <a:pt x="3942" y="0"/>
                  </a:moveTo>
                  <a:lnTo>
                    <a:pt x="3942" y="0"/>
                  </a:lnTo>
                  <a:cubicBezTo>
                    <a:pt x="3596" y="238"/>
                    <a:pt x="3299" y="310"/>
                    <a:pt x="2977" y="393"/>
                  </a:cubicBezTo>
                  <a:cubicBezTo>
                    <a:pt x="2656" y="488"/>
                    <a:pt x="2311" y="572"/>
                    <a:pt x="1965" y="715"/>
                  </a:cubicBezTo>
                  <a:cubicBezTo>
                    <a:pt x="1620" y="846"/>
                    <a:pt x="1310" y="988"/>
                    <a:pt x="977" y="1143"/>
                  </a:cubicBezTo>
                  <a:cubicBezTo>
                    <a:pt x="668" y="1310"/>
                    <a:pt x="346" y="1453"/>
                    <a:pt x="1" y="1679"/>
                  </a:cubicBezTo>
                  <a:cubicBezTo>
                    <a:pt x="255" y="1774"/>
                    <a:pt x="519" y="1817"/>
                    <a:pt x="777" y="1817"/>
                  </a:cubicBezTo>
                  <a:cubicBezTo>
                    <a:pt x="906" y="1817"/>
                    <a:pt x="1033" y="1806"/>
                    <a:pt x="1156" y="1786"/>
                  </a:cubicBezTo>
                  <a:cubicBezTo>
                    <a:pt x="1549" y="1739"/>
                    <a:pt x="1918" y="1643"/>
                    <a:pt x="2263" y="1512"/>
                  </a:cubicBezTo>
                  <a:cubicBezTo>
                    <a:pt x="2608" y="1393"/>
                    <a:pt x="2930" y="1238"/>
                    <a:pt x="3275" y="1012"/>
                  </a:cubicBezTo>
                  <a:cubicBezTo>
                    <a:pt x="3596" y="786"/>
                    <a:pt x="3930" y="417"/>
                    <a:pt x="3942"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3"/>
            <p:cNvSpPr/>
            <p:nvPr/>
          </p:nvSpPr>
          <p:spPr>
            <a:xfrm>
              <a:off x="6645800" y="3859875"/>
              <a:ext cx="190525" cy="46725"/>
            </a:xfrm>
            <a:custGeom>
              <a:rect b="b" l="l" r="r" t="t"/>
              <a:pathLst>
                <a:path extrusionOk="0" h="1869" w="7621">
                  <a:moveTo>
                    <a:pt x="7621" y="1"/>
                  </a:moveTo>
                  <a:lnTo>
                    <a:pt x="7621" y="1"/>
                  </a:lnTo>
                  <a:cubicBezTo>
                    <a:pt x="6954" y="155"/>
                    <a:pt x="6311" y="382"/>
                    <a:pt x="5680" y="560"/>
                  </a:cubicBezTo>
                  <a:cubicBezTo>
                    <a:pt x="5049" y="739"/>
                    <a:pt x="4430" y="882"/>
                    <a:pt x="3799" y="953"/>
                  </a:cubicBezTo>
                  <a:cubicBezTo>
                    <a:pt x="3554" y="977"/>
                    <a:pt x="3308" y="992"/>
                    <a:pt x="3060" y="992"/>
                  </a:cubicBezTo>
                  <a:cubicBezTo>
                    <a:pt x="2693" y="992"/>
                    <a:pt x="2323" y="960"/>
                    <a:pt x="1953" y="882"/>
                  </a:cubicBezTo>
                  <a:cubicBezTo>
                    <a:pt x="1334" y="751"/>
                    <a:pt x="691" y="525"/>
                    <a:pt x="1" y="382"/>
                  </a:cubicBezTo>
                  <a:lnTo>
                    <a:pt x="1" y="382"/>
                  </a:lnTo>
                  <a:cubicBezTo>
                    <a:pt x="524" y="858"/>
                    <a:pt x="1084" y="1251"/>
                    <a:pt x="1727" y="1537"/>
                  </a:cubicBezTo>
                  <a:cubicBezTo>
                    <a:pt x="2244" y="1754"/>
                    <a:pt x="2809" y="1868"/>
                    <a:pt x="3369" y="1868"/>
                  </a:cubicBezTo>
                  <a:cubicBezTo>
                    <a:pt x="3545" y="1868"/>
                    <a:pt x="3721" y="1857"/>
                    <a:pt x="3894" y="1834"/>
                  </a:cubicBezTo>
                  <a:cubicBezTo>
                    <a:pt x="4596" y="1751"/>
                    <a:pt x="5287" y="1513"/>
                    <a:pt x="5918" y="1191"/>
                  </a:cubicBezTo>
                  <a:cubicBezTo>
                    <a:pt x="6537" y="870"/>
                    <a:pt x="7120" y="477"/>
                    <a:pt x="7621" y="1"/>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3"/>
            <p:cNvSpPr/>
            <p:nvPr/>
          </p:nvSpPr>
          <p:spPr>
            <a:xfrm>
              <a:off x="6345175" y="3544950"/>
              <a:ext cx="50625" cy="286375"/>
            </a:xfrm>
            <a:custGeom>
              <a:rect b="b" l="l" r="r" t="t"/>
              <a:pathLst>
                <a:path extrusionOk="0" h="11455" w="2025">
                  <a:moveTo>
                    <a:pt x="2000" y="1"/>
                  </a:moveTo>
                  <a:lnTo>
                    <a:pt x="2000" y="1"/>
                  </a:lnTo>
                  <a:cubicBezTo>
                    <a:pt x="1405" y="1394"/>
                    <a:pt x="822" y="2799"/>
                    <a:pt x="441" y="4263"/>
                  </a:cubicBezTo>
                  <a:cubicBezTo>
                    <a:pt x="334" y="4704"/>
                    <a:pt x="226" y="5133"/>
                    <a:pt x="155" y="5573"/>
                  </a:cubicBezTo>
                  <a:cubicBezTo>
                    <a:pt x="60" y="6109"/>
                    <a:pt x="0" y="6645"/>
                    <a:pt x="12" y="7180"/>
                  </a:cubicBezTo>
                  <a:cubicBezTo>
                    <a:pt x="48" y="8812"/>
                    <a:pt x="786" y="10395"/>
                    <a:pt x="2012" y="11455"/>
                  </a:cubicBezTo>
                  <a:cubicBezTo>
                    <a:pt x="977" y="9645"/>
                    <a:pt x="226" y="7526"/>
                    <a:pt x="631" y="5478"/>
                  </a:cubicBezTo>
                  <a:cubicBezTo>
                    <a:pt x="953" y="3823"/>
                    <a:pt x="2024" y="2299"/>
                    <a:pt x="1893" y="620"/>
                  </a:cubicBezTo>
                  <a:lnTo>
                    <a:pt x="2000" y="1"/>
                  </a:ln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3"/>
            <p:cNvSpPr/>
            <p:nvPr/>
          </p:nvSpPr>
          <p:spPr>
            <a:xfrm>
              <a:off x="6459775" y="3401200"/>
              <a:ext cx="96750" cy="176525"/>
            </a:xfrm>
            <a:custGeom>
              <a:rect b="b" l="l" r="r" t="t"/>
              <a:pathLst>
                <a:path extrusionOk="0" h="7061" w="3870">
                  <a:moveTo>
                    <a:pt x="3762" y="0"/>
                  </a:moveTo>
                  <a:lnTo>
                    <a:pt x="3762" y="0"/>
                  </a:lnTo>
                  <a:cubicBezTo>
                    <a:pt x="3251" y="465"/>
                    <a:pt x="2715" y="893"/>
                    <a:pt x="2155" y="1322"/>
                  </a:cubicBezTo>
                  <a:cubicBezTo>
                    <a:pt x="1548" y="1798"/>
                    <a:pt x="905" y="2262"/>
                    <a:pt x="536" y="2929"/>
                  </a:cubicBezTo>
                  <a:cubicBezTo>
                    <a:pt x="214" y="3524"/>
                    <a:pt x="107" y="4215"/>
                    <a:pt x="60" y="4882"/>
                  </a:cubicBezTo>
                  <a:cubicBezTo>
                    <a:pt x="0" y="5632"/>
                    <a:pt x="12" y="6418"/>
                    <a:pt x="405" y="7061"/>
                  </a:cubicBezTo>
                  <a:cubicBezTo>
                    <a:pt x="393" y="6537"/>
                    <a:pt x="393" y="6013"/>
                    <a:pt x="381" y="5489"/>
                  </a:cubicBezTo>
                  <a:cubicBezTo>
                    <a:pt x="357" y="4536"/>
                    <a:pt x="381" y="3501"/>
                    <a:pt x="988" y="2774"/>
                  </a:cubicBezTo>
                  <a:cubicBezTo>
                    <a:pt x="1607" y="2036"/>
                    <a:pt x="2679" y="1846"/>
                    <a:pt x="3381" y="1191"/>
                  </a:cubicBezTo>
                  <a:cubicBezTo>
                    <a:pt x="3667" y="941"/>
                    <a:pt x="3870" y="548"/>
                    <a:pt x="3751" y="179"/>
                  </a:cubicBezTo>
                  <a:lnTo>
                    <a:pt x="3762" y="0"/>
                  </a:ln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3"/>
            <p:cNvSpPr/>
            <p:nvPr/>
          </p:nvSpPr>
          <p:spPr>
            <a:xfrm>
              <a:off x="6624075" y="3277075"/>
              <a:ext cx="96175" cy="158075"/>
            </a:xfrm>
            <a:custGeom>
              <a:rect b="b" l="l" r="r" t="t"/>
              <a:pathLst>
                <a:path extrusionOk="0" h="6323" w="3847">
                  <a:moveTo>
                    <a:pt x="3846" y="0"/>
                  </a:moveTo>
                  <a:cubicBezTo>
                    <a:pt x="3215" y="1155"/>
                    <a:pt x="1632" y="1465"/>
                    <a:pt x="786" y="2501"/>
                  </a:cubicBezTo>
                  <a:cubicBezTo>
                    <a:pt x="358" y="3001"/>
                    <a:pt x="143" y="3667"/>
                    <a:pt x="72" y="4322"/>
                  </a:cubicBezTo>
                  <a:cubicBezTo>
                    <a:pt x="0" y="5001"/>
                    <a:pt x="60" y="5656"/>
                    <a:pt x="96" y="6323"/>
                  </a:cubicBezTo>
                  <a:cubicBezTo>
                    <a:pt x="167" y="5775"/>
                    <a:pt x="346" y="5215"/>
                    <a:pt x="512" y="4679"/>
                  </a:cubicBezTo>
                  <a:cubicBezTo>
                    <a:pt x="715" y="4060"/>
                    <a:pt x="917" y="3417"/>
                    <a:pt x="1322" y="2894"/>
                  </a:cubicBezTo>
                  <a:cubicBezTo>
                    <a:pt x="2060" y="1965"/>
                    <a:pt x="3394" y="1512"/>
                    <a:pt x="3846" y="417"/>
                  </a:cubicBezTo>
                  <a:lnTo>
                    <a:pt x="3846" y="0"/>
                  </a:ln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3"/>
            <p:cNvSpPr/>
            <p:nvPr/>
          </p:nvSpPr>
          <p:spPr>
            <a:xfrm>
              <a:off x="6335350" y="3844100"/>
              <a:ext cx="79800" cy="125050"/>
            </a:xfrm>
            <a:custGeom>
              <a:rect b="b" l="l" r="r" t="t"/>
              <a:pathLst>
                <a:path extrusionOk="0" h="5002" w="3192">
                  <a:moveTo>
                    <a:pt x="24" y="1"/>
                  </a:moveTo>
                  <a:lnTo>
                    <a:pt x="24" y="1"/>
                  </a:lnTo>
                  <a:cubicBezTo>
                    <a:pt x="12" y="667"/>
                    <a:pt x="0" y="1334"/>
                    <a:pt x="96" y="2001"/>
                  </a:cubicBezTo>
                  <a:cubicBezTo>
                    <a:pt x="203" y="2656"/>
                    <a:pt x="429" y="3334"/>
                    <a:pt x="846" y="3846"/>
                  </a:cubicBezTo>
                  <a:cubicBezTo>
                    <a:pt x="1405" y="4549"/>
                    <a:pt x="2298" y="4966"/>
                    <a:pt x="3191" y="5001"/>
                  </a:cubicBezTo>
                  <a:cubicBezTo>
                    <a:pt x="2286" y="4656"/>
                    <a:pt x="1584" y="3930"/>
                    <a:pt x="1108" y="3096"/>
                  </a:cubicBezTo>
                  <a:cubicBezTo>
                    <a:pt x="631" y="2263"/>
                    <a:pt x="322" y="1334"/>
                    <a:pt x="36" y="417"/>
                  </a:cubicBezTo>
                  <a:lnTo>
                    <a:pt x="24" y="1"/>
                  </a:ln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3"/>
            <p:cNvSpPr/>
            <p:nvPr/>
          </p:nvSpPr>
          <p:spPr>
            <a:xfrm>
              <a:off x="6924100" y="3333925"/>
              <a:ext cx="565575" cy="733975"/>
            </a:xfrm>
            <a:custGeom>
              <a:rect b="b" l="l" r="r" t="t"/>
              <a:pathLst>
                <a:path extrusionOk="0" h="29359" w="22623">
                  <a:moveTo>
                    <a:pt x="21361" y="0"/>
                  </a:moveTo>
                  <a:cubicBezTo>
                    <a:pt x="20075" y="453"/>
                    <a:pt x="18813" y="941"/>
                    <a:pt x="17551" y="1393"/>
                  </a:cubicBezTo>
                  <a:cubicBezTo>
                    <a:pt x="16789" y="1679"/>
                    <a:pt x="16193" y="2275"/>
                    <a:pt x="15896" y="3025"/>
                  </a:cubicBezTo>
                  <a:cubicBezTo>
                    <a:pt x="15646" y="3679"/>
                    <a:pt x="15336" y="4418"/>
                    <a:pt x="15122" y="4811"/>
                  </a:cubicBezTo>
                  <a:cubicBezTo>
                    <a:pt x="14993" y="5067"/>
                    <a:pt x="14773" y="5359"/>
                    <a:pt x="14473" y="5359"/>
                  </a:cubicBezTo>
                  <a:cubicBezTo>
                    <a:pt x="14467" y="5359"/>
                    <a:pt x="14461" y="5358"/>
                    <a:pt x="14455" y="5358"/>
                  </a:cubicBezTo>
                  <a:cubicBezTo>
                    <a:pt x="14229" y="5346"/>
                    <a:pt x="14050" y="5144"/>
                    <a:pt x="13979" y="4942"/>
                  </a:cubicBezTo>
                  <a:cubicBezTo>
                    <a:pt x="13907" y="4727"/>
                    <a:pt x="13931" y="4489"/>
                    <a:pt x="13943" y="4275"/>
                  </a:cubicBezTo>
                  <a:cubicBezTo>
                    <a:pt x="13991" y="3727"/>
                    <a:pt x="14038" y="3215"/>
                    <a:pt x="14086" y="2679"/>
                  </a:cubicBezTo>
                  <a:lnTo>
                    <a:pt x="14086" y="2679"/>
                  </a:lnTo>
                  <a:cubicBezTo>
                    <a:pt x="13086" y="3048"/>
                    <a:pt x="12098" y="3429"/>
                    <a:pt x="11086" y="3799"/>
                  </a:cubicBezTo>
                  <a:cubicBezTo>
                    <a:pt x="8931" y="4537"/>
                    <a:pt x="8097" y="7037"/>
                    <a:pt x="8085" y="8347"/>
                  </a:cubicBezTo>
                  <a:lnTo>
                    <a:pt x="8085" y="8561"/>
                  </a:lnTo>
                  <a:cubicBezTo>
                    <a:pt x="8073" y="8775"/>
                    <a:pt x="8049" y="8990"/>
                    <a:pt x="7978" y="9192"/>
                  </a:cubicBezTo>
                  <a:cubicBezTo>
                    <a:pt x="7878" y="9447"/>
                    <a:pt x="7643" y="9672"/>
                    <a:pt x="7380" y="9672"/>
                  </a:cubicBezTo>
                  <a:cubicBezTo>
                    <a:pt x="7361" y="9672"/>
                    <a:pt x="7342" y="9671"/>
                    <a:pt x="7323" y="9668"/>
                  </a:cubicBezTo>
                  <a:cubicBezTo>
                    <a:pt x="7133" y="8811"/>
                    <a:pt x="7597" y="7918"/>
                    <a:pt x="7454" y="7037"/>
                  </a:cubicBezTo>
                  <a:cubicBezTo>
                    <a:pt x="7395" y="6549"/>
                    <a:pt x="7145" y="6108"/>
                    <a:pt x="6942" y="5668"/>
                  </a:cubicBezTo>
                  <a:cubicBezTo>
                    <a:pt x="6883" y="5692"/>
                    <a:pt x="6835" y="5727"/>
                    <a:pt x="6787" y="5751"/>
                  </a:cubicBezTo>
                  <a:cubicBezTo>
                    <a:pt x="6597" y="5870"/>
                    <a:pt x="6406" y="6013"/>
                    <a:pt x="6228" y="6156"/>
                  </a:cubicBezTo>
                  <a:cubicBezTo>
                    <a:pt x="4918" y="7168"/>
                    <a:pt x="3930" y="8537"/>
                    <a:pt x="3144" y="9978"/>
                  </a:cubicBezTo>
                  <a:cubicBezTo>
                    <a:pt x="2966" y="10311"/>
                    <a:pt x="2787" y="10656"/>
                    <a:pt x="2596" y="11014"/>
                  </a:cubicBezTo>
                  <a:cubicBezTo>
                    <a:pt x="1965" y="12180"/>
                    <a:pt x="1787" y="13550"/>
                    <a:pt x="2096" y="14847"/>
                  </a:cubicBezTo>
                  <a:cubicBezTo>
                    <a:pt x="2263" y="15467"/>
                    <a:pt x="2477" y="16074"/>
                    <a:pt x="2775" y="16669"/>
                  </a:cubicBezTo>
                  <a:lnTo>
                    <a:pt x="2739" y="16669"/>
                  </a:lnTo>
                  <a:cubicBezTo>
                    <a:pt x="2084" y="16562"/>
                    <a:pt x="1811" y="15800"/>
                    <a:pt x="1453" y="15252"/>
                  </a:cubicBezTo>
                  <a:cubicBezTo>
                    <a:pt x="1311" y="15026"/>
                    <a:pt x="1132" y="14824"/>
                    <a:pt x="953" y="14609"/>
                  </a:cubicBezTo>
                  <a:cubicBezTo>
                    <a:pt x="346" y="16300"/>
                    <a:pt x="1" y="18003"/>
                    <a:pt x="310" y="19515"/>
                  </a:cubicBezTo>
                  <a:cubicBezTo>
                    <a:pt x="1061" y="23027"/>
                    <a:pt x="5013" y="21503"/>
                    <a:pt x="7609" y="23337"/>
                  </a:cubicBezTo>
                  <a:cubicBezTo>
                    <a:pt x="9704" y="24837"/>
                    <a:pt x="10288" y="28837"/>
                    <a:pt x="13133" y="29290"/>
                  </a:cubicBezTo>
                  <a:cubicBezTo>
                    <a:pt x="13444" y="29336"/>
                    <a:pt x="13759" y="29358"/>
                    <a:pt x="14074" y="29358"/>
                  </a:cubicBezTo>
                  <a:cubicBezTo>
                    <a:pt x="15147" y="29358"/>
                    <a:pt x="16225" y="29096"/>
                    <a:pt x="17182" y="28599"/>
                  </a:cubicBezTo>
                  <a:cubicBezTo>
                    <a:pt x="17003" y="28563"/>
                    <a:pt x="16824" y="28528"/>
                    <a:pt x="16646" y="28480"/>
                  </a:cubicBezTo>
                  <a:cubicBezTo>
                    <a:pt x="16372" y="28421"/>
                    <a:pt x="16086" y="28349"/>
                    <a:pt x="15872" y="28182"/>
                  </a:cubicBezTo>
                  <a:cubicBezTo>
                    <a:pt x="15646" y="28028"/>
                    <a:pt x="15479" y="27742"/>
                    <a:pt x="15527" y="27468"/>
                  </a:cubicBezTo>
                  <a:cubicBezTo>
                    <a:pt x="15574" y="27147"/>
                    <a:pt x="15896" y="26932"/>
                    <a:pt x="16229" y="26873"/>
                  </a:cubicBezTo>
                  <a:cubicBezTo>
                    <a:pt x="16330" y="26854"/>
                    <a:pt x="16432" y="26847"/>
                    <a:pt x="16535" y="26847"/>
                  </a:cubicBezTo>
                  <a:cubicBezTo>
                    <a:pt x="16759" y="26847"/>
                    <a:pt x="16985" y="26880"/>
                    <a:pt x="17205" y="26897"/>
                  </a:cubicBezTo>
                  <a:cubicBezTo>
                    <a:pt x="17255" y="26898"/>
                    <a:pt x="17304" y="26899"/>
                    <a:pt x="17353" y="26899"/>
                  </a:cubicBezTo>
                  <a:cubicBezTo>
                    <a:pt x="18239" y="26899"/>
                    <a:pt x="19080" y="26597"/>
                    <a:pt x="19825" y="26123"/>
                  </a:cubicBezTo>
                  <a:cubicBezTo>
                    <a:pt x="20730" y="24634"/>
                    <a:pt x="21123" y="22848"/>
                    <a:pt x="21432" y="21122"/>
                  </a:cubicBezTo>
                  <a:cubicBezTo>
                    <a:pt x="21551" y="20479"/>
                    <a:pt x="21658" y="19836"/>
                    <a:pt x="21765" y="19181"/>
                  </a:cubicBezTo>
                  <a:lnTo>
                    <a:pt x="21765" y="19181"/>
                  </a:lnTo>
                  <a:cubicBezTo>
                    <a:pt x="21349" y="19193"/>
                    <a:pt x="19658" y="19824"/>
                    <a:pt x="19218" y="20027"/>
                  </a:cubicBezTo>
                  <a:cubicBezTo>
                    <a:pt x="19014" y="20121"/>
                    <a:pt x="18783" y="20176"/>
                    <a:pt x="18562" y="20176"/>
                  </a:cubicBezTo>
                  <a:cubicBezTo>
                    <a:pt x="18280" y="20176"/>
                    <a:pt x="18015" y="20086"/>
                    <a:pt x="17848" y="19872"/>
                  </a:cubicBezTo>
                  <a:cubicBezTo>
                    <a:pt x="17622" y="19586"/>
                    <a:pt x="17634" y="19158"/>
                    <a:pt x="17813" y="18836"/>
                  </a:cubicBezTo>
                  <a:cubicBezTo>
                    <a:pt x="18003" y="18527"/>
                    <a:pt x="18301" y="18300"/>
                    <a:pt x="18610" y="18110"/>
                  </a:cubicBezTo>
                  <a:cubicBezTo>
                    <a:pt x="19360" y="17645"/>
                    <a:pt x="20218" y="17372"/>
                    <a:pt x="21003" y="16967"/>
                  </a:cubicBezTo>
                  <a:cubicBezTo>
                    <a:pt x="21420" y="16741"/>
                    <a:pt x="21825" y="16491"/>
                    <a:pt x="22170" y="16157"/>
                  </a:cubicBezTo>
                  <a:cubicBezTo>
                    <a:pt x="22480" y="13478"/>
                    <a:pt x="22623" y="10799"/>
                    <a:pt x="22527" y="8120"/>
                  </a:cubicBezTo>
                  <a:lnTo>
                    <a:pt x="22527" y="8120"/>
                  </a:lnTo>
                  <a:cubicBezTo>
                    <a:pt x="22146" y="8359"/>
                    <a:pt x="21789" y="8561"/>
                    <a:pt x="21611" y="8692"/>
                  </a:cubicBezTo>
                  <a:cubicBezTo>
                    <a:pt x="21373" y="8859"/>
                    <a:pt x="21134" y="9037"/>
                    <a:pt x="20884" y="9085"/>
                  </a:cubicBezTo>
                  <a:cubicBezTo>
                    <a:pt x="20842" y="9092"/>
                    <a:pt x="20799" y="9096"/>
                    <a:pt x="20755" y="9096"/>
                  </a:cubicBezTo>
                  <a:cubicBezTo>
                    <a:pt x="20513" y="9096"/>
                    <a:pt x="20261" y="8985"/>
                    <a:pt x="20170" y="8763"/>
                  </a:cubicBezTo>
                  <a:cubicBezTo>
                    <a:pt x="20015" y="8394"/>
                    <a:pt x="20372" y="8001"/>
                    <a:pt x="20706" y="7751"/>
                  </a:cubicBezTo>
                  <a:cubicBezTo>
                    <a:pt x="21051" y="7478"/>
                    <a:pt x="21765" y="6811"/>
                    <a:pt x="22456" y="6430"/>
                  </a:cubicBezTo>
                  <a:cubicBezTo>
                    <a:pt x="22277" y="4251"/>
                    <a:pt x="21944" y="2108"/>
                    <a:pt x="21361" y="0"/>
                  </a:cubicBezTo>
                  <a:close/>
                </a:path>
              </a:pathLst>
            </a:custGeom>
            <a:solidFill>
              <a:srgbClr val="4C93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3"/>
            <p:cNvSpPr/>
            <p:nvPr/>
          </p:nvSpPr>
          <p:spPr>
            <a:xfrm>
              <a:off x="7130375" y="3422925"/>
              <a:ext cx="283100" cy="457825"/>
            </a:xfrm>
            <a:custGeom>
              <a:rect b="b" l="l" r="r" t="t"/>
              <a:pathLst>
                <a:path extrusionOk="0" h="18313" w="11324">
                  <a:moveTo>
                    <a:pt x="11324" y="0"/>
                  </a:moveTo>
                  <a:lnTo>
                    <a:pt x="7919" y="4203"/>
                  </a:lnTo>
                  <a:cubicBezTo>
                    <a:pt x="6764" y="5608"/>
                    <a:pt x="5668" y="7037"/>
                    <a:pt x="4609" y="8513"/>
                  </a:cubicBezTo>
                  <a:cubicBezTo>
                    <a:pt x="3573" y="10002"/>
                    <a:pt x="2585" y="11526"/>
                    <a:pt x="1787" y="13169"/>
                  </a:cubicBezTo>
                  <a:cubicBezTo>
                    <a:pt x="965" y="14800"/>
                    <a:pt x="322" y="16526"/>
                    <a:pt x="1" y="18312"/>
                  </a:cubicBezTo>
                  <a:cubicBezTo>
                    <a:pt x="668" y="16633"/>
                    <a:pt x="1465" y="15026"/>
                    <a:pt x="2382" y="13490"/>
                  </a:cubicBezTo>
                  <a:cubicBezTo>
                    <a:pt x="3287" y="11966"/>
                    <a:pt x="4287" y="10478"/>
                    <a:pt x="5323" y="9013"/>
                  </a:cubicBezTo>
                  <a:cubicBezTo>
                    <a:pt x="6347" y="7537"/>
                    <a:pt x="7418" y="6096"/>
                    <a:pt x="8454" y="4608"/>
                  </a:cubicBezTo>
                  <a:cubicBezTo>
                    <a:pt x="9478" y="3120"/>
                    <a:pt x="10478" y="1608"/>
                    <a:pt x="11324"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3"/>
            <p:cNvSpPr/>
            <p:nvPr/>
          </p:nvSpPr>
          <p:spPr>
            <a:xfrm>
              <a:off x="7060725" y="3597950"/>
              <a:ext cx="73550" cy="179500"/>
            </a:xfrm>
            <a:custGeom>
              <a:rect b="b" l="l" r="r" t="t"/>
              <a:pathLst>
                <a:path extrusionOk="0" h="7180" w="2942">
                  <a:moveTo>
                    <a:pt x="191" y="0"/>
                  </a:moveTo>
                  <a:cubicBezTo>
                    <a:pt x="1" y="655"/>
                    <a:pt x="1" y="1346"/>
                    <a:pt x="120" y="2012"/>
                  </a:cubicBezTo>
                  <a:cubicBezTo>
                    <a:pt x="239" y="2679"/>
                    <a:pt x="441" y="3322"/>
                    <a:pt x="715" y="3929"/>
                  </a:cubicBezTo>
                  <a:cubicBezTo>
                    <a:pt x="989" y="4548"/>
                    <a:pt x="1311" y="5108"/>
                    <a:pt x="1656" y="5656"/>
                  </a:cubicBezTo>
                  <a:cubicBezTo>
                    <a:pt x="2013" y="6215"/>
                    <a:pt x="2418" y="6775"/>
                    <a:pt x="2942" y="7180"/>
                  </a:cubicBezTo>
                  <a:cubicBezTo>
                    <a:pt x="2692" y="6549"/>
                    <a:pt x="2501" y="5953"/>
                    <a:pt x="2263" y="5346"/>
                  </a:cubicBezTo>
                  <a:cubicBezTo>
                    <a:pt x="2025" y="4751"/>
                    <a:pt x="1775" y="4156"/>
                    <a:pt x="1525" y="3572"/>
                  </a:cubicBezTo>
                  <a:cubicBezTo>
                    <a:pt x="1263" y="2989"/>
                    <a:pt x="1013" y="2417"/>
                    <a:pt x="787" y="1834"/>
                  </a:cubicBezTo>
                  <a:cubicBezTo>
                    <a:pt x="549" y="1250"/>
                    <a:pt x="370" y="655"/>
                    <a:pt x="191"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3"/>
            <p:cNvSpPr/>
            <p:nvPr/>
          </p:nvSpPr>
          <p:spPr>
            <a:xfrm>
              <a:off x="7205400" y="3515500"/>
              <a:ext cx="34250" cy="98250"/>
            </a:xfrm>
            <a:custGeom>
              <a:rect b="b" l="l" r="r" t="t"/>
              <a:pathLst>
                <a:path extrusionOk="0" h="3930" w="1370">
                  <a:moveTo>
                    <a:pt x="310" y="0"/>
                  </a:moveTo>
                  <a:cubicBezTo>
                    <a:pt x="119" y="334"/>
                    <a:pt x="48" y="715"/>
                    <a:pt x="12" y="1072"/>
                  </a:cubicBezTo>
                  <a:cubicBezTo>
                    <a:pt x="0" y="1441"/>
                    <a:pt x="48" y="1798"/>
                    <a:pt x="131" y="2155"/>
                  </a:cubicBezTo>
                  <a:cubicBezTo>
                    <a:pt x="238" y="2512"/>
                    <a:pt x="393" y="2858"/>
                    <a:pt x="584" y="3155"/>
                  </a:cubicBezTo>
                  <a:cubicBezTo>
                    <a:pt x="798" y="3453"/>
                    <a:pt x="1024" y="3739"/>
                    <a:pt x="1369" y="3929"/>
                  </a:cubicBezTo>
                  <a:cubicBezTo>
                    <a:pt x="1358" y="3536"/>
                    <a:pt x="1286" y="3215"/>
                    <a:pt x="1203" y="2870"/>
                  </a:cubicBezTo>
                  <a:cubicBezTo>
                    <a:pt x="1143" y="2536"/>
                    <a:pt x="1072" y="2227"/>
                    <a:pt x="988" y="1917"/>
                  </a:cubicBezTo>
                  <a:cubicBezTo>
                    <a:pt x="893" y="1608"/>
                    <a:pt x="810" y="1286"/>
                    <a:pt x="703" y="977"/>
                  </a:cubicBezTo>
                  <a:cubicBezTo>
                    <a:pt x="596" y="667"/>
                    <a:pt x="488" y="334"/>
                    <a:pt x="310"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3"/>
            <p:cNvSpPr/>
            <p:nvPr/>
          </p:nvSpPr>
          <p:spPr>
            <a:xfrm>
              <a:off x="7320300" y="3638725"/>
              <a:ext cx="96450" cy="22750"/>
            </a:xfrm>
            <a:custGeom>
              <a:rect b="b" l="l" r="r" t="t"/>
              <a:pathLst>
                <a:path extrusionOk="0" h="910" w="3858">
                  <a:moveTo>
                    <a:pt x="3858" y="0"/>
                  </a:moveTo>
                  <a:lnTo>
                    <a:pt x="3858" y="0"/>
                  </a:lnTo>
                  <a:cubicBezTo>
                    <a:pt x="3663" y="44"/>
                    <a:pt x="3494" y="59"/>
                    <a:pt x="3333" y="59"/>
                  </a:cubicBezTo>
                  <a:cubicBezTo>
                    <a:pt x="3189" y="59"/>
                    <a:pt x="3051" y="47"/>
                    <a:pt x="2905" y="36"/>
                  </a:cubicBezTo>
                  <a:cubicBezTo>
                    <a:pt x="2700" y="28"/>
                    <a:pt x="2483" y="14"/>
                    <a:pt x="2259" y="14"/>
                  </a:cubicBezTo>
                  <a:cubicBezTo>
                    <a:pt x="2158" y="14"/>
                    <a:pt x="2056" y="17"/>
                    <a:pt x="1953" y="24"/>
                  </a:cubicBezTo>
                  <a:cubicBezTo>
                    <a:pt x="1631" y="60"/>
                    <a:pt x="1310" y="84"/>
                    <a:pt x="1000" y="143"/>
                  </a:cubicBezTo>
                  <a:cubicBezTo>
                    <a:pt x="679" y="203"/>
                    <a:pt x="369" y="262"/>
                    <a:pt x="0" y="381"/>
                  </a:cubicBezTo>
                  <a:cubicBezTo>
                    <a:pt x="286" y="620"/>
                    <a:pt x="631" y="750"/>
                    <a:pt x="988" y="834"/>
                  </a:cubicBezTo>
                  <a:cubicBezTo>
                    <a:pt x="1259" y="890"/>
                    <a:pt x="1523" y="909"/>
                    <a:pt x="1791" y="909"/>
                  </a:cubicBezTo>
                  <a:cubicBezTo>
                    <a:pt x="1864" y="909"/>
                    <a:pt x="1938" y="908"/>
                    <a:pt x="2012" y="905"/>
                  </a:cubicBezTo>
                  <a:cubicBezTo>
                    <a:pt x="2346" y="893"/>
                    <a:pt x="2667" y="846"/>
                    <a:pt x="3024" y="727"/>
                  </a:cubicBezTo>
                  <a:cubicBezTo>
                    <a:pt x="3358" y="608"/>
                    <a:pt x="3739" y="369"/>
                    <a:pt x="3858" y="0"/>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3"/>
            <p:cNvSpPr/>
            <p:nvPr/>
          </p:nvSpPr>
          <p:spPr>
            <a:xfrm>
              <a:off x="7211950" y="3846475"/>
              <a:ext cx="166700" cy="60650"/>
            </a:xfrm>
            <a:custGeom>
              <a:rect b="b" l="l" r="r" t="t"/>
              <a:pathLst>
                <a:path extrusionOk="0" h="2426" w="6668">
                  <a:moveTo>
                    <a:pt x="0" y="1"/>
                  </a:moveTo>
                  <a:lnTo>
                    <a:pt x="0" y="1"/>
                  </a:lnTo>
                  <a:cubicBezTo>
                    <a:pt x="298" y="561"/>
                    <a:pt x="679" y="1061"/>
                    <a:pt x="1155" y="1489"/>
                  </a:cubicBezTo>
                  <a:cubicBezTo>
                    <a:pt x="1643" y="1930"/>
                    <a:pt x="2286" y="2227"/>
                    <a:pt x="2941" y="2346"/>
                  </a:cubicBezTo>
                  <a:cubicBezTo>
                    <a:pt x="3221" y="2402"/>
                    <a:pt x="3501" y="2426"/>
                    <a:pt x="3779" y="2426"/>
                  </a:cubicBezTo>
                  <a:cubicBezTo>
                    <a:pt x="4152" y="2426"/>
                    <a:pt x="4521" y="2384"/>
                    <a:pt x="4882" y="2323"/>
                  </a:cubicBezTo>
                  <a:cubicBezTo>
                    <a:pt x="5501" y="2227"/>
                    <a:pt x="6096" y="2013"/>
                    <a:pt x="6668" y="1727"/>
                  </a:cubicBezTo>
                  <a:cubicBezTo>
                    <a:pt x="6037" y="1656"/>
                    <a:pt x="5429" y="1656"/>
                    <a:pt x="4834" y="1644"/>
                  </a:cubicBezTo>
                  <a:cubicBezTo>
                    <a:pt x="4239" y="1632"/>
                    <a:pt x="3667" y="1584"/>
                    <a:pt x="3120" y="1477"/>
                  </a:cubicBezTo>
                  <a:cubicBezTo>
                    <a:pt x="2572" y="1358"/>
                    <a:pt x="2060" y="1192"/>
                    <a:pt x="1560" y="930"/>
                  </a:cubicBezTo>
                  <a:cubicBezTo>
                    <a:pt x="1048" y="656"/>
                    <a:pt x="560" y="299"/>
                    <a:pt x="0" y="1"/>
                  </a:cubicBezTo>
                  <a:close/>
                </a:path>
              </a:pathLst>
            </a:custGeom>
            <a:solidFill>
              <a:srgbClr val="2D5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3"/>
            <p:cNvSpPr/>
            <p:nvPr/>
          </p:nvSpPr>
          <p:spPr>
            <a:xfrm>
              <a:off x="6981850" y="3499425"/>
              <a:ext cx="100925" cy="247375"/>
            </a:xfrm>
            <a:custGeom>
              <a:rect b="b" l="l" r="r" t="t"/>
              <a:pathLst>
                <a:path extrusionOk="0" h="9895" w="4037">
                  <a:moveTo>
                    <a:pt x="4037" y="0"/>
                  </a:moveTo>
                  <a:lnTo>
                    <a:pt x="4037" y="0"/>
                  </a:lnTo>
                  <a:cubicBezTo>
                    <a:pt x="3156" y="1048"/>
                    <a:pt x="2263" y="2096"/>
                    <a:pt x="1548" y="3263"/>
                  </a:cubicBezTo>
                  <a:cubicBezTo>
                    <a:pt x="1346" y="3608"/>
                    <a:pt x="1144" y="3965"/>
                    <a:pt x="953" y="4322"/>
                  </a:cubicBezTo>
                  <a:cubicBezTo>
                    <a:pt x="727" y="4751"/>
                    <a:pt x="536" y="5191"/>
                    <a:pt x="405" y="5668"/>
                  </a:cubicBezTo>
                  <a:cubicBezTo>
                    <a:pt x="1" y="7073"/>
                    <a:pt x="215" y="8644"/>
                    <a:pt x="965" y="9894"/>
                  </a:cubicBezTo>
                  <a:cubicBezTo>
                    <a:pt x="548" y="8049"/>
                    <a:pt x="477" y="6025"/>
                    <a:pt x="1382" y="4358"/>
                  </a:cubicBezTo>
                  <a:cubicBezTo>
                    <a:pt x="2120" y="3036"/>
                    <a:pt x="3442" y="1989"/>
                    <a:pt x="3787" y="524"/>
                  </a:cubicBezTo>
                  <a:lnTo>
                    <a:pt x="4037" y="0"/>
                  </a:ln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3"/>
            <p:cNvSpPr/>
            <p:nvPr/>
          </p:nvSpPr>
          <p:spPr>
            <a:xfrm>
              <a:off x="7133950" y="3418450"/>
              <a:ext cx="124150" cy="129500"/>
            </a:xfrm>
            <a:custGeom>
              <a:rect b="b" l="l" r="r" t="t"/>
              <a:pathLst>
                <a:path extrusionOk="0" h="5180" w="4966">
                  <a:moveTo>
                    <a:pt x="4966" y="1"/>
                  </a:moveTo>
                  <a:lnTo>
                    <a:pt x="4966" y="1"/>
                  </a:lnTo>
                  <a:cubicBezTo>
                    <a:pt x="4394" y="251"/>
                    <a:pt x="3811" y="489"/>
                    <a:pt x="3215" y="691"/>
                  </a:cubicBezTo>
                  <a:cubicBezTo>
                    <a:pt x="2561" y="929"/>
                    <a:pt x="1894" y="1168"/>
                    <a:pt x="1394" y="1644"/>
                  </a:cubicBezTo>
                  <a:cubicBezTo>
                    <a:pt x="941" y="2061"/>
                    <a:pt x="679" y="2632"/>
                    <a:pt x="453" y="3215"/>
                  </a:cubicBezTo>
                  <a:cubicBezTo>
                    <a:pt x="215" y="3835"/>
                    <a:pt x="1" y="4525"/>
                    <a:pt x="167" y="5180"/>
                  </a:cubicBezTo>
                  <a:cubicBezTo>
                    <a:pt x="298" y="4728"/>
                    <a:pt x="441" y="4263"/>
                    <a:pt x="548" y="3823"/>
                  </a:cubicBezTo>
                  <a:cubicBezTo>
                    <a:pt x="787" y="3001"/>
                    <a:pt x="1084" y="2096"/>
                    <a:pt x="1799" y="1644"/>
                  </a:cubicBezTo>
                  <a:cubicBezTo>
                    <a:pt x="2537" y="1191"/>
                    <a:pt x="3513" y="1310"/>
                    <a:pt x="4287" y="929"/>
                  </a:cubicBezTo>
                  <a:cubicBezTo>
                    <a:pt x="4597" y="787"/>
                    <a:pt x="4882" y="513"/>
                    <a:pt x="4882" y="156"/>
                  </a:cubicBezTo>
                  <a:lnTo>
                    <a:pt x="4966" y="1"/>
                  </a:ln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3"/>
            <p:cNvSpPr/>
            <p:nvPr/>
          </p:nvSpPr>
          <p:spPr>
            <a:xfrm>
              <a:off x="7311350" y="3355950"/>
              <a:ext cx="123275" cy="111050"/>
            </a:xfrm>
            <a:custGeom>
              <a:rect b="b" l="l" r="r" t="t"/>
              <a:pathLst>
                <a:path extrusionOk="0" h="4442" w="4931">
                  <a:moveTo>
                    <a:pt x="4930" y="0"/>
                  </a:moveTo>
                  <a:lnTo>
                    <a:pt x="4930" y="0"/>
                  </a:lnTo>
                  <a:cubicBezTo>
                    <a:pt x="4073" y="834"/>
                    <a:pt x="2632" y="667"/>
                    <a:pt x="1620" y="1322"/>
                  </a:cubicBezTo>
                  <a:cubicBezTo>
                    <a:pt x="1108" y="1644"/>
                    <a:pt x="751" y="2167"/>
                    <a:pt x="513" y="2715"/>
                  </a:cubicBezTo>
                  <a:cubicBezTo>
                    <a:pt x="275" y="3275"/>
                    <a:pt x="144" y="3870"/>
                    <a:pt x="1" y="4442"/>
                  </a:cubicBezTo>
                  <a:cubicBezTo>
                    <a:pt x="227" y="3989"/>
                    <a:pt x="513" y="3572"/>
                    <a:pt x="811" y="3156"/>
                  </a:cubicBezTo>
                  <a:cubicBezTo>
                    <a:pt x="1156" y="2656"/>
                    <a:pt x="1489" y="2167"/>
                    <a:pt x="1989" y="1822"/>
                  </a:cubicBezTo>
                  <a:cubicBezTo>
                    <a:pt x="2882" y="1215"/>
                    <a:pt x="4132" y="1191"/>
                    <a:pt x="4847" y="358"/>
                  </a:cubicBezTo>
                  <a:lnTo>
                    <a:pt x="4930" y="0"/>
                  </a:ln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3"/>
            <p:cNvSpPr/>
            <p:nvPr/>
          </p:nvSpPr>
          <p:spPr>
            <a:xfrm>
              <a:off x="6937200" y="3741425"/>
              <a:ext cx="49150" cy="128300"/>
            </a:xfrm>
            <a:custGeom>
              <a:rect b="b" l="l" r="r" t="t"/>
              <a:pathLst>
                <a:path extrusionOk="0" h="5132" w="1966">
                  <a:moveTo>
                    <a:pt x="572" y="0"/>
                  </a:moveTo>
                  <a:cubicBezTo>
                    <a:pt x="370" y="572"/>
                    <a:pt x="179" y="1143"/>
                    <a:pt x="96" y="1738"/>
                  </a:cubicBezTo>
                  <a:cubicBezTo>
                    <a:pt x="1" y="2334"/>
                    <a:pt x="13" y="2953"/>
                    <a:pt x="239" y="3524"/>
                  </a:cubicBezTo>
                  <a:cubicBezTo>
                    <a:pt x="537" y="4286"/>
                    <a:pt x="1191" y="4882"/>
                    <a:pt x="1965" y="5132"/>
                  </a:cubicBezTo>
                  <a:cubicBezTo>
                    <a:pt x="1287" y="4596"/>
                    <a:pt x="882" y="3774"/>
                    <a:pt x="691" y="2929"/>
                  </a:cubicBezTo>
                  <a:cubicBezTo>
                    <a:pt x="489" y="2084"/>
                    <a:pt x="477" y="1203"/>
                    <a:pt x="477" y="333"/>
                  </a:cubicBezTo>
                  <a:lnTo>
                    <a:pt x="572" y="0"/>
                  </a:ln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3"/>
            <p:cNvSpPr/>
            <p:nvPr/>
          </p:nvSpPr>
          <p:spPr>
            <a:xfrm>
              <a:off x="6525850" y="4393875"/>
              <a:ext cx="175050" cy="59550"/>
            </a:xfrm>
            <a:custGeom>
              <a:rect b="b" l="l" r="r" t="t"/>
              <a:pathLst>
                <a:path extrusionOk="0" h="2382" w="7002">
                  <a:moveTo>
                    <a:pt x="7001" y="0"/>
                  </a:moveTo>
                  <a:cubicBezTo>
                    <a:pt x="4489" y="0"/>
                    <a:pt x="1989" y="846"/>
                    <a:pt x="0" y="2382"/>
                  </a:cubicBezTo>
                  <a:cubicBezTo>
                    <a:pt x="798" y="2322"/>
                    <a:pt x="1500" y="1834"/>
                    <a:pt x="2215" y="1477"/>
                  </a:cubicBezTo>
                  <a:cubicBezTo>
                    <a:pt x="3096" y="1024"/>
                    <a:pt x="4060" y="727"/>
                    <a:pt x="5060" y="632"/>
                  </a:cubicBezTo>
                  <a:cubicBezTo>
                    <a:pt x="5680" y="548"/>
                    <a:pt x="6382" y="548"/>
                    <a:pt x="6823" y="108"/>
                  </a:cubicBezTo>
                  <a:lnTo>
                    <a:pt x="7001" y="0"/>
                  </a:ln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8" name="Google Shape;2478;p63"/>
          <p:cNvGrpSpPr/>
          <p:nvPr/>
        </p:nvGrpSpPr>
        <p:grpSpPr>
          <a:xfrm rot="-8100153">
            <a:off x="7811849" y="1368427"/>
            <a:ext cx="727719" cy="1326365"/>
            <a:chOff x="-214625" y="3943775"/>
            <a:chExt cx="458725" cy="836125"/>
          </a:xfrm>
        </p:grpSpPr>
        <p:sp>
          <p:nvSpPr>
            <p:cNvPr id="2479" name="Google Shape;2479;p63"/>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3"/>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3"/>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3"/>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3"/>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3"/>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3"/>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3"/>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3"/>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3"/>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3"/>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3"/>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1" name="Google Shape;2491;p63"/>
          <p:cNvSpPr/>
          <p:nvPr/>
        </p:nvSpPr>
        <p:spPr>
          <a:xfrm rot="2699760">
            <a:off x="5607974" y="4857732"/>
            <a:ext cx="197521" cy="50832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2" name="Google Shape;2492;p63"/>
          <p:cNvGrpSpPr/>
          <p:nvPr/>
        </p:nvGrpSpPr>
        <p:grpSpPr>
          <a:xfrm rot="-1417591">
            <a:off x="945675" y="2395836"/>
            <a:ext cx="578252" cy="1053955"/>
            <a:chOff x="-214625" y="3943775"/>
            <a:chExt cx="458725" cy="836125"/>
          </a:xfrm>
        </p:grpSpPr>
        <p:sp>
          <p:nvSpPr>
            <p:cNvPr id="2493" name="Google Shape;2493;p63"/>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3"/>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3"/>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3"/>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3"/>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3"/>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3"/>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3"/>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3"/>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3"/>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3"/>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3"/>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5" name="Google Shape;2505;p63"/>
          <p:cNvSpPr/>
          <p:nvPr/>
        </p:nvSpPr>
        <p:spPr>
          <a:xfrm rot="-2161307">
            <a:off x="1174421" y="1869817"/>
            <a:ext cx="191289" cy="492334"/>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3"/>
          <p:cNvSpPr/>
          <p:nvPr/>
        </p:nvSpPr>
        <p:spPr>
          <a:xfrm rot="2157314">
            <a:off x="7724630" y="2908984"/>
            <a:ext cx="191296" cy="492331"/>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7" name="Google Shape;2507;p63"/>
          <p:cNvGrpSpPr/>
          <p:nvPr/>
        </p:nvGrpSpPr>
        <p:grpSpPr>
          <a:xfrm rot="1350639">
            <a:off x="1609970" y="3908516"/>
            <a:ext cx="335945" cy="975417"/>
            <a:chOff x="1460575" y="5630575"/>
            <a:chExt cx="645350" cy="1873775"/>
          </a:xfrm>
        </p:grpSpPr>
        <p:sp>
          <p:nvSpPr>
            <p:cNvPr id="2508" name="Google Shape;2508;p63"/>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3"/>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0" name="Google Shape;2510;p63"/>
          <p:cNvSpPr/>
          <p:nvPr/>
        </p:nvSpPr>
        <p:spPr>
          <a:xfrm rot="-2318269">
            <a:off x="1355554" y="3677055"/>
            <a:ext cx="142847" cy="302812"/>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14" name="Shape 2514"/>
        <p:cNvGrpSpPr/>
        <p:nvPr/>
      </p:nvGrpSpPr>
      <p:grpSpPr>
        <a:xfrm>
          <a:off x="0" y="0"/>
          <a:ext cx="0" cy="0"/>
          <a:chOff x="0" y="0"/>
          <a:chExt cx="0" cy="0"/>
        </a:xfrm>
      </p:grpSpPr>
      <p:sp>
        <p:nvSpPr>
          <p:cNvPr id="2515" name="Google Shape;2515;p64"/>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2516" name="Google Shape;2516;p64"/>
          <p:cNvSpPr txBox="1"/>
          <p:nvPr>
            <p:ph idx="1" type="body"/>
          </p:nvPr>
        </p:nvSpPr>
        <p:spPr>
          <a:xfrm>
            <a:off x="713275" y="1152475"/>
            <a:ext cx="7717500" cy="345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what you’ll find in this </a:t>
            </a:r>
            <a:r>
              <a:rPr b="1" lang="en">
                <a:uFill>
                  <a:noFill/>
                </a:uFill>
                <a:hlinkClick r:id="rId3"/>
              </a:rPr>
              <a:t>Slidesgo</a:t>
            </a:r>
            <a:r>
              <a:rPr lang="en"/>
              <a:t> template: </a:t>
            </a:r>
            <a:endParaRPr/>
          </a:p>
          <a:p>
            <a:pPr indent="-298450" lvl="0" marL="457200" rtl="0" algn="l">
              <a:spcBef>
                <a:spcPts val="0"/>
              </a:spcBef>
              <a:spcAft>
                <a:spcPts val="0"/>
              </a:spcAft>
              <a:buClr>
                <a:schemeClr val="dk2"/>
              </a:buClr>
              <a:buSzPts val="1100"/>
              <a:buAutoNum type="arabicPeriod"/>
            </a:pPr>
            <a:r>
              <a:rPr lang="en"/>
              <a:t>A slide structure based on a workshop,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298450" lvl="0" marL="457200" rtl="0" algn="l">
              <a:spcBef>
                <a:spcPts val="0"/>
              </a:spcBef>
              <a:spcAft>
                <a:spcPts val="0"/>
              </a:spcAft>
              <a:buClr>
                <a:schemeClr val="dk2"/>
              </a:buClr>
              <a:buSzPts val="1100"/>
              <a:buAutoNum type="arabicPeriod"/>
            </a:pPr>
            <a:r>
              <a:rPr lang="en"/>
              <a:t>To view this template in PowerPoint with the correct fonts, download and install on your computer the </a:t>
            </a:r>
            <a:r>
              <a:rPr b="1" lang="en">
                <a:uFill>
                  <a:noFill/>
                </a:uFill>
                <a:hlinkClick/>
              </a:rPr>
              <a:t>fonts that we have used</a:t>
            </a:r>
            <a:r>
              <a:rPr lang="en"/>
              <a:t>. You can learn how to download and install fonts </a:t>
            </a:r>
            <a:r>
              <a:rPr b="1" lang="en">
                <a:uFill>
                  <a:noFill/>
                </a:uFill>
                <a:hlinkClick r:id="rId6"/>
              </a:rPr>
              <a:t>here</a:t>
            </a:r>
            <a:r>
              <a:rPr lang="en"/>
              <a:t>.</a:t>
            </a:r>
            <a:endParaRPr/>
          </a:p>
          <a:p>
            <a:pPr indent="-298450" lvl="0" marL="457200" rtl="0" algn="l">
              <a:spcBef>
                <a:spcPts val="0"/>
              </a:spcBef>
              <a:spcAft>
                <a:spcPts val="0"/>
              </a:spcAft>
              <a:buClr>
                <a:schemeClr val="dk2"/>
              </a:buClr>
              <a:buSzPts val="1100"/>
              <a:buAutoNum type="arabicPeriod"/>
            </a:pPr>
            <a:r>
              <a:rPr lang="en"/>
              <a:t>An assortment of graphic resources that are suitable for use in the presentation can be found in the </a:t>
            </a:r>
            <a:r>
              <a:rPr b="1" lang="en">
                <a:solidFill>
                  <a:schemeClr val="hlink"/>
                </a:solidFill>
                <a:uFill>
                  <a:noFill/>
                </a:uFill>
                <a:hlinkClick action="ppaction://hlinksldjump" r:id="rId7"/>
              </a:rPr>
              <a:t>alternative resources slide</a:t>
            </a:r>
            <a:r>
              <a:rPr b="1" lang="en"/>
              <a:t>s</a:t>
            </a:r>
            <a:r>
              <a:rPr lang="en"/>
              <a:t>.</a:t>
            </a:r>
            <a:endParaRPr/>
          </a:p>
          <a:p>
            <a:pPr indent="-298450" lvl="0" marL="457200" rtl="0" algn="l">
              <a:spcBef>
                <a:spcPts val="0"/>
              </a:spcBef>
              <a:spcAft>
                <a:spcPts val="0"/>
              </a:spcAft>
              <a:buClr>
                <a:schemeClr val="dk2"/>
              </a:buClr>
              <a:buSzPts val="1100"/>
              <a:buAutoNum type="arabicPeriod"/>
            </a:pPr>
            <a:r>
              <a:rPr lang="en"/>
              <a:t>A </a:t>
            </a:r>
            <a:r>
              <a:rPr b="1" lang="en">
                <a:solidFill>
                  <a:schemeClr val="hlink"/>
                </a:solidFill>
                <a:uFill>
                  <a:noFill/>
                </a:uFill>
                <a:hlinkClick action="ppaction://hlinksldjump" r:id="rId8"/>
              </a:rPr>
              <a:t>thanks slide</a:t>
            </a:r>
            <a:r>
              <a:rPr lang="en"/>
              <a:t>, which you must keep so that proper credits for our design are given.</a:t>
            </a:r>
            <a:endParaRPr/>
          </a:p>
          <a:p>
            <a:pPr indent="-298450" lvl="0" marL="457200" rtl="0" algn="l">
              <a:spcBef>
                <a:spcPts val="0"/>
              </a:spcBef>
              <a:spcAft>
                <a:spcPts val="0"/>
              </a:spcAft>
              <a:buClr>
                <a:schemeClr val="dk2"/>
              </a:buClr>
              <a:buSzPts val="1100"/>
              <a:buAutoNum type="arabicPeriod"/>
            </a:pPr>
            <a:r>
              <a:rPr lang="en"/>
              <a:t>Two </a:t>
            </a:r>
            <a:r>
              <a:rPr b="1" lang="en">
                <a:solidFill>
                  <a:schemeClr val="hlink"/>
                </a:solidFill>
                <a:uFill>
                  <a:noFill/>
                </a:uFill>
                <a:hlinkClick action="ppaction://hlinksldjump" r:id="rId9"/>
              </a:rPr>
              <a:t>resources slide</a:t>
            </a:r>
            <a:r>
              <a:rPr b="1" lang="en"/>
              <a:t>s</a:t>
            </a:r>
            <a:r>
              <a:rPr lang="en"/>
              <a:t>, where you’ll find links to all the elements used in the template.</a:t>
            </a:r>
            <a:endParaRPr/>
          </a:p>
          <a:p>
            <a:pPr indent="-298450" lvl="0" marL="457200" rtl="0" algn="l">
              <a:spcBef>
                <a:spcPts val="0"/>
              </a:spcBef>
              <a:spcAft>
                <a:spcPts val="0"/>
              </a:spcAft>
              <a:buClr>
                <a:schemeClr val="dk2"/>
              </a:buClr>
              <a:buSzPts val="1100"/>
              <a:buAutoNum type="arabicPeriod"/>
            </a:pPr>
            <a:r>
              <a:rPr b="1" lang="en">
                <a:solidFill>
                  <a:schemeClr val="hlink"/>
                </a:solidFill>
                <a:uFill>
                  <a:noFill/>
                </a:uFill>
                <a:hlinkClick/>
              </a:rPr>
              <a:t>Instructions for use</a:t>
            </a:r>
            <a:r>
              <a:rPr lang="en"/>
              <a:t>.</a:t>
            </a:r>
            <a:endParaRPr/>
          </a:p>
          <a:p>
            <a:pPr indent="-298450" lvl="0" marL="457200" rtl="0" algn="l">
              <a:spcBef>
                <a:spcPts val="0"/>
              </a:spcBef>
              <a:spcAft>
                <a:spcPts val="0"/>
              </a:spcAft>
              <a:buClr>
                <a:schemeClr val="dk2"/>
              </a:buClr>
              <a:buSzPts val="1100"/>
              <a:buAutoNum type="arabicPeriod"/>
            </a:pPr>
            <a:r>
              <a:rPr lang="en"/>
              <a:t>Final slides with:</a:t>
            </a:r>
            <a:endParaRPr/>
          </a:p>
          <a:p>
            <a:pPr indent="-298450" lvl="0" marL="914400" rtl="0" algn="l">
              <a:spcBef>
                <a:spcPts val="0"/>
              </a:spcBef>
              <a:spcAft>
                <a:spcPts val="0"/>
              </a:spcAft>
              <a:buClr>
                <a:schemeClr val="dk2"/>
              </a:buClr>
              <a:buSzPts val="1100"/>
              <a:buFont typeface="Anaheim"/>
              <a:buChar char="●"/>
            </a:pPr>
            <a:r>
              <a:rPr lang="en"/>
              <a:t>The</a:t>
            </a:r>
            <a:r>
              <a:rPr lang="en">
                <a:solidFill>
                  <a:schemeClr val="hlink"/>
                </a:solidFill>
                <a:uFill>
                  <a:noFill/>
                </a:uFill>
                <a:hlinkClick action="ppaction://hlinksldjump" r:id="rId10"/>
              </a:rPr>
              <a:t> </a:t>
            </a:r>
            <a:r>
              <a:rPr b="1" lang="en">
                <a:solidFill>
                  <a:schemeClr val="hlink"/>
                </a:solidFill>
                <a:uFill>
                  <a:noFill/>
                </a:uFill>
                <a:hlinkClick action="ppaction://hlinksldjump" r:id="rId11"/>
              </a:rPr>
              <a:t>fonts and colors</a:t>
            </a:r>
            <a:r>
              <a:rPr lang="en"/>
              <a:t> used in the template.</a:t>
            </a:r>
            <a:endParaRPr/>
          </a:p>
          <a:p>
            <a:pPr indent="-298450" lvl="0" marL="914400" rtl="0" algn="l">
              <a:spcBef>
                <a:spcPts val="0"/>
              </a:spcBef>
              <a:spcAft>
                <a:spcPts val="0"/>
              </a:spcAft>
              <a:buClr>
                <a:schemeClr val="dk2"/>
              </a:buClr>
              <a:buSzPts val="1100"/>
              <a:buFont typeface="Anaheim"/>
              <a:buChar char="●"/>
            </a:pPr>
            <a:r>
              <a:rPr lang="en"/>
              <a:t>A </a:t>
            </a:r>
            <a:r>
              <a:rPr b="1" lang="en"/>
              <a:t>selection of </a:t>
            </a:r>
            <a:r>
              <a:rPr b="1" lang="en">
                <a:solidFill>
                  <a:schemeClr val="hlink"/>
                </a:solidFill>
                <a:uFill>
                  <a:noFill/>
                </a:uFill>
                <a:hlinkClick action="ppaction://hlinksldjump" r:id="rId12"/>
              </a:rPr>
              <a:t>illustrations</a:t>
            </a:r>
            <a:r>
              <a:rPr b="1" lang="en"/>
              <a:t>.</a:t>
            </a:r>
            <a:r>
              <a:rPr lang="en"/>
              <a:t> You can also customize and animate them as you wish with the online editor. Visit</a:t>
            </a:r>
            <a:r>
              <a:rPr b="1" lang="en"/>
              <a:t> </a:t>
            </a:r>
            <a:r>
              <a:rPr b="1" lang="en">
                <a:uFill>
                  <a:noFill/>
                </a:uFill>
                <a:hlinkClick r:id="rId13"/>
              </a:rPr>
              <a:t>Storyset</a:t>
            </a:r>
            <a:r>
              <a:rPr lang="en"/>
              <a:t> to find more. </a:t>
            </a:r>
            <a:endParaRPr/>
          </a:p>
          <a:p>
            <a:pPr indent="-298450" lvl="0" marL="914400" rtl="0" algn="l">
              <a:spcBef>
                <a:spcPts val="0"/>
              </a:spcBef>
              <a:spcAft>
                <a:spcPts val="0"/>
              </a:spcAft>
              <a:buClr>
                <a:schemeClr val="dk2"/>
              </a:buClr>
              <a:buSzPts val="1100"/>
              <a:buFont typeface="Anaheim"/>
              <a:buChar char="●"/>
            </a:pPr>
            <a:r>
              <a:rPr lang="en"/>
              <a:t>More</a:t>
            </a:r>
            <a:r>
              <a:rPr lang="en">
                <a:solidFill>
                  <a:schemeClr val="hlink"/>
                </a:solidFill>
                <a:uFill>
                  <a:noFill/>
                </a:uFill>
                <a:hlinkClick action="ppaction://hlinksldjump" r:id="rId14"/>
              </a:rPr>
              <a:t> </a:t>
            </a:r>
            <a:r>
              <a:rPr b="1" lang="en">
                <a:solidFill>
                  <a:schemeClr val="hlink"/>
                </a:solidFill>
                <a:uFill>
                  <a:noFill/>
                </a:uFill>
                <a:hlinkClick action="ppaction://hlinksldjump" r:id="rId15"/>
              </a:rPr>
              <a:t>infographic resources</a:t>
            </a:r>
            <a:r>
              <a:rPr lang="en"/>
              <a:t>, whose size and color can be edited. </a:t>
            </a:r>
            <a:endParaRPr/>
          </a:p>
          <a:p>
            <a:pPr indent="-298450" lvl="0" marL="914400" rtl="0" algn="l">
              <a:spcBef>
                <a:spcPts val="0"/>
              </a:spcBef>
              <a:spcAft>
                <a:spcPts val="0"/>
              </a:spcAft>
              <a:buClr>
                <a:schemeClr val="dk2"/>
              </a:buClr>
              <a:buSzPts val="1100"/>
              <a:buFont typeface="Anaheim"/>
              <a:buChar char="●"/>
            </a:pPr>
            <a:r>
              <a:rPr lang="en"/>
              <a:t>Sets of </a:t>
            </a:r>
            <a:r>
              <a:rPr b="1" lang="en">
                <a:solidFill>
                  <a:schemeClr val="hlink"/>
                </a:solidFill>
                <a:uFill>
                  <a:noFill/>
                </a:uFill>
                <a:hlinkClick action="ppaction://hlinksldjump" r:id="rId16"/>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1600"/>
              </a:spcBef>
              <a:spcAft>
                <a:spcPts val="1600"/>
              </a:spcAft>
              <a:buNone/>
            </a:pPr>
            <a:r>
              <a:rPr lang="en"/>
              <a:t>You can delete this slide when you’re done editing the presentation.</a:t>
            </a:r>
            <a:endParaRPr/>
          </a:p>
        </p:txBody>
      </p:sp>
      <p:sp>
        <p:nvSpPr>
          <p:cNvPr id="2517" name="Google Shape;2517;p64"/>
          <p:cNvSpPr/>
          <p:nvPr/>
        </p:nvSpPr>
        <p:spPr>
          <a:xfrm rot="-7556117">
            <a:off x="8677191" y="3283654"/>
            <a:ext cx="148957" cy="30177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21" name="Shape 2521"/>
        <p:cNvGrpSpPr/>
        <p:nvPr/>
      </p:nvGrpSpPr>
      <p:grpSpPr>
        <a:xfrm>
          <a:off x="0" y="0"/>
          <a:ext cx="0" cy="0"/>
          <a:chOff x="0" y="0"/>
          <a:chExt cx="0" cy="0"/>
        </a:xfrm>
      </p:grpSpPr>
      <p:sp>
        <p:nvSpPr>
          <p:cNvPr id="2522" name="Google Shape;2522;p65"/>
          <p:cNvSpPr/>
          <p:nvPr/>
        </p:nvSpPr>
        <p:spPr>
          <a:xfrm>
            <a:off x="4750788" y="3427575"/>
            <a:ext cx="982500" cy="982500"/>
          </a:xfrm>
          <a:prstGeom prst="ellipse">
            <a:avLst/>
          </a:prstGeom>
          <a:solidFill>
            <a:schemeClr val="accent2">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5"/>
          <p:cNvSpPr/>
          <p:nvPr/>
        </p:nvSpPr>
        <p:spPr>
          <a:xfrm>
            <a:off x="4750788" y="1927300"/>
            <a:ext cx="982500" cy="982500"/>
          </a:xfrm>
          <a:prstGeom prst="ellipse">
            <a:avLst/>
          </a:prstGeom>
          <a:solidFill>
            <a:schemeClr val="accent2">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5"/>
          <p:cNvSpPr/>
          <p:nvPr/>
        </p:nvSpPr>
        <p:spPr>
          <a:xfrm>
            <a:off x="907875" y="3427575"/>
            <a:ext cx="982500" cy="982500"/>
          </a:xfrm>
          <a:prstGeom prst="ellipse">
            <a:avLst/>
          </a:prstGeom>
          <a:solidFill>
            <a:schemeClr val="accent2">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5"/>
          <p:cNvSpPr/>
          <p:nvPr/>
        </p:nvSpPr>
        <p:spPr>
          <a:xfrm>
            <a:off x="907800" y="1927225"/>
            <a:ext cx="982500" cy="982500"/>
          </a:xfrm>
          <a:prstGeom prst="ellipse">
            <a:avLst/>
          </a:prstGeom>
          <a:solidFill>
            <a:schemeClr val="accent2">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5"/>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2527" name="Google Shape;2527;p65"/>
          <p:cNvSpPr txBox="1"/>
          <p:nvPr>
            <p:ph idx="2" type="title"/>
          </p:nvPr>
        </p:nvSpPr>
        <p:spPr>
          <a:xfrm>
            <a:off x="959332" y="2180500"/>
            <a:ext cx="870000" cy="476100"/>
          </a:xfrm>
          <a:prstGeom prst="rect">
            <a:avLst/>
          </a:prstGeom>
        </p:spPr>
        <p:txBody>
          <a:bodyPr anchorCtr="0" anchor="ctr" bIns="91425" lIns="91425" spcFirstLastPara="1" rIns="91425" wrap="square" tIns="91425">
            <a:noAutofit/>
          </a:bodyPr>
          <a:lstStyle/>
          <a:p>
            <a:pPr indent="0" lvl="0" marL="0" rtl="0" algn="ctr">
              <a:spcBef>
                <a:spcPts val="1000"/>
              </a:spcBef>
              <a:spcAft>
                <a:spcPts val="0"/>
              </a:spcAft>
              <a:buNone/>
            </a:pPr>
            <a:r>
              <a:rPr lang="en"/>
              <a:t>01</a:t>
            </a:r>
            <a:endParaRPr/>
          </a:p>
        </p:txBody>
      </p:sp>
      <p:sp>
        <p:nvSpPr>
          <p:cNvPr id="2528" name="Google Shape;2528;p65"/>
          <p:cNvSpPr txBox="1"/>
          <p:nvPr>
            <p:ph idx="1" type="subTitle"/>
          </p:nvPr>
        </p:nvSpPr>
        <p:spPr>
          <a:xfrm>
            <a:off x="2102900" y="2249059"/>
            <a:ext cx="2480700" cy="71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529" name="Google Shape;2529;p65"/>
          <p:cNvSpPr txBox="1"/>
          <p:nvPr>
            <p:ph idx="3" type="title"/>
          </p:nvPr>
        </p:nvSpPr>
        <p:spPr>
          <a:xfrm>
            <a:off x="4796056" y="2180500"/>
            <a:ext cx="870000" cy="476100"/>
          </a:xfrm>
          <a:prstGeom prst="rect">
            <a:avLst/>
          </a:prstGeom>
        </p:spPr>
        <p:txBody>
          <a:bodyPr anchorCtr="0" anchor="ctr" bIns="91425" lIns="91425" spcFirstLastPara="1" rIns="91425" wrap="square" tIns="91425">
            <a:noAutofit/>
          </a:bodyPr>
          <a:lstStyle/>
          <a:p>
            <a:pPr indent="0" lvl="0" marL="0" rtl="0" algn="ctr">
              <a:spcBef>
                <a:spcPts val="1000"/>
              </a:spcBef>
              <a:spcAft>
                <a:spcPts val="0"/>
              </a:spcAft>
              <a:buNone/>
            </a:pPr>
            <a:r>
              <a:rPr lang="en"/>
              <a:t>02</a:t>
            </a:r>
            <a:endParaRPr/>
          </a:p>
        </p:txBody>
      </p:sp>
      <p:sp>
        <p:nvSpPr>
          <p:cNvPr id="2530" name="Google Shape;2530;p65"/>
          <p:cNvSpPr txBox="1"/>
          <p:nvPr>
            <p:ph idx="4" type="title"/>
          </p:nvPr>
        </p:nvSpPr>
        <p:spPr>
          <a:xfrm>
            <a:off x="959332" y="3684225"/>
            <a:ext cx="870000" cy="469200"/>
          </a:xfrm>
          <a:prstGeom prst="rect">
            <a:avLst/>
          </a:prstGeom>
        </p:spPr>
        <p:txBody>
          <a:bodyPr anchorCtr="0" anchor="ctr" bIns="91425" lIns="91425" spcFirstLastPara="1" rIns="91425" wrap="square" tIns="91425">
            <a:noAutofit/>
          </a:bodyPr>
          <a:lstStyle/>
          <a:p>
            <a:pPr indent="0" lvl="0" marL="0" rtl="0" algn="ctr">
              <a:spcBef>
                <a:spcPts val="1000"/>
              </a:spcBef>
              <a:spcAft>
                <a:spcPts val="0"/>
              </a:spcAft>
              <a:buNone/>
            </a:pPr>
            <a:r>
              <a:rPr lang="en"/>
              <a:t>03</a:t>
            </a:r>
            <a:endParaRPr/>
          </a:p>
        </p:txBody>
      </p:sp>
      <p:sp>
        <p:nvSpPr>
          <p:cNvPr id="2531" name="Google Shape;2531;p65"/>
          <p:cNvSpPr txBox="1"/>
          <p:nvPr>
            <p:ph idx="5" type="title"/>
          </p:nvPr>
        </p:nvSpPr>
        <p:spPr>
          <a:xfrm>
            <a:off x="4796056" y="3684225"/>
            <a:ext cx="870000" cy="469200"/>
          </a:xfrm>
          <a:prstGeom prst="rect">
            <a:avLst/>
          </a:prstGeom>
        </p:spPr>
        <p:txBody>
          <a:bodyPr anchorCtr="0" anchor="ctr" bIns="91425" lIns="91425" spcFirstLastPara="1" rIns="91425" wrap="square" tIns="91425">
            <a:noAutofit/>
          </a:bodyPr>
          <a:lstStyle/>
          <a:p>
            <a:pPr indent="0" lvl="0" marL="0" rtl="0" algn="ctr">
              <a:spcBef>
                <a:spcPts val="1000"/>
              </a:spcBef>
              <a:spcAft>
                <a:spcPts val="0"/>
              </a:spcAft>
              <a:buNone/>
            </a:pPr>
            <a:r>
              <a:rPr lang="en"/>
              <a:t>04</a:t>
            </a:r>
            <a:endParaRPr/>
          </a:p>
        </p:txBody>
      </p:sp>
      <p:sp>
        <p:nvSpPr>
          <p:cNvPr id="2532" name="Google Shape;2532;p65"/>
          <p:cNvSpPr txBox="1"/>
          <p:nvPr>
            <p:ph idx="6" type="subTitle"/>
          </p:nvPr>
        </p:nvSpPr>
        <p:spPr>
          <a:xfrm>
            <a:off x="5948004" y="2249059"/>
            <a:ext cx="2465400" cy="71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533" name="Google Shape;2533;p65"/>
          <p:cNvSpPr txBox="1"/>
          <p:nvPr>
            <p:ph idx="7" type="subTitle"/>
          </p:nvPr>
        </p:nvSpPr>
        <p:spPr>
          <a:xfrm>
            <a:off x="2102900" y="3773851"/>
            <a:ext cx="2480700" cy="69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534" name="Google Shape;2534;p65"/>
          <p:cNvSpPr txBox="1"/>
          <p:nvPr>
            <p:ph idx="8" type="subTitle"/>
          </p:nvPr>
        </p:nvSpPr>
        <p:spPr>
          <a:xfrm>
            <a:off x="5948004" y="3773851"/>
            <a:ext cx="2465400" cy="69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535" name="Google Shape;2535;p65">
            <a:hlinkClick action="ppaction://hlinksldjump" r:id="rId3"/>
          </p:cNvPr>
          <p:cNvSpPr txBox="1"/>
          <p:nvPr>
            <p:ph idx="9" type="title"/>
          </p:nvPr>
        </p:nvSpPr>
        <p:spPr>
          <a:xfrm>
            <a:off x="2105600" y="1931175"/>
            <a:ext cx="24780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PURPOSE</a:t>
            </a:r>
            <a:endParaRPr/>
          </a:p>
        </p:txBody>
      </p:sp>
      <p:sp>
        <p:nvSpPr>
          <p:cNvPr id="2536" name="Google Shape;2536;p65">
            <a:hlinkClick action="ppaction://hlinksldjump" r:id="rId4"/>
          </p:cNvPr>
          <p:cNvSpPr txBox="1"/>
          <p:nvPr>
            <p:ph idx="13" type="title"/>
          </p:nvPr>
        </p:nvSpPr>
        <p:spPr>
          <a:xfrm>
            <a:off x="5935404" y="1931175"/>
            <a:ext cx="24780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TIPS AND TRICKS</a:t>
            </a:r>
            <a:endParaRPr/>
          </a:p>
        </p:txBody>
      </p:sp>
      <p:sp>
        <p:nvSpPr>
          <p:cNvPr id="2537" name="Google Shape;2537;p65">
            <a:hlinkClick action="ppaction://hlinksldjump" r:id="rId5"/>
          </p:cNvPr>
          <p:cNvSpPr txBox="1"/>
          <p:nvPr>
            <p:ph idx="14" type="title"/>
          </p:nvPr>
        </p:nvSpPr>
        <p:spPr>
          <a:xfrm>
            <a:off x="2105600" y="3440077"/>
            <a:ext cx="24780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FEATURES</a:t>
            </a:r>
            <a:endParaRPr/>
          </a:p>
        </p:txBody>
      </p:sp>
      <p:sp>
        <p:nvSpPr>
          <p:cNvPr id="2538" name="Google Shape;2538;p65">
            <a:hlinkClick action="ppaction://hlinksldjump" r:id="rId6"/>
          </p:cNvPr>
          <p:cNvSpPr txBox="1"/>
          <p:nvPr>
            <p:ph idx="15" type="title"/>
          </p:nvPr>
        </p:nvSpPr>
        <p:spPr>
          <a:xfrm>
            <a:off x="5935404" y="3440077"/>
            <a:ext cx="24780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EXERCISE</a:t>
            </a:r>
            <a:endParaRPr/>
          </a:p>
        </p:txBody>
      </p:sp>
      <p:grpSp>
        <p:nvGrpSpPr>
          <p:cNvPr id="2539" name="Google Shape;2539;p65"/>
          <p:cNvGrpSpPr/>
          <p:nvPr/>
        </p:nvGrpSpPr>
        <p:grpSpPr>
          <a:xfrm rot="1350639">
            <a:off x="752720" y="1734941"/>
            <a:ext cx="335945" cy="975417"/>
            <a:chOff x="1460575" y="5630575"/>
            <a:chExt cx="645350" cy="1873775"/>
          </a:xfrm>
        </p:grpSpPr>
        <p:sp>
          <p:nvSpPr>
            <p:cNvPr id="2540" name="Google Shape;2540;p65"/>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5"/>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2" name="Google Shape;2542;p65"/>
          <p:cNvGrpSpPr/>
          <p:nvPr/>
        </p:nvGrpSpPr>
        <p:grpSpPr>
          <a:xfrm rot="-2132172">
            <a:off x="4686738" y="2394372"/>
            <a:ext cx="290021" cy="842078"/>
            <a:chOff x="1460575" y="5630575"/>
            <a:chExt cx="645350" cy="1873775"/>
          </a:xfrm>
        </p:grpSpPr>
        <p:sp>
          <p:nvSpPr>
            <p:cNvPr id="2543" name="Google Shape;2543;p65"/>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5"/>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5" name="Google Shape;2545;p65"/>
          <p:cNvGrpSpPr/>
          <p:nvPr/>
        </p:nvGrpSpPr>
        <p:grpSpPr>
          <a:xfrm rot="1385085">
            <a:off x="8229871" y="2932855"/>
            <a:ext cx="290010" cy="842045"/>
            <a:chOff x="1460575" y="5630575"/>
            <a:chExt cx="645350" cy="1873775"/>
          </a:xfrm>
        </p:grpSpPr>
        <p:sp>
          <p:nvSpPr>
            <p:cNvPr id="2546" name="Google Shape;2546;p65"/>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5"/>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8" name="Google Shape;2548;p65"/>
          <p:cNvGrpSpPr/>
          <p:nvPr/>
        </p:nvGrpSpPr>
        <p:grpSpPr>
          <a:xfrm rot="9439248">
            <a:off x="5190009" y="1572112"/>
            <a:ext cx="607948" cy="801529"/>
            <a:chOff x="4326425" y="5583250"/>
            <a:chExt cx="744150" cy="981100"/>
          </a:xfrm>
        </p:grpSpPr>
        <p:sp>
          <p:nvSpPr>
            <p:cNvPr id="2549" name="Google Shape;2549;p65"/>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5"/>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5"/>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5"/>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5"/>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5"/>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5"/>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5"/>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5"/>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5"/>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5"/>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5"/>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5"/>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5"/>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5"/>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5"/>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5"/>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5"/>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5"/>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5"/>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5"/>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5"/>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5"/>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5"/>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5"/>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4" name="Google Shape;2574;p65"/>
          <p:cNvGrpSpPr/>
          <p:nvPr/>
        </p:nvGrpSpPr>
        <p:grpSpPr>
          <a:xfrm rot="-1417591">
            <a:off x="454900" y="3656161"/>
            <a:ext cx="578252" cy="1053955"/>
            <a:chOff x="-214625" y="3943775"/>
            <a:chExt cx="458725" cy="836125"/>
          </a:xfrm>
        </p:grpSpPr>
        <p:sp>
          <p:nvSpPr>
            <p:cNvPr id="2575" name="Google Shape;2575;p65"/>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5"/>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5"/>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5"/>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5"/>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5"/>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5"/>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5"/>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5"/>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5"/>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5"/>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5"/>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7" name="Google Shape;2587;p65"/>
          <p:cNvSpPr/>
          <p:nvPr/>
        </p:nvSpPr>
        <p:spPr>
          <a:xfrm rot="2131633">
            <a:off x="3835151" y="1821987"/>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5"/>
          <p:cNvSpPr/>
          <p:nvPr/>
        </p:nvSpPr>
        <p:spPr>
          <a:xfrm rot="-2161609">
            <a:off x="4663762" y="3294017"/>
            <a:ext cx="148961" cy="301771"/>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525"/>
                                        </p:tgtEl>
                                        <p:attrNameLst>
                                          <p:attrName>style.visibility</p:attrName>
                                        </p:attrNameLst>
                                      </p:cBhvr>
                                      <p:to>
                                        <p:strVal val="visible"/>
                                      </p:to>
                                    </p:set>
                                    <p:animEffect filter="fade" transition="in">
                                      <p:cBhvr>
                                        <p:cTn dur="1000"/>
                                        <p:tgtEl>
                                          <p:spTgt spid="2525"/>
                                        </p:tgtEl>
                                      </p:cBhvr>
                                    </p:animEffect>
                                  </p:childTnLst>
                                </p:cTn>
                              </p:par>
                              <p:par>
                                <p:cTn fill="hold" nodeType="withEffect" presetClass="entr" presetID="10" presetSubtype="0">
                                  <p:stCondLst>
                                    <p:cond delay="0"/>
                                  </p:stCondLst>
                                  <p:childTnLst>
                                    <p:set>
                                      <p:cBhvr>
                                        <p:cTn dur="1" fill="hold">
                                          <p:stCondLst>
                                            <p:cond delay="0"/>
                                          </p:stCondLst>
                                        </p:cTn>
                                        <p:tgtEl>
                                          <p:spTgt spid="2527"/>
                                        </p:tgtEl>
                                        <p:attrNameLst>
                                          <p:attrName>style.visibility</p:attrName>
                                        </p:attrNameLst>
                                      </p:cBhvr>
                                      <p:to>
                                        <p:strVal val="visible"/>
                                      </p:to>
                                    </p:set>
                                    <p:animEffect filter="fade" transition="in">
                                      <p:cBhvr>
                                        <p:cTn dur="1000"/>
                                        <p:tgtEl>
                                          <p:spTgt spid="2527"/>
                                        </p:tgtEl>
                                      </p:cBhvr>
                                    </p:animEffect>
                                  </p:childTnLst>
                                </p:cTn>
                              </p:par>
                              <p:par>
                                <p:cTn fill="hold" nodeType="withEffect" presetClass="entr" presetID="10" presetSubtype="0">
                                  <p:stCondLst>
                                    <p:cond delay="0"/>
                                  </p:stCondLst>
                                  <p:childTnLst>
                                    <p:set>
                                      <p:cBhvr>
                                        <p:cTn dur="1" fill="hold">
                                          <p:stCondLst>
                                            <p:cond delay="0"/>
                                          </p:stCondLst>
                                        </p:cTn>
                                        <p:tgtEl>
                                          <p:spTgt spid="2535"/>
                                        </p:tgtEl>
                                        <p:attrNameLst>
                                          <p:attrName>style.visibility</p:attrName>
                                        </p:attrNameLst>
                                      </p:cBhvr>
                                      <p:to>
                                        <p:strVal val="visible"/>
                                      </p:to>
                                    </p:set>
                                    <p:animEffect filter="fade" transition="in">
                                      <p:cBhvr>
                                        <p:cTn dur="1000"/>
                                        <p:tgtEl>
                                          <p:spTgt spid="2535"/>
                                        </p:tgtEl>
                                      </p:cBhvr>
                                    </p:animEffect>
                                  </p:childTnLst>
                                </p:cTn>
                              </p:par>
                              <p:par>
                                <p:cTn fill="hold" nodeType="withEffect" presetClass="entr" presetID="10" presetSubtype="0">
                                  <p:stCondLst>
                                    <p:cond delay="0"/>
                                  </p:stCondLst>
                                  <p:childTnLst>
                                    <p:set>
                                      <p:cBhvr>
                                        <p:cTn dur="1" fill="hold">
                                          <p:stCondLst>
                                            <p:cond delay="0"/>
                                          </p:stCondLst>
                                        </p:cTn>
                                        <p:tgtEl>
                                          <p:spTgt spid="2528"/>
                                        </p:tgtEl>
                                        <p:attrNameLst>
                                          <p:attrName>style.visibility</p:attrName>
                                        </p:attrNameLst>
                                      </p:cBhvr>
                                      <p:to>
                                        <p:strVal val="visible"/>
                                      </p:to>
                                    </p:set>
                                    <p:animEffect filter="fade" transition="in">
                                      <p:cBhvr>
                                        <p:cTn dur="1000"/>
                                        <p:tgtEl>
                                          <p:spTgt spid="252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529"/>
                                        </p:tgtEl>
                                        <p:attrNameLst>
                                          <p:attrName>style.visibility</p:attrName>
                                        </p:attrNameLst>
                                      </p:cBhvr>
                                      <p:to>
                                        <p:strVal val="visible"/>
                                      </p:to>
                                    </p:set>
                                    <p:animEffect filter="fade" transition="in">
                                      <p:cBhvr>
                                        <p:cTn dur="1000"/>
                                        <p:tgtEl>
                                          <p:spTgt spid="2529"/>
                                        </p:tgtEl>
                                      </p:cBhvr>
                                    </p:animEffect>
                                  </p:childTnLst>
                                </p:cTn>
                              </p:par>
                              <p:par>
                                <p:cTn fill="hold" nodeType="withEffect" presetClass="entr" presetID="10" presetSubtype="0">
                                  <p:stCondLst>
                                    <p:cond delay="0"/>
                                  </p:stCondLst>
                                  <p:childTnLst>
                                    <p:set>
                                      <p:cBhvr>
                                        <p:cTn dur="1" fill="hold">
                                          <p:stCondLst>
                                            <p:cond delay="0"/>
                                          </p:stCondLst>
                                        </p:cTn>
                                        <p:tgtEl>
                                          <p:spTgt spid="2532"/>
                                        </p:tgtEl>
                                        <p:attrNameLst>
                                          <p:attrName>style.visibility</p:attrName>
                                        </p:attrNameLst>
                                      </p:cBhvr>
                                      <p:to>
                                        <p:strVal val="visible"/>
                                      </p:to>
                                    </p:set>
                                    <p:animEffect filter="fade" transition="in">
                                      <p:cBhvr>
                                        <p:cTn dur="1000"/>
                                        <p:tgtEl>
                                          <p:spTgt spid="2532"/>
                                        </p:tgtEl>
                                      </p:cBhvr>
                                    </p:animEffect>
                                  </p:childTnLst>
                                </p:cTn>
                              </p:par>
                              <p:par>
                                <p:cTn fill="hold" nodeType="withEffect" presetClass="entr" presetID="10" presetSubtype="0">
                                  <p:stCondLst>
                                    <p:cond delay="0"/>
                                  </p:stCondLst>
                                  <p:childTnLst>
                                    <p:set>
                                      <p:cBhvr>
                                        <p:cTn dur="1" fill="hold">
                                          <p:stCondLst>
                                            <p:cond delay="0"/>
                                          </p:stCondLst>
                                        </p:cTn>
                                        <p:tgtEl>
                                          <p:spTgt spid="2536"/>
                                        </p:tgtEl>
                                        <p:attrNameLst>
                                          <p:attrName>style.visibility</p:attrName>
                                        </p:attrNameLst>
                                      </p:cBhvr>
                                      <p:to>
                                        <p:strVal val="visible"/>
                                      </p:to>
                                    </p:set>
                                    <p:animEffect filter="fade" transition="in">
                                      <p:cBhvr>
                                        <p:cTn dur="1000"/>
                                        <p:tgtEl>
                                          <p:spTgt spid="2536"/>
                                        </p:tgtEl>
                                      </p:cBhvr>
                                    </p:animEffect>
                                  </p:childTnLst>
                                </p:cTn>
                              </p:par>
                              <p:par>
                                <p:cTn fill="hold" nodeType="withEffect" presetClass="entr" presetID="10" presetSubtype="0">
                                  <p:stCondLst>
                                    <p:cond delay="0"/>
                                  </p:stCondLst>
                                  <p:childTnLst>
                                    <p:set>
                                      <p:cBhvr>
                                        <p:cTn dur="1" fill="hold">
                                          <p:stCondLst>
                                            <p:cond delay="0"/>
                                          </p:stCondLst>
                                        </p:cTn>
                                        <p:tgtEl>
                                          <p:spTgt spid="2523"/>
                                        </p:tgtEl>
                                        <p:attrNameLst>
                                          <p:attrName>style.visibility</p:attrName>
                                        </p:attrNameLst>
                                      </p:cBhvr>
                                      <p:to>
                                        <p:strVal val="visible"/>
                                      </p:to>
                                    </p:set>
                                    <p:animEffect filter="fade" transition="in">
                                      <p:cBhvr>
                                        <p:cTn dur="1000"/>
                                        <p:tgtEl>
                                          <p:spTgt spid="2523"/>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524"/>
                                        </p:tgtEl>
                                        <p:attrNameLst>
                                          <p:attrName>style.visibility</p:attrName>
                                        </p:attrNameLst>
                                      </p:cBhvr>
                                      <p:to>
                                        <p:strVal val="visible"/>
                                      </p:to>
                                    </p:set>
                                    <p:animEffect filter="fade" transition="in">
                                      <p:cBhvr>
                                        <p:cTn dur="1000"/>
                                        <p:tgtEl>
                                          <p:spTgt spid="2524"/>
                                        </p:tgtEl>
                                      </p:cBhvr>
                                    </p:animEffect>
                                  </p:childTnLst>
                                </p:cTn>
                              </p:par>
                              <p:par>
                                <p:cTn fill="hold" nodeType="withEffect" presetClass="entr" presetID="10" presetSubtype="0">
                                  <p:stCondLst>
                                    <p:cond delay="0"/>
                                  </p:stCondLst>
                                  <p:childTnLst>
                                    <p:set>
                                      <p:cBhvr>
                                        <p:cTn dur="1" fill="hold">
                                          <p:stCondLst>
                                            <p:cond delay="0"/>
                                          </p:stCondLst>
                                        </p:cTn>
                                        <p:tgtEl>
                                          <p:spTgt spid="2530"/>
                                        </p:tgtEl>
                                        <p:attrNameLst>
                                          <p:attrName>style.visibility</p:attrName>
                                        </p:attrNameLst>
                                      </p:cBhvr>
                                      <p:to>
                                        <p:strVal val="visible"/>
                                      </p:to>
                                    </p:set>
                                    <p:animEffect filter="fade" transition="in">
                                      <p:cBhvr>
                                        <p:cTn dur="1000"/>
                                        <p:tgtEl>
                                          <p:spTgt spid="2530"/>
                                        </p:tgtEl>
                                      </p:cBhvr>
                                    </p:animEffect>
                                  </p:childTnLst>
                                </p:cTn>
                              </p:par>
                              <p:par>
                                <p:cTn fill="hold" nodeType="withEffect" presetClass="entr" presetID="10" presetSubtype="0">
                                  <p:stCondLst>
                                    <p:cond delay="0"/>
                                  </p:stCondLst>
                                  <p:childTnLst>
                                    <p:set>
                                      <p:cBhvr>
                                        <p:cTn dur="1" fill="hold">
                                          <p:stCondLst>
                                            <p:cond delay="0"/>
                                          </p:stCondLst>
                                        </p:cTn>
                                        <p:tgtEl>
                                          <p:spTgt spid="2537"/>
                                        </p:tgtEl>
                                        <p:attrNameLst>
                                          <p:attrName>style.visibility</p:attrName>
                                        </p:attrNameLst>
                                      </p:cBhvr>
                                      <p:to>
                                        <p:strVal val="visible"/>
                                      </p:to>
                                    </p:set>
                                    <p:animEffect filter="fade" transition="in">
                                      <p:cBhvr>
                                        <p:cTn dur="1000"/>
                                        <p:tgtEl>
                                          <p:spTgt spid="2537"/>
                                        </p:tgtEl>
                                      </p:cBhvr>
                                    </p:animEffect>
                                  </p:childTnLst>
                                </p:cTn>
                              </p:par>
                              <p:par>
                                <p:cTn fill="hold" nodeType="withEffect" presetClass="entr" presetID="10" presetSubtype="0">
                                  <p:stCondLst>
                                    <p:cond delay="0"/>
                                  </p:stCondLst>
                                  <p:childTnLst>
                                    <p:set>
                                      <p:cBhvr>
                                        <p:cTn dur="1" fill="hold">
                                          <p:stCondLst>
                                            <p:cond delay="0"/>
                                          </p:stCondLst>
                                        </p:cTn>
                                        <p:tgtEl>
                                          <p:spTgt spid="2533"/>
                                        </p:tgtEl>
                                        <p:attrNameLst>
                                          <p:attrName>style.visibility</p:attrName>
                                        </p:attrNameLst>
                                      </p:cBhvr>
                                      <p:to>
                                        <p:strVal val="visible"/>
                                      </p:to>
                                    </p:set>
                                    <p:animEffect filter="fade" transition="in">
                                      <p:cBhvr>
                                        <p:cTn dur="1000"/>
                                        <p:tgtEl>
                                          <p:spTgt spid="2533"/>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2522"/>
                                        </p:tgtEl>
                                        <p:attrNameLst>
                                          <p:attrName>style.visibility</p:attrName>
                                        </p:attrNameLst>
                                      </p:cBhvr>
                                      <p:to>
                                        <p:strVal val="visible"/>
                                      </p:to>
                                    </p:set>
                                    <p:animEffect filter="fade" transition="in">
                                      <p:cBhvr>
                                        <p:cTn dur="1000"/>
                                        <p:tgtEl>
                                          <p:spTgt spid="2522"/>
                                        </p:tgtEl>
                                      </p:cBhvr>
                                    </p:animEffect>
                                  </p:childTnLst>
                                </p:cTn>
                              </p:par>
                              <p:par>
                                <p:cTn fill="hold" nodeType="withEffect" presetClass="entr" presetID="10" presetSubtype="0">
                                  <p:stCondLst>
                                    <p:cond delay="0"/>
                                  </p:stCondLst>
                                  <p:childTnLst>
                                    <p:set>
                                      <p:cBhvr>
                                        <p:cTn dur="1" fill="hold">
                                          <p:stCondLst>
                                            <p:cond delay="0"/>
                                          </p:stCondLst>
                                        </p:cTn>
                                        <p:tgtEl>
                                          <p:spTgt spid="2531"/>
                                        </p:tgtEl>
                                        <p:attrNameLst>
                                          <p:attrName>style.visibility</p:attrName>
                                        </p:attrNameLst>
                                      </p:cBhvr>
                                      <p:to>
                                        <p:strVal val="visible"/>
                                      </p:to>
                                    </p:set>
                                    <p:animEffect filter="fade" transition="in">
                                      <p:cBhvr>
                                        <p:cTn dur="1000"/>
                                        <p:tgtEl>
                                          <p:spTgt spid="2531"/>
                                        </p:tgtEl>
                                      </p:cBhvr>
                                    </p:animEffect>
                                  </p:childTnLst>
                                </p:cTn>
                              </p:par>
                              <p:par>
                                <p:cTn fill="hold" nodeType="withEffect" presetClass="entr" presetID="10" presetSubtype="0">
                                  <p:stCondLst>
                                    <p:cond delay="0"/>
                                  </p:stCondLst>
                                  <p:childTnLst>
                                    <p:set>
                                      <p:cBhvr>
                                        <p:cTn dur="1" fill="hold">
                                          <p:stCondLst>
                                            <p:cond delay="0"/>
                                          </p:stCondLst>
                                        </p:cTn>
                                        <p:tgtEl>
                                          <p:spTgt spid="2538"/>
                                        </p:tgtEl>
                                        <p:attrNameLst>
                                          <p:attrName>style.visibility</p:attrName>
                                        </p:attrNameLst>
                                      </p:cBhvr>
                                      <p:to>
                                        <p:strVal val="visible"/>
                                      </p:to>
                                    </p:set>
                                    <p:animEffect filter="fade" transition="in">
                                      <p:cBhvr>
                                        <p:cTn dur="1000"/>
                                        <p:tgtEl>
                                          <p:spTgt spid="2538"/>
                                        </p:tgtEl>
                                      </p:cBhvr>
                                    </p:animEffect>
                                  </p:childTnLst>
                                </p:cTn>
                              </p:par>
                              <p:par>
                                <p:cTn fill="hold" nodeType="withEffect" presetClass="entr" presetID="10" presetSubtype="0">
                                  <p:stCondLst>
                                    <p:cond delay="0"/>
                                  </p:stCondLst>
                                  <p:childTnLst>
                                    <p:set>
                                      <p:cBhvr>
                                        <p:cTn dur="1" fill="hold">
                                          <p:stCondLst>
                                            <p:cond delay="0"/>
                                          </p:stCondLst>
                                        </p:cTn>
                                        <p:tgtEl>
                                          <p:spTgt spid="2534"/>
                                        </p:tgtEl>
                                        <p:attrNameLst>
                                          <p:attrName>style.visibility</p:attrName>
                                        </p:attrNameLst>
                                      </p:cBhvr>
                                      <p:to>
                                        <p:strVal val="visible"/>
                                      </p:to>
                                    </p:set>
                                    <p:animEffect filter="fade" transition="in">
                                      <p:cBhvr>
                                        <p:cTn dur="1000"/>
                                        <p:tgtEl>
                                          <p:spTgt spid="253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2" name="Shape 2592"/>
        <p:cNvGrpSpPr/>
        <p:nvPr/>
      </p:nvGrpSpPr>
      <p:grpSpPr>
        <a:xfrm>
          <a:off x="0" y="0"/>
          <a:ext cx="0" cy="0"/>
          <a:chOff x="0" y="0"/>
          <a:chExt cx="0" cy="0"/>
        </a:xfrm>
      </p:grpSpPr>
      <p:sp>
        <p:nvSpPr>
          <p:cNvPr id="2593" name="Google Shape;2593;p66"/>
          <p:cNvSpPr/>
          <p:nvPr/>
        </p:nvSpPr>
        <p:spPr>
          <a:xfrm>
            <a:off x="5167738" y="3517620"/>
            <a:ext cx="686700" cy="686700"/>
          </a:xfrm>
          <a:prstGeom prst="ellipse">
            <a:avLst/>
          </a:prstGeom>
          <a:solidFill>
            <a:schemeClr val="accent2">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6"/>
          <p:cNvSpPr/>
          <p:nvPr/>
        </p:nvSpPr>
        <p:spPr>
          <a:xfrm>
            <a:off x="5167738" y="2229221"/>
            <a:ext cx="686700" cy="686700"/>
          </a:xfrm>
          <a:prstGeom prst="ellipse">
            <a:avLst/>
          </a:prstGeom>
          <a:solidFill>
            <a:schemeClr val="accent2">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6"/>
          <p:cNvSpPr/>
          <p:nvPr/>
        </p:nvSpPr>
        <p:spPr>
          <a:xfrm>
            <a:off x="5167738" y="938265"/>
            <a:ext cx="686700" cy="686700"/>
          </a:xfrm>
          <a:prstGeom prst="ellipse">
            <a:avLst/>
          </a:prstGeom>
          <a:solidFill>
            <a:schemeClr val="accent2">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6"/>
          <p:cNvSpPr/>
          <p:nvPr/>
        </p:nvSpPr>
        <p:spPr>
          <a:xfrm>
            <a:off x="865865" y="1506213"/>
            <a:ext cx="2870100" cy="2199600"/>
          </a:xfrm>
          <a:prstGeom prst="roundRect">
            <a:avLst>
              <a:gd fmla="val 3881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6"/>
          <p:cNvSpPr txBox="1"/>
          <p:nvPr>
            <p:ph type="title"/>
          </p:nvPr>
        </p:nvSpPr>
        <p:spPr>
          <a:xfrm>
            <a:off x="1413738" y="2051975"/>
            <a:ext cx="1774500" cy="110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2598" name="Google Shape;2598;p66"/>
          <p:cNvSpPr txBox="1"/>
          <p:nvPr>
            <p:ph idx="2" type="title"/>
          </p:nvPr>
        </p:nvSpPr>
        <p:spPr>
          <a:xfrm>
            <a:off x="5167738" y="1088900"/>
            <a:ext cx="686700" cy="385500"/>
          </a:xfrm>
          <a:prstGeom prst="rect">
            <a:avLst/>
          </a:prstGeom>
        </p:spPr>
        <p:txBody>
          <a:bodyPr anchorCtr="0" anchor="ctr" bIns="91425" lIns="91425" spcFirstLastPara="1" rIns="91425" wrap="square" tIns="91425">
            <a:noAutofit/>
          </a:bodyPr>
          <a:lstStyle/>
          <a:p>
            <a:pPr indent="0" lvl="0" marL="0" rtl="0" algn="ctr">
              <a:spcBef>
                <a:spcPts val="1000"/>
              </a:spcBef>
              <a:spcAft>
                <a:spcPts val="0"/>
              </a:spcAft>
              <a:buNone/>
            </a:pPr>
            <a:r>
              <a:rPr lang="en"/>
              <a:t>01</a:t>
            </a:r>
            <a:endParaRPr/>
          </a:p>
        </p:txBody>
      </p:sp>
      <p:sp>
        <p:nvSpPr>
          <p:cNvPr id="2599" name="Google Shape;2599;p66"/>
          <p:cNvSpPr txBox="1"/>
          <p:nvPr>
            <p:ph idx="1" type="subTitle"/>
          </p:nvPr>
        </p:nvSpPr>
        <p:spPr>
          <a:xfrm>
            <a:off x="5946088" y="1140287"/>
            <a:ext cx="23379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600" name="Google Shape;2600;p66"/>
          <p:cNvSpPr txBox="1"/>
          <p:nvPr>
            <p:ph idx="3" type="title"/>
          </p:nvPr>
        </p:nvSpPr>
        <p:spPr>
          <a:xfrm>
            <a:off x="5167738" y="3668216"/>
            <a:ext cx="686700" cy="385500"/>
          </a:xfrm>
          <a:prstGeom prst="rect">
            <a:avLst/>
          </a:prstGeom>
        </p:spPr>
        <p:txBody>
          <a:bodyPr anchorCtr="0" anchor="ctr" bIns="91425" lIns="91425" spcFirstLastPara="1" rIns="91425" wrap="square" tIns="91425">
            <a:noAutofit/>
          </a:bodyPr>
          <a:lstStyle/>
          <a:p>
            <a:pPr indent="0" lvl="0" marL="0" rtl="0" algn="ctr">
              <a:spcBef>
                <a:spcPts val="1000"/>
              </a:spcBef>
              <a:spcAft>
                <a:spcPts val="0"/>
              </a:spcAft>
              <a:buNone/>
            </a:pPr>
            <a:r>
              <a:rPr lang="en"/>
              <a:t>03</a:t>
            </a:r>
            <a:endParaRPr/>
          </a:p>
        </p:txBody>
      </p:sp>
      <p:sp>
        <p:nvSpPr>
          <p:cNvPr id="2601" name="Google Shape;2601;p66"/>
          <p:cNvSpPr txBox="1"/>
          <p:nvPr>
            <p:ph idx="4" type="title"/>
          </p:nvPr>
        </p:nvSpPr>
        <p:spPr>
          <a:xfrm>
            <a:off x="5167738" y="2379827"/>
            <a:ext cx="686700" cy="385500"/>
          </a:xfrm>
          <a:prstGeom prst="rect">
            <a:avLst/>
          </a:prstGeom>
        </p:spPr>
        <p:txBody>
          <a:bodyPr anchorCtr="0" anchor="ctr" bIns="91425" lIns="91425" spcFirstLastPara="1" rIns="91425" wrap="square" tIns="91425">
            <a:noAutofit/>
          </a:bodyPr>
          <a:lstStyle/>
          <a:p>
            <a:pPr indent="0" lvl="0" marL="0" rtl="0" algn="ctr">
              <a:spcBef>
                <a:spcPts val="1000"/>
              </a:spcBef>
              <a:spcAft>
                <a:spcPts val="0"/>
              </a:spcAft>
              <a:buNone/>
            </a:pPr>
            <a:r>
              <a:rPr lang="en"/>
              <a:t>02</a:t>
            </a:r>
            <a:endParaRPr/>
          </a:p>
        </p:txBody>
      </p:sp>
      <p:sp>
        <p:nvSpPr>
          <p:cNvPr id="2602" name="Google Shape;2602;p66"/>
          <p:cNvSpPr txBox="1"/>
          <p:nvPr>
            <p:ph idx="5" type="subTitle"/>
          </p:nvPr>
        </p:nvSpPr>
        <p:spPr>
          <a:xfrm>
            <a:off x="5946088" y="3725708"/>
            <a:ext cx="23352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603" name="Google Shape;2603;p66"/>
          <p:cNvSpPr txBox="1"/>
          <p:nvPr>
            <p:ph idx="6" type="subTitle"/>
          </p:nvPr>
        </p:nvSpPr>
        <p:spPr>
          <a:xfrm>
            <a:off x="5946088" y="2428287"/>
            <a:ext cx="23379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604" name="Google Shape;2604;p66"/>
          <p:cNvSpPr txBox="1"/>
          <p:nvPr>
            <p:ph idx="7" type="title"/>
          </p:nvPr>
        </p:nvSpPr>
        <p:spPr>
          <a:xfrm>
            <a:off x="5946088" y="818438"/>
            <a:ext cx="23352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PURPOSE</a:t>
            </a:r>
            <a:endParaRPr/>
          </a:p>
        </p:txBody>
      </p:sp>
      <p:sp>
        <p:nvSpPr>
          <p:cNvPr id="2605" name="Google Shape;2605;p66"/>
          <p:cNvSpPr txBox="1"/>
          <p:nvPr>
            <p:ph idx="8" type="title"/>
          </p:nvPr>
        </p:nvSpPr>
        <p:spPr>
          <a:xfrm>
            <a:off x="5946088" y="3407824"/>
            <a:ext cx="23352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FEATURES</a:t>
            </a:r>
            <a:endParaRPr/>
          </a:p>
        </p:txBody>
      </p:sp>
      <p:sp>
        <p:nvSpPr>
          <p:cNvPr id="2606" name="Google Shape;2606;p66"/>
          <p:cNvSpPr txBox="1"/>
          <p:nvPr>
            <p:ph idx="9" type="title"/>
          </p:nvPr>
        </p:nvSpPr>
        <p:spPr>
          <a:xfrm>
            <a:off x="5946088" y="2112440"/>
            <a:ext cx="23352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TIPS AND TRICKS</a:t>
            </a:r>
            <a:endParaRPr/>
          </a:p>
        </p:txBody>
      </p:sp>
      <p:grpSp>
        <p:nvGrpSpPr>
          <p:cNvPr id="2607" name="Google Shape;2607;p66"/>
          <p:cNvGrpSpPr/>
          <p:nvPr/>
        </p:nvGrpSpPr>
        <p:grpSpPr>
          <a:xfrm rot="1865779">
            <a:off x="66185" y="3164559"/>
            <a:ext cx="1082809" cy="2194514"/>
            <a:chOff x="1803775" y="5029925"/>
            <a:chExt cx="655775" cy="1329050"/>
          </a:xfrm>
        </p:grpSpPr>
        <p:sp>
          <p:nvSpPr>
            <p:cNvPr id="2608" name="Google Shape;2608;p66"/>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6"/>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6"/>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6"/>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6"/>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6"/>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6"/>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6"/>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6"/>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6"/>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6"/>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 name="Google Shape;2619;p66"/>
          <p:cNvGrpSpPr/>
          <p:nvPr/>
        </p:nvGrpSpPr>
        <p:grpSpPr>
          <a:xfrm rot="3492532">
            <a:off x="974424" y="4484949"/>
            <a:ext cx="579333" cy="1055959"/>
            <a:chOff x="-214625" y="3943775"/>
            <a:chExt cx="458725" cy="836125"/>
          </a:xfrm>
        </p:grpSpPr>
        <p:sp>
          <p:nvSpPr>
            <p:cNvPr id="2620" name="Google Shape;2620;p66"/>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6"/>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6"/>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6"/>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6"/>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6"/>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6"/>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6"/>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6"/>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6"/>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6"/>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6"/>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 name="Google Shape;2632;p66"/>
          <p:cNvGrpSpPr/>
          <p:nvPr/>
        </p:nvGrpSpPr>
        <p:grpSpPr>
          <a:xfrm rot="-8934221">
            <a:off x="3065954" y="-101047"/>
            <a:ext cx="1082809" cy="2194514"/>
            <a:chOff x="1803775" y="5029925"/>
            <a:chExt cx="655775" cy="1329050"/>
          </a:xfrm>
        </p:grpSpPr>
        <p:sp>
          <p:nvSpPr>
            <p:cNvPr id="2633" name="Google Shape;2633;p66"/>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6"/>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6"/>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6"/>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6"/>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6"/>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6"/>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6"/>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6"/>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6"/>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6"/>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4" name="Google Shape;2644;p66"/>
          <p:cNvSpPr/>
          <p:nvPr/>
        </p:nvSpPr>
        <p:spPr>
          <a:xfrm rot="-8668367">
            <a:off x="4115577" y="2018078"/>
            <a:ext cx="174644" cy="353792"/>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6"/>
          <p:cNvSpPr/>
          <p:nvPr/>
        </p:nvSpPr>
        <p:spPr>
          <a:xfrm rot="8518225">
            <a:off x="2551450" y="873907"/>
            <a:ext cx="174636" cy="353791"/>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6" name="Google Shape;2646;p66"/>
          <p:cNvGrpSpPr/>
          <p:nvPr/>
        </p:nvGrpSpPr>
        <p:grpSpPr>
          <a:xfrm rot="-1269276">
            <a:off x="3448602" y="2978201"/>
            <a:ext cx="1043527" cy="3251803"/>
            <a:chOff x="3855225" y="5718400"/>
            <a:chExt cx="601300" cy="1873750"/>
          </a:xfrm>
        </p:grpSpPr>
        <p:sp>
          <p:nvSpPr>
            <p:cNvPr id="2647" name="Google Shape;2647;p66"/>
            <p:cNvSpPr/>
            <p:nvPr/>
          </p:nvSpPr>
          <p:spPr>
            <a:xfrm>
              <a:off x="4020125" y="5718400"/>
              <a:ext cx="269700" cy="175625"/>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6"/>
            <p:cNvSpPr/>
            <p:nvPr/>
          </p:nvSpPr>
          <p:spPr>
            <a:xfrm>
              <a:off x="3855225" y="5894300"/>
              <a:ext cx="601300" cy="1697850"/>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9" name="Google Shape;2649;p66"/>
          <p:cNvGrpSpPr/>
          <p:nvPr/>
        </p:nvGrpSpPr>
        <p:grpSpPr>
          <a:xfrm flipH="1" rot="-7739104">
            <a:off x="2023400" y="4034598"/>
            <a:ext cx="362604" cy="510695"/>
            <a:chOff x="1554950" y="3841075"/>
            <a:chExt cx="389950" cy="549200"/>
          </a:xfrm>
        </p:grpSpPr>
        <p:sp>
          <p:nvSpPr>
            <p:cNvPr id="2650" name="Google Shape;2650;p66"/>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6"/>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6"/>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6"/>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6"/>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6"/>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6"/>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6"/>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8" name="Google Shape;2658;p66"/>
          <p:cNvGrpSpPr/>
          <p:nvPr/>
        </p:nvGrpSpPr>
        <p:grpSpPr>
          <a:xfrm flipH="1" rot="3060896">
            <a:off x="1622462" y="392323"/>
            <a:ext cx="362604" cy="510695"/>
            <a:chOff x="1554950" y="3841075"/>
            <a:chExt cx="389950" cy="549200"/>
          </a:xfrm>
        </p:grpSpPr>
        <p:sp>
          <p:nvSpPr>
            <p:cNvPr id="2659" name="Google Shape;2659;p66"/>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6"/>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6"/>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6"/>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6"/>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6"/>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6"/>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6"/>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7" name="Google Shape;2667;p66"/>
          <p:cNvGrpSpPr/>
          <p:nvPr/>
        </p:nvGrpSpPr>
        <p:grpSpPr>
          <a:xfrm flipH="1" rot="-209566">
            <a:off x="-169165" y="856534"/>
            <a:ext cx="1597681" cy="2106312"/>
            <a:chOff x="4326425" y="5583250"/>
            <a:chExt cx="744150" cy="981100"/>
          </a:xfrm>
        </p:grpSpPr>
        <p:sp>
          <p:nvSpPr>
            <p:cNvPr id="2668" name="Google Shape;2668;p66"/>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6"/>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6"/>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6"/>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6"/>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6"/>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6"/>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6"/>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6"/>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6"/>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6"/>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6"/>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6"/>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6"/>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6"/>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6"/>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6"/>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6"/>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6"/>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6"/>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6"/>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6"/>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6"/>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6"/>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6"/>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595"/>
                                        </p:tgtEl>
                                        <p:attrNameLst>
                                          <p:attrName>style.visibility</p:attrName>
                                        </p:attrNameLst>
                                      </p:cBhvr>
                                      <p:to>
                                        <p:strVal val="visible"/>
                                      </p:to>
                                    </p:set>
                                    <p:animEffect filter="fade" transition="in">
                                      <p:cBhvr>
                                        <p:cTn dur="1000"/>
                                        <p:tgtEl>
                                          <p:spTgt spid="2595"/>
                                        </p:tgtEl>
                                      </p:cBhvr>
                                    </p:animEffect>
                                  </p:childTnLst>
                                </p:cTn>
                              </p:par>
                              <p:par>
                                <p:cTn fill="hold" nodeType="withEffect" presetClass="entr" presetID="10" presetSubtype="0">
                                  <p:stCondLst>
                                    <p:cond delay="0"/>
                                  </p:stCondLst>
                                  <p:childTnLst>
                                    <p:set>
                                      <p:cBhvr>
                                        <p:cTn dur="1" fill="hold">
                                          <p:stCondLst>
                                            <p:cond delay="0"/>
                                          </p:stCondLst>
                                        </p:cTn>
                                        <p:tgtEl>
                                          <p:spTgt spid="2598"/>
                                        </p:tgtEl>
                                        <p:attrNameLst>
                                          <p:attrName>style.visibility</p:attrName>
                                        </p:attrNameLst>
                                      </p:cBhvr>
                                      <p:to>
                                        <p:strVal val="visible"/>
                                      </p:to>
                                    </p:set>
                                    <p:animEffect filter="fade" transition="in">
                                      <p:cBhvr>
                                        <p:cTn dur="1000"/>
                                        <p:tgtEl>
                                          <p:spTgt spid="2598"/>
                                        </p:tgtEl>
                                      </p:cBhvr>
                                    </p:animEffect>
                                  </p:childTnLst>
                                </p:cTn>
                              </p:par>
                              <p:par>
                                <p:cTn fill="hold" nodeType="withEffect" presetClass="entr" presetID="10" presetSubtype="0">
                                  <p:stCondLst>
                                    <p:cond delay="0"/>
                                  </p:stCondLst>
                                  <p:childTnLst>
                                    <p:set>
                                      <p:cBhvr>
                                        <p:cTn dur="1" fill="hold">
                                          <p:stCondLst>
                                            <p:cond delay="0"/>
                                          </p:stCondLst>
                                        </p:cTn>
                                        <p:tgtEl>
                                          <p:spTgt spid="2599"/>
                                        </p:tgtEl>
                                        <p:attrNameLst>
                                          <p:attrName>style.visibility</p:attrName>
                                        </p:attrNameLst>
                                      </p:cBhvr>
                                      <p:to>
                                        <p:strVal val="visible"/>
                                      </p:to>
                                    </p:set>
                                    <p:animEffect filter="fade" transition="in">
                                      <p:cBhvr>
                                        <p:cTn dur="1000"/>
                                        <p:tgtEl>
                                          <p:spTgt spid="2599"/>
                                        </p:tgtEl>
                                      </p:cBhvr>
                                    </p:animEffect>
                                  </p:childTnLst>
                                </p:cTn>
                              </p:par>
                              <p:par>
                                <p:cTn fill="hold" nodeType="withEffect" presetClass="entr" presetID="10" presetSubtype="0">
                                  <p:stCondLst>
                                    <p:cond delay="0"/>
                                  </p:stCondLst>
                                  <p:childTnLst>
                                    <p:set>
                                      <p:cBhvr>
                                        <p:cTn dur="1" fill="hold">
                                          <p:stCondLst>
                                            <p:cond delay="0"/>
                                          </p:stCondLst>
                                        </p:cTn>
                                        <p:tgtEl>
                                          <p:spTgt spid="2604"/>
                                        </p:tgtEl>
                                        <p:attrNameLst>
                                          <p:attrName>style.visibility</p:attrName>
                                        </p:attrNameLst>
                                      </p:cBhvr>
                                      <p:to>
                                        <p:strVal val="visible"/>
                                      </p:to>
                                    </p:set>
                                    <p:animEffect filter="fade" transition="in">
                                      <p:cBhvr>
                                        <p:cTn dur="1000"/>
                                        <p:tgtEl>
                                          <p:spTgt spid="2604"/>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594"/>
                                        </p:tgtEl>
                                        <p:attrNameLst>
                                          <p:attrName>style.visibility</p:attrName>
                                        </p:attrNameLst>
                                      </p:cBhvr>
                                      <p:to>
                                        <p:strVal val="visible"/>
                                      </p:to>
                                    </p:set>
                                    <p:animEffect filter="fade" transition="in">
                                      <p:cBhvr>
                                        <p:cTn dur="1000"/>
                                        <p:tgtEl>
                                          <p:spTgt spid="2594"/>
                                        </p:tgtEl>
                                      </p:cBhvr>
                                    </p:animEffect>
                                  </p:childTnLst>
                                </p:cTn>
                              </p:par>
                              <p:par>
                                <p:cTn fill="hold" nodeType="withEffect" presetClass="entr" presetID="10" presetSubtype="0">
                                  <p:stCondLst>
                                    <p:cond delay="0"/>
                                  </p:stCondLst>
                                  <p:childTnLst>
                                    <p:set>
                                      <p:cBhvr>
                                        <p:cTn dur="1" fill="hold">
                                          <p:stCondLst>
                                            <p:cond delay="0"/>
                                          </p:stCondLst>
                                        </p:cTn>
                                        <p:tgtEl>
                                          <p:spTgt spid="2601"/>
                                        </p:tgtEl>
                                        <p:attrNameLst>
                                          <p:attrName>style.visibility</p:attrName>
                                        </p:attrNameLst>
                                      </p:cBhvr>
                                      <p:to>
                                        <p:strVal val="visible"/>
                                      </p:to>
                                    </p:set>
                                    <p:animEffect filter="fade" transition="in">
                                      <p:cBhvr>
                                        <p:cTn dur="1000"/>
                                        <p:tgtEl>
                                          <p:spTgt spid="2601"/>
                                        </p:tgtEl>
                                      </p:cBhvr>
                                    </p:animEffect>
                                  </p:childTnLst>
                                </p:cTn>
                              </p:par>
                              <p:par>
                                <p:cTn fill="hold" nodeType="withEffect" presetClass="entr" presetID="10" presetSubtype="0">
                                  <p:stCondLst>
                                    <p:cond delay="0"/>
                                  </p:stCondLst>
                                  <p:childTnLst>
                                    <p:set>
                                      <p:cBhvr>
                                        <p:cTn dur="1" fill="hold">
                                          <p:stCondLst>
                                            <p:cond delay="0"/>
                                          </p:stCondLst>
                                        </p:cTn>
                                        <p:tgtEl>
                                          <p:spTgt spid="2603"/>
                                        </p:tgtEl>
                                        <p:attrNameLst>
                                          <p:attrName>style.visibility</p:attrName>
                                        </p:attrNameLst>
                                      </p:cBhvr>
                                      <p:to>
                                        <p:strVal val="visible"/>
                                      </p:to>
                                    </p:set>
                                    <p:animEffect filter="fade" transition="in">
                                      <p:cBhvr>
                                        <p:cTn dur="1000"/>
                                        <p:tgtEl>
                                          <p:spTgt spid="2603"/>
                                        </p:tgtEl>
                                      </p:cBhvr>
                                    </p:animEffect>
                                  </p:childTnLst>
                                </p:cTn>
                              </p:par>
                              <p:par>
                                <p:cTn fill="hold" nodeType="withEffect" presetClass="entr" presetID="10" presetSubtype="0">
                                  <p:stCondLst>
                                    <p:cond delay="0"/>
                                  </p:stCondLst>
                                  <p:childTnLst>
                                    <p:set>
                                      <p:cBhvr>
                                        <p:cTn dur="1" fill="hold">
                                          <p:stCondLst>
                                            <p:cond delay="0"/>
                                          </p:stCondLst>
                                        </p:cTn>
                                        <p:tgtEl>
                                          <p:spTgt spid="2606"/>
                                        </p:tgtEl>
                                        <p:attrNameLst>
                                          <p:attrName>style.visibility</p:attrName>
                                        </p:attrNameLst>
                                      </p:cBhvr>
                                      <p:to>
                                        <p:strVal val="visible"/>
                                      </p:to>
                                    </p:set>
                                    <p:animEffect filter="fade" transition="in">
                                      <p:cBhvr>
                                        <p:cTn dur="1000"/>
                                        <p:tgtEl>
                                          <p:spTgt spid="2606"/>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593"/>
                                        </p:tgtEl>
                                        <p:attrNameLst>
                                          <p:attrName>style.visibility</p:attrName>
                                        </p:attrNameLst>
                                      </p:cBhvr>
                                      <p:to>
                                        <p:strVal val="visible"/>
                                      </p:to>
                                    </p:set>
                                    <p:animEffect filter="fade" transition="in">
                                      <p:cBhvr>
                                        <p:cTn dur="1000"/>
                                        <p:tgtEl>
                                          <p:spTgt spid="2593"/>
                                        </p:tgtEl>
                                      </p:cBhvr>
                                    </p:animEffect>
                                  </p:childTnLst>
                                </p:cTn>
                              </p:par>
                              <p:par>
                                <p:cTn fill="hold" nodeType="withEffect" presetClass="entr" presetID="10" presetSubtype="0">
                                  <p:stCondLst>
                                    <p:cond delay="0"/>
                                  </p:stCondLst>
                                  <p:childTnLst>
                                    <p:set>
                                      <p:cBhvr>
                                        <p:cTn dur="1" fill="hold">
                                          <p:stCondLst>
                                            <p:cond delay="0"/>
                                          </p:stCondLst>
                                        </p:cTn>
                                        <p:tgtEl>
                                          <p:spTgt spid="2600"/>
                                        </p:tgtEl>
                                        <p:attrNameLst>
                                          <p:attrName>style.visibility</p:attrName>
                                        </p:attrNameLst>
                                      </p:cBhvr>
                                      <p:to>
                                        <p:strVal val="visible"/>
                                      </p:to>
                                    </p:set>
                                    <p:animEffect filter="fade" transition="in">
                                      <p:cBhvr>
                                        <p:cTn dur="1000"/>
                                        <p:tgtEl>
                                          <p:spTgt spid="2600"/>
                                        </p:tgtEl>
                                      </p:cBhvr>
                                    </p:animEffect>
                                  </p:childTnLst>
                                </p:cTn>
                              </p:par>
                              <p:par>
                                <p:cTn fill="hold" nodeType="withEffect" presetClass="entr" presetID="10" presetSubtype="0">
                                  <p:stCondLst>
                                    <p:cond delay="0"/>
                                  </p:stCondLst>
                                  <p:childTnLst>
                                    <p:set>
                                      <p:cBhvr>
                                        <p:cTn dur="1" fill="hold">
                                          <p:stCondLst>
                                            <p:cond delay="0"/>
                                          </p:stCondLst>
                                        </p:cTn>
                                        <p:tgtEl>
                                          <p:spTgt spid="2602"/>
                                        </p:tgtEl>
                                        <p:attrNameLst>
                                          <p:attrName>style.visibility</p:attrName>
                                        </p:attrNameLst>
                                      </p:cBhvr>
                                      <p:to>
                                        <p:strVal val="visible"/>
                                      </p:to>
                                    </p:set>
                                    <p:animEffect filter="fade" transition="in">
                                      <p:cBhvr>
                                        <p:cTn dur="1000"/>
                                        <p:tgtEl>
                                          <p:spTgt spid="2602"/>
                                        </p:tgtEl>
                                      </p:cBhvr>
                                    </p:animEffect>
                                  </p:childTnLst>
                                </p:cTn>
                              </p:par>
                              <p:par>
                                <p:cTn fill="hold" nodeType="withEffect" presetClass="entr" presetID="10" presetSubtype="0">
                                  <p:stCondLst>
                                    <p:cond delay="0"/>
                                  </p:stCondLst>
                                  <p:childTnLst>
                                    <p:set>
                                      <p:cBhvr>
                                        <p:cTn dur="1" fill="hold">
                                          <p:stCondLst>
                                            <p:cond delay="0"/>
                                          </p:stCondLst>
                                        </p:cTn>
                                        <p:tgtEl>
                                          <p:spTgt spid="2605"/>
                                        </p:tgtEl>
                                        <p:attrNameLst>
                                          <p:attrName>style.visibility</p:attrName>
                                        </p:attrNameLst>
                                      </p:cBhvr>
                                      <p:to>
                                        <p:strVal val="visible"/>
                                      </p:to>
                                    </p:set>
                                    <p:animEffect filter="fade" transition="in">
                                      <p:cBhvr>
                                        <p:cTn dur="1000"/>
                                        <p:tgtEl>
                                          <p:spTgt spid="260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96" name="Shape 2696"/>
        <p:cNvGrpSpPr/>
        <p:nvPr/>
      </p:nvGrpSpPr>
      <p:grpSpPr>
        <a:xfrm>
          <a:off x="0" y="0"/>
          <a:ext cx="0" cy="0"/>
          <a:chOff x="0" y="0"/>
          <a:chExt cx="0" cy="0"/>
        </a:xfrm>
      </p:grpSpPr>
      <p:sp>
        <p:nvSpPr>
          <p:cNvPr id="2697" name="Google Shape;2697;p67"/>
          <p:cNvSpPr/>
          <p:nvPr/>
        </p:nvSpPr>
        <p:spPr>
          <a:xfrm rot="2103641">
            <a:off x="2410047" y="-244434"/>
            <a:ext cx="5688208" cy="4968284"/>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7"/>
          <p:cNvSpPr txBox="1"/>
          <p:nvPr>
            <p:ph type="title"/>
          </p:nvPr>
        </p:nvSpPr>
        <p:spPr>
          <a:xfrm>
            <a:off x="3996425" y="1094100"/>
            <a:ext cx="3228600" cy="831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grpSp>
        <p:nvGrpSpPr>
          <p:cNvPr id="2699" name="Google Shape;2699;p67"/>
          <p:cNvGrpSpPr/>
          <p:nvPr/>
        </p:nvGrpSpPr>
        <p:grpSpPr>
          <a:xfrm>
            <a:off x="1395600" y="442525"/>
            <a:ext cx="2063667" cy="4027849"/>
            <a:chOff x="1219200" y="557825"/>
            <a:chExt cx="2063667" cy="4027849"/>
          </a:xfrm>
        </p:grpSpPr>
        <p:sp>
          <p:nvSpPr>
            <p:cNvPr id="2700" name="Google Shape;2700;p67"/>
            <p:cNvSpPr/>
            <p:nvPr/>
          </p:nvSpPr>
          <p:spPr>
            <a:xfrm>
              <a:off x="1339085" y="2255824"/>
              <a:ext cx="1777978" cy="2329841"/>
            </a:xfrm>
            <a:custGeom>
              <a:rect b="b" l="l" r="r" t="t"/>
              <a:pathLst>
                <a:path extrusionOk="0" h="48352" w="36899">
                  <a:moveTo>
                    <a:pt x="3275" y="0"/>
                  </a:moveTo>
                  <a:cubicBezTo>
                    <a:pt x="1465" y="0"/>
                    <a:pt x="1" y="1477"/>
                    <a:pt x="1" y="3274"/>
                  </a:cubicBezTo>
                  <a:lnTo>
                    <a:pt x="2751" y="45077"/>
                  </a:lnTo>
                  <a:cubicBezTo>
                    <a:pt x="2751" y="46899"/>
                    <a:pt x="4227" y="48351"/>
                    <a:pt x="6025" y="48351"/>
                  </a:cubicBezTo>
                  <a:lnTo>
                    <a:pt x="29742" y="48351"/>
                  </a:lnTo>
                  <a:cubicBezTo>
                    <a:pt x="31552" y="48351"/>
                    <a:pt x="33017" y="46875"/>
                    <a:pt x="33017" y="45077"/>
                  </a:cubicBezTo>
                  <a:lnTo>
                    <a:pt x="36898" y="3274"/>
                  </a:lnTo>
                  <a:cubicBezTo>
                    <a:pt x="36898" y="1453"/>
                    <a:pt x="35422" y="0"/>
                    <a:pt x="33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7"/>
            <p:cNvSpPr/>
            <p:nvPr/>
          </p:nvSpPr>
          <p:spPr>
            <a:xfrm>
              <a:off x="1339085" y="2255824"/>
              <a:ext cx="1777978" cy="270221"/>
            </a:xfrm>
            <a:custGeom>
              <a:rect b="b" l="l" r="r" t="t"/>
              <a:pathLst>
                <a:path extrusionOk="0" h="5608" w="36899">
                  <a:moveTo>
                    <a:pt x="3275" y="0"/>
                  </a:moveTo>
                  <a:cubicBezTo>
                    <a:pt x="1477" y="0"/>
                    <a:pt x="1" y="1453"/>
                    <a:pt x="1" y="3274"/>
                  </a:cubicBezTo>
                  <a:lnTo>
                    <a:pt x="60" y="5608"/>
                  </a:lnTo>
                  <a:lnTo>
                    <a:pt x="36803" y="5608"/>
                  </a:lnTo>
                  <a:lnTo>
                    <a:pt x="36898" y="3274"/>
                  </a:lnTo>
                  <a:cubicBezTo>
                    <a:pt x="36898" y="1477"/>
                    <a:pt x="35434" y="0"/>
                    <a:pt x="33624" y="0"/>
                  </a:cubicBez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7"/>
            <p:cNvSpPr/>
            <p:nvPr/>
          </p:nvSpPr>
          <p:spPr>
            <a:xfrm>
              <a:off x="1344241" y="1690129"/>
              <a:ext cx="1805492" cy="686203"/>
            </a:xfrm>
            <a:custGeom>
              <a:rect b="b" l="l" r="r" t="t"/>
              <a:pathLst>
                <a:path extrusionOk="0" h="14241" w="37470">
                  <a:moveTo>
                    <a:pt x="6097" y="1"/>
                  </a:moveTo>
                  <a:cubicBezTo>
                    <a:pt x="4359" y="1"/>
                    <a:pt x="3001" y="1048"/>
                    <a:pt x="2263" y="3465"/>
                  </a:cubicBezTo>
                  <a:lnTo>
                    <a:pt x="1" y="11061"/>
                  </a:lnTo>
                  <a:cubicBezTo>
                    <a:pt x="1" y="12812"/>
                    <a:pt x="4359" y="14240"/>
                    <a:pt x="6097" y="14240"/>
                  </a:cubicBezTo>
                  <a:lnTo>
                    <a:pt x="31374" y="14240"/>
                  </a:lnTo>
                  <a:cubicBezTo>
                    <a:pt x="33112" y="14240"/>
                    <a:pt x="37470" y="12824"/>
                    <a:pt x="37470" y="11061"/>
                  </a:cubicBezTo>
                  <a:lnTo>
                    <a:pt x="35208" y="3465"/>
                  </a:lnTo>
                  <a:cubicBezTo>
                    <a:pt x="34458" y="1048"/>
                    <a:pt x="33112" y="1"/>
                    <a:pt x="31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7"/>
            <p:cNvSpPr/>
            <p:nvPr/>
          </p:nvSpPr>
          <p:spPr>
            <a:xfrm>
              <a:off x="1445815" y="1690129"/>
              <a:ext cx="1602392" cy="191102"/>
            </a:xfrm>
            <a:custGeom>
              <a:rect b="b" l="l" r="r" t="t"/>
              <a:pathLst>
                <a:path extrusionOk="0" h="3966" w="33255">
                  <a:moveTo>
                    <a:pt x="3989" y="1"/>
                  </a:moveTo>
                  <a:cubicBezTo>
                    <a:pt x="2251" y="1"/>
                    <a:pt x="893" y="1048"/>
                    <a:pt x="155" y="3465"/>
                  </a:cubicBezTo>
                  <a:lnTo>
                    <a:pt x="0" y="3965"/>
                  </a:lnTo>
                  <a:cubicBezTo>
                    <a:pt x="643" y="3549"/>
                    <a:pt x="1369" y="3346"/>
                    <a:pt x="2191" y="3346"/>
                  </a:cubicBezTo>
                  <a:lnTo>
                    <a:pt x="31052" y="3346"/>
                  </a:lnTo>
                  <a:cubicBezTo>
                    <a:pt x="31873" y="3346"/>
                    <a:pt x="32600" y="3549"/>
                    <a:pt x="33254" y="3965"/>
                  </a:cubicBezTo>
                  <a:lnTo>
                    <a:pt x="33100" y="3465"/>
                  </a:lnTo>
                  <a:cubicBezTo>
                    <a:pt x="32350" y="1048"/>
                    <a:pt x="31004" y="1"/>
                    <a:pt x="292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7"/>
            <p:cNvSpPr/>
            <p:nvPr/>
          </p:nvSpPr>
          <p:spPr>
            <a:xfrm>
              <a:off x="1220356" y="2188123"/>
              <a:ext cx="2062511" cy="218037"/>
            </a:xfrm>
            <a:custGeom>
              <a:rect b="b" l="l" r="r" t="t"/>
              <a:pathLst>
                <a:path extrusionOk="0" h="4525" w="42804">
                  <a:moveTo>
                    <a:pt x="2262" y="0"/>
                  </a:moveTo>
                  <a:cubicBezTo>
                    <a:pt x="1012" y="0"/>
                    <a:pt x="0" y="1012"/>
                    <a:pt x="0" y="2262"/>
                  </a:cubicBezTo>
                  <a:cubicBezTo>
                    <a:pt x="0" y="3513"/>
                    <a:pt x="1012" y="4525"/>
                    <a:pt x="2262" y="4525"/>
                  </a:cubicBezTo>
                  <a:lnTo>
                    <a:pt x="40541" y="4525"/>
                  </a:lnTo>
                  <a:cubicBezTo>
                    <a:pt x="41791" y="4525"/>
                    <a:pt x="42803" y="3513"/>
                    <a:pt x="42803" y="2262"/>
                  </a:cubicBezTo>
                  <a:cubicBezTo>
                    <a:pt x="42803" y="1012"/>
                    <a:pt x="41791" y="0"/>
                    <a:pt x="405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7"/>
            <p:cNvSpPr/>
            <p:nvPr/>
          </p:nvSpPr>
          <p:spPr>
            <a:xfrm>
              <a:off x="1219200" y="2188123"/>
              <a:ext cx="2062511" cy="113042"/>
            </a:xfrm>
            <a:custGeom>
              <a:rect b="b" l="l" r="r" t="t"/>
              <a:pathLst>
                <a:path extrusionOk="0" h="2346" w="42804">
                  <a:moveTo>
                    <a:pt x="2262" y="0"/>
                  </a:moveTo>
                  <a:cubicBezTo>
                    <a:pt x="1012" y="0"/>
                    <a:pt x="0" y="1012"/>
                    <a:pt x="0" y="2262"/>
                  </a:cubicBezTo>
                  <a:lnTo>
                    <a:pt x="0" y="2346"/>
                  </a:lnTo>
                  <a:lnTo>
                    <a:pt x="42803" y="2346"/>
                  </a:lnTo>
                  <a:lnTo>
                    <a:pt x="42803" y="2262"/>
                  </a:lnTo>
                  <a:cubicBezTo>
                    <a:pt x="42803" y="1012"/>
                    <a:pt x="41791" y="0"/>
                    <a:pt x="405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7"/>
            <p:cNvSpPr/>
            <p:nvPr/>
          </p:nvSpPr>
          <p:spPr>
            <a:xfrm>
              <a:off x="1524405" y="1928212"/>
              <a:ext cx="1436009" cy="259958"/>
            </a:xfrm>
            <a:custGeom>
              <a:rect b="b" l="l" r="r" t="t"/>
              <a:pathLst>
                <a:path extrusionOk="0" h="5395" w="29802">
                  <a:moveTo>
                    <a:pt x="5251" y="1"/>
                  </a:moveTo>
                  <a:cubicBezTo>
                    <a:pt x="2346" y="1"/>
                    <a:pt x="0" y="2346"/>
                    <a:pt x="0" y="5251"/>
                  </a:cubicBezTo>
                  <a:lnTo>
                    <a:pt x="0" y="5394"/>
                  </a:lnTo>
                  <a:lnTo>
                    <a:pt x="29802" y="5394"/>
                  </a:lnTo>
                  <a:lnTo>
                    <a:pt x="29802" y="5251"/>
                  </a:lnTo>
                  <a:cubicBezTo>
                    <a:pt x="29802" y="2346"/>
                    <a:pt x="27456" y="1"/>
                    <a:pt x="24551" y="1"/>
                  </a:cubicBezTo>
                  <a:close/>
                </a:path>
              </a:pathLst>
            </a:custGeom>
            <a:solidFill>
              <a:srgbClr val="0045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7"/>
            <p:cNvSpPr/>
            <p:nvPr/>
          </p:nvSpPr>
          <p:spPr>
            <a:xfrm>
              <a:off x="1957542" y="2861078"/>
              <a:ext cx="270270" cy="247285"/>
            </a:xfrm>
            <a:custGeom>
              <a:rect b="b" l="l" r="r" t="t"/>
              <a:pathLst>
                <a:path extrusionOk="0" h="5132" w="5609">
                  <a:moveTo>
                    <a:pt x="2846" y="0"/>
                  </a:moveTo>
                  <a:cubicBezTo>
                    <a:pt x="2120" y="0"/>
                    <a:pt x="1441" y="381"/>
                    <a:pt x="1048" y="1012"/>
                  </a:cubicBezTo>
                  <a:lnTo>
                    <a:pt x="1" y="2739"/>
                  </a:lnTo>
                  <a:lnTo>
                    <a:pt x="3763" y="5132"/>
                  </a:lnTo>
                  <a:lnTo>
                    <a:pt x="5608" y="1834"/>
                  </a:lnTo>
                  <a:lnTo>
                    <a:pt x="4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7"/>
            <p:cNvSpPr/>
            <p:nvPr/>
          </p:nvSpPr>
          <p:spPr>
            <a:xfrm>
              <a:off x="2173267" y="2861656"/>
              <a:ext cx="429762" cy="358593"/>
            </a:xfrm>
            <a:custGeom>
              <a:rect b="b" l="l" r="r" t="t"/>
              <a:pathLst>
                <a:path extrusionOk="0" h="7442" w="8919">
                  <a:moveTo>
                    <a:pt x="0" y="0"/>
                  </a:moveTo>
                  <a:lnTo>
                    <a:pt x="3072" y="5834"/>
                  </a:lnTo>
                  <a:lnTo>
                    <a:pt x="1370" y="6858"/>
                  </a:lnTo>
                  <a:lnTo>
                    <a:pt x="6477" y="7441"/>
                  </a:lnTo>
                  <a:lnTo>
                    <a:pt x="8918" y="2393"/>
                  </a:lnTo>
                  <a:lnTo>
                    <a:pt x="7144" y="3286"/>
                  </a:lnTo>
                  <a:lnTo>
                    <a:pt x="5811" y="1024"/>
                  </a:lnTo>
                  <a:cubicBezTo>
                    <a:pt x="5477" y="393"/>
                    <a:pt x="4822" y="0"/>
                    <a:pt x="4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7"/>
            <p:cNvSpPr/>
            <p:nvPr/>
          </p:nvSpPr>
          <p:spPr>
            <a:xfrm>
              <a:off x="2420505" y="3208734"/>
              <a:ext cx="269113" cy="263957"/>
            </a:xfrm>
            <a:custGeom>
              <a:rect b="b" l="l" r="r" t="t"/>
              <a:pathLst>
                <a:path extrusionOk="0" h="5478" w="5585">
                  <a:moveTo>
                    <a:pt x="4121" y="0"/>
                  </a:moveTo>
                  <a:lnTo>
                    <a:pt x="1" y="2394"/>
                  </a:lnTo>
                  <a:lnTo>
                    <a:pt x="1715" y="5477"/>
                  </a:lnTo>
                  <a:lnTo>
                    <a:pt x="4454" y="5477"/>
                  </a:lnTo>
                  <a:lnTo>
                    <a:pt x="5168" y="4322"/>
                  </a:lnTo>
                  <a:cubicBezTo>
                    <a:pt x="5573" y="3679"/>
                    <a:pt x="5585" y="2858"/>
                    <a:pt x="5216" y="2203"/>
                  </a:cubicBezTo>
                  <a:lnTo>
                    <a:pt x="412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7"/>
            <p:cNvSpPr/>
            <p:nvPr/>
          </p:nvSpPr>
          <p:spPr>
            <a:xfrm>
              <a:off x="2139971" y="3390007"/>
              <a:ext cx="495149" cy="397044"/>
            </a:xfrm>
            <a:custGeom>
              <a:rect b="b" l="l" r="r" t="t"/>
              <a:pathLst>
                <a:path extrusionOk="0" h="8240" w="10276">
                  <a:moveTo>
                    <a:pt x="3430" y="1"/>
                  </a:moveTo>
                  <a:lnTo>
                    <a:pt x="1" y="3775"/>
                  </a:lnTo>
                  <a:lnTo>
                    <a:pt x="3430" y="8240"/>
                  </a:lnTo>
                  <a:lnTo>
                    <a:pt x="3430" y="6871"/>
                  </a:lnTo>
                  <a:lnTo>
                    <a:pt x="6168" y="6871"/>
                  </a:lnTo>
                  <a:cubicBezTo>
                    <a:pt x="6179" y="6871"/>
                    <a:pt x="6189" y="6871"/>
                    <a:pt x="6199" y="6871"/>
                  </a:cubicBezTo>
                  <a:cubicBezTo>
                    <a:pt x="6913" y="6871"/>
                    <a:pt x="7554" y="6469"/>
                    <a:pt x="7883" y="5835"/>
                  </a:cubicBezTo>
                  <a:lnTo>
                    <a:pt x="10276" y="1715"/>
                  </a:lnTo>
                  <a:lnTo>
                    <a:pt x="3430" y="1715"/>
                  </a:lnTo>
                  <a:lnTo>
                    <a:pt x="34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7"/>
            <p:cNvSpPr/>
            <p:nvPr/>
          </p:nvSpPr>
          <p:spPr>
            <a:xfrm>
              <a:off x="1851968" y="3488690"/>
              <a:ext cx="204883" cy="231240"/>
            </a:xfrm>
            <a:custGeom>
              <a:rect b="b" l="l" r="r" t="t"/>
              <a:pathLst>
                <a:path extrusionOk="0" h="4799" w="4252">
                  <a:moveTo>
                    <a:pt x="834" y="1"/>
                  </a:moveTo>
                  <a:lnTo>
                    <a:pt x="834" y="13"/>
                  </a:lnTo>
                  <a:lnTo>
                    <a:pt x="1" y="1929"/>
                  </a:lnTo>
                  <a:lnTo>
                    <a:pt x="1037" y="3727"/>
                  </a:lnTo>
                  <a:cubicBezTo>
                    <a:pt x="1430" y="4382"/>
                    <a:pt x="2132" y="4787"/>
                    <a:pt x="2882" y="4799"/>
                  </a:cubicBezTo>
                  <a:lnTo>
                    <a:pt x="4251" y="4799"/>
                  </a:lnTo>
                  <a:lnTo>
                    <a:pt x="42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7"/>
            <p:cNvSpPr/>
            <p:nvPr/>
          </p:nvSpPr>
          <p:spPr>
            <a:xfrm>
              <a:off x="1726349" y="3125519"/>
              <a:ext cx="363749" cy="456746"/>
            </a:xfrm>
            <a:custGeom>
              <a:rect b="b" l="l" r="r" t="t"/>
              <a:pathLst>
                <a:path extrusionOk="0" h="9479" w="7549">
                  <a:moveTo>
                    <a:pt x="5489" y="1"/>
                  </a:moveTo>
                  <a:lnTo>
                    <a:pt x="0" y="346"/>
                  </a:lnTo>
                  <a:lnTo>
                    <a:pt x="1965" y="1561"/>
                  </a:lnTo>
                  <a:lnTo>
                    <a:pt x="679" y="4121"/>
                  </a:lnTo>
                  <a:cubicBezTo>
                    <a:pt x="322" y="4763"/>
                    <a:pt x="322" y="5537"/>
                    <a:pt x="679" y="6180"/>
                  </a:cubicBezTo>
                  <a:lnTo>
                    <a:pt x="2584" y="9478"/>
                  </a:lnTo>
                  <a:lnTo>
                    <a:pt x="3310" y="8252"/>
                  </a:lnTo>
                  <a:lnTo>
                    <a:pt x="5846" y="3823"/>
                  </a:lnTo>
                  <a:lnTo>
                    <a:pt x="7549" y="4466"/>
                  </a:lnTo>
                  <a:lnTo>
                    <a:pt x="7549" y="4466"/>
                  </a:lnTo>
                  <a:lnTo>
                    <a:pt x="54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7"/>
            <p:cNvSpPr/>
            <p:nvPr/>
          </p:nvSpPr>
          <p:spPr>
            <a:xfrm>
              <a:off x="1790580" y="1351628"/>
              <a:ext cx="1138274" cy="837648"/>
            </a:xfrm>
            <a:custGeom>
              <a:rect b="b" l="l" r="r" t="t"/>
              <a:pathLst>
                <a:path extrusionOk="0" h="17384" w="23623">
                  <a:moveTo>
                    <a:pt x="16140" y="1"/>
                  </a:moveTo>
                  <a:cubicBezTo>
                    <a:pt x="14393" y="1"/>
                    <a:pt x="12645" y="668"/>
                    <a:pt x="11312" y="2001"/>
                  </a:cubicBezTo>
                  <a:lnTo>
                    <a:pt x="2073" y="11240"/>
                  </a:lnTo>
                  <a:cubicBezTo>
                    <a:pt x="1" y="13312"/>
                    <a:pt x="584" y="15336"/>
                    <a:pt x="2192" y="17384"/>
                  </a:cubicBezTo>
                  <a:lnTo>
                    <a:pt x="15241" y="17384"/>
                  </a:lnTo>
                  <a:lnTo>
                    <a:pt x="20968" y="11657"/>
                  </a:lnTo>
                  <a:cubicBezTo>
                    <a:pt x="23623" y="9002"/>
                    <a:pt x="23623" y="4668"/>
                    <a:pt x="20968" y="2001"/>
                  </a:cubicBezTo>
                  <a:cubicBezTo>
                    <a:pt x="19634" y="668"/>
                    <a:pt x="17887" y="1"/>
                    <a:pt x="16140" y="1"/>
                  </a:cubicBez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7"/>
            <p:cNvSpPr/>
            <p:nvPr/>
          </p:nvSpPr>
          <p:spPr>
            <a:xfrm>
              <a:off x="1795206" y="1915588"/>
              <a:ext cx="325875" cy="273691"/>
            </a:xfrm>
            <a:custGeom>
              <a:rect b="b" l="l" r="r" t="t"/>
              <a:pathLst>
                <a:path extrusionOk="0" h="5680" w="6763">
                  <a:moveTo>
                    <a:pt x="1560" y="1"/>
                  </a:moveTo>
                  <a:lnTo>
                    <a:pt x="1560" y="1"/>
                  </a:lnTo>
                  <a:cubicBezTo>
                    <a:pt x="0" y="1906"/>
                    <a:pt x="607" y="3787"/>
                    <a:pt x="2096" y="5680"/>
                  </a:cubicBezTo>
                  <a:lnTo>
                    <a:pt x="6763" y="5680"/>
                  </a:lnTo>
                  <a:cubicBezTo>
                    <a:pt x="5929" y="5120"/>
                    <a:pt x="5108" y="4382"/>
                    <a:pt x="4274" y="3549"/>
                  </a:cubicBezTo>
                  <a:cubicBezTo>
                    <a:pt x="3084" y="2358"/>
                    <a:pt x="2072" y="1179"/>
                    <a:pt x="1560" y="1"/>
                  </a:cubicBez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7"/>
            <p:cNvSpPr/>
            <p:nvPr/>
          </p:nvSpPr>
          <p:spPr>
            <a:xfrm>
              <a:off x="2362008" y="1631054"/>
              <a:ext cx="546225" cy="558223"/>
            </a:xfrm>
            <a:custGeom>
              <a:rect b="b" l="l" r="r" t="t"/>
              <a:pathLst>
                <a:path extrusionOk="0" h="11585" w="11336">
                  <a:moveTo>
                    <a:pt x="11026" y="0"/>
                  </a:moveTo>
                  <a:lnTo>
                    <a:pt x="11026" y="0"/>
                  </a:lnTo>
                  <a:cubicBezTo>
                    <a:pt x="10692" y="703"/>
                    <a:pt x="10252" y="1358"/>
                    <a:pt x="9668" y="1941"/>
                  </a:cubicBezTo>
                  <a:lnTo>
                    <a:pt x="429" y="11180"/>
                  </a:lnTo>
                  <a:cubicBezTo>
                    <a:pt x="274" y="11323"/>
                    <a:pt x="131" y="11466"/>
                    <a:pt x="1" y="11585"/>
                  </a:cubicBezTo>
                  <a:lnTo>
                    <a:pt x="3394" y="11585"/>
                  </a:lnTo>
                  <a:lnTo>
                    <a:pt x="9109" y="5858"/>
                  </a:lnTo>
                  <a:cubicBezTo>
                    <a:pt x="10692" y="4251"/>
                    <a:pt x="11335" y="2072"/>
                    <a:pt x="11026" y="0"/>
                  </a:cubicBez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7"/>
            <p:cNvSpPr/>
            <p:nvPr/>
          </p:nvSpPr>
          <p:spPr>
            <a:xfrm>
              <a:off x="2555327" y="1216276"/>
              <a:ext cx="495727" cy="467009"/>
            </a:xfrm>
            <a:custGeom>
              <a:rect b="b" l="l" r="r" t="t"/>
              <a:pathLst>
                <a:path extrusionOk="0" h="9692" w="10288">
                  <a:moveTo>
                    <a:pt x="7399" y="1"/>
                  </a:moveTo>
                  <a:cubicBezTo>
                    <a:pt x="7136" y="1"/>
                    <a:pt x="6870" y="116"/>
                    <a:pt x="6597" y="393"/>
                  </a:cubicBezTo>
                  <a:lnTo>
                    <a:pt x="811" y="6179"/>
                  </a:lnTo>
                  <a:cubicBezTo>
                    <a:pt x="1" y="6989"/>
                    <a:pt x="1" y="8287"/>
                    <a:pt x="811" y="9085"/>
                  </a:cubicBezTo>
                  <a:cubicBezTo>
                    <a:pt x="1209" y="9489"/>
                    <a:pt x="1733" y="9692"/>
                    <a:pt x="2257" y="9692"/>
                  </a:cubicBezTo>
                  <a:cubicBezTo>
                    <a:pt x="2781" y="9692"/>
                    <a:pt x="3305" y="9489"/>
                    <a:pt x="3704" y="9085"/>
                  </a:cubicBezTo>
                  <a:lnTo>
                    <a:pt x="9502" y="3298"/>
                  </a:lnTo>
                  <a:cubicBezTo>
                    <a:pt x="10288" y="2488"/>
                    <a:pt x="9740" y="1762"/>
                    <a:pt x="8931" y="953"/>
                  </a:cubicBezTo>
                  <a:cubicBezTo>
                    <a:pt x="8406" y="428"/>
                    <a:pt x="7907" y="1"/>
                    <a:pt x="7399" y="1"/>
                  </a:cubicBez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7"/>
            <p:cNvSpPr/>
            <p:nvPr/>
          </p:nvSpPr>
          <p:spPr>
            <a:xfrm>
              <a:off x="1493422" y="646582"/>
              <a:ext cx="453855" cy="333344"/>
            </a:xfrm>
            <a:custGeom>
              <a:rect b="b" l="l" r="r" t="t"/>
              <a:pathLst>
                <a:path extrusionOk="0" h="6918" w="9419">
                  <a:moveTo>
                    <a:pt x="7990" y="0"/>
                  </a:moveTo>
                  <a:lnTo>
                    <a:pt x="0" y="4227"/>
                  </a:lnTo>
                  <a:lnTo>
                    <a:pt x="1417" y="6918"/>
                  </a:lnTo>
                  <a:lnTo>
                    <a:pt x="9418" y="2679"/>
                  </a:lnTo>
                  <a:lnTo>
                    <a:pt x="7990" y="0"/>
                  </a:ln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7"/>
            <p:cNvSpPr/>
            <p:nvPr/>
          </p:nvSpPr>
          <p:spPr>
            <a:xfrm>
              <a:off x="1493422" y="646582"/>
              <a:ext cx="453855" cy="333344"/>
            </a:xfrm>
            <a:custGeom>
              <a:rect b="b" l="l" r="r" t="t"/>
              <a:pathLst>
                <a:path extrusionOk="0" h="6918" w="9419">
                  <a:moveTo>
                    <a:pt x="7990" y="0"/>
                  </a:moveTo>
                  <a:lnTo>
                    <a:pt x="0" y="4227"/>
                  </a:lnTo>
                  <a:lnTo>
                    <a:pt x="1417" y="6918"/>
                  </a:lnTo>
                  <a:lnTo>
                    <a:pt x="9418" y="2679"/>
                  </a:lnTo>
                  <a:lnTo>
                    <a:pt x="7990" y="0"/>
                  </a:ln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7"/>
            <p:cNvSpPr/>
            <p:nvPr/>
          </p:nvSpPr>
          <p:spPr>
            <a:xfrm>
              <a:off x="1494578" y="689178"/>
              <a:ext cx="717186" cy="748699"/>
            </a:xfrm>
            <a:custGeom>
              <a:rect b="b" l="l" r="r" t="t"/>
              <a:pathLst>
                <a:path extrusionOk="0" h="15538" w="14884">
                  <a:moveTo>
                    <a:pt x="8653" y="1"/>
                  </a:moveTo>
                  <a:cubicBezTo>
                    <a:pt x="8481" y="1"/>
                    <a:pt x="8307" y="41"/>
                    <a:pt x="8144" y="128"/>
                  </a:cubicBezTo>
                  <a:lnTo>
                    <a:pt x="727" y="4057"/>
                  </a:lnTo>
                  <a:cubicBezTo>
                    <a:pt x="215" y="4319"/>
                    <a:pt x="0" y="4974"/>
                    <a:pt x="286" y="5510"/>
                  </a:cubicBezTo>
                  <a:lnTo>
                    <a:pt x="5287" y="14963"/>
                  </a:lnTo>
                  <a:cubicBezTo>
                    <a:pt x="5469" y="15329"/>
                    <a:pt x="5843" y="15538"/>
                    <a:pt x="6235" y="15538"/>
                  </a:cubicBezTo>
                  <a:cubicBezTo>
                    <a:pt x="6404" y="15538"/>
                    <a:pt x="6577" y="15499"/>
                    <a:pt x="6739" y="15416"/>
                  </a:cubicBezTo>
                  <a:lnTo>
                    <a:pt x="14157" y="11487"/>
                  </a:lnTo>
                  <a:cubicBezTo>
                    <a:pt x="14681" y="11213"/>
                    <a:pt x="14883" y="10558"/>
                    <a:pt x="14609" y="10022"/>
                  </a:cubicBezTo>
                  <a:lnTo>
                    <a:pt x="9609" y="569"/>
                  </a:lnTo>
                  <a:cubicBezTo>
                    <a:pt x="9418" y="213"/>
                    <a:pt x="9043" y="1"/>
                    <a:pt x="8653" y="1"/>
                  </a:cubicBez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7"/>
            <p:cNvSpPr/>
            <p:nvPr/>
          </p:nvSpPr>
          <p:spPr>
            <a:xfrm>
              <a:off x="1740708" y="1156574"/>
              <a:ext cx="470478" cy="280678"/>
            </a:xfrm>
            <a:custGeom>
              <a:rect b="b" l="l" r="r" t="t"/>
              <a:pathLst>
                <a:path extrusionOk="0" h="5825" w="9764">
                  <a:moveTo>
                    <a:pt x="9323" y="1"/>
                  </a:moveTo>
                  <a:lnTo>
                    <a:pt x="0" y="4942"/>
                  </a:lnTo>
                  <a:lnTo>
                    <a:pt x="167" y="5251"/>
                  </a:lnTo>
                  <a:cubicBezTo>
                    <a:pt x="363" y="5619"/>
                    <a:pt x="733" y="5824"/>
                    <a:pt x="1111" y="5824"/>
                  </a:cubicBezTo>
                  <a:cubicBezTo>
                    <a:pt x="1284" y="5824"/>
                    <a:pt x="1459" y="5782"/>
                    <a:pt x="1619" y="5692"/>
                  </a:cubicBezTo>
                  <a:lnTo>
                    <a:pt x="9037" y="1763"/>
                  </a:lnTo>
                  <a:cubicBezTo>
                    <a:pt x="9573" y="1477"/>
                    <a:pt x="9763" y="822"/>
                    <a:pt x="9477" y="310"/>
                  </a:cubicBezTo>
                  <a:lnTo>
                    <a:pt x="9323" y="1"/>
                  </a:ln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7"/>
            <p:cNvSpPr/>
            <p:nvPr/>
          </p:nvSpPr>
          <p:spPr>
            <a:xfrm>
              <a:off x="1408520" y="557825"/>
              <a:ext cx="527867" cy="327032"/>
            </a:xfrm>
            <a:custGeom>
              <a:rect b="b" l="l" r="r" t="t"/>
              <a:pathLst>
                <a:path extrusionOk="0" h="6787" w="10955">
                  <a:moveTo>
                    <a:pt x="9615" y="0"/>
                  </a:moveTo>
                  <a:cubicBezTo>
                    <a:pt x="9444" y="0"/>
                    <a:pt x="9271" y="41"/>
                    <a:pt x="9109" y="128"/>
                  </a:cubicBezTo>
                  <a:lnTo>
                    <a:pt x="739" y="4569"/>
                  </a:lnTo>
                  <a:cubicBezTo>
                    <a:pt x="215" y="4831"/>
                    <a:pt x="0" y="5485"/>
                    <a:pt x="286" y="6021"/>
                  </a:cubicBezTo>
                  <a:lnTo>
                    <a:pt x="393" y="6212"/>
                  </a:lnTo>
                  <a:cubicBezTo>
                    <a:pt x="576" y="6577"/>
                    <a:pt x="950" y="6786"/>
                    <a:pt x="1341" y="6786"/>
                  </a:cubicBezTo>
                  <a:cubicBezTo>
                    <a:pt x="1511" y="6786"/>
                    <a:pt x="1684" y="6747"/>
                    <a:pt x="1846" y="6664"/>
                  </a:cubicBezTo>
                  <a:lnTo>
                    <a:pt x="10228" y="2223"/>
                  </a:lnTo>
                  <a:cubicBezTo>
                    <a:pt x="10752" y="1961"/>
                    <a:pt x="10954" y="1306"/>
                    <a:pt x="10668" y="771"/>
                  </a:cubicBezTo>
                  <a:lnTo>
                    <a:pt x="10573" y="580"/>
                  </a:lnTo>
                  <a:cubicBezTo>
                    <a:pt x="10382" y="215"/>
                    <a:pt x="10006" y="0"/>
                    <a:pt x="96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7"/>
            <p:cNvSpPr/>
            <p:nvPr/>
          </p:nvSpPr>
          <p:spPr>
            <a:xfrm>
              <a:off x="1539294" y="781983"/>
              <a:ext cx="612190" cy="533553"/>
            </a:xfrm>
            <a:custGeom>
              <a:rect b="b" l="l" r="r" t="t"/>
              <a:pathLst>
                <a:path extrusionOk="0" h="11073" w="12705">
                  <a:moveTo>
                    <a:pt x="9395" y="0"/>
                  </a:moveTo>
                  <a:lnTo>
                    <a:pt x="1" y="4810"/>
                  </a:lnTo>
                  <a:lnTo>
                    <a:pt x="3323" y="11073"/>
                  </a:lnTo>
                  <a:lnTo>
                    <a:pt x="12705" y="6263"/>
                  </a:lnTo>
                  <a:lnTo>
                    <a:pt x="93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7"/>
            <p:cNvSpPr/>
            <p:nvPr/>
          </p:nvSpPr>
          <p:spPr>
            <a:xfrm>
              <a:off x="2862267" y="1190834"/>
              <a:ext cx="215772" cy="195872"/>
            </a:xfrm>
            <a:custGeom>
              <a:rect b="b" l="l" r="r" t="t"/>
              <a:pathLst>
                <a:path extrusionOk="0" h="4065" w="4478">
                  <a:moveTo>
                    <a:pt x="1542" y="0"/>
                  </a:moveTo>
                  <a:cubicBezTo>
                    <a:pt x="1274" y="0"/>
                    <a:pt x="1003" y="117"/>
                    <a:pt x="727" y="397"/>
                  </a:cubicBezTo>
                  <a:lnTo>
                    <a:pt x="1" y="1123"/>
                  </a:lnTo>
                  <a:cubicBezTo>
                    <a:pt x="465" y="1373"/>
                    <a:pt x="1013" y="1873"/>
                    <a:pt x="1608" y="2457"/>
                  </a:cubicBezTo>
                  <a:cubicBezTo>
                    <a:pt x="2192" y="3052"/>
                    <a:pt x="2692" y="3588"/>
                    <a:pt x="2930" y="4064"/>
                  </a:cubicBezTo>
                  <a:lnTo>
                    <a:pt x="3668" y="3326"/>
                  </a:lnTo>
                  <a:cubicBezTo>
                    <a:pt x="4478" y="2516"/>
                    <a:pt x="3906" y="1766"/>
                    <a:pt x="3096" y="969"/>
                  </a:cubicBezTo>
                  <a:cubicBezTo>
                    <a:pt x="2571" y="435"/>
                    <a:pt x="2061" y="0"/>
                    <a:pt x="15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7"/>
            <p:cNvSpPr/>
            <p:nvPr/>
          </p:nvSpPr>
          <p:spPr>
            <a:xfrm>
              <a:off x="1472750" y="4412931"/>
              <a:ext cx="1457837" cy="172743"/>
            </a:xfrm>
            <a:custGeom>
              <a:rect b="b" l="l" r="r" t="t"/>
              <a:pathLst>
                <a:path extrusionOk="0" h="3585" w="30255">
                  <a:moveTo>
                    <a:pt x="1" y="1"/>
                  </a:moveTo>
                  <a:lnTo>
                    <a:pt x="1" y="310"/>
                  </a:lnTo>
                  <a:cubicBezTo>
                    <a:pt x="1" y="2108"/>
                    <a:pt x="1453" y="3584"/>
                    <a:pt x="3275" y="3584"/>
                  </a:cubicBezTo>
                  <a:lnTo>
                    <a:pt x="26980" y="3584"/>
                  </a:lnTo>
                  <a:cubicBezTo>
                    <a:pt x="28778" y="3584"/>
                    <a:pt x="30255" y="2132"/>
                    <a:pt x="30255" y="310"/>
                  </a:cubicBezTo>
                  <a:lnTo>
                    <a:pt x="30255" y="1"/>
                  </a:ln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5" name="Google Shape;2725;p67"/>
          <p:cNvGrpSpPr/>
          <p:nvPr/>
        </p:nvGrpSpPr>
        <p:grpSpPr>
          <a:xfrm>
            <a:off x="494881" y="2768072"/>
            <a:ext cx="2631079" cy="2681445"/>
            <a:chOff x="494881" y="2768072"/>
            <a:chExt cx="2631079" cy="2681445"/>
          </a:xfrm>
        </p:grpSpPr>
        <p:grpSp>
          <p:nvGrpSpPr>
            <p:cNvPr id="2726" name="Google Shape;2726;p67"/>
            <p:cNvGrpSpPr/>
            <p:nvPr/>
          </p:nvGrpSpPr>
          <p:grpSpPr>
            <a:xfrm rot="-872865">
              <a:off x="758334" y="2920740"/>
              <a:ext cx="1104590" cy="2238658"/>
              <a:chOff x="1803775" y="5029925"/>
              <a:chExt cx="655775" cy="1329050"/>
            </a:xfrm>
          </p:grpSpPr>
          <p:sp>
            <p:nvSpPr>
              <p:cNvPr id="2727" name="Google Shape;2727;p67"/>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7"/>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7"/>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7"/>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7"/>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7"/>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7"/>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7"/>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7"/>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7"/>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7"/>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8" name="Google Shape;2738;p67"/>
            <p:cNvSpPr/>
            <p:nvPr/>
          </p:nvSpPr>
          <p:spPr>
            <a:xfrm rot="2376268">
              <a:off x="936679" y="2844360"/>
              <a:ext cx="340032" cy="279653"/>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9" name="Google Shape;2739;p67"/>
            <p:cNvGrpSpPr/>
            <p:nvPr/>
          </p:nvGrpSpPr>
          <p:grpSpPr>
            <a:xfrm rot="2700000">
              <a:off x="2022629" y="4043249"/>
              <a:ext cx="736574" cy="1342446"/>
              <a:chOff x="-214625" y="3943775"/>
              <a:chExt cx="458725" cy="836125"/>
            </a:xfrm>
          </p:grpSpPr>
          <p:sp>
            <p:nvSpPr>
              <p:cNvPr id="2740" name="Google Shape;2740;p67"/>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7"/>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7"/>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7"/>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7"/>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7"/>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7"/>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7"/>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7"/>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7"/>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7"/>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7"/>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52" name="Google Shape;2752;p67"/>
          <p:cNvGrpSpPr/>
          <p:nvPr/>
        </p:nvGrpSpPr>
        <p:grpSpPr>
          <a:xfrm rot="9927135">
            <a:off x="7081163" y="-348983"/>
            <a:ext cx="1247414" cy="2528116"/>
            <a:chOff x="1803775" y="5029925"/>
            <a:chExt cx="655775" cy="1329050"/>
          </a:xfrm>
        </p:grpSpPr>
        <p:sp>
          <p:nvSpPr>
            <p:cNvPr id="2753" name="Google Shape;2753;p67"/>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7"/>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7"/>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7"/>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7"/>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7"/>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7"/>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7"/>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7"/>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7"/>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7"/>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4" name="Google Shape;2764;p67"/>
          <p:cNvSpPr txBox="1"/>
          <p:nvPr>
            <p:ph idx="1" type="subTitle"/>
          </p:nvPr>
        </p:nvSpPr>
        <p:spPr>
          <a:xfrm>
            <a:off x="3996875" y="1925400"/>
            <a:ext cx="3227700" cy="212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698"/>
                                        </p:tgtEl>
                                        <p:attrNameLst>
                                          <p:attrName>style.visibility</p:attrName>
                                        </p:attrNameLst>
                                      </p:cBhvr>
                                      <p:to>
                                        <p:strVal val="visible"/>
                                      </p:to>
                                    </p:set>
                                    <p:animEffect filter="fade" transition="in">
                                      <p:cBhvr>
                                        <p:cTn dur="1000"/>
                                        <p:tgtEl>
                                          <p:spTgt spid="269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764"/>
                                        </p:tgtEl>
                                        <p:attrNameLst>
                                          <p:attrName>style.visibility</p:attrName>
                                        </p:attrNameLst>
                                      </p:cBhvr>
                                      <p:to>
                                        <p:strVal val="visible"/>
                                      </p:to>
                                    </p:set>
                                    <p:animEffect filter="fade" transition="in">
                                      <p:cBhvr>
                                        <p:cTn dur="1000"/>
                                        <p:tgtEl>
                                          <p:spTgt spid="276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8" name="Shape 2768"/>
        <p:cNvGrpSpPr/>
        <p:nvPr/>
      </p:nvGrpSpPr>
      <p:grpSpPr>
        <a:xfrm>
          <a:off x="0" y="0"/>
          <a:ext cx="0" cy="0"/>
          <a:chOff x="0" y="0"/>
          <a:chExt cx="0" cy="0"/>
        </a:xfrm>
      </p:grpSpPr>
      <p:sp>
        <p:nvSpPr>
          <p:cNvPr id="2769" name="Google Shape;2769;p68"/>
          <p:cNvSpPr/>
          <p:nvPr/>
        </p:nvSpPr>
        <p:spPr>
          <a:xfrm>
            <a:off x="1505400" y="1099325"/>
            <a:ext cx="6133200" cy="2944800"/>
          </a:xfrm>
          <a:prstGeom prst="roundRect">
            <a:avLst>
              <a:gd fmla="val 3881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8"/>
          <p:cNvSpPr txBox="1"/>
          <p:nvPr>
            <p:ph type="title"/>
          </p:nvPr>
        </p:nvSpPr>
        <p:spPr>
          <a:xfrm>
            <a:off x="2052525" y="1509600"/>
            <a:ext cx="5039100" cy="831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WHERE TO START?</a:t>
            </a:r>
            <a:endParaRPr/>
          </a:p>
        </p:txBody>
      </p:sp>
      <p:sp>
        <p:nvSpPr>
          <p:cNvPr id="2771" name="Google Shape;2771;p68"/>
          <p:cNvSpPr txBox="1"/>
          <p:nvPr>
            <p:ph idx="1" type="subTitle"/>
          </p:nvPr>
        </p:nvSpPr>
        <p:spPr>
          <a:xfrm>
            <a:off x="2053227" y="2340900"/>
            <a:ext cx="5037600" cy="129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give a brief description of the topic you want to talk about here. For example, if you want to talk about Mercury, you can </a:t>
            </a:r>
            <a:r>
              <a:rPr lang="en"/>
              <a:t>say</a:t>
            </a:r>
            <a:r>
              <a:rPr lang="en"/>
              <a:t> that it’s the smallest planet in the entire Solar System</a:t>
            </a:r>
            <a:endParaRPr/>
          </a:p>
        </p:txBody>
      </p:sp>
      <p:grpSp>
        <p:nvGrpSpPr>
          <p:cNvPr id="2772" name="Google Shape;2772;p68"/>
          <p:cNvGrpSpPr/>
          <p:nvPr/>
        </p:nvGrpSpPr>
        <p:grpSpPr>
          <a:xfrm rot="1911685">
            <a:off x="1675780" y="3740977"/>
            <a:ext cx="845641" cy="1541291"/>
            <a:chOff x="-214625" y="3943775"/>
            <a:chExt cx="458725" cy="836125"/>
          </a:xfrm>
        </p:grpSpPr>
        <p:sp>
          <p:nvSpPr>
            <p:cNvPr id="2773" name="Google Shape;2773;p68"/>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8"/>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8"/>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8"/>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8"/>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8"/>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8"/>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8"/>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8"/>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8"/>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8"/>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8"/>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 name="Google Shape;2785;p68"/>
          <p:cNvGrpSpPr/>
          <p:nvPr/>
        </p:nvGrpSpPr>
        <p:grpSpPr>
          <a:xfrm>
            <a:off x="7462157" y="1947981"/>
            <a:ext cx="442913" cy="748873"/>
            <a:chOff x="4774877" y="116629"/>
            <a:chExt cx="576785" cy="975095"/>
          </a:xfrm>
        </p:grpSpPr>
        <p:sp>
          <p:nvSpPr>
            <p:cNvPr id="2786" name="Google Shape;2786;p68"/>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8"/>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8"/>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8"/>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8"/>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8"/>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2" name="Google Shape;2792;p68"/>
          <p:cNvGrpSpPr/>
          <p:nvPr/>
        </p:nvGrpSpPr>
        <p:grpSpPr>
          <a:xfrm rot="702732">
            <a:off x="5456004" y="4587137"/>
            <a:ext cx="412357" cy="768322"/>
            <a:chOff x="5417062" y="29585"/>
            <a:chExt cx="412349" cy="768306"/>
          </a:xfrm>
        </p:grpSpPr>
        <p:sp>
          <p:nvSpPr>
            <p:cNvPr id="2793" name="Google Shape;2793;p68"/>
            <p:cNvSpPr/>
            <p:nvPr/>
          </p:nvSpPr>
          <p:spPr>
            <a:xfrm>
              <a:off x="5417062" y="33738"/>
              <a:ext cx="412349" cy="764153"/>
            </a:xfrm>
            <a:custGeom>
              <a:rect b="b" l="l" r="r" t="t"/>
              <a:pathLst>
                <a:path extrusionOk="0" h="13063" w="7049">
                  <a:moveTo>
                    <a:pt x="6311" y="1"/>
                  </a:moveTo>
                  <a:cubicBezTo>
                    <a:pt x="6311" y="1"/>
                    <a:pt x="2536" y="2882"/>
                    <a:pt x="1274" y="4739"/>
                  </a:cubicBezTo>
                  <a:cubicBezTo>
                    <a:pt x="0" y="6609"/>
                    <a:pt x="620" y="12407"/>
                    <a:pt x="691" y="12990"/>
                  </a:cubicBezTo>
                  <a:cubicBezTo>
                    <a:pt x="696" y="13039"/>
                    <a:pt x="736" y="13062"/>
                    <a:pt x="806" y="13062"/>
                  </a:cubicBezTo>
                  <a:cubicBezTo>
                    <a:pt x="1570" y="13062"/>
                    <a:pt x="5885" y="10289"/>
                    <a:pt x="6442" y="8085"/>
                  </a:cubicBezTo>
                  <a:cubicBezTo>
                    <a:pt x="7049" y="5668"/>
                    <a:pt x="6311" y="1"/>
                    <a:pt x="63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4" name="Google Shape;2794;p68"/>
            <p:cNvGrpSpPr/>
            <p:nvPr/>
          </p:nvGrpSpPr>
          <p:grpSpPr>
            <a:xfrm>
              <a:off x="5460935" y="29585"/>
              <a:ext cx="348294" cy="752921"/>
              <a:chOff x="5460935" y="29585"/>
              <a:chExt cx="348294" cy="752921"/>
            </a:xfrm>
          </p:grpSpPr>
          <p:sp>
            <p:nvSpPr>
              <p:cNvPr id="2795" name="Google Shape;2795;p68"/>
              <p:cNvSpPr/>
              <p:nvPr/>
            </p:nvSpPr>
            <p:spPr>
              <a:xfrm>
                <a:off x="5470002" y="29585"/>
                <a:ext cx="321151" cy="752921"/>
              </a:xfrm>
              <a:custGeom>
                <a:rect b="b" l="l" r="r" t="t"/>
                <a:pathLst>
                  <a:path extrusionOk="0" h="12871" w="5490">
                    <a:moveTo>
                      <a:pt x="5299" y="0"/>
                    </a:moveTo>
                    <a:cubicBezTo>
                      <a:pt x="5251" y="72"/>
                      <a:pt x="1084" y="6894"/>
                      <a:pt x="0" y="12823"/>
                    </a:cubicBezTo>
                    <a:lnTo>
                      <a:pt x="227" y="12871"/>
                    </a:lnTo>
                    <a:cubicBezTo>
                      <a:pt x="1310" y="7001"/>
                      <a:pt x="5441" y="191"/>
                      <a:pt x="5489" y="119"/>
                    </a:cubicBezTo>
                    <a:lnTo>
                      <a:pt x="529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8"/>
              <p:cNvSpPr/>
              <p:nvPr/>
            </p:nvSpPr>
            <p:spPr>
              <a:xfrm>
                <a:off x="5556345" y="290776"/>
                <a:ext cx="252885" cy="204098"/>
              </a:xfrm>
              <a:custGeom>
                <a:rect b="b" l="l" r="r" t="t"/>
                <a:pathLst>
                  <a:path extrusionOk="0" h="3489" w="4323">
                    <a:moveTo>
                      <a:pt x="4227" y="0"/>
                    </a:moveTo>
                    <a:cubicBezTo>
                      <a:pt x="4108" y="72"/>
                      <a:pt x="1013" y="1798"/>
                      <a:pt x="1" y="3370"/>
                    </a:cubicBezTo>
                    <a:lnTo>
                      <a:pt x="191" y="3489"/>
                    </a:lnTo>
                    <a:cubicBezTo>
                      <a:pt x="1167" y="1965"/>
                      <a:pt x="4311" y="202"/>
                      <a:pt x="4323" y="191"/>
                    </a:cubicBezTo>
                    <a:lnTo>
                      <a:pt x="422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8"/>
              <p:cNvSpPr/>
              <p:nvPr/>
            </p:nvSpPr>
            <p:spPr>
              <a:xfrm>
                <a:off x="5560557" y="223212"/>
                <a:ext cx="41124" cy="244520"/>
              </a:xfrm>
              <a:custGeom>
                <a:rect b="b" l="l" r="r" t="t"/>
                <a:pathLst>
                  <a:path extrusionOk="0" h="4180" w="703">
                    <a:moveTo>
                      <a:pt x="226" y="0"/>
                    </a:moveTo>
                    <a:lnTo>
                      <a:pt x="0" y="36"/>
                    </a:lnTo>
                    <a:cubicBezTo>
                      <a:pt x="0" y="60"/>
                      <a:pt x="476" y="3120"/>
                      <a:pt x="83" y="4108"/>
                    </a:cubicBezTo>
                    <a:lnTo>
                      <a:pt x="298" y="4179"/>
                    </a:lnTo>
                    <a:cubicBezTo>
                      <a:pt x="703" y="3132"/>
                      <a:pt x="250" y="107"/>
                      <a:pt x="2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8"/>
              <p:cNvSpPr/>
              <p:nvPr/>
            </p:nvSpPr>
            <p:spPr>
              <a:xfrm>
                <a:off x="5492290" y="539391"/>
                <a:ext cx="285585" cy="153263"/>
              </a:xfrm>
              <a:custGeom>
                <a:rect b="b" l="l" r="r" t="t"/>
                <a:pathLst>
                  <a:path extrusionOk="0" h="2620" w="4882">
                    <a:moveTo>
                      <a:pt x="4858" y="1"/>
                    </a:moveTo>
                    <a:cubicBezTo>
                      <a:pt x="4727" y="13"/>
                      <a:pt x="1548" y="536"/>
                      <a:pt x="0" y="2489"/>
                    </a:cubicBezTo>
                    <a:lnTo>
                      <a:pt x="179" y="2620"/>
                    </a:lnTo>
                    <a:cubicBezTo>
                      <a:pt x="1667" y="751"/>
                      <a:pt x="4858" y="227"/>
                      <a:pt x="4882" y="227"/>
                    </a:cubicBezTo>
                    <a:lnTo>
                      <a:pt x="485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8"/>
              <p:cNvSpPr/>
              <p:nvPr/>
            </p:nvSpPr>
            <p:spPr>
              <a:xfrm>
                <a:off x="5460935" y="361792"/>
                <a:ext cx="72478" cy="281431"/>
              </a:xfrm>
              <a:custGeom>
                <a:rect b="b" l="l" r="r" t="t"/>
                <a:pathLst>
                  <a:path extrusionOk="0" h="4811" w="1239">
                    <a:moveTo>
                      <a:pt x="215" y="1"/>
                    </a:moveTo>
                    <a:lnTo>
                      <a:pt x="1" y="60"/>
                    </a:lnTo>
                    <a:cubicBezTo>
                      <a:pt x="24" y="96"/>
                      <a:pt x="1001" y="3370"/>
                      <a:pt x="691" y="4763"/>
                    </a:cubicBezTo>
                    <a:lnTo>
                      <a:pt x="917" y="4811"/>
                    </a:lnTo>
                    <a:cubicBezTo>
                      <a:pt x="1239" y="3370"/>
                      <a:pt x="262" y="131"/>
                      <a:pt x="2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800" name="Google Shape;2800;p68"/>
          <p:cNvSpPr/>
          <p:nvPr/>
        </p:nvSpPr>
        <p:spPr>
          <a:xfrm>
            <a:off x="4013250" y="539875"/>
            <a:ext cx="1117500" cy="111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1" name="Google Shape;2801;p68"/>
          <p:cNvGrpSpPr/>
          <p:nvPr/>
        </p:nvGrpSpPr>
        <p:grpSpPr>
          <a:xfrm rot="2198758">
            <a:off x="4387167" y="719875"/>
            <a:ext cx="285640" cy="829391"/>
            <a:chOff x="6512944" y="2975654"/>
            <a:chExt cx="1594853" cy="4630848"/>
          </a:xfrm>
        </p:grpSpPr>
        <p:grpSp>
          <p:nvGrpSpPr>
            <p:cNvPr id="2802" name="Google Shape;2802;p68"/>
            <p:cNvGrpSpPr/>
            <p:nvPr/>
          </p:nvGrpSpPr>
          <p:grpSpPr>
            <a:xfrm>
              <a:off x="6512944" y="2975654"/>
              <a:ext cx="1594853" cy="4630848"/>
              <a:chOff x="1460575" y="5630575"/>
              <a:chExt cx="645350" cy="1873775"/>
            </a:xfrm>
          </p:grpSpPr>
          <p:sp>
            <p:nvSpPr>
              <p:cNvPr id="2803" name="Google Shape;2803;p68"/>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8"/>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5" name="Google Shape;2805;p68"/>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6" name="Google Shape;2806;p68"/>
          <p:cNvSpPr/>
          <p:nvPr/>
        </p:nvSpPr>
        <p:spPr>
          <a:xfrm rot="2131770">
            <a:off x="2140234" y="250082"/>
            <a:ext cx="285593" cy="578564"/>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7" name="Google Shape;2807;p68"/>
          <p:cNvGrpSpPr/>
          <p:nvPr/>
        </p:nvGrpSpPr>
        <p:grpSpPr>
          <a:xfrm flipH="1" rot="-1911685">
            <a:off x="6622580" y="3740977"/>
            <a:ext cx="845641" cy="1541291"/>
            <a:chOff x="-214625" y="3943775"/>
            <a:chExt cx="458725" cy="836125"/>
          </a:xfrm>
        </p:grpSpPr>
        <p:sp>
          <p:nvSpPr>
            <p:cNvPr id="2808" name="Google Shape;2808;p68"/>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8"/>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8"/>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8"/>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8"/>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8"/>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8"/>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8"/>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8"/>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8"/>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8"/>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8"/>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3" presetSubtype="16">
                                  <p:stCondLst>
                                    <p:cond delay="0"/>
                                  </p:stCondLst>
                                  <p:childTnLst>
                                    <p:set>
                                      <p:cBhvr>
                                        <p:cTn dur="1" fill="hold">
                                          <p:stCondLst>
                                            <p:cond delay="0"/>
                                          </p:stCondLst>
                                        </p:cTn>
                                        <p:tgtEl>
                                          <p:spTgt spid="2770"/>
                                        </p:tgtEl>
                                        <p:attrNameLst>
                                          <p:attrName>style.visibility</p:attrName>
                                        </p:attrNameLst>
                                      </p:cBhvr>
                                      <p:to>
                                        <p:strVal val="visible"/>
                                      </p:to>
                                    </p:set>
                                    <p:anim calcmode="lin" valueType="num">
                                      <p:cBhvr additive="base">
                                        <p:cTn dur="1000"/>
                                        <p:tgtEl>
                                          <p:spTgt spid="2770"/>
                                        </p:tgtEl>
                                        <p:attrNameLst>
                                          <p:attrName>ppt_w</p:attrName>
                                        </p:attrNameLst>
                                      </p:cBhvr>
                                      <p:tavLst>
                                        <p:tav fmla="" tm="0">
                                          <p:val>
                                            <p:strVal val="0"/>
                                          </p:val>
                                        </p:tav>
                                        <p:tav fmla="" tm="100000">
                                          <p:val>
                                            <p:strVal val="#ppt_w"/>
                                          </p:val>
                                        </p:tav>
                                      </p:tavLst>
                                    </p:anim>
                                    <p:anim calcmode="lin" valueType="num">
                                      <p:cBhvr additive="base">
                                        <p:cTn dur="1000"/>
                                        <p:tgtEl>
                                          <p:spTgt spid="2770"/>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2771"/>
                                        </p:tgtEl>
                                        <p:attrNameLst>
                                          <p:attrName>style.visibility</p:attrName>
                                        </p:attrNameLst>
                                      </p:cBhvr>
                                      <p:to>
                                        <p:strVal val="visible"/>
                                      </p:to>
                                    </p:set>
                                    <p:anim calcmode="lin" valueType="num">
                                      <p:cBhvr additive="base">
                                        <p:cTn dur="1000"/>
                                        <p:tgtEl>
                                          <p:spTgt spid="2771"/>
                                        </p:tgtEl>
                                        <p:attrNameLst>
                                          <p:attrName>ppt_w</p:attrName>
                                        </p:attrNameLst>
                                      </p:cBhvr>
                                      <p:tavLst>
                                        <p:tav fmla="" tm="0">
                                          <p:val>
                                            <p:strVal val="0"/>
                                          </p:val>
                                        </p:tav>
                                        <p:tav fmla="" tm="100000">
                                          <p:val>
                                            <p:strVal val="#ppt_w"/>
                                          </p:val>
                                        </p:tav>
                                      </p:tavLst>
                                    </p:anim>
                                    <p:anim calcmode="lin" valueType="num">
                                      <p:cBhvr additive="base">
                                        <p:cTn dur="1000"/>
                                        <p:tgtEl>
                                          <p:spTgt spid="2771"/>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3" name="Shape 2823"/>
        <p:cNvGrpSpPr/>
        <p:nvPr/>
      </p:nvGrpSpPr>
      <p:grpSpPr>
        <a:xfrm>
          <a:off x="0" y="0"/>
          <a:ext cx="0" cy="0"/>
          <a:chOff x="0" y="0"/>
          <a:chExt cx="0" cy="0"/>
        </a:xfrm>
      </p:grpSpPr>
      <p:sp>
        <p:nvSpPr>
          <p:cNvPr id="2824" name="Google Shape;2824;p69"/>
          <p:cNvSpPr txBox="1"/>
          <p:nvPr>
            <p:ph type="ctrTitle"/>
          </p:nvPr>
        </p:nvSpPr>
        <p:spPr>
          <a:xfrm>
            <a:off x="4481525" y="1000300"/>
            <a:ext cx="4018500" cy="249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WHY SHOULD WE</a:t>
            </a:r>
            <a:r>
              <a:rPr lang="en"/>
              <a:t> REUSE PLASTIC BOTTLES?</a:t>
            </a:r>
            <a:endParaRPr/>
          </a:p>
        </p:txBody>
      </p:sp>
      <p:sp>
        <p:nvSpPr>
          <p:cNvPr id="2825" name="Google Shape;2825;p69"/>
          <p:cNvSpPr txBox="1"/>
          <p:nvPr>
            <p:ph idx="1" type="subTitle"/>
          </p:nvPr>
        </p:nvSpPr>
        <p:spPr>
          <a:xfrm>
            <a:off x="4481525" y="3429209"/>
            <a:ext cx="2480700" cy="71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2826" name="Google Shape;2826;p69"/>
          <p:cNvGrpSpPr/>
          <p:nvPr/>
        </p:nvGrpSpPr>
        <p:grpSpPr>
          <a:xfrm>
            <a:off x="803811" y="539407"/>
            <a:ext cx="2126276" cy="4116251"/>
            <a:chOff x="458075" y="1274800"/>
            <a:chExt cx="1061175" cy="2054325"/>
          </a:xfrm>
        </p:grpSpPr>
        <p:sp>
          <p:nvSpPr>
            <p:cNvPr id="2827" name="Google Shape;2827;p69"/>
            <p:cNvSpPr/>
            <p:nvPr/>
          </p:nvSpPr>
          <p:spPr>
            <a:xfrm>
              <a:off x="493800" y="2272725"/>
              <a:ext cx="453350" cy="907875"/>
            </a:xfrm>
            <a:custGeom>
              <a:rect b="b" l="l" r="r" t="t"/>
              <a:pathLst>
                <a:path extrusionOk="0" h="36315" w="18134">
                  <a:moveTo>
                    <a:pt x="9311" y="1"/>
                  </a:moveTo>
                  <a:lnTo>
                    <a:pt x="9311" y="1"/>
                  </a:lnTo>
                  <a:cubicBezTo>
                    <a:pt x="9430" y="1477"/>
                    <a:pt x="8894" y="16110"/>
                    <a:pt x="9002" y="17253"/>
                  </a:cubicBezTo>
                  <a:cubicBezTo>
                    <a:pt x="9049" y="17860"/>
                    <a:pt x="7549" y="18979"/>
                    <a:pt x="6299" y="21003"/>
                  </a:cubicBezTo>
                  <a:cubicBezTo>
                    <a:pt x="4394" y="24099"/>
                    <a:pt x="1989" y="30635"/>
                    <a:pt x="0" y="32040"/>
                  </a:cubicBezTo>
                  <a:cubicBezTo>
                    <a:pt x="0" y="32040"/>
                    <a:pt x="191" y="33707"/>
                    <a:pt x="858" y="34838"/>
                  </a:cubicBezTo>
                  <a:cubicBezTo>
                    <a:pt x="1524" y="35958"/>
                    <a:pt x="3930" y="36315"/>
                    <a:pt x="3930" y="36315"/>
                  </a:cubicBezTo>
                  <a:cubicBezTo>
                    <a:pt x="3930" y="36315"/>
                    <a:pt x="2322" y="34088"/>
                    <a:pt x="2763" y="32779"/>
                  </a:cubicBezTo>
                  <a:cubicBezTo>
                    <a:pt x="3215" y="31469"/>
                    <a:pt x="12419" y="21730"/>
                    <a:pt x="13490" y="19896"/>
                  </a:cubicBezTo>
                  <a:cubicBezTo>
                    <a:pt x="13847" y="19277"/>
                    <a:pt x="14121" y="18253"/>
                    <a:pt x="14145" y="17955"/>
                  </a:cubicBezTo>
                  <a:cubicBezTo>
                    <a:pt x="14324" y="16300"/>
                    <a:pt x="18134" y="2442"/>
                    <a:pt x="18134" y="2442"/>
                  </a:cubicBezTo>
                  <a:lnTo>
                    <a:pt x="9311" y="1"/>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9"/>
            <p:cNvSpPr/>
            <p:nvPr/>
          </p:nvSpPr>
          <p:spPr>
            <a:xfrm>
              <a:off x="458075" y="3062700"/>
              <a:ext cx="192025" cy="205125"/>
            </a:xfrm>
            <a:custGeom>
              <a:rect b="b" l="l" r="r" t="t"/>
              <a:pathLst>
                <a:path extrusionOk="0" h="8205" w="7681">
                  <a:moveTo>
                    <a:pt x="1799" y="1"/>
                  </a:moveTo>
                  <a:cubicBezTo>
                    <a:pt x="1799" y="1"/>
                    <a:pt x="2322" y="1965"/>
                    <a:pt x="3156" y="3311"/>
                  </a:cubicBezTo>
                  <a:cubicBezTo>
                    <a:pt x="3989" y="4644"/>
                    <a:pt x="5228" y="4418"/>
                    <a:pt x="5228" y="4418"/>
                  </a:cubicBezTo>
                  <a:cubicBezTo>
                    <a:pt x="5228" y="4418"/>
                    <a:pt x="5859" y="5990"/>
                    <a:pt x="6775" y="6668"/>
                  </a:cubicBezTo>
                  <a:cubicBezTo>
                    <a:pt x="7680" y="7359"/>
                    <a:pt x="7311" y="7990"/>
                    <a:pt x="7311" y="7990"/>
                  </a:cubicBezTo>
                  <a:cubicBezTo>
                    <a:pt x="7311" y="7990"/>
                    <a:pt x="5430" y="8204"/>
                    <a:pt x="3382" y="6311"/>
                  </a:cubicBezTo>
                  <a:cubicBezTo>
                    <a:pt x="1334" y="4406"/>
                    <a:pt x="1" y="1668"/>
                    <a:pt x="1" y="16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9"/>
            <p:cNvSpPr/>
            <p:nvPr/>
          </p:nvSpPr>
          <p:spPr>
            <a:xfrm>
              <a:off x="819150" y="2280175"/>
              <a:ext cx="397075" cy="1012150"/>
            </a:xfrm>
            <a:custGeom>
              <a:rect b="b" l="l" r="r" t="t"/>
              <a:pathLst>
                <a:path extrusionOk="0" h="40486" w="15883">
                  <a:moveTo>
                    <a:pt x="8025" y="0"/>
                  </a:moveTo>
                  <a:lnTo>
                    <a:pt x="0" y="1429"/>
                  </a:lnTo>
                  <a:cubicBezTo>
                    <a:pt x="0" y="1429"/>
                    <a:pt x="4012" y="13871"/>
                    <a:pt x="6537" y="19705"/>
                  </a:cubicBezTo>
                  <a:cubicBezTo>
                    <a:pt x="7132" y="21074"/>
                    <a:pt x="7537" y="23396"/>
                    <a:pt x="7632" y="26944"/>
                  </a:cubicBezTo>
                  <a:cubicBezTo>
                    <a:pt x="7715" y="30623"/>
                    <a:pt x="10323" y="36731"/>
                    <a:pt x="10001" y="39208"/>
                  </a:cubicBezTo>
                  <a:cubicBezTo>
                    <a:pt x="10001" y="39208"/>
                    <a:pt x="11394" y="40184"/>
                    <a:pt x="12704" y="40458"/>
                  </a:cubicBezTo>
                  <a:cubicBezTo>
                    <a:pt x="12801" y="40476"/>
                    <a:pt x="12901" y="40485"/>
                    <a:pt x="13004" y="40485"/>
                  </a:cubicBezTo>
                  <a:cubicBezTo>
                    <a:pt x="14272" y="40485"/>
                    <a:pt x="15883" y="39160"/>
                    <a:pt x="15883" y="39160"/>
                  </a:cubicBezTo>
                  <a:cubicBezTo>
                    <a:pt x="15883" y="39160"/>
                    <a:pt x="13109" y="38850"/>
                    <a:pt x="12430" y="37624"/>
                  </a:cubicBezTo>
                  <a:cubicBezTo>
                    <a:pt x="11751" y="36410"/>
                    <a:pt x="12180" y="22313"/>
                    <a:pt x="11216" y="19419"/>
                  </a:cubicBezTo>
                  <a:cubicBezTo>
                    <a:pt x="10989" y="18741"/>
                    <a:pt x="8025" y="0"/>
                    <a:pt x="8025"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9"/>
            <p:cNvSpPr/>
            <p:nvPr/>
          </p:nvSpPr>
          <p:spPr>
            <a:xfrm>
              <a:off x="1067375" y="3245475"/>
              <a:ext cx="264350" cy="83650"/>
            </a:xfrm>
            <a:custGeom>
              <a:rect b="b" l="l" r="r" t="t"/>
              <a:pathLst>
                <a:path extrusionOk="0" h="3346" w="10574">
                  <a:moveTo>
                    <a:pt x="1" y="0"/>
                  </a:moveTo>
                  <a:cubicBezTo>
                    <a:pt x="1" y="0"/>
                    <a:pt x="1834" y="941"/>
                    <a:pt x="3394" y="1215"/>
                  </a:cubicBezTo>
                  <a:cubicBezTo>
                    <a:pt x="4978" y="1500"/>
                    <a:pt x="5644" y="417"/>
                    <a:pt x="5644" y="417"/>
                  </a:cubicBezTo>
                  <a:cubicBezTo>
                    <a:pt x="5644" y="417"/>
                    <a:pt x="8204" y="977"/>
                    <a:pt x="9288" y="1358"/>
                  </a:cubicBezTo>
                  <a:cubicBezTo>
                    <a:pt x="10574" y="1786"/>
                    <a:pt x="7478" y="2870"/>
                    <a:pt x="4668" y="3108"/>
                  </a:cubicBezTo>
                  <a:cubicBezTo>
                    <a:pt x="1846" y="3346"/>
                    <a:pt x="298" y="3036"/>
                    <a:pt x="298" y="30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9"/>
            <p:cNvSpPr/>
            <p:nvPr/>
          </p:nvSpPr>
          <p:spPr>
            <a:xfrm>
              <a:off x="696500" y="2012225"/>
              <a:ext cx="192025" cy="140575"/>
            </a:xfrm>
            <a:custGeom>
              <a:rect b="b" l="l" r="r" t="t"/>
              <a:pathLst>
                <a:path extrusionOk="0" h="5623" w="7681">
                  <a:moveTo>
                    <a:pt x="7572" y="0"/>
                  </a:moveTo>
                  <a:cubicBezTo>
                    <a:pt x="6861" y="0"/>
                    <a:pt x="2827" y="149"/>
                    <a:pt x="834" y="2348"/>
                  </a:cubicBezTo>
                  <a:cubicBezTo>
                    <a:pt x="1" y="3253"/>
                    <a:pt x="727" y="5420"/>
                    <a:pt x="3965" y="5623"/>
                  </a:cubicBezTo>
                  <a:lnTo>
                    <a:pt x="7680" y="3"/>
                  </a:lnTo>
                  <a:cubicBezTo>
                    <a:pt x="7680" y="2"/>
                    <a:pt x="7642" y="0"/>
                    <a:pt x="75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9"/>
            <p:cNvSpPr/>
            <p:nvPr/>
          </p:nvSpPr>
          <p:spPr>
            <a:xfrm>
              <a:off x="692325" y="1958700"/>
              <a:ext cx="314650" cy="697425"/>
            </a:xfrm>
            <a:custGeom>
              <a:rect b="b" l="l" r="r" t="t"/>
              <a:pathLst>
                <a:path extrusionOk="0" h="27897" w="12586">
                  <a:moveTo>
                    <a:pt x="10836" y="16967"/>
                  </a:moveTo>
                  <a:cubicBezTo>
                    <a:pt x="10705" y="17027"/>
                    <a:pt x="12586" y="26552"/>
                    <a:pt x="12431" y="26599"/>
                  </a:cubicBezTo>
                  <a:cubicBezTo>
                    <a:pt x="7704" y="27897"/>
                    <a:pt x="942" y="26242"/>
                    <a:pt x="513" y="26278"/>
                  </a:cubicBezTo>
                  <a:cubicBezTo>
                    <a:pt x="1168" y="23646"/>
                    <a:pt x="1715" y="12919"/>
                    <a:pt x="1096" y="10359"/>
                  </a:cubicBezTo>
                  <a:cubicBezTo>
                    <a:pt x="1" y="5894"/>
                    <a:pt x="2370" y="4465"/>
                    <a:pt x="4525" y="2239"/>
                  </a:cubicBezTo>
                  <a:cubicBezTo>
                    <a:pt x="6692" y="1"/>
                    <a:pt x="9585" y="501"/>
                    <a:pt x="9585" y="501"/>
                  </a:cubicBezTo>
                  <a:lnTo>
                    <a:pt x="10574" y="7025"/>
                  </a:lnTo>
                  <a:cubicBezTo>
                    <a:pt x="10574" y="7025"/>
                    <a:pt x="11836" y="9311"/>
                    <a:pt x="11895" y="11835"/>
                  </a:cubicBezTo>
                  <a:cubicBezTo>
                    <a:pt x="11931" y="12764"/>
                    <a:pt x="11848" y="14574"/>
                    <a:pt x="11729" y="16574"/>
                  </a:cubicBezTo>
                  <a:close/>
                </a:path>
              </a:pathLst>
            </a:custGeom>
            <a:solidFill>
              <a:srgbClr val="351B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9"/>
            <p:cNvSpPr/>
            <p:nvPr/>
          </p:nvSpPr>
          <p:spPr>
            <a:xfrm>
              <a:off x="696800" y="1285400"/>
              <a:ext cx="347825" cy="453400"/>
            </a:xfrm>
            <a:custGeom>
              <a:rect b="b" l="l" r="r" t="t"/>
              <a:pathLst>
                <a:path extrusionOk="0" h="18136" w="13913">
                  <a:moveTo>
                    <a:pt x="9359" y="1"/>
                  </a:moveTo>
                  <a:cubicBezTo>
                    <a:pt x="9351" y="1"/>
                    <a:pt x="9347" y="1"/>
                    <a:pt x="9347" y="1"/>
                  </a:cubicBezTo>
                  <a:lnTo>
                    <a:pt x="5037" y="5882"/>
                  </a:lnTo>
                  <a:lnTo>
                    <a:pt x="1" y="12943"/>
                  </a:lnTo>
                  <a:cubicBezTo>
                    <a:pt x="1" y="12943"/>
                    <a:pt x="2108" y="13443"/>
                    <a:pt x="5823" y="16848"/>
                  </a:cubicBezTo>
                  <a:cubicBezTo>
                    <a:pt x="6808" y="17752"/>
                    <a:pt x="7858" y="18136"/>
                    <a:pt x="8849" y="18136"/>
                  </a:cubicBezTo>
                  <a:cubicBezTo>
                    <a:pt x="11606" y="18136"/>
                    <a:pt x="13913" y="15163"/>
                    <a:pt x="13133" y="12133"/>
                  </a:cubicBezTo>
                  <a:cubicBezTo>
                    <a:pt x="12073" y="8026"/>
                    <a:pt x="12966" y="5740"/>
                    <a:pt x="12478" y="2846"/>
                  </a:cubicBezTo>
                  <a:cubicBezTo>
                    <a:pt x="12009" y="56"/>
                    <a:pt x="9552" y="1"/>
                    <a:pt x="9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9"/>
            <p:cNvSpPr/>
            <p:nvPr/>
          </p:nvSpPr>
          <p:spPr>
            <a:xfrm>
              <a:off x="809625" y="1545850"/>
              <a:ext cx="204200" cy="283850"/>
            </a:xfrm>
            <a:custGeom>
              <a:rect b="b" l="l" r="r" t="t"/>
              <a:pathLst>
                <a:path extrusionOk="0" h="11354" w="8168">
                  <a:moveTo>
                    <a:pt x="2143" y="1"/>
                  </a:moveTo>
                  <a:cubicBezTo>
                    <a:pt x="2143" y="1"/>
                    <a:pt x="1667" y="1429"/>
                    <a:pt x="833" y="2549"/>
                  </a:cubicBezTo>
                  <a:cubicBezTo>
                    <a:pt x="0" y="3656"/>
                    <a:pt x="3381" y="10978"/>
                    <a:pt x="5417" y="11324"/>
                  </a:cubicBezTo>
                  <a:cubicBezTo>
                    <a:pt x="5542" y="11344"/>
                    <a:pt x="5661" y="11353"/>
                    <a:pt x="5776" y="11353"/>
                  </a:cubicBezTo>
                  <a:cubicBezTo>
                    <a:pt x="7538" y="11353"/>
                    <a:pt x="8168" y="9097"/>
                    <a:pt x="8168" y="9097"/>
                  </a:cubicBezTo>
                  <a:lnTo>
                    <a:pt x="6715" y="4049"/>
                  </a:lnTo>
                  <a:lnTo>
                    <a:pt x="5751" y="2549"/>
                  </a:lnTo>
                  <a:cubicBezTo>
                    <a:pt x="5429" y="2037"/>
                    <a:pt x="4417" y="1846"/>
                    <a:pt x="4929" y="596"/>
                  </a:cubicBezTo>
                  <a:lnTo>
                    <a:pt x="2143" y="1"/>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9"/>
            <p:cNvSpPr/>
            <p:nvPr/>
          </p:nvSpPr>
          <p:spPr>
            <a:xfrm>
              <a:off x="809900" y="1444950"/>
              <a:ext cx="142600" cy="199750"/>
            </a:xfrm>
            <a:custGeom>
              <a:rect b="b" l="l" r="r" t="t"/>
              <a:pathLst>
                <a:path extrusionOk="0" h="7990" w="5704">
                  <a:moveTo>
                    <a:pt x="1406" y="1"/>
                  </a:moveTo>
                  <a:lnTo>
                    <a:pt x="1406" y="1"/>
                  </a:lnTo>
                  <a:cubicBezTo>
                    <a:pt x="1406" y="1"/>
                    <a:pt x="1846" y="905"/>
                    <a:pt x="1418" y="3037"/>
                  </a:cubicBezTo>
                  <a:cubicBezTo>
                    <a:pt x="965" y="5168"/>
                    <a:pt x="1" y="7990"/>
                    <a:pt x="1" y="7990"/>
                  </a:cubicBezTo>
                  <a:lnTo>
                    <a:pt x="4382" y="7085"/>
                  </a:lnTo>
                  <a:cubicBezTo>
                    <a:pt x="4347" y="6013"/>
                    <a:pt x="5025" y="4037"/>
                    <a:pt x="5704" y="3489"/>
                  </a:cubicBezTo>
                  <a:lnTo>
                    <a:pt x="1406" y="1"/>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9"/>
            <p:cNvSpPr/>
            <p:nvPr/>
          </p:nvSpPr>
          <p:spPr>
            <a:xfrm>
              <a:off x="826575" y="1308625"/>
              <a:ext cx="217625" cy="226425"/>
            </a:xfrm>
            <a:custGeom>
              <a:rect b="b" l="l" r="r" t="t"/>
              <a:pathLst>
                <a:path extrusionOk="0" h="9057" w="8705">
                  <a:moveTo>
                    <a:pt x="2763" y="0"/>
                  </a:moveTo>
                  <a:cubicBezTo>
                    <a:pt x="584" y="24"/>
                    <a:pt x="1" y="1941"/>
                    <a:pt x="1" y="1941"/>
                  </a:cubicBezTo>
                  <a:lnTo>
                    <a:pt x="727" y="5442"/>
                  </a:lnTo>
                  <a:cubicBezTo>
                    <a:pt x="727" y="5442"/>
                    <a:pt x="1525" y="7216"/>
                    <a:pt x="2072" y="7537"/>
                  </a:cubicBezTo>
                  <a:cubicBezTo>
                    <a:pt x="2632" y="7870"/>
                    <a:pt x="4073" y="8680"/>
                    <a:pt x="5037" y="8918"/>
                  </a:cubicBezTo>
                  <a:cubicBezTo>
                    <a:pt x="5395" y="9004"/>
                    <a:pt x="5815" y="9056"/>
                    <a:pt x="6211" y="9056"/>
                  </a:cubicBezTo>
                  <a:cubicBezTo>
                    <a:pt x="6908" y="9056"/>
                    <a:pt x="7528" y="8895"/>
                    <a:pt x="7597" y="8478"/>
                  </a:cubicBezTo>
                  <a:cubicBezTo>
                    <a:pt x="7704" y="7823"/>
                    <a:pt x="7954" y="6537"/>
                    <a:pt x="8014" y="6382"/>
                  </a:cubicBezTo>
                  <a:cubicBezTo>
                    <a:pt x="8073" y="6227"/>
                    <a:pt x="8704" y="5751"/>
                    <a:pt x="8609" y="5525"/>
                  </a:cubicBezTo>
                  <a:cubicBezTo>
                    <a:pt x="8526" y="5311"/>
                    <a:pt x="7609" y="4668"/>
                    <a:pt x="7347" y="4275"/>
                  </a:cubicBezTo>
                  <a:cubicBezTo>
                    <a:pt x="7073" y="3906"/>
                    <a:pt x="7275" y="3477"/>
                    <a:pt x="7228" y="3048"/>
                  </a:cubicBezTo>
                  <a:cubicBezTo>
                    <a:pt x="7180" y="2632"/>
                    <a:pt x="7002" y="1691"/>
                    <a:pt x="6525" y="1084"/>
                  </a:cubicBezTo>
                  <a:cubicBezTo>
                    <a:pt x="5942" y="346"/>
                    <a:pt x="4954" y="24"/>
                    <a:pt x="2763"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9"/>
            <p:cNvSpPr/>
            <p:nvPr/>
          </p:nvSpPr>
          <p:spPr>
            <a:xfrm>
              <a:off x="660475" y="1274800"/>
              <a:ext cx="315250" cy="486100"/>
            </a:xfrm>
            <a:custGeom>
              <a:rect b="b" l="l" r="r" t="t"/>
              <a:pathLst>
                <a:path extrusionOk="0" h="19444" w="12610">
                  <a:moveTo>
                    <a:pt x="9305" y="1"/>
                  </a:moveTo>
                  <a:cubicBezTo>
                    <a:pt x="8293" y="1"/>
                    <a:pt x="7062" y="407"/>
                    <a:pt x="5633" y="1603"/>
                  </a:cubicBezTo>
                  <a:cubicBezTo>
                    <a:pt x="2978" y="3842"/>
                    <a:pt x="3430" y="7199"/>
                    <a:pt x="2751" y="9378"/>
                  </a:cubicBezTo>
                  <a:cubicBezTo>
                    <a:pt x="2061" y="11569"/>
                    <a:pt x="1" y="13522"/>
                    <a:pt x="1561" y="16820"/>
                  </a:cubicBezTo>
                  <a:cubicBezTo>
                    <a:pt x="2711" y="19275"/>
                    <a:pt x="4801" y="19443"/>
                    <a:pt x="5353" y="19443"/>
                  </a:cubicBezTo>
                  <a:cubicBezTo>
                    <a:pt x="5441" y="19443"/>
                    <a:pt x="5490" y="19439"/>
                    <a:pt x="5490" y="19439"/>
                  </a:cubicBezTo>
                  <a:cubicBezTo>
                    <a:pt x="4906" y="17736"/>
                    <a:pt x="4859" y="15439"/>
                    <a:pt x="6799" y="13391"/>
                  </a:cubicBezTo>
                  <a:cubicBezTo>
                    <a:pt x="6799" y="13391"/>
                    <a:pt x="7301" y="13663"/>
                    <a:pt x="7865" y="13663"/>
                  </a:cubicBezTo>
                  <a:cubicBezTo>
                    <a:pt x="8356" y="13663"/>
                    <a:pt x="8894" y="13458"/>
                    <a:pt x="9193" y="12688"/>
                  </a:cubicBezTo>
                  <a:cubicBezTo>
                    <a:pt x="10050" y="10533"/>
                    <a:pt x="9538" y="7140"/>
                    <a:pt x="9538" y="7140"/>
                  </a:cubicBezTo>
                  <a:cubicBezTo>
                    <a:pt x="11717" y="6223"/>
                    <a:pt x="12610" y="1818"/>
                    <a:pt x="12610" y="1818"/>
                  </a:cubicBezTo>
                  <a:cubicBezTo>
                    <a:pt x="12610" y="1818"/>
                    <a:pt x="11446" y="1"/>
                    <a:pt x="9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9"/>
            <p:cNvSpPr/>
            <p:nvPr/>
          </p:nvSpPr>
          <p:spPr>
            <a:xfrm>
              <a:off x="742350" y="2042950"/>
              <a:ext cx="343800" cy="581050"/>
            </a:xfrm>
            <a:custGeom>
              <a:rect b="b" l="l" r="r" t="t"/>
              <a:pathLst>
                <a:path extrusionOk="0" h="23242" w="13752">
                  <a:moveTo>
                    <a:pt x="2643" y="20955"/>
                  </a:moveTo>
                  <a:cubicBezTo>
                    <a:pt x="1560" y="18895"/>
                    <a:pt x="0" y="8715"/>
                    <a:pt x="119" y="6691"/>
                  </a:cubicBezTo>
                  <a:cubicBezTo>
                    <a:pt x="310" y="3381"/>
                    <a:pt x="2155" y="1441"/>
                    <a:pt x="4763" y="643"/>
                  </a:cubicBezTo>
                  <a:cubicBezTo>
                    <a:pt x="6811" y="0"/>
                    <a:pt x="9894" y="1238"/>
                    <a:pt x="9894" y="1238"/>
                  </a:cubicBezTo>
                  <a:lnTo>
                    <a:pt x="10799" y="6251"/>
                  </a:lnTo>
                  <a:cubicBezTo>
                    <a:pt x="10799" y="6251"/>
                    <a:pt x="12883" y="16931"/>
                    <a:pt x="13752" y="22134"/>
                  </a:cubicBezTo>
                  <a:cubicBezTo>
                    <a:pt x="13526" y="22253"/>
                    <a:pt x="6311" y="23241"/>
                    <a:pt x="2643" y="20955"/>
                  </a:cubicBezTo>
                  <a:close/>
                </a:path>
              </a:pathLst>
            </a:custGeom>
            <a:solidFill>
              <a:srgbClr val="351B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9"/>
            <p:cNvSpPr/>
            <p:nvPr/>
          </p:nvSpPr>
          <p:spPr>
            <a:xfrm>
              <a:off x="717350" y="1608950"/>
              <a:ext cx="345000" cy="515100"/>
            </a:xfrm>
            <a:custGeom>
              <a:rect b="b" l="l" r="r" t="t"/>
              <a:pathLst>
                <a:path extrusionOk="0" h="20604" w="13800">
                  <a:moveTo>
                    <a:pt x="9454" y="1"/>
                  </a:moveTo>
                  <a:lnTo>
                    <a:pt x="9454" y="1"/>
                  </a:lnTo>
                  <a:cubicBezTo>
                    <a:pt x="10251" y="644"/>
                    <a:pt x="11001" y="4882"/>
                    <a:pt x="10537" y="5085"/>
                  </a:cubicBezTo>
                  <a:cubicBezTo>
                    <a:pt x="10514" y="5094"/>
                    <a:pt x="10488" y="5099"/>
                    <a:pt x="10459" y="5099"/>
                  </a:cubicBezTo>
                  <a:cubicBezTo>
                    <a:pt x="9906" y="5099"/>
                    <a:pt x="8321" y="3418"/>
                    <a:pt x="7156" y="2061"/>
                  </a:cubicBezTo>
                  <a:cubicBezTo>
                    <a:pt x="5941" y="632"/>
                    <a:pt x="4536" y="25"/>
                    <a:pt x="4536" y="25"/>
                  </a:cubicBezTo>
                  <a:cubicBezTo>
                    <a:pt x="4536" y="25"/>
                    <a:pt x="2393" y="537"/>
                    <a:pt x="1536" y="1775"/>
                  </a:cubicBezTo>
                  <a:cubicBezTo>
                    <a:pt x="643" y="3037"/>
                    <a:pt x="1238" y="4454"/>
                    <a:pt x="1691" y="6990"/>
                  </a:cubicBezTo>
                  <a:cubicBezTo>
                    <a:pt x="2155" y="9514"/>
                    <a:pt x="3417" y="11848"/>
                    <a:pt x="2488" y="13931"/>
                  </a:cubicBezTo>
                  <a:cubicBezTo>
                    <a:pt x="1548" y="16015"/>
                    <a:pt x="0" y="18455"/>
                    <a:pt x="0" y="18455"/>
                  </a:cubicBezTo>
                  <a:cubicBezTo>
                    <a:pt x="111" y="18390"/>
                    <a:pt x="242" y="18360"/>
                    <a:pt x="390" y="18360"/>
                  </a:cubicBezTo>
                  <a:cubicBezTo>
                    <a:pt x="1609" y="18360"/>
                    <a:pt x="4032" y="20351"/>
                    <a:pt x="6834" y="20563"/>
                  </a:cubicBezTo>
                  <a:cubicBezTo>
                    <a:pt x="7206" y="20591"/>
                    <a:pt x="7569" y="20604"/>
                    <a:pt x="7921" y="20604"/>
                  </a:cubicBezTo>
                  <a:cubicBezTo>
                    <a:pt x="10524" y="20604"/>
                    <a:pt x="12502" y="19920"/>
                    <a:pt x="12502" y="19920"/>
                  </a:cubicBezTo>
                  <a:cubicBezTo>
                    <a:pt x="12502" y="19920"/>
                    <a:pt x="12811" y="15515"/>
                    <a:pt x="12728" y="14253"/>
                  </a:cubicBezTo>
                  <a:cubicBezTo>
                    <a:pt x="12633" y="12979"/>
                    <a:pt x="13621" y="10931"/>
                    <a:pt x="13704" y="9454"/>
                  </a:cubicBezTo>
                  <a:cubicBezTo>
                    <a:pt x="13799" y="8002"/>
                    <a:pt x="12859" y="6430"/>
                    <a:pt x="12252" y="5323"/>
                  </a:cubicBezTo>
                  <a:cubicBezTo>
                    <a:pt x="11632" y="4192"/>
                    <a:pt x="10668" y="739"/>
                    <a:pt x="10668" y="739"/>
                  </a:cubicBezTo>
                  <a:lnTo>
                    <a:pt x="945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9"/>
            <p:cNvSpPr/>
            <p:nvPr/>
          </p:nvSpPr>
          <p:spPr>
            <a:xfrm>
              <a:off x="974800" y="1626825"/>
              <a:ext cx="533725" cy="109850"/>
            </a:xfrm>
            <a:custGeom>
              <a:rect b="b" l="l" r="r" t="t"/>
              <a:pathLst>
                <a:path extrusionOk="0" h="4394" w="21349">
                  <a:moveTo>
                    <a:pt x="5275" y="0"/>
                  </a:moveTo>
                  <a:lnTo>
                    <a:pt x="1" y="3310"/>
                  </a:lnTo>
                  <a:lnTo>
                    <a:pt x="16372" y="4394"/>
                  </a:lnTo>
                  <a:lnTo>
                    <a:pt x="21349" y="679"/>
                  </a:lnTo>
                  <a:lnTo>
                    <a:pt x="527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9"/>
            <p:cNvSpPr/>
            <p:nvPr/>
          </p:nvSpPr>
          <p:spPr>
            <a:xfrm>
              <a:off x="974800" y="1626825"/>
              <a:ext cx="134875" cy="92000"/>
            </a:xfrm>
            <a:custGeom>
              <a:rect b="b" l="l" r="r" t="t"/>
              <a:pathLst>
                <a:path extrusionOk="0" h="3680" w="5395">
                  <a:moveTo>
                    <a:pt x="5275" y="0"/>
                  </a:moveTo>
                  <a:lnTo>
                    <a:pt x="1" y="3310"/>
                  </a:lnTo>
                  <a:lnTo>
                    <a:pt x="5395" y="3679"/>
                  </a:lnTo>
                  <a:lnTo>
                    <a:pt x="527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9"/>
            <p:cNvSpPr/>
            <p:nvPr/>
          </p:nvSpPr>
          <p:spPr>
            <a:xfrm>
              <a:off x="1137325" y="1565800"/>
              <a:ext cx="219400" cy="248825"/>
            </a:xfrm>
            <a:custGeom>
              <a:rect b="b" l="l" r="r" t="t"/>
              <a:pathLst>
                <a:path extrusionOk="0" h="9953" w="8776">
                  <a:moveTo>
                    <a:pt x="3454" y="0"/>
                  </a:moveTo>
                  <a:lnTo>
                    <a:pt x="3370" y="227"/>
                  </a:lnTo>
                  <a:lnTo>
                    <a:pt x="3335" y="286"/>
                  </a:lnTo>
                  <a:lnTo>
                    <a:pt x="3215" y="560"/>
                  </a:lnTo>
                  <a:lnTo>
                    <a:pt x="3001" y="1072"/>
                  </a:lnTo>
                  <a:lnTo>
                    <a:pt x="3001" y="1096"/>
                  </a:lnTo>
                  <a:lnTo>
                    <a:pt x="1811" y="3846"/>
                  </a:lnTo>
                  <a:lnTo>
                    <a:pt x="1668" y="4144"/>
                  </a:lnTo>
                  <a:lnTo>
                    <a:pt x="1465" y="4620"/>
                  </a:lnTo>
                  <a:lnTo>
                    <a:pt x="346" y="6954"/>
                  </a:lnTo>
                  <a:lnTo>
                    <a:pt x="120" y="7489"/>
                  </a:lnTo>
                  <a:cubicBezTo>
                    <a:pt x="1" y="7823"/>
                    <a:pt x="513" y="8418"/>
                    <a:pt x="1334" y="8954"/>
                  </a:cubicBezTo>
                  <a:cubicBezTo>
                    <a:pt x="1525" y="9073"/>
                    <a:pt x="1727" y="9192"/>
                    <a:pt x="1942" y="9311"/>
                  </a:cubicBezTo>
                  <a:cubicBezTo>
                    <a:pt x="2697" y="9712"/>
                    <a:pt x="3441" y="9952"/>
                    <a:pt x="3929" y="9952"/>
                  </a:cubicBezTo>
                  <a:cubicBezTo>
                    <a:pt x="4179" y="9952"/>
                    <a:pt x="4361" y="9889"/>
                    <a:pt x="4442" y="9752"/>
                  </a:cubicBezTo>
                  <a:lnTo>
                    <a:pt x="4680" y="9383"/>
                  </a:lnTo>
                  <a:lnTo>
                    <a:pt x="5001" y="8871"/>
                  </a:lnTo>
                  <a:lnTo>
                    <a:pt x="6418" y="6585"/>
                  </a:lnTo>
                  <a:lnTo>
                    <a:pt x="6585" y="6311"/>
                  </a:lnTo>
                  <a:lnTo>
                    <a:pt x="7561" y="4703"/>
                  </a:lnTo>
                  <a:lnTo>
                    <a:pt x="8145" y="3799"/>
                  </a:lnTo>
                  <a:lnTo>
                    <a:pt x="8454" y="3310"/>
                  </a:lnTo>
                  <a:lnTo>
                    <a:pt x="8609" y="3072"/>
                  </a:lnTo>
                  <a:lnTo>
                    <a:pt x="8669" y="3001"/>
                  </a:lnTo>
                  <a:lnTo>
                    <a:pt x="8776" y="2834"/>
                  </a:lnTo>
                  <a:lnTo>
                    <a:pt x="8752" y="2834"/>
                  </a:lnTo>
                  <a:lnTo>
                    <a:pt x="8335" y="2608"/>
                  </a:lnTo>
                  <a:cubicBezTo>
                    <a:pt x="8299" y="2525"/>
                    <a:pt x="8240" y="2429"/>
                    <a:pt x="8157" y="2346"/>
                  </a:cubicBezTo>
                  <a:cubicBezTo>
                    <a:pt x="8133" y="2298"/>
                    <a:pt x="8097" y="2251"/>
                    <a:pt x="8061" y="2203"/>
                  </a:cubicBezTo>
                  <a:cubicBezTo>
                    <a:pt x="7823" y="1929"/>
                    <a:pt x="7490" y="1643"/>
                    <a:pt x="7085" y="1358"/>
                  </a:cubicBezTo>
                  <a:cubicBezTo>
                    <a:pt x="7002" y="1286"/>
                    <a:pt x="6883" y="1227"/>
                    <a:pt x="6775" y="1155"/>
                  </a:cubicBezTo>
                  <a:lnTo>
                    <a:pt x="6371" y="929"/>
                  </a:lnTo>
                  <a:cubicBezTo>
                    <a:pt x="6228" y="858"/>
                    <a:pt x="6073" y="774"/>
                    <a:pt x="5942" y="715"/>
                  </a:cubicBezTo>
                  <a:cubicBezTo>
                    <a:pt x="5382" y="453"/>
                    <a:pt x="4823" y="298"/>
                    <a:pt x="4370" y="239"/>
                  </a:cubicBezTo>
                  <a:cubicBezTo>
                    <a:pt x="4311" y="239"/>
                    <a:pt x="4263" y="227"/>
                    <a:pt x="4204" y="227"/>
                  </a:cubicBezTo>
                  <a:cubicBezTo>
                    <a:pt x="4144" y="221"/>
                    <a:pt x="4088" y="218"/>
                    <a:pt x="4033" y="218"/>
                  </a:cubicBezTo>
                  <a:cubicBezTo>
                    <a:pt x="3977" y="218"/>
                    <a:pt x="3924" y="221"/>
                    <a:pt x="3870" y="227"/>
                  </a:cubicBezTo>
                  <a:lnTo>
                    <a:pt x="34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9"/>
            <p:cNvSpPr/>
            <p:nvPr/>
          </p:nvSpPr>
          <p:spPr>
            <a:xfrm>
              <a:off x="1181975" y="1590800"/>
              <a:ext cx="162550" cy="135000"/>
            </a:xfrm>
            <a:custGeom>
              <a:rect b="b" l="l" r="r" t="t"/>
              <a:pathLst>
                <a:path extrusionOk="0" h="5400" w="6502">
                  <a:moveTo>
                    <a:pt x="1120" y="1"/>
                  </a:moveTo>
                  <a:lnTo>
                    <a:pt x="25" y="2596"/>
                  </a:lnTo>
                  <a:cubicBezTo>
                    <a:pt x="1" y="2632"/>
                    <a:pt x="1" y="2668"/>
                    <a:pt x="1" y="2715"/>
                  </a:cubicBezTo>
                  <a:cubicBezTo>
                    <a:pt x="1" y="2751"/>
                    <a:pt x="25" y="2810"/>
                    <a:pt x="36" y="2870"/>
                  </a:cubicBezTo>
                  <a:cubicBezTo>
                    <a:pt x="167" y="3215"/>
                    <a:pt x="644" y="3691"/>
                    <a:pt x="1322" y="4156"/>
                  </a:cubicBezTo>
                  <a:cubicBezTo>
                    <a:pt x="1572" y="4323"/>
                    <a:pt x="1834" y="4477"/>
                    <a:pt x="2120" y="4632"/>
                  </a:cubicBezTo>
                  <a:cubicBezTo>
                    <a:pt x="3027" y="5120"/>
                    <a:pt x="3935" y="5400"/>
                    <a:pt x="4488" y="5400"/>
                  </a:cubicBezTo>
                  <a:cubicBezTo>
                    <a:pt x="4610" y="5400"/>
                    <a:pt x="4715" y="5386"/>
                    <a:pt x="4799" y="5358"/>
                  </a:cubicBezTo>
                  <a:cubicBezTo>
                    <a:pt x="4847" y="5346"/>
                    <a:pt x="4870" y="5335"/>
                    <a:pt x="4882" y="5311"/>
                  </a:cubicBezTo>
                  <a:cubicBezTo>
                    <a:pt x="4930" y="5299"/>
                    <a:pt x="4954" y="5263"/>
                    <a:pt x="4978" y="5239"/>
                  </a:cubicBezTo>
                  <a:lnTo>
                    <a:pt x="6502" y="2870"/>
                  </a:lnTo>
                  <a:lnTo>
                    <a:pt x="6478" y="2870"/>
                  </a:lnTo>
                  <a:cubicBezTo>
                    <a:pt x="6454" y="2870"/>
                    <a:pt x="6406" y="2858"/>
                    <a:pt x="6359" y="2858"/>
                  </a:cubicBezTo>
                  <a:cubicBezTo>
                    <a:pt x="5692" y="2751"/>
                    <a:pt x="4680" y="2382"/>
                    <a:pt x="3620" y="1822"/>
                  </a:cubicBezTo>
                  <a:cubicBezTo>
                    <a:pt x="3382" y="1691"/>
                    <a:pt x="3180" y="1560"/>
                    <a:pt x="2965" y="1441"/>
                  </a:cubicBezTo>
                  <a:cubicBezTo>
                    <a:pt x="2203" y="989"/>
                    <a:pt x="1584" y="501"/>
                    <a:pt x="1227" y="120"/>
                  </a:cubicBezTo>
                  <a:lnTo>
                    <a:pt x="1132" y="36"/>
                  </a:lnTo>
                  <a:cubicBezTo>
                    <a:pt x="1132" y="12"/>
                    <a:pt x="1120" y="12"/>
                    <a:pt x="1120" y="1"/>
                  </a:cubicBezTo>
                  <a:close/>
                </a:path>
              </a:pathLst>
            </a:custGeom>
            <a:solidFill>
              <a:srgbClr val="D91F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9"/>
            <p:cNvSpPr/>
            <p:nvPr/>
          </p:nvSpPr>
          <p:spPr>
            <a:xfrm>
              <a:off x="1138225" y="1545300"/>
              <a:ext cx="132775" cy="244650"/>
            </a:xfrm>
            <a:custGeom>
              <a:rect b="b" l="l" r="r" t="t"/>
              <a:pathLst>
                <a:path extrusionOk="0" h="9786" w="5311">
                  <a:moveTo>
                    <a:pt x="3993" y="0"/>
                  </a:moveTo>
                  <a:cubicBezTo>
                    <a:pt x="3664" y="0"/>
                    <a:pt x="3433" y="81"/>
                    <a:pt x="3346" y="249"/>
                  </a:cubicBezTo>
                  <a:lnTo>
                    <a:pt x="3215" y="499"/>
                  </a:lnTo>
                  <a:lnTo>
                    <a:pt x="3084" y="737"/>
                  </a:lnTo>
                  <a:cubicBezTo>
                    <a:pt x="3001" y="868"/>
                    <a:pt x="3037" y="1047"/>
                    <a:pt x="3144" y="1261"/>
                  </a:cubicBezTo>
                  <a:lnTo>
                    <a:pt x="2906" y="1821"/>
                  </a:lnTo>
                  <a:cubicBezTo>
                    <a:pt x="2906" y="1809"/>
                    <a:pt x="2882" y="1809"/>
                    <a:pt x="2882" y="1797"/>
                  </a:cubicBezTo>
                  <a:lnTo>
                    <a:pt x="1786" y="4380"/>
                  </a:lnTo>
                  <a:cubicBezTo>
                    <a:pt x="1775" y="4416"/>
                    <a:pt x="1775" y="4452"/>
                    <a:pt x="1775" y="4499"/>
                  </a:cubicBezTo>
                  <a:lnTo>
                    <a:pt x="1667" y="4738"/>
                  </a:lnTo>
                  <a:cubicBezTo>
                    <a:pt x="1632" y="4797"/>
                    <a:pt x="1632" y="4892"/>
                    <a:pt x="1667" y="4976"/>
                  </a:cubicBezTo>
                  <a:lnTo>
                    <a:pt x="1453" y="5452"/>
                  </a:lnTo>
                  <a:lnTo>
                    <a:pt x="346" y="7786"/>
                  </a:lnTo>
                  <a:lnTo>
                    <a:pt x="120" y="8321"/>
                  </a:lnTo>
                  <a:cubicBezTo>
                    <a:pt x="1" y="8655"/>
                    <a:pt x="501" y="9238"/>
                    <a:pt x="1322" y="9786"/>
                  </a:cubicBezTo>
                  <a:cubicBezTo>
                    <a:pt x="1679" y="8821"/>
                    <a:pt x="4656" y="1856"/>
                    <a:pt x="5311" y="261"/>
                  </a:cubicBezTo>
                  <a:cubicBezTo>
                    <a:pt x="4797" y="90"/>
                    <a:pt x="4341" y="0"/>
                    <a:pt x="3993" y="0"/>
                  </a:cubicBez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9"/>
            <p:cNvSpPr/>
            <p:nvPr/>
          </p:nvSpPr>
          <p:spPr>
            <a:xfrm>
              <a:off x="1212925" y="1550925"/>
              <a:ext cx="158400" cy="98825"/>
            </a:xfrm>
            <a:custGeom>
              <a:rect b="b" l="l" r="r" t="t"/>
              <a:pathLst>
                <a:path extrusionOk="0" h="3953" w="6336">
                  <a:moveTo>
                    <a:pt x="346" y="0"/>
                  </a:moveTo>
                  <a:lnTo>
                    <a:pt x="203" y="262"/>
                  </a:lnTo>
                  <a:lnTo>
                    <a:pt x="72" y="500"/>
                  </a:lnTo>
                  <a:cubicBezTo>
                    <a:pt x="1" y="631"/>
                    <a:pt x="37" y="810"/>
                    <a:pt x="132" y="1012"/>
                  </a:cubicBezTo>
                  <a:cubicBezTo>
                    <a:pt x="156" y="1060"/>
                    <a:pt x="180" y="1107"/>
                    <a:pt x="203" y="1155"/>
                  </a:cubicBezTo>
                  <a:cubicBezTo>
                    <a:pt x="501" y="1607"/>
                    <a:pt x="1132" y="2167"/>
                    <a:pt x="1966" y="2667"/>
                  </a:cubicBezTo>
                  <a:cubicBezTo>
                    <a:pt x="1966" y="2679"/>
                    <a:pt x="1977" y="2679"/>
                    <a:pt x="1977" y="2679"/>
                  </a:cubicBezTo>
                  <a:cubicBezTo>
                    <a:pt x="2180" y="2798"/>
                    <a:pt x="2370" y="2917"/>
                    <a:pt x="2573" y="3024"/>
                  </a:cubicBezTo>
                  <a:cubicBezTo>
                    <a:pt x="2787" y="3143"/>
                    <a:pt x="2989" y="3251"/>
                    <a:pt x="3204" y="3334"/>
                  </a:cubicBezTo>
                  <a:lnTo>
                    <a:pt x="3216" y="3334"/>
                  </a:lnTo>
                  <a:cubicBezTo>
                    <a:pt x="4109" y="3739"/>
                    <a:pt x="4918" y="3953"/>
                    <a:pt x="5454" y="3953"/>
                  </a:cubicBezTo>
                  <a:cubicBezTo>
                    <a:pt x="5514" y="3953"/>
                    <a:pt x="5549" y="3929"/>
                    <a:pt x="5597" y="3929"/>
                  </a:cubicBezTo>
                  <a:cubicBezTo>
                    <a:pt x="5823" y="3905"/>
                    <a:pt x="5990" y="3834"/>
                    <a:pt x="6085" y="3703"/>
                  </a:cubicBezTo>
                  <a:lnTo>
                    <a:pt x="6204" y="3465"/>
                  </a:lnTo>
                  <a:lnTo>
                    <a:pt x="6335" y="3215"/>
                  </a:lnTo>
                  <a:lnTo>
                    <a:pt x="6335" y="3203"/>
                  </a:lnTo>
                  <a:lnTo>
                    <a:pt x="5859" y="2953"/>
                  </a:lnTo>
                  <a:cubicBezTo>
                    <a:pt x="5847" y="2941"/>
                    <a:pt x="5823" y="2905"/>
                    <a:pt x="5799" y="2881"/>
                  </a:cubicBezTo>
                  <a:cubicBezTo>
                    <a:pt x="5740" y="2822"/>
                    <a:pt x="5704" y="2762"/>
                    <a:pt x="5645" y="2703"/>
                  </a:cubicBezTo>
                  <a:cubicBezTo>
                    <a:pt x="5549" y="2596"/>
                    <a:pt x="5442" y="2500"/>
                    <a:pt x="5347" y="2405"/>
                  </a:cubicBezTo>
                  <a:cubicBezTo>
                    <a:pt x="5073" y="2167"/>
                    <a:pt x="4763" y="1929"/>
                    <a:pt x="4406" y="1691"/>
                  </a:cubicBezTo>
                  <a:cubicBezTo>
                    <a:pt x="4299" y="1607"/>
                    <a:pt x="4192" y="1548"/>
                    <a:pt x="4073" y="1477"/>
                  </a:cubicBezTo>
                  <a:cubicBezTo>
                    <a:pt x="3918" y="1369"/>
                    <a:pt x="3751" y="1274"/>
                    <a:pt x="3573" y="1179"/>
                  </a:cubicBezTo>
                  <a:cubicBezTo>
                    <a:pt x="3406" y="1096"/>
                    <a:pt x="3239" y="1012"/>
                    <a:pt x="3097" y="941"/>
                  </a:cubicBezTo>
                  <a:cubicBezTo>
                    <a:pt x="2549" y="679"/>
                    <a:pt x="2025" y="500"/>
                    <a:pt x="1573" y="381"/>
                  </a:cubicBezTo>
                  <a:cubicBezTo>
                    <a:pt x="1430" y="334"/>
                    <a:pt x="1299" y="298"/>
                    <a:pt x="1156" y="286"/>
                  </a:cubicBezTo>
                  <a:cubicBezTo>
                    <a:pt x="1084" y="274"/>
                    <a:pt x="1001" y="262"/>
                    <a:pt x="918" y="262"/>
                  </a:cubicBezTo>
                  <a:lnTo>
                    <a:pt x="823" y="262"/>
                  </a:lnTo>
                  <a:lnTo>
                    <a:pt x="34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9"/>
            <p:cNvSpPr/>
            <p:nvPr/>
          </p:nvSpPr>
          <p:spPr>
            <a:xfrm>
              <a:off x="1216200" y="1551800"/>
              <a:ext cx="155400" cy="92000"/>
            </a:xfrm>
            <a:custGeom>
              <a:rect b="b" l="l" r="r" t="t"/>
              <a:pathLst>
                <a:path extrusionOk="0" h="3680" w="6216">
                  <a:moveTo>
                    <a:pt x="215" y="1"/>
                  </a:moveTo>
                  <a:lnTo>
                    <a:pt x="84" y="251"/>
                  </a:lnTo>
                  <a:cubicBezTo>
                    <a:pt x="1" y="382"/>
                    <a:pt x="25" y="549"/>
                    <a:pt x="120" y="739"/>
                  </a:cubicBezTo>
                  <a:cubicBezTo>
                    <a:pt x="144" y="787"/>
                    <a:pt x="168" y="834"/>
                    <a:pt x="203" y="882"/>
                  </a:cubicBezTo>
                  <a:cubicBezTo>
                    <a:pt x="239" y="953"/>
                    <a:pt x="287" y="1013"/>
                    <a:pt x="334" y="1072"/>
                  </a:cubicBezTo>
                  <a:cubicBezTo>
                    <a:pt x="680" y="1489"/>
                    <a:pt x="1251" y="1977"/>
                    <a:pt x="2001" y="2442"/>
                  </a:cubicBezTo>
                  <a:cubicBezTo>
                    <a:pt x="2180" y="2549"/>
                    <a:pt x="2370" y="2668"/>
                    <a:pt x="2585" y="2763"/>
                  </a:cubicBezTo>
                  <a:cubicBezTo>
                    <a:pt x="3597" y="3299"/>
                    <a:pt x="4573" y="3632"/>
                    <a:pt x="5240" y="3680"/>
                  </a:cubicBezTo>
                  <a:lnTo>
                    <a:pt x="5466" y="3680"/>
                  </a:lnTo>
                  <a:cubicBezTo>
                    <a:pt x="5514" y="3680"/>
                    <a:pt x="5573" y="3656"/>
                    <a:pt x="5621" y="3656"/>
                  </a:cubicBezTo>
                  <a:cubicBezTo>
                    <a:pt x="5835" y="3632"/>
                    <a:pt x="5990" y="3561"/>
                    <a:pt x="6073" y="3466"/>
                  </a:cubicBezTo>
                  <a:lnTo>
                    <a:pt x="6216" y="3216"/>
                  </a:lnTo>
                  <a:lnTo>
                    <a:pt x="6216" y="3192"/>
                  </a:lnTo>
                  <a:lnTo>
                    <a:pt x="5740" y="2942"/>
                  </a:lnTo>
                  <a:cubicBezTo>
                    <a:pt x="5716" y="2930"/>
                    <a:pt x="5692" y="2894"/>
                    <a:pt x="5680" y="2870"/>
                  </a:cubicBezTo>
                  <a:cubicBezTo>
                    <a:pt x="5621" y="2811"/>
                    <a:pt x="5573" y="2751"/>
                    <a:pt x="5514" y="2692"/>
                  </a:cubicBezTo>
                  <a:cubicBezTo>
                    <a:pt x="5418" y="2584"/>
                    <a:pt x="5323" y="2501"/>
                    <a:pt x="5216" y="2394"/>
                  </a:cubicBezTo>
                  <a:cubicBezTo>
                    <a:pt x="4942" y="2156"/>
                    <a:pt x="4632" y="1918"/>
                    <a:pt x="4275" y="1680"/>
                  </a:cubicBezTo>
                  <a:cubicBezTo>
                    <a:pt x="4168" y="1608"/>
                    <a:pt x="4073" y="1549"/>
                    <a:pt x="3954" y="1465"/>
                  </a:cubicBezTo>
                  <a:cubicBezTo>
                    <a:pt x="3787" y="1370"/>
                    <a:pt x="3620" y="1263"/>
                    <a:pt x="3442" y="1168"/>
                  </a:cubicBezTo>
                  <a:cubicBezTo>
                    <a:pt x="3275" y="1084"/>
                    <a:pt x="3120" y="1013"/>
                    <a:pt x="2966" y="941"/>
                  </a:cubicBezTo>
                  <a:cubicBezTo>
                    <a:pt x="2418" y="668"/>
                    <a:pt x="1894" y="489"/>
                    <a:pt x="1454" y="370"/>
                  </a:cubicBezTo>
                  <a:cubicBezTo>
                    <a:pt x="1299" y="322"/>
                    <a:pt x="1168" y="299"/>
                    <a:pt x="1037" y="275"/>
                  </a:cubicBezTo>
                  <a:cubicBezTo>
                    <a:pt x="953" y="263"/>
                    <a:pt x="870" y="251"/>
                    <a:pt x="799" y="251"/>
                  </a:cubicBezTo>
                  <a:lnTo>
                    <a:pt x="692" y="251"/>
                  </a:lnTo>
                  <a:lnTo>
                    <a:pt x="215" y="1"/>
                  </a:lnTo>
                  <a:close/>
                </a:path>
              </a:pathLst>
            </a:custGeom>
            <a:solidFill>
              <a:srgbClr val="DB2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9"/>
            <p:cNvSpPr/>
            <p:nvPr/>
          </p:nvSpPr>
          <p:spPr>
            <a:xfrm>
              <a:off x="1216200" y="1551800"/>
              <a:ext cx="155400" cy="92000"/>
            </a:xfrm>
            <a:custGeom>
              <a:rect b="b" l="l" r="r" t="t"/>
              <a:pathLst>
                <a:path extrusionOk="0" h="3680" w="6216">
                  <a:moveTo>
                    <a:pt x="215" y="1"/>
                  </a:moveTo>
                  <a:lnTo>
                    <a:pt x="84" y="251"/>
                  </a:lnTo>
                  <a:cubicBezTo>
                    <a:pt x="1" y="382"/>
                    <a:pt x="25" y="549"/>
                    <a:pt x="120" y="739"/>
                  </a:cubicBezTo>
                  <a:cubicBezTo>
                    <a:pt x="144" y="787"/>
                    <a:pt x="168" y="834"/>
                    <a:pt x="203" y="882"/>
                  </a:cubicBezTo>
                  <a:cubicBezTo>
                    <a:pt x="239" y="953"/>
                    <a:pt x="287" y="1013"/>
                    <a:pt x="334" y="1072"/>
                  </a:cubicBezTo>
                  <a:cubicBezTo>
                    <a:pt x="680" y="1489"/>
                    <a:pt x="1251" y="1977"/>
                    <a:pt x="2001" y="2442"/>
                  </a:cubicBezTo>
                  <a:cubicBezTo>
                    <a:pt x="2180" y="2549"/>
                    <a:pt x="2370" y="2668"/>
                    <a:pt x="2585" y="2763"/>
                  </a:cubicBezTo>
                  <a:cubicBezTo>
                    <a:pt x="3597" y="3299"/>
                    <a:pt x="4573" y="3632"/>
                    <a:pt x="5240" y="3680"/>
                  </a:cubicBezTo>
                  <a:lnTo>
                    <a:pt x="5466" y="3680"/>
                  </a:lnTo>
                  <a:cubicBezTo>
                    <a:pt x="5514" y="3680"/>
                    <a:pt x="5573" y="3656"/>
                    <a:pt x="5621" y="3656"/>
                  </a:cubicBezTo>
                  <a:cubicBezTo>
                    <a:pt x="5835" y="3632"/>
                    <a:pt x="5990" y="3561"/>
                    <a:pt x="6073" y="3466"/>
                  </a:cubicBezTo>
                  <a:lnTo>
                    <a:pt x="6216" y="3216"/>
                  </a:lnTo>
                  <a:lnTo>
                    <a:pt x="6216" y="3192"/>
                  </a:lnTo>
                  <a:lnTo>
                    <a:pt x="5740" y="2942"/>
                  </a:lnTo>
                  <a:cubicBezTo>
                    <a:pt x="5716" y="2930"/>
                    <a:pt x="5692" y="2894"/>
                    <a:pt x="5680" y="2870"/>
                  </a:cubicBezTo>
                  <a:cubicBezTo>
                    <a:pt x="5621" y="2811"/>
                    <a:pt x="5573" y="2751"/>
                    <a:pt x="5514" y="2692"/>
                  </a:cubicBezTo>
                  <a:cubicBezTo>
                    <a:pt x="5418" y="2584"/>
                    <a:pt x="5323" y="2501"/>
                    <a:pt x="5216" y="2394"/>
                  </a:cubicBezTo>
                  <a:cubicBezTo>
                    <a:pt x="4942" y="2156"/>
                    <a:pt x="4632" y="1918"/>
                    <a:pt x="4275" y="1680"/>
                  </a:cubicBezTo>
                  <a:cubicBezTo>
                    <a:pt x="4168" y="1608"/>
                    <a:pt x="4073" y="1549"/>
                    <a:pt x="3954" y="1465"/>
                  </a:cubicBezTo>
                  <a:cubicBezTo>
                    <a:pt x="3787" y="1370"/>
                    <a:pt x="3620" y="1263"/>
                    <a:pt x="3442" y="1168"/>
                  </a:cubicBezTo>
                  <a:cubicBezTo>
                    <a:pt x="3275" y="1084"/>
                    <a:pt x="3120" y="1013"/>
                    <a:pt x="2966" y="941"/>
                  </a:cubicBezTo>
                  <a:cubicBezTo>
                    <a:pt x="2418" y="668"/>
                    <a:pt x="1894" y="489"/>
                    <a:pt x="1454" y="370"/>
                  </a:cubicBezTo>
                  <a:cubicBezTo>
                    <a:pt x="1299" y="322"/>
                    <a:pt x="1168" y="299"/>
                    <a:pt x="1037" y="275"/>
                  </a:cubicBezTo>
                  <a:cubicBezTo>
                    <a:pt x="953" y="263"/>
                    <a:pt x="870" y="251"/>
                    <a:pt x="799" y="251"/>
                  </a:cubicBezTo>
                  <a:lnTo>
                    <a:pt x="692" y="251"/>
                  </a:lnTo>
                  <a:lnTo>
                    <a:pt x="215" y="1"/>
                  </a:ln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9"/>
            <p:cNvSpPr/>
            <p:nvPr/>
          </p:nvSpPr>
          <p:spPr>
            <a:xfrm>
              <a:off x="1219475" y="1544875"/>
              <a:ext cx="157200" cy="92100"/>
            </a:xfrm>
            <a:custGeom>
              <a:rect b="b" l="l" r="r" t="t"/>
              <a:pathLst>
                <a:path extrusionOk="0" h="3684" w="6288">
                  <a:moveTo>
                    <a:pt x="735" y="0"/>
                  </a:moveTo>
                  <a:cubicBezTo>
                    <a:pt x="411" y="0"/>
                    <a:pt x="185" y="78"/>
                    <a:pt x="96" y="242"/>
                  </a:cubicBezTo>
                  <a:cubicBezTo>
                    <a:pt x="1" y="397"/>
                    <a:pt x="49" y="599"/>
                    <a:pt x="203" y="837"/>
                  </a:cubicBezTo>
                  <a:lnTo>
                    <a:pt x="203" y="861"/>
                  </a:lnTo>
                  <a:cubicBezTo>
                    <a:pt x="489" y="1338"/>
                    <a:pt x="1156" y="1909"/>
                    <a:pt x="2025" y="2445"/>
                  </a:cubicBezTo>
                  <a:cubicBezTo>
                    <a:pt x="2204" y="2552"/>
                    <a:pt x="2382" y="2659"/>
                    <a:pt x="2585" y="2766"/>
                  </a:cubicBezTo>
                  <a:cubicBezTo>
                    <a:pt x="3418" y="3207"/>
                    <a:pt x="4216" y="3504"/>
                    <a:pt x="4859" y="3623"/>
                  </a:cubicBezTo>
                  <a:cubicBezTo>
                    <a:pt x="5073" y="3671"/>
                    <a:pt x="5263" y="3683"/>
                    <a:pt x="5430" y="3683"/>
                  </a:cubicBezTo>
                  <a:lnTo>
                    <a:pt x="5502" y="3683"/>
                  </a:lnTo>
                  <a:cubicBezTo>
                    <a:pt x="5787" y="3671"/>
                    <a:pt x="5978" y="3600"/>
                    <a:pt x="6073" y="3445"/>
                  </a:cubicBezTo>
                  <a:lnTo>
                    <a:pt x="6073" y="3433"/>
                  </a:lnTo>
                  <a:cubicBezTo>
                    <a:pt x="6287" y="3028"/>
                    <a:pt x="5644" y="2266"/>
                    <a:pt x="4573" y="1528"/>
                  </a:cubicBezTo>
                  <a:cubicBezTo>
                    <a:pt x="4454" y="1457"/>
                    <a:pt x="4347" y="1373"/>
                    <a:pt x="4228" y="1302"/>
                  </a:cubicBezTo>
                  <a:cubicBezTo>
                    <a:pt x="4025" y="1171"/>
                    <a:pt x="3811" y="1040"/>
                    <a:pt x="3573" y="921"/>
                  </a:cubicBezTo>
                  <a:cubicBezTo>
                    <a:pt x="3382" y="814"/>
                    <a:pt x="3192" y="718"/>
                    <a:pt x="3001" y="635"/>
                  </a:cubicBezTo>
                  <a:cubicBezTo>
                    <a:pt x="2104" y="224"/>
                    <a:pt x="1281" y="0"/>
                    <a:pt x="735" y="0"/>
                  </a:cubicBezTo>
                  <a:close/>
                </a:path>
              </a:pathLst>
            </a:custGeom>
            <a:solidFill>
              <a:srgbClr val="D91F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9"/>
            <p:cNvSpPr/>
            <p:nvPr/>
          </p:nvSpPr>
          <p:spPr>
            <a:xfrm>
              <a:off x="1234975" y="1557250"/>
              <a:ext cx="122650" cy="67550"/>
            </a:xfrm>
            <a:custGeom>
              <a:rect b="b" l="l" r="r" t="t"/>
              <a:pathLst>
                <a:path extrusionOk="0" h="2702" w="4906">
                  <a:moveTo>
                    <a:pt x="548" y="0"/>
                  </a:moveTo>
                  <a:cubicBezTo>
                    <a:pt x="360" y="0"/>
                    <a:pt x="229" y="45"/>
                    <a:pt x="179" y="140"/>
                  </a:cubicBezTo>
                  <a:cubicBezTo>
                    <a:pt x="0" y="462"/>
                    <a:pt x="881" y="1271"/>
                    <a:pt x="2143" y="1938"/>
                  </a:cubicBezTo>
                  <a:cubicBezTo>
                    <a:pt x="3044" y="2418"/>
                    <a:pt x="3896" y="2701"/>
                    <a:pt x="4368" y="2701"/>
                  </a:cubicBezTo>
                  <a:cubicBezTo>
                    <a:pt x="4551" y="2701"/>
                    <a:pt x="4677" y="2659"/>
                    <a:pt x="4727" y="2569"/>
                  </a:cubicBezTo>
                  <a:cubicBezTo>
                    <a:pt x="4905" y="2236"/>
                    <a:pt x="4036" y="1438"/>
                    <a:pt x="2762" y="759"/>
                  </a:cubicBezTo>
                  <a:cubicBezTo>
                    <a:pt x="1868" y="282"/>
                    <a:pt x="1023" y="0"/>
                    <a:pt x="548" y="0"/>
                  </a:cubicBez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9"/>
            <p:cNvSpPr/>
            <p:nvPr/>
          </p:nvSpPr>
          <p:spPr>
            <a:xfrm>
              <a:off x="1301650" y="1533650"/>
              <a:ext cx="76500" cy="71700"/>
            </a:xfrm>
            <a:custGeom>
              <a:rect b="b" l="l" r="r" t="t"/>
              <a:pathLst>
                <a:path extrusionOk="0" h="2868" w="3060">
                  <a:moveTo>
                    <a:pt x="2750" y="1"/>
                  </a:moveTo>
                  <a:lnTo>
                    <a:pt x="24" y="2656"/>
                  </a:lnTo>
                  <a:cubicBezTo>
                    <a:pt x="24" y="2656"/>
                    <a:pt x="0" y="2739"/>
                    <a:pt x="155" y="2822"/>
                  </a:cubicBezTo>
                  <a:cubicBezTo>
                    <a:pt x="215" y="2857"/>
                    <a:pt x="260" y="2868"/>
                    <a:pt x="293" y="2868"/>
                  </a:cubicBezTo>
                  <a:cubicBezTo>
                    <a:pt x="350" y="2868"/>
                    <a:pt x="369" y="2834"/>
                    <a:pt x="369" y="2834"/>
                  </a:cubicBezTo>
                  <a:lnTo>
                    <a:pt x="3060" y="310"/>
                  </a:lnTo>
                  <a:lnTo>
                    <a:pt x="2750" y="1"/>
                  </a:lnTo>
                  <a:close/>
                </a:path>
              </a:pathLst>
            </a:custGeom>
            <a:solidFill>
              <a:srgbClr val="E3E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9"/>
            <p:cNvSpPr/>
            <p:nvPr/>
          </p:nvSpPr>
          <p:spPr>
            <a:xfrm>
              <a:off x="1369200" y="1532725"/>
              <a:ext cx="10150" cy="9150"/>
            </a:xfrm>
            <a:custGeom>
              <a:rect b="b" l="l" r="r" t="t"/>
              <a:pathLst>
                <a:path extrusionOk="0" h="366" w="406">
                  <a:moveTo>
                    <a:pt x="71" y="0"/>
                  </a:moveTo>
                  <a:cubicBezTo>
                    <a:pt x="53" y="0"/>
                    <a:pt x="37" y="5"/>
                    <a:pt x="25" y="14"/>
                  </a:cubicBezTo>
                  <a:cubicBezTo>
                    <a:pt x="1" y="61"/>
                    <a:pt x="25" y="169"/>
                    <a:pt x="120" y="252"/>
                  </a:cubicBezTo>
                  <a:cubicBezTo>
                    <a:pt x="181" y="322"/>
                    <a:pt x="255" y="366"/>
                    <a:pt x="308" y="366"/>
                  </a:cubicBezTo>
                  <a:cubicBezTo>
                    <a:pt x="328" y="366"/>
                    <a:pt x="345" y="360"/>
                    <a:pt x="358" y="347"/>
                  </a:cubicBezTo>
                  <a:cubicBezTo>
                    <a:pt x="406" y="300"/>
                    <a:pt x="370" y="192"/>
                    <a:pt x="263" y="109"/>
                  </a:cubicBezTo>
                  <a:cubicBezTo>
                    <a:pt x="201" y="38"/>
                    <a:pt x="125" y="0"/>
                    <a:pt x="71" y="0"/>
                  </a:cubicBezTo>
                  <a:close/>
                </a:path>
              </a:pathLst>
            </a:custGeom>
            <a:solidFill>
              <a:srgbClr val="E3E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9"/>
            <p:cNvSpPr/>
            <p:nvPr/>
          </p:nvSpPr>
          <p:spPr>
            <a:xfrm>
              <a:off x="1369200" y="1532725"/>
              <a:ext cx="10150" cy="9150"/>
            </a:xfrm>
            <a:custGeom>
              <a:rect b="b" l="l" r="r" t="t"/>
              <a:pathLst>
                <a:path extrusionOk="0" h="366" w="406">
                  <a:moveTo>
                    <a:pt x="71" y="0"/>
                  </a:moveTo>
                  <a:cubicBezTo>
                    <a:pt x="53" y="0"/>
                    <a:pt x="37" y="5"/>
                    <a:pt x="25" y="14"/>
                  </a:cubicBezTo>
                  <a:cubicBezTo>
                    <a:pt x="1" y="61"/>
                    <a:pt x="25" y="169"/>
                    <a:pt x="120" y="252"/>
                  </a:cubicBezTo>
                  <a:cubicBezTo>
                    <a:pt x="181" y="322"/>
                    <a:pt x="255" y="366"/>
                    <a:pt x="308" y="366"/>
                  </a:cubicBezTo>
                  <a:cubicBezTo>
                    <a:pt x="328" y="366"/>
                    <a:pt x="345" y="360"/>
                    <a:pt x="358" y="347"/>
                  </a:cubicBezTo>
                  <a:cubicBezTo>
                    <a:pt x="406" y="300"/>
                    <a:pt x="370" y="192"/>
                    <a:pt x="263" y="109"/>
                  </a:cubicBezTo>
                  <a:cubicBezTo>
                    <a:pt x="201" y="38"/>
                    <a:pt x="125" y="0"/>
                    <a:pt x="71" y="0"/>
                  </a:cubicBezTo>
                  <a:close/>
                </a:path>
              </a:pathLst>
            </a:custGeom>
            <a:solidFill>
              <a:srgbClr val="BEC2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9"/>
            <p:cNvSpPr/>
            <p:nvPr/>
          </p:nvSpPr>
          <p:spPr>
            <a:xfrm>
              <a:off x="1337650" y="1578600"/>
              <a:ext cx="158075" cy="194250"/>
            </a:xfrm>
            <a:custGeom>
              <a:rect b="b" l="l" r="r" t="t"/>
              <a:pathLst>
                <a:path extrusionOk="0" h="7770" w="6323">
                  <a:moveTo>
                    <a:pt x="4013" y="0"/>
                  </a:moveTo>
                  <a:lnTo>
                    <a:pt x="3846" y="286"/>
                  </a:lnTo>
                  <a:cubicBezTo>
                    <a:pt x="3299" y="358"/>
                    <a:pt x="2346" y="1608"/>
                    <a:pt x="2120" y="2024"/>
                  </a:cubicBezTo>
                  <a:lnTo>
                    <a:pt x="96" y="5715"/>
                  </a:lnTo>
                  <a:cubicBezTo>
                    <a:pt x="1" y="5906"/>
                    <a:pt x="120" y="6180"/>
                    <a:pt x="358" y="6311"/>
                  </a:cubicBezTo>
                  <a:lnTo>
                    <a:pt x="2894" y="7692"/>
                  </a:lnTo>
                  <a:cubicBezTo>
                    <a:pt x="2997" y="7743"/>
                    <a:pt x="3102" y="7769"/>
                    <a:pt x="3197" y="7769"/>
                  </a:cubicBezTo>
                  <a:cubicBezTo>
                    <a:pt x="3345" y="7769"/>
                    <a:pt x="3472" y="7708"/>
                    <a:pt x="3537" y="7585"/>
                  </a:cubicBezTo>
                  <a:lnTo>
                    <a:pt x="5561" y="3894"/>
                  </a:lnTo>
                  <a:cubicBezTo>
                    <a:pt x="5787" y="3477"/>
                    <a:pt x="6323" y="2013"/>
                    <a:pt x="6097" y="1501"/>
                  </a:cubicBezTo>
                  <a:lnTo>
                    <a:pt x="6263" y="1215"/>
                  </a:lnTo>
                  <a:lnTo>
                    <a:pt x="401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9"/>
            <p:cNvSpPr/>
            <p:nvPr/>
          </p:nvSpPr>
          <p:spPr>
            <a:xfrm>
              <a:off x="1433800" y="1576800"/>
              <a:ext cx="61050" cy="39625"/>
            </a:xfrm>
            <a:custGeom>
              <a:rect b="b" l="l" r="r" t="t"/>
              <a:pathLst>
                <a:path extrusionOk="0" h="1585" w="2442">
                  <a:moveTo>
                    <a:pt x="203" y="1"/>
                  </a:moveTo>
                  <a:lnTo>
                    <a:pt x="0" y="358"/>
                  </a:lnTo>
                  <a:lnTo>
                    <a:pt x="2251" y="1584"/>
                  </a:lnTo>
                  <a:lnTo>
                    <a:pt x="2441" y="1227"/>
                  </a:lnTo>
                  <a:lnTo>
                    <a:pt x="203" y="1"/>
                  </a:ln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9"/>
            <p:cNvSpPr/>
            <p:nvPr/>
          </p:nvSpPr>
          <p:spPr>
            <a:xfrm>
              <a:off x="1433500" y="1550375"/>
              <a:ext cx="79800" cy="60225"/>
            </a:xfrm>
            <a:custGeom>
              <a:rect b="b" l="l" r="r" t="t"/>
              <a:pathLst>
                <a:path extrusionOk="0" h="2409" w="3192">
                  <a:moveTo>
                    <a:pt x="596" y="1"/>
                  </a:moveTo>
                  <a:cubicBezTo>
                    <a:pt x="554" y="1"/>
                    <a:pt x="515" y="23"/>
                    <a:pt x="489" y="58"/>
                  </a:cubicBezTo>
                  <a:lnTo>
                    <a:pt x="36" y="891"/>
                  </a:lnTo>
                  <a:cubicBezTo>
                    <a:pt x="1" y="951"/>
                    <a:pt x="36" y="1010"/>
                    <a:pt x="72" y="1034"/>
                  </a:cubicBezTo>
                  <a:lnTo>
                    <a:pt x="2548" y="2391"/>
                  </a:lnTo>
                  <a:cubicBezTo>
                    <a:pt x="2564" y="2403"/>
                    <a:pt x="2581" y="2408"/>
                    <a:pt x="2600" y="2408"/>
                  </a:cubicBezTo>
                  <a:cubicBezTo>
                    <a:pt x="2638" y="2408"/>
                    <a:pt x="2679" y="2384"/>
                    <a:pt x="2703" y="2344"/>
                  </a:cubicBezTo>
                  <a:lnTo>
                    <a:pt x="3156" y="1510"/>
                  </a:lnTo>
                  <a:cubicBezTo>
                    <a:pt x="3191" y="1451"/>
                    <a:pt x="3156" y="1391"/>
                    <a:pt x="3120" y="1368"/>
                  </a:cubicBezTo>
                  <a:lnTo>
                    <a:pt x="643" y="10"/>
                  </a:lnTo>
                  <a:cubicBezTo>
                    <a:pt x="627" y="4"/>
                    <a:pt x="612" y="1"/>
                    <a:pt x="596"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9"/>
            <p:cNvSpPr/>
            <p:nvPr/>
          </p:nvSpPr>
          <p:spPr>
            <a:xfrm>
              <a:off x="1346000" y="1631275"/>
              <a:ext cx="130100" cy="125950"/>
            </a:xfrm>
            <a:custGeom>
              <a:rect b="b" l="l" r="r" t="t"/>
              <a:pathLst>
                <a:path extrusionOk="0" h="5038" w="5204">
                  <a:moveTo>
                    <a:pt x="1715" y="1"/>
                  </a:moveTo>
                  <a:lnTo>
                    <a:pt x="0" y="3132"/>
                  </a:lnTo>
                  <a:lnTo>
                    <a:pt x="3489" y="5037"/>
                  </a:lnTo>
                  <a:lnTo>
                    <a:pt x="5203" y="1906"/>
                  </a:lnTo>
                  <a:lnTo>
                    <a:pt x="1715" y="1"/>
                  </a:ln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9"/>
            <p:cNvSpPr/>
            <p:nvPr/>
          </p:nvSpPr>
          <p:spPr>
            <a:xfrm>
              <a:off x="1364150" y="1654200"/>
              <a:ext cx="92000" cy="86650"/>
            </a:xfrm>
            <a:custGeom>
              <a:rect b="b" l="l" r="r" t="t"/>
              <a:pathLst>
                <a:path extrusionOk="0" h="3466" w="3680">
                  <a:moveTo>
                    <a:pt x="1143" y="1"/>
                  </a:moveTo>
                  <a:lnTo>
                    <a:pt x="0" y="2084"/>
                  </a:lnTo>
                  <a:lnTo>
                    <a:pt x="2536" y="3465"/>
                  </a:lnTo>
                  <a:lnTo>
                    <a:pt x="3679" y="1394"/>
                  </a:lnTo>
                  <a:lnTo>
                    <a:pt x="1143" y="1"/>
                  </a:ln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9"/>
            <p:cNvSpPr/>
            <p:nvPr/>
          </p:nvSpPr>
          <p:spPr>
            <a:xfrm>
              <a:off x="1385988" y="1600025"/>
              <a:ext cx="109850" cy="172825"/>
            </a:xfrm>
            <a:custGeom>
              <a:rect b="b" l="l" r="r" t="t"/>
              <a:pathLst>
                <a:path extrusionOk="0" h="6913" w="4394">
                  <a:moveTo>
                    <a:pt x="3691" y="1"/>
                  </a:moveTo>
                  <a:lnTo>
                    <a:pt x="3537" y="286"/>
                  </a:lnTo>
                  <a:cubicBezTo>
                    <a:pt x="3751" y="798"/>
                    <a:pt x="2894" y="2084"/>
                    <a:pt x="2668" y="2501"/>
                  </a:cubicBezTo>
                  <a:lnTo>
                    <a:pt x="643" y="6192"/>
                  </a:lnTo>
                  <a:cubicBezTo>
                    <a:pt x="578" y="6315"/>
                    <a:pt x="447" y="6376"/>
                    <a:pt x="299" y="6376"/>
                  </a:cubicBezTo>
                  <a:cubicBezTo>
                    <a:pt x="202" y="6376"/>
                    <a:pt x="99" y="6351"/>
                    <a:pt x="1" y="6299"/>
                  </a:cubicBezTo>
                  <a:lnTo>
                    <a:pt x="1" y="6299"/>
                  </a:lnTo>
                  <a:lnTo>
                    <a:pt x="965" y="6835"/>
                  </a:lnTo>
                  <a:cubicBezTo>
                    <a:pt x="1068" y="6886"/>
                    <a:pt x="1173" y="6912"/>
                    <a:pt x="1268" y="6912"/>
                  </a:cubicBezTo>
                  <a:cubicBezTo>
                    <a:pt x="1416" y="6912"/>
                    <a:pt x="1543" y="6851"/>
                    <a:pt x="1608" y="6728"/>
                  </a:cubicBezTo>
                  <a:lnTo>
                    <a:pt x="3632" y="3037"/>
                  </a:lnTo>
                  <a:cubicBezTo>
                    <a:pt x="3858" y="2620"/>
                    <a:pt x="4394" y="1156"/>
                    <a:pt x="4168" y="644"/>
                  </a:cubicBezTo>
                  <a:lnTo>
                    <a:pt x="4334" y="358"/>
                  </a:lnTo>
                  <a:lnTo>
                    <a:pt x="3691" y="1"/>
                  </a:ln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9"/>
            <p:cNvSpPr/>
            <p:nvPr/>
          </p:nvSpPr>
          <p:spPr>
            <a:xfrm>
              <a:off x="978375" y="1544375"/>
              <a:ext cx="213150" cy="423225"/>
            </a:xfrm>
            <a:custGeom>
              <a:rect b="b" l="l" r="r" t="t"/>
              <a:pathLst>
                <a:path extrusionOk="0" h="16929" w="8526">
                  <a:moveTo>
                    <a:pt x="5621" y="0"/>
                  </a:moveTo>
                  <a:cubicBezTo>
                    <a:pt x="3466" y="2405"/>
                    <a:pt x="2001" y="5370"/>
                    <a:pt x="1358" y="8537"/>
                  </a:cubicBezTo>
                  <a:lnTo>
                    <a:pt x="132" y="14764"/>
                  </a:lnTo>
                  <a:cubicBezTo>
                    <a:pt x="1" y="15335"/>
                    <a:pt x="394" y="15907"/>
                    <a:pt x="977" y="16026"/>
                  </a:cubicBezTo>
                  <a:lnTo>
                    <a:pt x="5406" y="16907"/>
                  </a:lnTo>
                  <a:cubicBezTo>
                    <a:pt x="5477" y="16921"/>
                    <a:pt x="5547" y="16928"/>
                    <a:pt x="5616" y="16928"/>
                  </a:cubicBezTo>
                  <a:cubicBezTo>
                    <a:pt x="6119" y="16928"/>
                    <a:pt x="6565" y="16563"/>
                    <a:pt x="6680" y="16050"/>
                  </a:cubicBezTo>
                  <a:lnTo>
                    <a:pt x="7907" y="9835"/>
                  </a:lnTo>
                  <a:cubicBezTo>
                    <a:pt x="8526" y="6680"/>
                    <a:pt x="8300" y="3393"/>
                    <a:pt x="7228" y="322"/>
                  </a:cubicBezTo>
                  <a:lnTo>
                    <a:pt x="6537" y="191"/>
                  </a:lnTo>
                  <a:lnTo>
                    <a:pt x="5906" y="60"/>
                  </a:lnTo>
                  <a:lnTo>
                    <a:pt x="5621" y="0"/>
                  </a:ln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9"/>
            <p:cNvSpPr/>
            <p:nvPr/>
          </p:nvSpPr>
          <p:spPr>
            <a:xfrm>
              <a:off x="984625" y="1760475"/>
              <a:ext cx="190525" cy="170275"/>
            </a:xfrm>
            <a:custGeom>
              <a:rect b="b" l="l" r="r" t="t"/>
              <a:pathLst>
                <a:path extrusionOk="0" h="6811" w="7621">
                  <a:moveTo>
                    <a:pt x="1096" y="0"/>
                  </a:moveTo>
                  <a:lnTo>
                    <a:pt x="1" y="5513"/>
                  </a:lnTo>
                  <a:lnTo>
                    <a:pt x="6526" y="6810"/>
                  </a:lnTo>
                  <a:lnTo>
                    <a:pt x="7621" y="1298"/>
                  </a:lnTo>
                  <a:lnTo>
                    <a:pt x="1096" y="0"/>
                  </a:lnTo>
                  <a:close/>
                </a:path>
              </a:pathLst>
            </a:custGeom>
            <a:solidFill>
              <a:srgbClr val="ABCC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9"/>
            <p:cNvSpPr/>
            <p:nvPr/>
          </p:nvSpPr>
          <p:spPr>
            <a:xfrm>
              <a:off x="1083150" y="1549425"/>
              <a:ext cx="108375" cy="418175"/>
            </a:xfrm>
            <a:custGeom>
              <a:rect b="b" l="l" r="r" t="t"/>
              <a:pathLst>
                <a:path extrusionOk="0" h="16727" w="4335">
                  <a:moveTo>
                    <a:pt x="1" y="16467"/>
                  </a:moveTo>
                  <a:cubicBezTo>
                    <a:pt x="6" y="16468"/>
                    <a:pt x="11" y="16469"/>
                    <a:pt x="16" y="16470"/>
                  </a:cubicBezTo>
                  <a:lnTo>
                    <a:pt x="16" y="16470"/>
                  </a:lnTo>
                  <a:lnTo>
                    <a:pt x="1" y="16467"/>
                  </a:lnTo>
                  <a:close/>
                  <a:moveTo>
                    <a:pt x="2430" y="1"/>
                  </a:moveTo>
                  <a:cubicBezTo>
                    <a:pt x="3120" y="2894"/>
                    <a:pt x="2787" y="5835"/>
                    <a:pt x="2204" y="8799"/>
                  </a:cubicBezTo>
                  <a:lnTo>
                    <a:pt x="882" y="15467"/>
                  </a:lnTo>
                  <a:cubicBezTo>
                    <a:pt x="775" y="16024"/>
                    <a:pt x="619" y="16485"/>
                    <a:pt x="164" y="16485"/>
                  </a:cubicBezTo>
                  <a:cubicBezTo>
                    <a:pt x="118" y="16485"/>
                    <a:pt x="69" y="16480"/>
                    <a:pt x="16" y="16470"/>
                  </a:cubicBezTo>
                  <a:lnTo>
                    <a:pt x="16" y="16470"/>
                  </a:lnTo>
                  <a:lnTo>
                    <a:pt x="1215" y="16705"/>
                  </a:lnTo>
                  <a:cubicBezTo>
                    <a:pt x="1286" y="16719"/>
                    <a:pt x="1356" y="16726"/>
                    <a:pt x="1425" y="16726"/>
                  </a:cubicBezTo>
                  <a:cubicBezTo>
                    <a:pt x="1928" y="16726"/>
                    <a:pt x="2374" y="16361"/>
                    <a:pt x="2489" y="15848"/>
                  </a:cubicBezTo>
                  <a:lnTo>
                    <a:pt x="3716" y="9633"/>
                  </a:lnTo>
                  <a:cubicBezTo>
                    <a:pt x="4335" y="6478"/>
                    <a:pt x="4109" y="3191"/>
                    <a:pt x="3037" y="120"/>
                  </a:cubicBezTo>
                  <a:lnTo>
                    <a:pt x="2430" y="1"/>
                  </a:ln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9"/>
            <p:cNvSpPr/>
            <p:nvPr/>
          </p:nvSpPr>
          <p:spPr>
            <a:xfrm>
              <a:off x="1114425" y="1505225"/>
              <a:ext cx="57150" cy="47850"/>
            </a:xfrm>
            <a:custGeom>
              <a:rect b="b" l="l" r="r" t="t"/>
              <a:pathLst>
                <a:path extrusionOk="0" h="1914" w="2286">
                  <a:moveTo>
                    <a:pt x="399" y="0"/>
                  </a:moveTo>
                  <a:cubicBezTo>
                    <a:pt x="334" y="0"/>
                    <a:pt x="282" y="47"/>
                    <a:pt x="262" y="126"/>
                  </a:cubicBezTo>
                  <a:lnTo>
                    <a:pt x="12" y="1388"/>
                  </a:lnTo>
                  <a:cubicBezTo>
                    <a:pt x="0" y="1471"/>
                    <a:pt x="48" y="1554"/>
                    <a:pt x="131" y="1566"/>
                  </a:cubicBezTo>
                  <a:lnTo>
                    <a:pt x="1834" y="1911"/>
                  </a:lnTo>
                  <a:cubicBezTo>
                    <a:pt x="1842" y="1913"/>
                    <a:pt x="1850" y="1913"/>
                    <a:pt x="1859" y="1913"/>
                  </a:cubicBezTo>
                  <a:cubicBezTo>
                    <a:pt x="1931" y="1913"/>
                    <a:pt x="1991" y="1867"/>
                    <a:pt x="2012" y="1792"/>
                  </a:cubicBezTo>
                  <a:lnTo>
                    <a:pt x="2262" y="518"/>
                  </a:lnTo>
                  <a:cubicBezTo>
                    <a:pt x="2286" y="435"/>
                    <a:pt x="2226" y="364"/>
                    <a:pt x="2143" y="340"/>
                  </a:cubicBezTo>
                  <a:lnTo>
                    <a:pt x="441" y="6"/>
                  </a:lnTo>
                  <a:cubicBezTo>
                    <a:pt x="426" y="2"/>
                    <a:pt x="412" y="0"/>
                    <a:pt x="3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9"/>
            <p:cNvSpPr/>
            <p:nvPr/>
          </p:nvSpPr>
          <p:spPr>
            <a:xfrm>
              <a:off x="1144175" y="1510425"/>
              <a:ext cx="27400" cy="42650"/>
            </a:xfrm>
            <a:custGeom>
              <a:rect b="b" l="l" r="r" t="t"/>
              <a:pathLst>
                <a:path extrusionOk="0" h="1706" w="1096">
                  <a:moveTo>
                    <a:pt x="310" y="1"/>
                  </a:moveTo>
                  <a:lnTo>
                    <a:pt x="335" y="6"/>
                  </a:lnTo>
                  <a:lnTo>
                    <a:pt x="335" y="6"/>
                  </a:lnTo>
                  <a:cubicBezTo>
                    <a:pt x="327" y="4"/>
                    <a:pt x="319" y="2"/>
                    <a:pt x="310" y="1"/>
                  </a:cubicBezTo>
                  <a:close/>
                  <a:moveTo>
                    <a:pt x="1" y="1561"/>
                  </a:moveTo>
                  <a:cubicBezTo>
                    <a:pt x="7" y="1562"/>
                    <a:pt x="13" y="1564"/>
                    <a:pt x="19" y="1565"/>
                  </a:cubicBezTo>
                  <a:lnTo>
                    <a:pt x="19" y="1565"/>
                  </a:lnTo>
                  <a:lnTo>
                    <a:pt x="1" y="1561"/>
                  </a:lnTo>
                  <a:close/>
                  <a:moveTo>
                    <a:pt x="335" y="6"/>
                  </a:moveTo>
                  <a:cubicBezTo>
                    <a:pt x="412" y="28"/>
                    <a:pt x="440" y="104"/>
                    <a:pt x="429" y="179"/>
                  </a:cubicBezTo>
                  <a:lnTo>
                    <a:pt x="179" y="1442"/>
                  </a:lnTo>
                  <a:cubicBezTo>
                    <a:pt x="169" y="1520"/>
                    <a:pt x="110" y="1567"/>
                    <a:pt x="43" y="1567"/>
                  </a:cubicBezTo>
                  <a:cubicBezTo>
                    <a:pt x="35" y="1567"/>
                    <a:pt x="27" y="1566"/>
                    <a:pt x="19" y="1565"/>
                  </a:cubicBezTo>
                  <a:lnTo>
                    <a:pt x="19" y="1565"/>
                  </a:lnTo>
                  <a:lnTo>
                    <a:pt x="644" y="1703"/>
                  </a:lnTo>
                  <a:cubicBezTo>
                    <a:pt x="652" y="1705"/>
                    <a:pt x="660" y="1705"/>
                    <a:pt x="669" y="1705"/>
                  </a:cubicBezTo>
                  <a:cubicBezTo>
                    <a:pt x="741" y="1705"/>
                    <a:pt x="801" y="1659"/>
                    <a:pt x="822" y="1584"/>
                  </a:cubicBezTo>
                  <a:lnTo>
                    <a:pt x="1072" y="310"/>
                  </a:lnTo>
                  <a:cubicBezTo>
                    <a:pt x="1096" y="227"/>
                    <a:pt x="1036" y="156"/>
                    <a:pt x="953" y="132"/>
                  </a:cubicBezTo>
                  <a:lnTo>
                    <a:pt x="335" y="6"/>
                  </a:ln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9"/>
            <p:cNvSpPr/>
            <p:nvPr/>
          </p:nvSpPr>
          <p:spPr>
            <a:xfrm>
              <a:off x="1333500" y="1422625"/>
              <a:ext cx="45550" cy="38425"/>
            </a:xfrm>
            <a:custGeom>
              <a:rect b="b" l="l" r="r" t="t"/>
              <a:pathLst>
                <a:path extrusionOk="0" h="1537" w="1822">
                  <a:moveTo>
                    <a:pt x="1619" y="1"/>
                  </a:moveTo>
                  <a:lnTo>
                    <a:pt x="0" y="251"/>
                  </a:lnTo>
                  <a:lnTo>
                    <a:pt x="202" y="1536"/>
                  </a:lnTo>
                  <a:lnTo>
                    <a:pt x="1822" y="1286"/>
                  </a:lnTo>
                  <a:lnTo>
                    <a:pt x="1619" y="1"/>
                  </a:ln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9"/>
            <p:cNvSpPr/>
            <p:nvPr/>
          </p:nvSpPr>
          <p:spPr>
            <a:xfrm>
              <a:off x="1324250" y="1394600"/>
              <a:ext cx="56600" cy="47150"/>
            </a:xfrm>
            <a:custGeom>
              <a:rect b="b" l="l" r="r" t="t"/>
              <a:pathLst>
                <a:path extrusionOk="0" h="1886" w="2264">
                  <a:moveTo>
                    <a:pt x="1894" y="1"/>
                  </a:moveTo>
                  <a:cubicBezTo>
                    <a:pt x="1886" y="1"/>
                    <a:pt x="1878" y="1"/>
                    <a:pt x="1870" y="2"/>
                  </a:cubicBezTo>
                  <a:lnTo>
                    <a:pt x="132" y="276"/>
                  </a:lnTo>
                  <a:cubicBezTo>
                    <a:pt x="60" y="276"/>
                    <a:pt x="1" y="360"/>
                    <a:pt x="1" y="455"/>
                  </a:cubicBezTo>
                  <a:lnTo>
                    <a:pt x="191" y="1741"/>
                  </a:lnTo>
                  <a:cubicBezTo>
                    <a:pt x="202" y="1828"/>
                    <a:pt x="273" y="1885"/>
                    <a:pt x="349" y="1885"/>
                  </a:cubicBezTo>
                  <a:cubicBezTo>
                    <a:pt x="356" y="1885"/>
                    <a:pt x="363" y="1885"/>
                    <a:pt x="370" y="1884"/>
                  </a:cubicBezTo>
                  <a:lnTo>
                    <a:pt x="2108" y="1610"/>
                  </a:lnTo>
                  <a:cubicBezTo>
                    <a:pt x="2204" y="1598"/>
                    <a:pt x="2263" y="1526"/>
                    <a:pt x="2251" y="1431"/>
                  </a:cubicBezTo>
                  <a:lnTo>
                    <a:pt x="2049" y="133"/>
                  </a:lnTo>
                  <a:cubicBezTo>
                    <a:pt x="2038" y="57"/>
                    <a:pt x="1977" y="1"/>
                    <a:pt x="18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9"/>
            <p:cNvSpPr/>
            <p:nvPr/>
          </p:nvSpPr>
          <p:spPr>
            <a:xfrm>
              <a:off x="1324250" y="1398825"/>
              <a:ext cx="22950" cy="42400"/>
            </a:xfrm>
            <a:custGeom>
              <a:rect b="b" l="l" r="r" t="t"/>
              <a:pathLst>
                <a:path extrusionOk="0" h="1696" w="918">
                  <a:moveTo>
                    <a:pt x="680" y="0"/>
                  </a:moveTo>
                  <a:cubicBezTo>
                    <a:pt x="676" y="1"/>
                    <a:pt x="673" y="1"/>
                    <a:pt x="670" y="2"/>
                  </a:cubicBezTo>
                  <a:lnTo>
                    <a:pt x="670" y="2"/>
                  </a:lnTo>
                  <a:lnTo>
                    <a:pt x="680" y="0"/>
                  </a:lnTo>
                  <a:close/>
                  <a:moveTo>
                    <a:pt x="670" y="2"/>
                  </a:moveTo>
                  <a:lnTo>
                    <a:pt x="144" y="95"/>
                  </a:lnTo>
                  <a:cubicBezTo>
                    <a:pt x="60" y="107"/>
                    <a:pt x="1" y="179"/>
                    <a:pt x="13" y="262"/>
                  </a:cubicBezTo>
                  <a:lnTo>
                    <a:pt x="203" y="1560"/>
                  </a:lnTo>
                  <a:cubicBezTo>
                    <a:pt x="213" y="1641"/>
                    <a:pt x="275" y="1696"/>
                    <a:pt x="345" y="1696"/>
                  </a:cubicBezTo>
                  <a:cubicBezTo>
                    <a:pt x="357" y="1696"/>
                    <a:pt x="369" y="1694"/>
                    <a:pt x="382" y="1691"/>
                  </a:cubicBezTo>
                  <a:lnTo>
                    <a:pt x="918" y="1607"/>
                  </a:lnTo>
                  <a:lnTo>
                    <a:pt x="918" y="1607"/>
                  </a:lnTo>
                  <a:cubicBezTo>
                    <a:pt x="911" y="1608"/>
                    <a:pt x="903" y="1609"/>
                    <a:pt x="897" y="1609"/>
                  </a:cubicBezTo>
                  <a:cubicBezTo>
                    <a:pt x="822" y="1609"/>
                    <a:pt x="761" y="1553"/>
                    <a:pt x="739" y="1476"/>
                  </a:cubicBezTo>
                  <a:lnTo>
                    <a:pt x="549" y="179"/>
                  </a:lnTo>
                  <a:cubicBezTo>
                    <a:pt x="537" y="99"/>
                    <a:pt x="592" y="18"/>
                    <a:pt x="670" y="2"/>
                  </a:cubicBez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9"/>
            <p:cNvSpPr/>
            <p:nvPr/>
          </p:nvSpPr>
          <p:spPr>
            <a:xfrm>
              <a:off x="1296575" y="1445375"/>
              <a:ext cx="181300" cy="375125"/>
            </a:xfrm>
            <a:custGeom>
              <a:rect b="b" l="l" r="r" t="t"/>
              <a:pathLst>
                <a:path extrusionOk="0" h="15005" w="7252">
                  <a:moveTo>
                    <a:pt x="2824" y="1"/>
                  </a:moveTo>
                  <a:cubicBezTo>
                    <a:pt x="2690" y="1"/>
                    <a:pt x="2554" y="11"/>
                    <a:pt x="2418" y="31"/>
                  </a:cubicBezTo>
                  <a:cubicBezTo>
                    <a:pt x="989" y="257"/>
                    <a:pt x="1" y="1591"/>
                    <a:pt x="215" y="3020"/>
                  </a:cubicBezTo>
                  <a:lnTo>
                    <a:pt x="2013" y="14628"/>
                  </a:lnTo>
                  <a:cubicBezTo>
                    <a:pt x="2055" y="14840"/>
                    <a:pt x="2239" y="15005"/>
                    <a:pt x="2455" y="15005"/>
                  </a:cubicBezTo>
                  <a:cubicBezTo>
                    <a:pt x="2482" y="15005"/>
                    <a:pt x="2509" y="15002"/>
                    <a:pt x="2537" y="14997"/>
                  </a:cubicBezTo>
                  <a:lnTo>
                    <a:pt x="6835" y="14331"/>
                  </a:lnTo>
                  <a:cubicBezTo>
                    <a:pt x="7073" y="14283"/>
                    <a:pt x="7252" y="14057"/>
                    <a:pt x="7204" y="13830"/>
                  </a:cubicBezTo>
                  <a:lnTo>
                    <a:pt x="5406" y="2222"/>
                  </a:lnTo>
                  <a:cubicBezTo>
                    <a:pt x="5299" y="1496"/>
                    <a:pt x="4894" y="888"/>
                    <a:pt x="4358" y="507"/>
                  </a:cubicBezTo>
                  <a:cubicBezTo>
                    <a:pt x="3925" y="180"/>
                    <a:pt x="3391" y="1"/>
                    <a:pt x="2824" y="1"/>
                  </a:cubicBez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9"/>
            <p:cNvSpPr/>
            <p:nvPr/>
          </p:nvSpPr>
          <p:spPr>
            <a:xfrm>
              <a:off x="1317125" y="1596450"/>
              <a:ext cx="146475" cy="133375"/>
            </a:xfrm>
            <a:custGeom>
              <a:rect b="b" l="l" r="r" t="t"/>
              <a:pathLst>
                <a:path extrusionOk="0" h="5335" w="5859">
                  <a:moveTo>
                    <a:pt x="5156" y="1"/>
                  </a:moveTo>
                  <a:lnTo>
                    <a:pt x="0" y="798"/>
                  </a:lnTo>
                  <a:lnTo>
                    <a:pt x="703" y="5335"/>
                  </a:lnTo>
                  <a:lnTo>
                    <a:pt x="5858" y="4525"/>
                  </a:lnTo>
                  <a:lnTo>
                    <a:pt x="51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9"/>
            <p:cNvSpPr/>
            <p:nvPr/>
          </p:nvSpPr>
          <p:spPr>
            <a:xfrm>
              <a:off x="1296575" y="1445250"/>
              <a:ext cx="170875" cy="375250"/>
            </a:xfrm>
            <a:custGeom>
              <a:rect b="b" l="l" r="r" t="t"/>
              <a:pathLst>
                <a:path extrusionOk="0" h="15010" w="6835">
                  <a:moveTo>
                    <a:pt x="2953" y="0"/>
                  </a:moveTo>
                  <a:cubicBezTo>
                    <a:pt x="2775" y="0"/>
                    <a:pt x="2596" y="0"/>
                    <a:pt x="2418" y="36"/>
                  </a:cubicBezTo>
                  <a:cubicBezTo>
                    <a:pt x="989" y="262"/>
                    <a:pt x="1" y="1596"/>
                    <a:pt x="215" y="3025"/>
                  </a:cubicBezTo>
                  <a:lnTo>
                    <a:pt x="2013" y="14633"/>
                  </a:lnTo>
                  <a:cubicBezTo>
                    <a:pt x="2055" y="14845"/>
                    <a:pt x="2239" y="15010"/>
                    <a:pt x="2455" y="15010"/>
                  </a:cubicBezTo>
                  <a:cubicBezTo>
                    <a:pt x="2482" y="15010"/>
                    <a:pt x="2509" y="15007"/>
                    <a:pt x="2537" y="15002"/>
                  </a:cubicBezTo>
                  <a:lnTo>
                    <a:pt x="3508" y="14852"/>
                  </a:lnTo>
                  <a:lnTo>
                    <a:pt x="3508" y="14852"/>
                  </a:lnTo>
                  <a:cubicBezTo>
                    <a:pt x="3515" y="14852"/>
                    <a:pt x="3523" y="14852"/>
                    <a:pt x="3530" y="14852"/>
                  </a:cubicBezTo>
                  <a:cubicBezTo>
                    <a:pt x="3552" y="14852"/>
                    <a:pt x="3574" y="14851"/>
                    <a:pt x="3596" y="14847"/>
                  </a:cubicBezTo>
                  <a:lnTo>
                    <a:pt x="6835" y="14336"/>
                  </a:lnTo>
                  <a:lnTo>
                    <a:pt x="3508" y="14852"/>
                  </a:lnTo>
                  <a:lnTo>
                    <a:pt x="3508" y="14852"/>
                  </a:lnTo>
                  <a:cubicBezTo>
                    <a:pt x="3287" y="14841"/>
                    <a:pt x="3115" y="14677"/>
                    <a:pt x="3072" y="14466"/>
                  </a:cubicBezTo>
                  <a:lnTo>
                    <a:pt x="1275" y="2858"/>
                  </a:lnTo>
                  <a:cubicBezTo>
                    <a:pt x="1072" y="1608"/>
                    <a:pt x="1810" y="441"/>
                    <a:pt x="2953" y="0"/>
                  </a:cubicBez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9"/>
            <p:cNvSpPr/>
            <p:nvPr/>
          </p:nvSpPr>
          <p:spPr>
            <a:xfrm>
              <a:off x="1134350" y="1655100"/>
              <a:ext cx="178625" cy="238450"/>
            </a:xfrm>
            <a:custGeom>
              <a:rect b="b" l="l" r="r" t="t"/>
              <a:pathLst>
                <a:path extrusionOk="0" h="9538" w="7145">
                  <a:moveTo>
                    <a:pt x="4406" y="0"/>
                  </a:moveTo>
                  <a:lnTo>
                    <a:pt x="1" y="2012"/>
                  </a:lnTo>
                  <a:lnTo>
                    <a:pt x="1727" y="4679"/>
                  </a:lnTo>
                  <a:lnTo>
                    <a:pt x="3275" y="7370"/>
                  </a:lnTo>
                  <a:lnTo>
                    <a:pt x="4513" y="9537"/>
                  </a:lnTo>
                  <a:lnTo>
                    <a:pt x="7144" y="8335"/>
                  </a:lnTo>
                  <a:lnTo>
                    <a:pt x="6311" y="5989"/>
                  </a:lnTo>
                  <a:lnTo>
                    <a:pt x="5287" y="3060"/>
                  </a:lnTo>
                  <a:lnTo>
                    <a:pt x="4406" y="0"/>
                  </a:lnTo>
                  <a:close/>
                </a:path>
              </a:pathLst>
            </a:custGeom>
            <a:solidFill>
              <a:srgbClr val="006F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9"/>
            <p:cNvSpPr/>
            <p:nvPr/>
          </p:nvSpPr>
          <p:spPr>
            <a:xfrm>
              <a:off x="1175425" y="1655100"/>
              <a:ext cx="137550" cy="230100"/>
            </a:xfrm>
            <a:custGeom>
              <a:rect b="b" l="l" r="r" t="t"/>
              <a:pathLst>
                <a:path extrusionOk="0" h="9204" w="5502">
                  <a:moveTo>
                    <a:pt x="2763" y="0"/>
                  </a:moveTo>
                  <a:lnTo>
                    <a:pt x="1" y="1274"/>
                  </a:lnTo>
                  <a:lnTo>
                    <a:pt x="3596" y="9204"/>
                  </a:lnTo>
                  <a:lnTo>
                    <a:pt x="5501" y="8335"/>
                  </a:lnTo>
                  <a:lnTo>
                    <a:pt x="4668" y="5989"/>
                  </a:lnTo>
                  <a:lnTo>
                    <a:pt x="3644" y="3060"/>
                  </a:lnTo>
                  <a:lnTo>
                    <a:pt x="2763" y="0"/>
                  </a:ln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9"/>
            <p:cNvSpPr/>
            <p:nvPr/>
          </p:nvSpPr>
          <p:spPr>
            <a:xfrm>
              <a:off x="1246575" y="1862550"/>
              <a:ext cx="83075" cy="67300"/>
            </a:xfrm>
            <a:custGeom>
              <a:rect b="b" l="l" r="r" t="t"/>
              <a:pathLst>
                <a:path extrusionOk="0" h="2692" w="3323">
                  <a:moveTo>
                    <a:pt x="2644" y="1"/>
                  </a:moveTo>
                  <a:lnTo>
                    <a:pt x="0" y="1203"/>
                  </a:lnTo>
                  <a:lnTo>
                    <a:pt x="691" y="2692"/>
                  </a:lnTo>
                  <a:lnTo>
                    <a:pt x="3322" y="1489"/>
                  </a:lnTo>
                  <a:lnTo>
                    <a:pt x="2644" y="1"/>
                  </a:lnTo>
                  <a:close/>
                </a:path>
              </a:pathLst>
            </a:custGeom>
            <a:solidFill>
              <a:srgbClr val="ABCC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9"/>
            <p:cNvSpPr/>
            <p:nvPr/>
          </p:nvSpPr>
          <p:spPr>
            <a:xfrm>
              <a:off x="1262050" y="1896200"/>
              <a:ext cx="72050" cy="44000"/>
            </a:xfrm>
            <a:custGeom>
              <a:rect b="b" l="l" r="r" t="t"/>
              <a:pathLst>
                <a:path extrusionOk="0" h="1760" w="2882">
                  <a:moveTo>
                    <a:pt x="2632" y="0"/>
                  </a:moveTo>
                  <a:lnTo>
                    <a:pt x="1" y="1191"/>
                  </a:lnTo>
                  <a:lnTo>
                    <a:pt x="227" y="1691"/>
                  </a:lnTo>
                  <a:cubicBezTo>
                    <a:pt x="244" y="1735"/>
                    <a:pt x="282" y="1760"/>
                    <a:pt x="324" y="1760"/>
                  </a:cubicBezTo>
                  <a:cubicBezTo>
                    <a:pt x="339" y="1760"/>
                    <a:pt x="354" y="1757"/>
                    <a:pt x="370" y="1751"/>
                  </a:cubicBezTo>
                  <a:lnTo>
                    <a:pt x="2798" y="643"/>
                  </a:lnTo>
                  <a:cubicBezTo>
                    <a:pt x="2858" y="619"/>
                    <a:pt x="2882" y="560"/>
                    <a:pt x="2858" y="500"/>
                  </a:cubicBezTo>
                  <a:lnTo>
                    <a:pt x="2632" y="0"/>
                  </a:lnTo>
                  <a:close/>
                </a:path>
              </a:pathLst>
            </a:custGeom>
            <a:solidFill>
              <a:srgbClr val="006F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9"/>
            <p:cNvSpPr/>
            <p:nvPr/>
          </p:nvSpPr>
          <p:spPr>
            <a:xfrm>
              <a:off x="1177525" y="1731600"/>
              <a:ext cx="114625" cy="107775"/>
            </a:xfrm>
            <a:custGeom>
              <a:rect b="b" l="l" r="r" t="t"/>
              <a:pathLst>
                <a:path extrusionOk="0" h="4311" w="4585">
                  <a:moveTo>
                    <a:pt x="3560" y="0"/>
                  </a:moveTo>
                  <a:lnTo>
                    <a:pt x="0" y="1619"/>
                  </a:lnTo>
                  <a:lnTo>
                    <a:pt x="286" y="2096"/>
                  </a:lnTo>
                  <a:lnTo>
                    <a:pt x="1072" y="3477"/>
                  </a:lnTo>
                  <a:lnTo>
                    <a:pt x="1548" y="4310"/>
                  </a:lnTo>
                  <a:lnTo>
                    <a:pt x="4584" y="2929"/>
                  </a:lnTo>
                  <a:lnTo>
                    <a:pt x="4263" y="2024"/>
                  </a:lnTo>
                  <a:lnTo>
                    <a:pt x="3739" y="512"/>
                  </a:lnTo>
                  <a:lnTo>
                    <a:pt x="3560" y="0"/>
                  </a:lnTo>
                  <a:close/>
                </a:path>
              </a:pathLst>
            </a:custGeom>
            <a:solidFill>
              <a:srgbClr val="ABCC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9"/>
            <p:cNvSpPr/>
            <p:nvPr/>
          </p:nvSpPr>
          <p:spPr>
            <a:xfrm>
              <a:off x="1129600" y="1643775"/>
              <a:ext cx="114925" cy="61650"/>
            </a:xfrm>
            <a:custGeom>
              <a:rect b="b" l="l" r="r" t="t"/>
              <a:pathLst>
                <a:path extrusionOk="0" h="2466" w="4597">
                  <a:moveTo>
                    <a:pt x="4358" y="1"/>
                  </a:moveTo>
                  <a:lnTo>
                    <a:pt x="0" y="1989"/>
                  </a:lnTo>
                  <a:lnTo>
                    <a:pt x="191" y="2465"/>
                  </a:lnTo>
                  <a:lnTo>
                    <a:pt x="4596" y="453"/>
                  </a:lnTo>
                  <a:lnTo>
                    <a:pt x="4358" y="1"/>
                  </a:lnTo>
                  <a:close/>
                </a:path>
              </a:pathLst>
            </a:custGeom>
            <a:solidFill>
              <a:srgbClr val="006F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9"/>
            <p:cNvSpPr/>
            <p:nvPr/>
          </p:nvSpPr>
          <p:spPr>
            <a:xfrm>
              <a:off x="1129900" y="1683975"/>
              <a:ext cx="170875" cy="256950"/>
            </a:xfrm>
            <a:custGeom>
              <a:rect b="b" l="l" r="r" t="t"/>
              <a:pathLst>
                <a:path extrusionOk="0" h="10278" w="6835">
                  <a:moveTo>
                    <a:pt x="810" y="0"/>
                  </a:moveTo>
                  <a:lnTo>
                    <a:pt x="0" y="393"/>
                  </a:lnTo>
                  <a:lnTo>
                    <a:pt x="203" y="869"/>
                  </a:lnTo>
                  <a:lnTo>
                    <a:pt x="1929" y="3536"/>
                  </a:lnTo>
                  <a:lnTo>
                    <a:pt x="2203" y="4025"/>
                  </a:lnTo>
                  <a:lnTo>
                    <a:pt x="3001" y="5394"/>
                  </a:lnTo>
                  <a:lnTo>
                    <a:pt x="3477" y="6251"/>
                  </a:lnTo>
                  <a:lnTo>
                    <a:pt x="4691" y="8394"/>
                  </a:lnTo>
                  <a:lnTo>
                    <a:pt x="5298" y="9716"/>
                  </a:lnTo>
                  <a:lnTo>
                    <a:pt x="5525" y="10204"/>
                  </a:lnTo>
                  <a:cubicBezTo>
                    <a:pt x="5551" y="10247"/>
                    <a:pt x="5589" y="10278"/>
                    <a:pt x="5631" y="10278"/>
                  </a:cubicBezTo>
                  <a:cubicBezTo>
                    <a:pt x="5647" y="10278"/>
                    <a:pt x="5663" y="10273"/>
                    <a:pt x="5679" y="10263"/>
                  </a:cubicBezTo>
                  <a:lnTo>
                    <a:pt x="6834" y="9728"/>
                  </a:lnTo>
                  <a:cubicBezTo>
                    <a:pt x="6727" y="9561"/>
                    <a:pt x="6632" y="9382"/>
                    <a:pt x="6525" y="9228"/>
                  </a:cubicBezTo>
                  <a:cubicBezTo>
                    <a:pt x="6394" y="8989"/>
                    <a:pt x="6239" y="8727"/>
                    <a:pt x="6096" y="8489"/>
                  </a:cubicBezTo>
                  <a:cubicBezTo>
                    <a:pt x="5989" y="8299"/>
                    <a:pt x="5870" y="8120"/>
                    <a:pt x="5751" y="7930"/>
                  </a:cubicBezTo>
                  <a:cubicBezTo>
                    <a:pt x="5751" y="7918"/>
                    <a:pt x="5739" y="7918"/>
                    <a:pt x="5739" y="7894"/>
                  </a:cubicBezTo>
                  <a:cubicBezTo>
                    <a:pt x="5715" y="7894"/>
                    <a:pt x="5715" y="7882"/>
                    <a:pt x="5715" y="7882"/>
                  </a:cubicBezTo>
                  <a:cubicBezTo>
                    <a:pt x="5584" y="7656"/>
                    <a:pt x="5441" y="7442"/>
                    <a:pt x="5298" y="7215"/>
                  </a:cubicBezTo>
                  <a:cubicBezTo>
                    <a:pt x="5275" y="7168"/>
                    <a:pt x="5239" y="7108"/>
                    <a:pt x="5215" y="7061"/>
                  </a:cubicBezTo>
                  <a:cubicBezTo>
                    <a:pt x="4941" y="6668"/>
                    <a:pt x="4691" y="6251"/>
                    <a:pt x="4417" y="5846"/>
                  </a:cubicBezTo>
                  <a:cubicBezTo>
                    <a:pt x="4405" y="5834"/>
                    <a:pt x="4405" y="5810"/>
                    <a:pt x="4394" y="5799"/>
                  </a:cubicBezTo>
                  <a:cubicBezTo>
                    <a:pt x="4155" y="5429"/>
                    <a:pt x="3917" y="5072"/>
                    <a:pt x="3679" y="4703"/>
                  </a:cubicBezTo>
                  <a:cubicBezTo>
                    <a:pt x="3560" y="4489"/>
                    <a:pt x="3429" y="4298"/>
                    <a:pt x="3286" y="4084"/>
                  </a:cubicBezTo>
                  <a:cubicBezTo>
                    <a:pt x="3251" y="4025"/>
                    <a:pt x="3203" y="3953"/>
                    <a:pt x="3155" y="3894"/>
                  </a:cubicBezTo>
                  <a:cubicBezTo>
                    <a:pt x="3120" y="3834"/>
                    <a:pt x="3072" y="3763"/>
                    <a:pt x="3024" y="3691"/>
                  </a:cubicBezTo>
                  <a:lnTo>
                    <a:pt x="2715" y="3191"/>
                  </a:lnTo>
                  <a:cubicBezTo>
                    <a:pt x="2417" y="2703"/>
                    <a:pt x="2108" y="2215"/>
                    <a:pt x="1810" y="1727"/>
                  </a:cubicBezTo>
                  <a:cubicBezTo>
                    <a:pt x="1548" y="1310"/>
                    <a:pt x="1298" y="893"/>
                    <a:pt x="1060" y="453"/>
                  </a:cubicBezTo>
                  <a:cubicBezTo>
                    <a:pt x="976" y="298"/>
                    <a:pt x="893" y="143"/>
                    <a:pt x="810" y="0"/>
                  </a:cubicBezTo>
                  <a:close/>
                </a:path>
              </a:pathLst>
            </a:custGeom>
            <a:solidFill>
              <a:srgbClr val="BEC2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9"/>
            <p:cNvSpPr/>
            <p:nvPr/>
          </p:nvSpPr>
          <p:spPr>
            <a:xfrm>
              <a:off x="1055175" y="1601225"/>
              <a:ext cx="114325" cy="198900"/>
            </a:xfrm>
            <a:custGeom>
              <a:rect b="b" l="l" r="r" t="t"/>
              <a:pathLst>
                <a:path extrusionOk="0" h="7956" w="4573">
                  <a:moveTo>
                    <a:pt x="3251" y="0"/>
                  </a:moveTo>
                  <a:lnTo>
                    <a:pt x="536" y="226"/>
                  </a:lnTo>
                  <a:lnTo>
                    <a:pt x="572" y="572"/>
                  </a:lnTo>
                  <a:cubicBezTo>
                    <a:pt x="132" y="953"/>
                    <a:pt x="1" y="2620"/>
                    <a:pt x="48" y="3132"/>
                  </a:cubicBezTo>
                  <a:lnTo>
                    <a:pt x="405" y="7573"/>
                  </a:lnTo>
                  <a:cubicBezTo>
                    <a:pt x="417" y="7796"/>
                    <a:pt x="657" y="7956"/>
                    <a:pt x="932" y="7956"/>
                  </a:cubicBezTo>
                  <a:cubicBezTo>
                    <a:pt x="951" y="7956"/>
                    <a:pt x="970" y="7955"/>
                    <a:pt x="989" y="7954"/>
                  </a:cubicBezTo>
                  <a:lnTo>
                    <a:pt x="4049" y="7692"/>
                  </a:lnTo>
                  <a:cubicBezTo>
                    <a:pt x="4346" y="7668"/>
                    <a:pt x="4573" y="7454"/>
                    <a:pt x="4561" y="7239"/>
                  </a:cubicBezTo>
                  <a:lnTo>
                    <a:pt x="4204" y="2786"/>
                  </a:lnTo>
                  <a:cubicBezTo>
                    <a:pt x="4156" y="2274"/>
                    <a:pt x="3763" y="655"/>
                    <a:pt x="3275" y="346"/>
                  </a:cubicBezTo>
                  <a:lnTo>
                    <a:pt x="3251" y="0"/>
                  </a:ln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9"/>
            <p:cNvSpPr/>
            <p:nvPr/>
          </p:nvSpPr>
          <p:spPr>
            <a:xfrm>
              <a:off x="1068275" y="1599125"/>
              <a:ext cx="68475" cy="16400"/>
            </a:xfrm>
            <a:custGeom>
              <a:rect b="b" l="l" r="r" t="t"/>
              <a:pathLst>
                <a:path extrusionOk="0" h="656" w="2739">
                  <a:moveTo>
                    <a:pt x="2703" y="1"/>
                  </a:moveTo>
                  <a:lnTo>
                    <a:pt x="1" y="227"/>
                  </a:lnTo>
                  <a:lnTo>
                    <a:pt x="36" y="656"/>
                  </a:lnTo>
                  <a:lnTo>
                    <a:pt x="2739" y="430"/>
                  </a:lnTo>
                  <a:lnTo>
                    <a:pt x="2703" y="1"/>
                  </a:ln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9"/>
            <p:cNvSpPr/>
            <p:nvPr/>
          </p:nvSpPr>
          <p:spPr>
            <a:xfrm>
              <a:off x="1059650" y="1569375"/>
              <a:ext cx="82775" cy="36625"/>
            </a:xfrm>
            <a:custGeom>
              <a:rect b="b" l="l" r="r" t="t"/>
              <a:pathLst>
                <a:path extrusionOk="0" h="1465" w="3311">
                  <a:moveTo>
                    <a:pt x="3096" y="0"/>
                  </a:moveTo>
                  <a:lnTo>
                    <a:pt x="107" y="238"/>
                  </a:lnTo>
                  <a:cubicBezTo>
                    <a:pt x="48" y="238"/>
                    <a:pt x="0" y="298"/>
                    <a:pt x="0" y="358"/>
                  </a:cubicBezTo>
                  <a:lnTo>
                    <a:pt x="96" y="1370"/>
                  </a:lnTo>
                  <a:cubicBezTo>
                    <a:pt x="96" y="1429"/>
                    <a:pt x="155" y="1465"/>
                    <a:pt x="215" y="1465"/>
                  </a:cubicBezTo>
                  <a:lnTo>
                    <a:pt x="3203" y="1227"/>
                  </a:lnTo>
                  <a:cubicBezTo>
                    <a:pt x="3263" y="1227"/>
                    <a:pt x="3310" y="1167"/>
                    <a:pt x="3310" y="1108"/>
                  </a:cubicBezTo>
                  <a:lnTo>
                    <a:pt x="3215" y="96"/>
                  </a:lnTo>
                  <a:cubicBezTo>
                    <a:pt x="3215" y="36"/>
                    <a:pt x="3155" y="0"/>
                    <a:pt x="30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9"/>
            <p:cNvSpPr/>
            <p:nvPr/>
          </p:nvSpPr>
          <p:spPr>
            <a:xfrm>
              <a:off x="1060825" y="1588125"/>
              <a:ext cx="81600" cy="17875"/>
            </a:xfrm>
            <a:custGeom>
              <a:rect b="b" l="l" r="r" t="t"/>
              <a:pathLst>
                <a:path extrusionOk="0" h="715" w="3264">
                  <a:moveTo>
                    <a:pt x="1" y="0"/>
                  </a:moveTo>
                  <a:lnTo>
                    <a:pt x="49" y="620"/>
                  </a:lnTo>
                  <a:cubicBezTo>
                    <a:pt x="49" y="679"/>
                    <a:pt x="108" y="715"/>
                    <a:pt x="168" y="715"/>
                  </a:cubicBezTo>
                  <a:lnTo>
                    <a:pt x="3156" y="477"/>
                  </a:lnTo>
                  <a:cubicBezTo>
                    <a:pt x="3216" y="477"/>
                    <a:pt x="3263" y="417"/>
                    <a:pt x="3263" y="358"/>
                  </a:cubicBezTo>
                  <a:lnTo>
                    <a:pt x="3227" y="24"/>
                  </a:lnTo>
                  <a:cubicBezTo>
                    <a:pt x="2686" y="12"/>
                    <a:pt x="2147" y="12"/>
                    <a:pt x="1610" y="12"/>
                  </a:cubicBezTo>
                  <a:cubicBezTo>
                    <a:pt x="1072" y="12"/>
                    <a:pt x="537" y="12"/>
                    <a:pt x="1" y="0"/>
                  </a:cubicBez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9"/>
            <p:cNvSpPr/>
            <p:nvPr/>
          </p:nvSpPr>
          <p:spPr>
            <a:xfrm>
              <a:off x="1056075" y="1673850"/>
              <a:ext cx="112525" cy="103000"/>
            </a:xfrm>
            <a:custGeom>
              <a:rect b="b" l="l" r="r" t="t"/>
              <a:pathLst>
                <a:path extrusionOk="0" h="4120" w="4501">
                  <a:moveTo>
                    <a:pt x="4191" y="0"/>
                  </a:moveTo>
                  <a:lnTo>
                    <a:pt x="0" y="334"/>
                  </a:lnTo>
                  <a:lnTo>
                    <a:pt x="298" y="4120"/>
                  </a:lnTo>
                  <a:lnTo>
                    <a:pt x="4501" y="3775"/>
                  </a:lnTo>
                  <a:lnTo>
                    <a:pt x="4191" y="0"/>
                  </a:lnTo>
                  <a:close/>
                </a:path>
              </a:pathLst>
            </a:custGeom>
            <a:solidFill>
              <a:srgbClr val="E3E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9"/>
            <p:cNvSpPr/>
            <p:nvPr/>
          </p:nvSpPr>
          <p:spPr>
            <a:xfrm>
              <a:off x="1072450" y="1694100"/>
              <a:ext cx="81575" cy="69375"/>
            </a:xfrm>
            <a:custGeom>
              <a:rect b="b" l="l" r="r" t="t"/>
              <a:pathLst>
                <a:path extrusionOk="0" h="2775" w="3263">
                  <a:moveTo>
                    <a:pt x="3060" y="0"/>
                  </a:moveTo>
                  <a:lnTo>
                    <a:pt x="0" y="250"/>
                  </a:lnTo>
                  <a:lnTo>
                    <a:pt x="203" y="2774"/>
                  </a:lnTo>
                  <a:lnTo>
                    <a:pt x="3263" y="2524"/>
                  </a:lnTo>
                  <a:lnTo>
                    <a:pt x="3060" y="0"/>
                  </a:ln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9"/>
            <p:cNvSpPr/>
            <p:nvPr/>
          </p:nvSpPr>
          <p:spPr>
            <a:xfrm>
              <a:off x="1117100" y="1601225"/>
              <a:ext cx="52400" cy="194675"/>
            </a:xfrm>
            <a:custGeom>
              <a:rect b="b" l="l" r="r" t="t"/>
              <a:pathLst>
                <a:path extrusionOk="0" h="7787" w="2096">
                  <a:moveTo>
                    <a:pt x="774" y="0"/>
                  </a:moveTo>
                  <a:lnTo>
                    <a:pt x="0" y="60"/>
                  </a:lnTo>
                  <a:lnTo>
                    <a:pt x="24" y="405"/>
                  </a:lnTo>
                  <a:cubicBezTo>
                    <a:pt x="512" y="715"/>
                    <a:pt x="512" y="2370"/>
                    <a:pt x="548" y="2870"/>
                  </a:cubicBezTo>
                  <a:lnTo>
                    <a:pt x="905" y="7323"/>
                  </a:lnTo>
                  <a:cubicBezTo>
                    <a:pt x="916" y="7547"/>
                    <a:pt x="717" y="7750"/>
                    <a:pt x="445" y="7783"/>
                  </a:cubicBezTo>
                  <a:lnTo>
                    <a:pt x="445" y="7783"/>
                  </a:lnTo>
                  <a:lnTo>
                    <a:pt x="1572" y="7692"/>
                  </a:lnTo>
                  <a:cubicBezTo>
                    <a:pt x="1869" y="7668"/>
                    <a:pt x="2096" y="7454"/>
                    <a:pt x="2084" y="7239"/>
                  </a:cubicBezTo>
                  <a:lnTo>
                    <a:pt x="1727" y="2786"/>
                  </a:lnTo>
                  <a:cubicBezTo>
                    <a:pt x="1679" y="2274"/>
                    <a:pt x="1286" y="655"/>
                    <a:pt x="798" y="346"/>
                  </a:cubicBezTo>
                  <a:lnTo>
                    <a:pt x="774" y="0"/>
                  </a:lnTo>
                  <a:close/>
                  <a:moveTo>
                    <a:pt x="445" y="7783"/>
                  </a:moveTo>
                  <a:lnTo>
                    <a:pt x="393" y="7787"/>
                  </a:lnTo>
                  <a:cubicBezTo>
                    <a:pt x="411" y="7786"/>
                    <a:pt x="428" y="7785"/>
                    <a:pt x="445" y="7783"/>
                  </a:cubicBez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9"/>
            <p:cNvSpPr/>
            <p:nvPr/>
          </p:nvSpPr>
          <p:spPr>
            <a:xfrm>
              <a:off x="974800" y="1709575"/>
              <a:ext cx="420925" cy="431925"/>
            </a:xfrm>
            <a:custGeom>
              <a:rect b="b" l="l" r="r" t="t"/>
              <a:pathLst>
                <a:path extrusionOk="0" h="17277" w="16837">
                  <a:moveTo>
                    <a:pt x="1" y="0"/>
                  </a:moveTo>
                  <a:lnTo>
                    <a:pt x="430" y="16181"/>
                  </a:lnTo>
                  <a:lnTo>
                    <a:pt x="16836" y="17276"/>
                  </a:lnTo>
                  <a:lnTo>
                    <a:pt x="16372" y="1084"/>
                  </a:lnTo>
                  <a:lnTo>
                    <a:pt x="1" y="0"/>
                  </a:lnTo>
                  <a:close/>
                </a:path>
              </a:pathLst>
            </a:custGeom>
            <a:solidFill>
              <a:srgbClr val="409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9"/>
            <p:cNvSpPr/>
            <p:nvPr/>
          </p:nvSpPr>
          <p:spPr>
            <a:xfrm>
              <a:off x="1098625" y="1806300"/>
              <a:ext cx="131900" cy="85450"/>
            </a:xfrm>
            <a:custGeom>
              <a:rect b="b" l="l" r="r" t="t"/>
              <a:pathLst>
                <a:path extrusionOk="0" h="3418" w="5276">
                  <a:moveTo>
                    <a:pt x="2311" y="1"/>
                  </a:moveTo>
                  <a:cubicBezTo>
                    <a:pt x="2239" y="13"/>
                    <a:pt x="2180" y="13"/>
                    <a:pt x="2108" y="24"/>
                  </a:cubicBezTo>
                  <a:cubicBezTo>
                    <a:pt x="1763" y="120"/>
                    <a:pt x="1489" y="310"/>
                    <a:pt x="1311" y="620"/>
                  </a:cubicBezTo>
                  <a:cubicBezTo>
                    <a:pt x="1120" y="941"/>
                    <a:pt x="942" y="1263"/>
                    <a:pt x="751" y="1572"/>
                  </a:cubicBezTo>
                  <a:cubicBezTo>
                    <a:pt x="751" y="1572"/>
                    <a:pt x="751" y="1584"/>
                    <a:pt x="739" y="1584"/>
                  </a:cubicBezTo>
                  <a:cubicBezTo>
                    <a:pt x="501" y="1453"/>
                    <a:pt x="263" y="1310"/>
                    <a:pt x="1" y="1167"/>
                  </a:cubicBezTo>
                  <a:lnTo>
                    <a:pt x="1" y="1167"/>
                  </a:lnTo>
                  <a:cubicBezTo>
                    <a:pt x="13" y="1191"/>
                    <a:pt x="13" y="1203"/>
                    <a:pt x="13" y="1215"/>
                  </a:cubicBezTo>
                  <a:cubicBezTo>
                    <a:pt x="406" y="1918"/>
                    <a:pt x="775" y="2620"/>
                    <a:pt x="1168" y="3299"/>
                  </a:cubicBezTo>
                  <a:cubicBezTo>
                    <a:pt x="1180" y="3334"/>
                    <a:pt x="1192" y="3334"/>
                    <a:pt x="1227" y="3334"/>
                  </a:cubicBezTo>
                  <a:cubicBezTo>
                    <a:pt x="1823" y="3346"/>
                    <a:pt x="2418" y="3370"/>
                    <a:pt x="3013" y="3394"/>
                  </a:cubicBezTo>
                  <a:cubicBezTo>
                    <a:pt x="3204" y="3394"/>
                    <a:pt x="3382" y="3406"/>
                    <a:pt x="3573" y="3418"/>
                  </a:cubicBezTo>
                  <a:lnTo>
                    <a:pt x="3573" y="3406"/>
                  </a:lnTo>
                  <a:cubicBezTo>
                    <a:pt x="3370" y="3251"/>
                    <a:pt x="3156" y="3108"/>
                    <a:pt x="2930" y="2953"/>
                  </a:cubicBezTo>
                  <a:cubicBezTo>
                    <a:pt x="2989" y="2870"/>
                    <a:pt x="3037" y="2775"/>
                    <a:pt x="3097" y="2680"/>
                  </a:cubicBezTo>
                  <a:cubicBezTo>
                    <a:pt x="3382" y="2203"/>
                    <a:pt x="3668" y="1727"/>
                    <a:pt x="3966" y="1251"/>
                  </a:cubicBezTo>
                  <a:cubicBezTo>
                    <a:pt x="4132" y="977"/>
                    <a:pt x="4311" y="739"/>
                    <a:pt x="4537" y="548"/>
                  </a:cubicBezTo>
                  <a:cubicBezTo>
                    <a:pt x="4752" y="370"/>
                    <a:pt x="4978" y="239"/>
                    <a:pt x="5240" y="155"/>
                  </a:cubicBezTo>
                  <a:lnTo>
                    <a:pt x="5252" y="155"/>
                  </a:lnTo>
                  <a:lnTo>
                    <a:pt x="5275" y="144"/>
                  </a:lnTo>
                  <a:cubicBezTo>
                    <a:pt x="5061" y="132"/>
                    <a:pt x="4859" y="132"/>
                    <a:pt x="4656" y="120"/>
                  </a:cubicBezTo>
                  <a:cubicBezTo>
                    <a:pt x="4013" y="84"/>
                    <a:pt x="3370" y="60"/>
                    <a:pt x="2716" y="24"/>
                  </a:cubicBezTo>
                  <a:cubicBezTo>
                    <a:pt x="2692" y="24"/>
                    <a:pt x="2668" y="24"/>
                    <a:pt x="2656" y="13"/>
                  </a:cubicBezTo>
                  <a:cubicBezTo>
                    <a:pt x="2549" y="13"/>
                    <a:pt x="2430" y="1"/>
                    <a:pt x="23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9"/>
            <p:cNvSpPr/>
            <p:nvPr/>
          </p:nvSpPr>
          <p:spPr>
            <a:xfrm>
              <a:off x="1231975" y="1897250"/>
              <a:ext cx="94400" cy="86475"/>
            </a:xfrm>
            <a:custGeom>
              <a:rect b="b" l="l" r="r" t="t"/>
              <a:pathLst>
                <a:path extrusionOk="0" h="3459" w="3776">
                  <a:moveTo>
                    <a:pt x="1345" y="1"/>
                  </a:moveTo>
                  <a:cubicBezTo>
                    <a:pt x="1331" y="1"/>
                    <a:pt x="1319" y="2"/>
                    <a:pt x="1311" y="6"/>
                  </a:cubicBezTo>
                  <a:cubicBezTo>
                    <a:pt x="1275" y="18"/>
                    <a:pt x="1251" y="77"/>
                    <a:pt x="1227" y="125"/>
                  </a:cubicBezTo>
                  <a:cubicBezTo>
                    <a:pt x="834" y="816"/>
                    <a:pt x="418" y="1494"/>
                    <a:pt x="13" y="2185"/>
                  </a:cubicBezTo>
                  <a:cubicBezTo>
                    <a:pt x="13" y="2185"/>
                    <a:pt x="1" y="2197"/>
                    <a:pt x="1" y="2209"/>
                  </a:cubicBezTo>
                  <a:cubicBezTo>
                    <a:pt x="239" y="2090"/>
                    <a:pt x="477" y="1971"/>
                    <a:pt x="715" y="1863"/>
                  </a:cubicBezTo>
                  <a:cubicBezTo>
                    <a:pt x="727" y="1887"/>
                    <a:pt x="727" y="1899"/>
                    <a:pt x="739" y="1911"/>
                  </a:cubicBezTo>
                  <a:cubicBezTo>
                    <a:pt x="1013" y="2399"/>
                    <a:pt x="1287" y="2911"/>
                    <a:pt x="1561" y="3399"/>
                  </a:cubicBezTo>
                  <a:cubicBezTo>
                    <a:pt x="1573" y="3423"/>
                    <a:pt x="1585" y="3447"/>
                    <a:pt x="1632" y="3447"/>
                  </a:cubicBezTo>
                  <a:cubicBezTo>
                    <a:pt x="1811" y="3447"/>
                    <a:pt x="1977" y="3459"/>
                    <a:pt x="2156" y="3459"/>
                  </a:cubicBezTo>
                  <a:cubicBezTo>
                    <a:pt x="2418" y="3459"/>
                    <a:pt x="2692" y="3447"/>
                    <a:pt x="2930" y="3340"/>
                  </a:cubicBezTo>
                  <a:cubicBezTo>
                    <a:pt x="3287" y="3197"/>
                    <a:pt x="3573" y="2935"/>
                    <a:pt x="3716" y="2566"/>
                  </a:cubicBezTo>
                  <a:cubicBezTo>
                    <a:pt x="3751" y="2506"/>
                    <a:pt x="3751" y="2447"/>
                    <a:pt x="3763" y="2387"/>
                  </a:cubicBezTo>
                  <a:cubicBezTo>
                    <a:pt x="3716" y="2340"/>
                    <a:pt x="3740" y="2316"/>
                    <a:pt x="3740" y="2268"/>
                  </a:cubicBezTo>
                  <a:cubicBezTo>
                    <a:pt x="3716" y="2209"/>
                    <a:pt x="3716" y="2149"/>
                    <a:pt x="3704" y="2101"/>
                  </a:cubicBezTo>
                  <a:cubicBezTo>
                    <a:pt x="3656" y="1971"/>
                    <a:pt x="3597" y="1851"/>
                    <a:pt x="3537" y="1720"/>
                  </a:cubicBezTo>
                  <a:cubicBezTo>
                    <a:pt x="3370" y="1375"/>
                    <a:pt x="3216" y="1030"/>
                    <a:pt x="3061" y="697"/>
                  </a:cubicBezTo>
                  <a:cubicBezTo>
                    <a:pt x="3061" y="673"/>
                    <a:pt x="3049" y="661"/>
                    <a:pt x="3049" y="649"/>
                  </a:cubicBezTo>
                  <a:cubicBezTo>
                    <a:pt x="3287" y="482"/>
                    <a:pt x="3525" y="304"/>
                    <a:pt x="3775" y="125"/>
                  </a:cubicBezTo>
                  <a:lnTo>
                    <a:pt x="3716" y="125"/>
                  </a:lnTo>
                  <a:cubicBezTo>
                    <a:pt x="2954" y="77"/>
                    <a:pt x="2204" y="54"/>
                    <a:pt x="1442" y="6"/>
                  </a:cubicBezTo>
                  <a:cubicBezTo>
                    <a:pt x="1410" y="6"/>
                    <a:pt x="1373" y="1"/>
                    <a:pt x="13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9"/>
            <p:cNvSpPr/>
            <p:nvPr/>
          </p:nvSpPr>
          <p:spPr>
            <a:xfrm>
              <a:off x="1061125" y="1889350"/>
              <a:ext cx="83375" cy="86650"/>
            </a:xfrm>
            <a:custGeom>
              <a:rect b="b" l="l" r="r" t="t"/>
              <a:pathLst>
                <a:path extrusionOk="0" h="3466" w="3335">
                  <a:moveTo>
                    <a:pt x="1132" y="1"/>
                  </a:moveTo>
                  <a:lnTo>
                    <a:pt x="1084" y="84"/>
                  </a:lnTo>
                  <a:cubicBezTo>
                    <a:pt x="739" y="679"/>
                    <a:pt x="418" y="1286"/>
                    <a:pt x="72" y="1882"/>
                  </a:cubicBezTo>
                  <a:cubicBezTo>
                    <a:pt x="48" y="1941"/>
                    <a:pt x="25" y="2025"/>
                    <a:pt x="13" y="2084"/>
                  </a:cubicBezTo>
                  <a:cubicBezTo>
                    <a:pt x="13" y="2096"/>
                    <a:pt x="13" y="2108"/>
                    <a:pt x="1" y="2120"/>
                  </a:cubicBezTo>
                  <a:lnTo>
                    <a:pt x="1" y="2251"/>
                  </a:lnTo>
                  <a:cubicBezTo>
                    <a:pt x="13" y="2310"/>
                    <a:pt x="13" y="2382"/>
                    <a:pt x="25" y="2429"/>
                  </a:cubicBezTo>
                  <a:cubicBezTo>
                    <a:pt x="72" y="2656"/>
                    <a:pt x="203" y="2834"/>
                    <a:pt x="394" y="2989"/>
                  </a:cubicBezTo>
                  <a:cubicBezTo>
                    <a:pt x="608" y="3168"/>
                    <a:pt x="858" y="3263"/>
                    <a:pt x="1144" y="3346"/>
                  </a:cubicBezTo>
                  <a:cubicBezTo>
                    <a:pt x="1453" y="3430"/>
                    <a:pt x="1787" y="3465"/>
                    <a:pt x="2108" y="3465"/>
                  </a:cubicBezTo>
                  <a:cubicBezTo>
                    <a:pt x="2144" y="3465"/>
                    <a:pt x="2156" y="3465"/>
                    <a:pt x="2180" y="3430"/>
                  </a:cubicBezTo>
                  <a:cubicBezTo>
                    <a:pt x="2561" y="2787"/>
                    <a:pt x="2942" y="2132"/>
                    <a:pt x="3323" y="1501"/>
                  </a:cubicBezTo>
                  <a:cubicBezTo>
                    <a:pt x="3323" y="1501"/>
                    <a:pt x="3323" y="1477"/>
                    <a:pt x="3335" y="1465"/>
                  </a:cubicBezTo>
                  <a:cubicBezTo>
                    <a:pt x="2608" y="977"/>
                    <a:pt x="1870" y="489"/>
                    <a:pt x="11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9"/>
            <p:cNvSpPr/>
            <p:nvPr/>
          </p:nvSpPr>
          <p:spPr>
            <a:xfrm>
              <a:off x="1065900" y="1962875"/>
              <a:ext cx="117300" cy="107475"/>
            </a:xfrm>
            <a:custGeom>
              <a:rect b="b" l="l" r="r" t="t"/>
              <a:pathLst>
                <a:path extrusionOk="0" h="4299" w="4692">
                  <a:moveTo>
                    <a:pt x="3608" y="0"/>
                  </a:moveTo>
                  <a:cubicBezTo>
                    <a:pt x="3596" y="203"/>
                    <a:pt x="3560" y="417"/>
                    <a:pt x="3548" y="631"/>
                  </a:cubicBezTo>
                  <a:cubicBezTo>
                    <a:pt x="3548" y="667"/>
                    <a:pt x="3536" y="727"/>
                    <a:pt x="3536" y="774"/>
                  </a:cubicBezTo>
                  <a:cubicBezTo>
                    <a:pt x="3536" y="786"/>
                    <a:pt x="3513" y="798"/>
                    <a:pt x="3501" y="798"/>
                  </a:cubicBezTo>
                  <a:lnTo>
                    <a:pt x="3477" y="798"/>
                  </a:lnTo>
                  <a:cubicBezTo>
                    <a:pt x="2894" y="774"/>
                    <a:pt x="2310" y="762"/>
                    <a:pt x="1727" y="727"/>
                  </a:cubicBezTo>
                  <a:cubicBezTo>
                    <a:pt x="1477" y="715"/>
                    <a:pt x="1227" y="703"/>
                    <a:pt x="989" y="643"/>
                  </a:cubicBezTo>
                  <a:cubicBezTo>
                    <a:pt x="619" y="548"/>
                    <a:pt x="298" y="381"/>
                    <a:pt x="36" y="119"/>
                  </a:cubicBezTo>
                  <a:cubicBezTo>
                    <a:pt x="36" y="119"/>
                    <a:pt x="24" y="108"/>
                    <a:pt x="0" y="108"/>
                  </a:cubicBezTo>
                  <a:cubicBezTo>
                    <a:pt x="60" y="227"/>
                    <a:pt x="107" y="346"/>
                    <a:pt x="167" y="441"/>
                  </a:cubicBezTo>
                  <a:cubicBezTo>
                    <a:pt x="536" y="1203"/>
                    <a:pt x="893" y="1965"/>
                    <a:pt x="1274" y="2727"/>
                  </a:cubicBezTo>
                  <a:cubicBezTo>
                    <a:pt x="1453" y="3084"/>
                    <a:pt x="1751" y="3286"/>
                    <a:pt x="2132" y="3382"/>
                  </a:cubicBezTo>
                  <a:cubicBezTo>
                    <a:pt x="2203" y="3394"/>
                    <a:pt x="2298" y="3394"/>
                    <a:pt x="2370" y="3394"/>
                  </a:cubicBezTo>
                  <a:lnTo>
                    <a:pt x="3394" y="3441"/>
                  </a:lnTo>
                  <a:cubicBezTo>
                    <a:pt x="3441" y="3441"/>
                    <a:pt x="3441" y="3453"/>
                    <a:pt x="3441" y="3477"/>
                  </a:cubicBezTo>
                  <a:cubicBezTo>
                    <a:pt x="3441" y="3691"/>
                    <a:pt x="3441" y="3906"/>
                    <a:pt x="3429" y="4108"/>
                  </a:cubicBezTo>
                  <a:lnTo>
                    <a:pt x="3429" y="4298"/>
                  </a:lnTo>
                  <a:cubicBezTo>
                    <a:pt x="3477" y="4227"/>
                    <a:pt x="3513" y="4168"/>
                    <a:pt x="3548" y="4096"/>
                  </a:cubicBezTo>
                  <a:cubicBezTo>
                    <a:pt x="3917" y="3465"/>
                    <a:pt x="4310" y="2846"/>
                    <a:pt x="4679" y="2215"/>
                  </a:cubicBezTo>
                  <a:cubicBezTo>
                    <a:pt x="4679" y="2203"/>
                    <a:pt x="4691" y="2191"/>
                    <a:pt x="4679" y="2167"/>
                  </a:cubicBezTo>
                  <a:lnTo>
                    <a:pt x="3608" y="36"/>
                  </a:lnTo>
                  <a:cubicBezTo>
                    <a:pt x="3620" y="12"/>
                    <a:pt x="3620" y="12"/>
                    <a:pt x="3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9"/>
            <p:cNvSpPr/>
            <p:nvPr/>
          </p:nvSpPr>
          <p:spPr>
            <a:xfrm>
              <a:off x="1202525" y="1975375"/>
              <a:ext cx="117000" cy="77125"/>
            </a:xfrm>
            <a:custGeom>
              <a:rect b="b" l="l" r="r" t="t"/>
              <a:pathLst>
                <a:path extrusionOk="0" h="3085" w="4680">
                  <a:moveTo>
                    <a:pt x="4679" y="0"/>
                  </a:moveTo>
                  <a:lnTo>
                    <a:pt x="4679" y="0"/>
                  </a:lnTo>
                  <a:cubicBezTo>
                    <a:pt x="4572" y="84"/>
                    <a:pt x="4465" y="167"/>
                    <a:pt x="4358" y="227"/>
                  </a:cubicBezTo>
                  <a:cubicBezTo>
                    <a:pt x="4156" y="358"/>
                    <a:pt x="3917" y="441"/>
                    <a:pt x="3667" y="465"/>
                  </a:cubicBezTo>
                  <a:cubicBezTo>
                    <a:pt x="3560" y="486"/>
                    <a:pt x="3453" y="490"/>
                    <a:pt x="3346" y="490"/>
                  </a:cubicBezTo>
                  <a:cubicBezTo>
                    <a:pt x="3274" y="490"/>
                    <a:pt x="3203" y="489"/>
                    <a:pt x="3132" y="489"/>
                  </a:cubicBezTo>
                  <a:cubicBezTo>
                    <a:pt x="2798" y="465"/>
                    <a:pt x="2477" y="453"/>
                    <a:pt x="2155" y="441"/>
                  </a:cubicBezTo>
                  <a:lnTo>
                    <a:pt x="1000" y="393"/>
                  </a:lnTo>
                  <a:cubicBezTo>
                    <a:pt x="715" y="381"/>
                    <a:pt x="429" y="381"/>
                    <a:pt x="155" y="370"/>
                  </a:cubicBezTo>
                  <a:lnTo>
                    <a:pt x="119" y="370"/>
                  </a:lnTo>
                  <a:cubicBezTo>
                    <a:pt x="72" y="1239"/>
                    <a:pt x="48" y="2120"/>
                    <a:pt x="0" y="3013"/>
                  </a:cubicBezTo>
                  <a:lnTo>
                    <a:pt x="60" y="3013"/>
                  </a:lnTo>
                  <a:cubicBezTo>
                    <a:pt x="548" y="3025"/>
                    <a:pt x="1048" y="3060"/>
                    <a:pt x="1536" y="3072"/>
                  </a:cubicBezTo>
                  <a:cubicBezTo>
                    <a:pt x="1691" y="3072"/>
                    <a:pt x="1870" y="3084"/>
                    <a:pt x="2036" y="3084"/>
                  </a:cubicBezTo>
                  <a:cubicBezTo>
                    <a:pt x="2322" y="3072"/>
                    <a:pt x="2608" y="3025"/>
                    <a:pt x="2858" y="2882"/>
                  </a:cubicBezTo>
                  <a:cubicBezTo>
                    <a:pt x="2977" y="2810"/>
                    <a:pt x="3060" y="2715"/>
                    <a:pt x="3144" y="2596"/>
                  </a:cubicBezTo>
                  <a:cubicBezTo>
                    <a:pt x="3644" y="1739"/>
                    <a:pt x="4167" y="881"/>
                    <a:pt x="4668" y="24"/>
                  </a:cubicBezTo>
                  <a:lnTo>
                    <a:pt x="4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9"/>
            <p:cNvSpPr/>
            <p:nvPr/>
          </p:nvSpPr>
          <p:spPr>
            <a:xfrm>
              <a:off x="1196875" y="1812050"/>
              <a:ext cx="86925" cy="86850"/>
            </a:xfrm>
            <a:custGeom>
              <a:rect b="b" l="l" r="r" t="t"/>
              <a:pathLst>
                <a:path extrusionOk="0" h="3474" w="3477">
                  <a:moveTo>
                    <a:pt x="1690" y="0"/>
                  </a:moveTo>
                  <a:cubicBezTo>
                    <a:pt x="1556" y="0"/>
                    <a:pt x="1421" y="33"/>
                    <a:pt x="1286" y="92"/>
                  </a:cubicBezTo>
                  <a:cubicBezTo>
                    <a:pt x="1048" y="199"/>
                    <a:pt x="857" y="354"/>
                    <a:pt x="679" y="533"/>
                  </a:cubicBezTo>
                  <a:cubicBezTo>
                    <a:pt x="405" y="795"/>
                    <a:pt x="202" y="1092"/>
                    <a:pt x="24" y="1426"/>
                  </a:cubicBezTo>
                  <a:cubicBezTo>
                    <a:pt x="0" y="1449"/>
                    <a:pt x="0" y="1461"/>
                    <a:pt x="24" y="1485"/>
                  </a:cubicBezTo>
                  <a:cubicBezTo>
                    <a:pt x="393" y="2140"/>
                    <a:pt x="750" y="2795"/>
                    <a:pt x="1119" y="3450"/>
                  </a:cubicBezTo>
                  <a:cubicBezTo>
                    <a:pt x="1131" y="3462"/>
                    <a:pt x="1131" y="3474"/>
                    <a:pt x="1131" y="3474"/>
                  </a:cubicBezTo>
                  <a:cubicBezTo>
                    <a:pt x="1905" y="3057"/>
                    <a:pt x="2679" y="2640"/>
                    <a:pt x="3477" y="2223"/>
                  </a:cubicBezTo>
                  <a:cubicBezTo>
                    <a:pt x="3417" y="2140"/>
                    <a:pt x="3370" y="2033"/>
                    <a:pt x="3310" y="1938"/>
                  </a:cubicBezTo>
                  <a:cubicBezTo>
                    <a:pt x="2989" y="1402"/>
                    <a:pt x="2679" y="866"/>
                    <a:pt x="2357" y="330"/>
                  </a:cubicBezTo>
                  <a:cubicBezTo>
                    <a:pt x="2310" y="259"/>
                    <a:pt x="2238" y="199"/>
                    <a:pt x="2167" y="152"/>
                  </a:cubicBezTo>
                  <a:cubicBezTo>
                    <a:pt x="2011" y="48"/>
                    <a:pt x="1851" y="0"/>
                    <a:pt x="16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9"/>
            <p:cNvSpPr/>
            <p:nvPr/>
          </p:nvSpPr>
          <p:spPr>
            <a:xfrm>
              <a:off x="1384100" y="1643775"/>
              <a:ext cx="135150" cy="497725"/>
            </a:xfrm>
            <a:custGeom>
              <a:rect b="b" l="l" r="r" t="t"/>
              <a:pathLst>
                <a:path extrusionOk="0" h="19909" w="5406">
                  <a:moveTo>
                    <a:pt x="4977" y="1"/>
                  </a:moveTo>
                  <a:lnTo>
                    <a:pt x="0" y="3716"/>
                  </a:lnTo>
                  <a:lnTo>
                    <a:pt x="464" y="19908"/>
                  </a:lnTo>
                  <a:lnTo>
                    <a:pt x="5406" y="14753"/>
                  </a:lnTo>
                  <a:lnTo>
                    <a:pt x="4977" y="1"/>
                  </a:lnTo>
                  <a:close/>
                </a:path>
              </a:pathLst>
            </a:custGeom>
            <a:solidFill>
              <a:srgbClr val="5EB6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9"/>
            <p:cNvSpPr/>
            <p:nvPr/>
          </p:nvSpPr>
          <p:spPr>
            <a:xfrm>
              <a:off x="1224850" y="1888125"/>
              <a:ext cx="186050" cy="94225"/>
            </a:xfrm>
            <a:custGeom>
              <a:rect b="b" l="l" r="r" t="t"/>
              <a:pathLst>
                <a:path extrusionOk="0" h="3769" w="7442">
                  <a:moveTo>
                    <a:pt x="4745" y="1"/>
                  </a:moveTo>
                  <a:cubicBezTo>
                    <a:pt x="4553" y="1"/>
                    <a:pt x="4266" y="143"/>
                    <a:pt x="4036" y="240"/>
                  </a:cubicBezTo>
                  <a:cubicBezTo>
                    <a:pt x="3715" y="371"/>
                    <a:pt x="3120" y="859"/>
                    <a:pt x="2941" y="1038"/>
                  </a:cubicBezTo>
                  <a:cubicBezTo>
                    <a:pt x="2703" y="1276"/>
                    <a:pt x="2215" y="1276"/>
                    <a:pt x="1989" y="1383"/>
                  </a:cubicBezTo>
                  <a:cubicBezTo>
                    <a:pt x="1597" y="1549"/>
                    <a:pt x="907" y="1732"/>
                    <a:pt x="430" y="1732"/>
                  </a:cubicBezTo>
                  <a:cubicBezTo>
                    <a:pt x="327" y="1732"/>
                    <a:pt x="233" y="1724"/>
                    <a:pt x="155" y="1704"/>
                  </a:cubicBezTo>
                  <a:cubicBezTo>
                    <a:pt x="155" y="1704"/>
                    <a:pt x="0" y="2264"/>
                    <a:pt x="72" y="2871"/>
                  </a:cubicBezTo>
                  <a:cubicBezTo>
                    <a:pt x="84" y="3502"/>
                    <a:pt x="250" y="3514"/>
                    <a:pt x="250" y="3514"/>
                  </a:cubicBezTo>
                  <a:cubicBezTo>
                    <a:pt x="374" y="3502"/>
                    <a:pt x="515" y="3496"/>
                    <a:pt x="668" y="3496"/>
                  </a:cubicBezTo>
                  <a:cubicBezTo>
                    <a:pt x="1744" y="3496"/>
                    <a:pt x="3431" y="3768"/>
                    <a:pt x="3899" y="3768"/>
                  </a:cubicBezTo>
                  <a:cubicBezTo>
                    <a:pt x="3931" y="3768"/>
                    <a:pt x="3957" y="3767"/>
                    <a:pt x="3977" y="3764"/>
                  </a:cubicBezTo>
                  <a:cubicBezTo>
                    <a:pt x="4346" y="3705"/>
                    <a:pt x="6275" y="3228"/>
                    <a:pt x="6561" y="3121"/>
                  </a:cubicBezTo>
                  <a:cubicBezTo>
                    <a:pt x="6846" y="3026"/>
                    <a:pt x="6953" y="2800"/>
                    <a:pt x="6977" y="2586"/>
                  </a:cubicBezTo>
                  <a:cubicBezTo>
                    <a:pt x="7001" y="2383"/>
                    <a:pt x="7215" y="2324"/>
                    <a:pt x="7299" y="2145"/>
                  </a:cubicBezTo>
                  <a:cubicBezTo>
                    <a:pt x="7370" y="1966"/>
                    <a:pt x="7394" y="1728"/>
                    <a:pt x="7430" y="1514"/>
                  </a:cubicBezTo>
                  <a:cubicBezTo>
                    <a:pt x="7442" y="1312"/>
                    <a:pt x="7192" y="1062"/>
                    <a:pt x="7192" y="1062"/>
                  </a:cubicBezTo>
                  <a:cubicBezTo>
                    <a:pt x="7192" y="1062"/>
                    <a:pt x="7161" y="661"/>
                    <a:pt x="6909" y="661"/>
                  </a:cubicBezTo>
                  <a:cubicBezTo>
                    <a:pt x="6889" y="661"/>
                    <a:pt x="6868" y="664"/>
                    <a:pt x="6846" y="669"/>
                  </a:cubicBezTo>
                  <a:cubicBezTo>
                    <a:pt x="6537" y="740"/>
                    <a:pt x="5882" y="1181"/>
                    <a:pt x="5346" y="1312"/>
                  </a:cubicBezTo>
                  <a:cubicBezTo>
                    <a:pt x="5093" y="1368"/>
                    <a:pt x="4805" y="1392"/>
                    <a:pt x="4576" y="1392"/>
                  </a:cubicBezTo>
                  <a:cubicBezTo>
                    <a:pt x="4320" y="1392"/>
                    <a:pt x="4137" y="1362"/>
                    <a:pt x="4156" y="1312"/>
                  </a:cubicBezTo>
                  <a:cubicBezTo>
                    <a:pt x="4167" y="1204"/>
                    <a:pt x="4548" y="621"/>
                    <a:pt x="4763" y="490"/>
                  </a:cubicBezTo>
                  <a:cubicBezTo>
                    <a:pt x="4953" y="371"/>
                    <a:pt x="5060" y="204"/>
                    <a:pt x="4906" y="61"/>
                  </a:cubicBezTo>
                  <a:cubicBezTo>
                    <a:pt x="4868" y="18"/>
                    <a:pt x="4813" y="1"/>
                    <a:pt x="4745"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9"/>
            <p:cNvSpPr/>
            <p:nvPr/>
          </p:nvSpPr>
          <p:spPr>
            <a:xfrm>
              <a:off x="739950" y="1611175"/>
              <a:ext cx="522725" cy="401725"/>
            </a:xfrm>
            <a:custGeom>
              <a:rect b="b" l="l" r="r" t="t"/>
              <a:pathLst>
                <a:path extrusionOk="0" h="16069" w="20909">
                  <a:moveTo>
                    <a:pt x="1992" y="0"/>
                  </a:moveTo>
                  <a:cubicBezTo>
                    <a:pt x="1172" y="0"/>
                    <a:pt x="403" y="726"/>
                    <a:pt x="239" y="2376"/>
                  </a:cubicBezTo>
                  <a:cubicBezTo>
                    <a:pt x="1" y="4770"/>
                    <a:pt x="4561" y="12390"/>
                    <a:pt x="7359" y="15211"/>
                  </a:cubicBezTo>
                  <a:cubicBezTo>
                    <a:pt x="7621" y="15485"/>
                    <a:pt x="7788" y="15640"/>
                    <a:pt x="8657" y="15807"/>
                  </a:cubicBezTo>
                  <a:cubicBezTo>
                    <a:pt x="9623" y="15994"/>
                    <a:pt x="10860" y="16068"/>
                    <a:pt x="12207" y="16068"/>
                  </a:cubicBezTo>
                  <a:cubicBezTo>
                    <a:pt x="15142" y="16068"/>
                    <a:pt x="18599" y="15716"/>
                    <a:pt x="20908" y="15414"/>
                  </a:cubicBezTo>
                  <a:cubicBezTo>
                    <a:pt x="20908" y="15414"/>
                    <a:pt x="20218" y="14187"/>
                    <a:pt x="20396" y="12735"/>
                  </a:cubicBezTo>
                  <a:lnTo>
                    <a:pt x="20396" y="12735"/>
                  </a:lnTo>
                  <a:cubicBezTo>
                    <a:pt x="20396" y="12735"/>
                    <a:pt x="20355" y="12735"/>
                    <a:pt x="20278" y="12735"/>
                  </a:cubicBezTo>
                  <a:cubicBezTo>
                    <a:pt x="19179" y="12735"/>
                    <a:pt x="10770" y="12714"/>
                    <a:pt x="9836" y="12080"/>
                  </a:cubicBezTo>
                  <a:cubicBezTo>
                    <a:pt x="9836" y="12080"/>
                    <a:pt x="8228" y="9818"/>
                    <a:pt x="6859" y="6091"/>
                  </a:cubicBezTo>
                  <a:cubicBezTo>
                    <a:pt x="5740" y="2996"/>
                    <a:pt x="4263" y="1388"/>
                    <a:pt x="3097" y="436"/>
                  </a:cubicBezTo>
                  <a:cubicBezTo>
                    <a:pt x="2753" y="152"/>
                    <a:pt x="2367" y="0"/>
                    <a:pt x="19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4" name="Google Shape;2894;p69"/>
          <p:cNvSpPr/>
          <p:nvPr/>
        </p:nvSpPr>
        <p:spPr>
          <a:xfrm>
            <a:off x="3246025" y="1038225"/>
            <a:ext cx="982500" cy="982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9"/>
          <p:cNvSpPr txBox="1"/>
          <p:nvPr>
            <p:ph idx="2" type="title"/>
          </p:nvPr>
        </p:nvSpPr>
        <p:spPr>
          <a:xfrm>
            <a:off x="3246025" y="1220625"/>
            <a:ext cx="982500" cy="617700"/>
          </a:xfrm>
          <a:prstGeom prst="rect">
            <a:avLst/>
          </a:prstGeom>
        </p:spPr>
        <p:txBody>
          <a:bodyPr anchorCtr="0" anchor="ctr" bIns="91425" lIns="91425" spcFirstLastPara="1" rIns="91425" wrap="square" tIns="91425">
            <a:noAutofit/>
          </a:bodyPr>
          <a:lstStyle/>
          <a:p>
            <a:pPr indent="0" lvl="0" marL="0" rtl="0" algn="ctr">
              <a:spcBef>
                <a:spcPts val="1000"/>
              </a:spcBef>
              <a:spcAft>
                <a:spcPts val="0"/>
              </a:spcAft>
              <a:buNone/>
            </a:pPr>
            <a:r>
              <a:rPr lang="en"/>
              <a:t>01</a:t>
            </a:r>
            <a:endParaRPr/>
          </a:p>
        </p:txBody>
      </p:sp>
      <p:grpSp>
        <p:nvGrpSpPr>
          <p:cNvPr id="2896" name="Google Shape;2896;p69"/>
          <p:cNvGrpSpPr/>
          <p:nvPr/>
        </p:nvGrpSpPr>
        <p:grpSpPr>
          <a:xfrm flipH="1" rot="-898866">
            <a:off x="2107616" y="2549115"/>
            <a:ext cx="1083550" cy="1428571"/>
            <a:chOff x="4326425" y="5583250"/>
            <a:chExt cx="744150" cy="981100"/>
          </a:xfrm>
        </p:grpSpPr>
        <p:sp>
          <p:nvSpPr>
            <p:cNvPr id="2897" name="Google Shape;2897;p69"/>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9"/>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9"/>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9"/>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9"/>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9"/>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9"/>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9"/>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9"/>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9"/>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9"/>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9"/>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9"/>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9"/>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9"/>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9"/>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9"/>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9"/>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9"/>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9"/>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9"/>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9"/>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9"/>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9"/>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9"/>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2" name="Google Shape;2922;p69"/>
          <p:cNvGrpSpPr/>
          <p:nvPr/>
        </p:nvGrpSpPr>
        <p:grpSpPr>
          <a:xfrm flipH="1" rot="872858">
            <a:off x="2822954" y="2971417"/>
            <a:ext cx="1247406" cy="2528100"/>
            <a:chOff x="1803775" y="5029925"/>
            <a:chExt cx="655775" cy="1329050"/>
          </a:xfrm>
        </p:grpSpPr>
        <p:sp>
          <p:nvSpPr>
            <p:cNvPr id="2923" name="Google Shape;2923;p69"/>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9"/>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9"/>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9"/>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9"/>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9"/>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9"/>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9"/>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9"/>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9"/>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9"/>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4" name="Google Shape;2934;p69"/>
          <p:cNvSpPr/>
          <p:nvPr/>
        </p:nvSpPr>
        <p:spPr>
          <a:xfrm flipH="1" rot="-1801446">
            <a:off x="2153218" y="2483437"/>
            <a:ext cx="161304" cy="34205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9"/>
          <p:cNvSpPr/>
          <p:nvPr/>
        </p:nvSpPr>
        <p:spPr>
          <a:xfrm rot="-2701011">
            <a:off x="1505308" y="3831260"/>
            <a:ext cx="93762" cy="198803"/>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9"/>
          <p:cNvSpPr/>
          <p:nvPr/>
        </p:nvSpPr>
        <p:spPr>
          <a:xfrm rot="1801446">
            <a:off x="926893" y="1478887"/>
            <a:ext cx="161304" cy="34205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7" name="Google Shape;2937;p69"/>
          <p:cNvGrpSpPr/>
          <p:nvPr/>
        </p:nvGrpSpPr>
        <p:grpSpPr>
          <a:xfrm rot="884614">
            <a:off x="6675237" y="2899382"/>
            <a:ext cx="1594895" cy="4630969"/>
            <a:chOff x="6512944" y="2975654"/>
            <a:chExt cx="1594853" cy="4630848"/>
          </a:xfrm>
        </p:grpSpPr>
        <p:grpSp>
          <p:nvGrpSpPr>
            <p:cNvPr id="2938" name="Google Shape;2938;p69"/>
            <p:cNvGrpSpPr/>
            <p:nvPr/>
          </p:nvGrpSpPr>
          <p:grpSpPr>
            <a:xfrm>
              <a:off x="6512944" y="2975654"/>
              <a:ext cx="1594853" cy="4630848"/>
              <a:chOff x="1460575" y="5630575"/>
              <a:chExt cx="645350" cy="1873775"/>
            </a:xfrm>
          </p:grpSpPr>
          <p:sp>
            <p:nvSpPr>
              <p:cNvPr id="2939" name="Google Shape;2939;p69"/>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9"/>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1" name="Google Shape;2941;p69"/>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894"/>
                                        </p:tgtEl>
                                        <p:attrNameLst>
                                          <p:attrName>style.visibility</p:attrName>
                                        </p:attrNameLst>
                                      </p:cBhvr>
                                      <p:to>
                                        <p:strVal val="visible"/>
                                      </p:to>
                                    </p:set>
                                    <p:animEffect filter="fade" transition="in">
                                      <p:cBhvr>
                                        <p:cTn dur="1000"/>
                                        <p:tgtEl>
                                          <p:spTgt spid="2894"/>
                                        </p:tgtEl>
                                      </p:cBhvr>
                                    </p:animEffect>
                                  </p:childTnLst>
                                </p:cTn>
                              </p:par>
                              <p:par>
                                <p:cTn fill="hold" nodeType="withEffect" presetClass="entr" presetID="10" presetSubtype="0">
                                  <p:stCondLst>
                                    <p:cond delay="0"/>
                                  </p:stCondLst>
                                  <p:childTnLst>
                                    <p:set>
                                      <p:cBhvr>
                                        <p:cTn dur="1" fill="hold">
                                          <p:stCondLst>
                                            <p:cond delay="0"/>
                                          </p:stCondLst>
                                        </p:cTn>
                                        <p:tgtEl>
                                          <p:spTgt spid="2895"/>
                                        </p:tgtEl>
                                        <p:attrNameLst>
                                          <p:attrName>style.visibility</p:attrName>
                                        </p:attrNameLst>
                                      </p:cBhvr>
                                      <p:to>
                                        <p:strVal val="visible"/>
                                      </p:to>
                                    </p:set>
                                    <p:animEffect filter="fade" transition="in">
                                      <p:cBhvr>
                                        <p:cTn dur="1000"/>
                                        <p:tgtEl>
                                          <p:spTgt spid="2895"/>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824"/>
                                        </p:tgtEl>
                                        <p:attrNameLst>
                                          <p:attrName>style.visibility</p:attrName>
                                        </p:attrNameLst>
                                      </p:cBhvr>
                                      <p:to>
                                        <p:strVal val="visible"/>
                                      </p:to>
                                    </p:set>
                                    <p:animEffect filter="fade" transition="in">
                                      <p:cBhvr>
                                        <p:cTn dur="1000"/>
                                        <p:tgtEl>
                                          <p:spTgt spid="2824"/>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825"/>
                                        </p:tgtEl>
                                        <p:attrNameLst>
                                          <p:attrName>style.visibility</p:attrName>
                                        </p:attrNameLst>
                                      </p:cBhvr>
                                      <p:to>
                                        <p:strVal val="visible"/>
                                      </p:to>
                                    </p:set>
                                    <p:animEffect filter="fade" transition="in">
                                      <p:cBhvr>
                                        <p:cTn dur="1000"/>
                                        <p:tgtEl>
                                          <p:spTgt spid="282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5" name="Shape 2945"/>
        <p:cNvGrpSpPr/>
        <p:nvPr/>
      </p:nvGrpSpPr>
      <p:grpSpPr>
        <a:xfrm>
          <a:off x="0" y="0"/>
          <a:ext cx="0" cy="0"/>
          <a:chOff x="0" y="0"/>
          <a:chExt cx="0" cy="0"/>
        </a:xfrm>
      </p:grpSpPr>
      <p:sp>
        <p:nvSpPr>
          <p:cNvPr id="2946" name="Google Shape;2946;p70"/>
          <p:cNvSpPr txBox="1"/>
          <p:nvPr>
            <p:ph type="title"/>
          </p:nvPr>
        </p:nvSpPr>
        <p:spPr>
          <a:xfrm>
            <a:off x="713275" y="950675"/>
            <a:ext cx="3851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EARTH’S SUSTAINABILITY</a:t>
            </a:r>
            <a:endParaRPr/>
          </a:p>
        </p:txBody>
      </p:sp>
      <p:sp>
        <p:nvSpPr>
          <p:cNvPr id="2947" name="Google Shape;2947;p70"/>
          <p:cNvSpPr txBox="1"/>
          <p:nvPr>
            <p:ph idx="1" type="body"/>
          </p:nvPr>
        </p:nvSpPr>
        <p:spPr>
          <a:xfrm>
            <a:off x="713275" y="1658125"/>
            <a:ext cx="3672900" cy="253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a:t>
            </a:r>
            <a:r>
              <a:rPr lang="en"/>
              <a:t> </a:t>
            </a:r>
            <a:r>
              <a:rPr lang="en"/>
              <a:t>point clear?</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Clr>
                <a:schemeClr val="dk1"/>
              </a:buClr>
              <a:buSzPts val="1100"/>
              <a:buFont typeface="Arial"/>
              <a:buNone/>
            </a:pPr>
            <a:r>
              <a:rPr lang="en"/>
              <a:t>Lists like this one:</a:t>
            </a:r>
            <a:endParaRPr/>
          </a:p>
          <a:p>
            <a:pPr indent="-292100" lvl="0" marL="457200" rtl="0" algn="l">
              <a:spcBef>
                <a:spcPts val="1600"/>
              </a:spcBef>
              <a:spcAft>
                <a:spcPts val="0"/>
              </a:spcAft>
              <a:buClr>
                <a:schemeClr val="dk2"/>
              </a:buClr>
              <a:buSzPts val="1000"/>
              <a:buFont typeface="Hind"/>
              <a:buChar char="●"/>
            </a:pPr>
            <a:r>
              <a:rPr lang="en"/>
              <a:t>They’re simple </a:t>
            </a:r>
            <a:endParaRPr/>
          </a:p>
          <a:p>
            <a:pPr indent="-292100" lvl="0" marL="457200" rtl="0" algn="l">
              <a:spcBef>
                <a:spcPts val="0"/>
              </a:spcBef>
              <a:spcAft>
                <a:spcPts val="0"/>
              </a:spcAft>
              <a:buClr>
                <a:schemeClr val="dk2"/>
              </a:buClr>
              <a:buSzPts val="1000"/>
              <a:buFont typeface="Hind"/>
              <a:buChar char="●"/>
            </a:pPr>
            <a:r>
              <a:rPr lang="en"/>
              <a:t>You can organize your ideas clearly</a:t>
            </a:r>
            <a:endParaRPr/>
          </a:p>
          <a:p>
            <a:pPr indent="-292100" lvl="0" marL="457200" rtl="0" algn="l">
              <a:spcBef>
                <a:spcPts val="0"/>
              </a:spcBef>
              <a:spcAft>
                <a:spcPts val="0"/>
              </a:spcAft>
              <a:buClr>
                <a:schemeClr val="dk2"/>
              </a:buClr>
              <a:buSzPts val="1000"/>
              <a:buFont typeface="Hind"/>
              <a:buChar char="●"/>
            </a:pPr>
            <a:r>
              <a:rPr lang="en"/>
              <a:t>You’ll never forget to buy milk!</a:t>
            </a:r>
            <a:endParaRPr/>
          </a:p>
          <a:p>
            <a:pPr indent="0" lvl="0" marL="0" rtl="0" algn="l">
              <a:spcBef>
                <a:spcPts val="1600"/>
              </a:spcBef>
              <a:spcAft>
                <a:spcPts val="0"/>
              </a:spcAft>
              <a:buNone/>
            </a:pPr>
            <a:r>
              <a:rPr lang="en"/>
              <a:t>And the most important thing: the audience won’t miss the point of your presentation</a:t>
            </a:r>
            <a:endParaRPr/>
          </a:p>
        </p:txBody>
      </p:sp>
      <p:grpSp>
        <p:nvGrpSpPr>
          <p:cNvPr id="2948" name="Google Shape;2948;p70"/>
          <p:cNvGrpSpPr/>
          <p:nvPr/>
        </p:nvGrpSpPr>
        <p:grpSpPr>
          <a:xfrm>
            <a:off x="5458828" y="1100586"/>
            <a:ext cx="3296253" cy="2856352"/>
            <a:chOff x="-848250" y="2307750"/>
            <a:chExt cx="3668618" cy="3179023"/>
          </a:xfrm>
        </p:grpSpPr>
        <p:sp>
          <p:nvSpPr>
            <p:cNvPr id="2949" name="Google Shape;2949;p70"/>
            <p:cNvSpPr/>
            <p:nvPr/>
          </p:nvSpPr>
          <p:spPr>
            <a:xfrm>
              <a:off x="2160734" y="4042436"/>
              <a:ext cx="411471" cy="132135"/>
            </a:xfrm>
            <a:custGeom>
              <a:rect b="b" l="l" r="r" t="t"/>
              <a:pathLst>
                <a:path extrusionOk="0" h="2929" w="9121">
                  <a:moveTo>
                    <a:pt x="417" y="0"/>
                  </a:moveTo>
                  <a:cubicBezTo>
                    <a:pt x="167" y="0"/>
                    <a:pt x="0" y="12"/>
                    <a:pt x="0" y="12"/>
                  </a:cubicBezTo>
                  <a:lnTo>
                    <a:pt x="36" y="369"/>
                  </a:lnTo>
                  <a:cubicBezTo>
                    <a:pt x="36" y="369"/>
                    <a:pt x="179" y="357"/>
                    <a:pt x="405" y="357"/>
                  </a:cubicBezTo>
                  <a:cubicBezTo>
                    <a:pt x="667" y="357"/>
                    <a:pt x="1024" y="369"/>
                    <a:pt x="1477" y="405"/>
                  </a:cubicBezTo>
                  <a:cubicBezTo>
                    <a:pt x="2346" y="464"/>
                    <a:pt x="3525" y="643"/>
                    <a:pt x="4656" y="964"/>
                  </a:cubicBezTo>
                  <a:cubicBezTo>
                    <a:pt x="5799" y="1274"/>
                    <a:pt x="6894" y="1750"/>
                    <a:pt x="7668" y="2167"/>
                  </a:cubicBezTo>
                  <a:cubicBezTo>
                    <a:pt x="8049" y="2381"/>
                    <a:pt x="8382" y="2560"/>
                    <a:pt x="8585" y="2715"/>
                  </a:cubicBezTo>
                  <a:cubicBezTo>
                    <a:pt x="8811" y="2858"/>
                    <a:pt x="8930" y="2929"/>
                    <a:pt x="8930" y="2929"/>
                  </a:cubicBezTo>
                  <a:lnTo>
                    <a:pt x="9121" y="2631"/>
                  </a:lnTo>
                  <a:cubicBezTo>
                    <a:pt x="9121" y="2631"/>
                    <a:pt x="9002" y="2560"/>
                    <a:pt x="8775" y="2417"/>
                  </a:cubicBezTo>
                  <a:cubicBezTo>
                    <a:pt x="8573" y="2262"/>
                    <a:pt x="8240" y="2084"/>
                    <a:pt x="7847" y="1857"/>
                  </a:cubicBezTo>
                  <a:cubicBezTo>
                    <a:pt x="7049" y="1441"/>
                    <a:pt x="5942" y="941"/>
                    <a:pt x="4775" y="631"/>
                  </a:cubicBezTo>
                  <a:cubicBezTo>
                    <a:pt x="3620" y="298"/>
                    <a:pt x="2429" y="107"/>
                    <a:pt x="1512" y="48"/>
                  </a:cubicBezTo>
                  <a:cubicBezTo>
                    <a:pt x="1060" y="12"/>
                    <a:pt x="679" y="0"/>
                    <a:pt x="4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0"/>
            <p:cNvSpPr/>
            <p:nvPr/>
          </p:nvSpPr>
          <p:spPr>
            <a:xfrm>
              <a:off x="2564089" y="4153053"/>
              <a:ext cx="115533" cy="109668"/>
            </a:xfrm>
            <a:custGeom>
              <a:rect b="b" l="l" r="r" t="t"/>
              <a:pathLst>
                <a:path extrusionOk="0" h="2431" w="2561">
                  <a:moveTo>
                    <a:pt x="1001" y="1"/>
                  </a:moveTo>
                  <a:cubicBezTo>
                    <a:pt x="680" y="1"/>
                    <a:pt x="394" y="167"/>
                    <a:pt x="215" y="417"/>
                  </a:cubicBezTo>
                  <a:cubicBezTo>
                    <a:pt x="37" y="679"/>
                    <a:pt x="1" y="977"/>
                    <a:pt x="61" y="1287"/>
                  </a:cubicBezTo>
                  <a:cubicBezTo>
                    <a:pt x="120" y="1596"/>
                    <a:pt x="287" y="1882"/>
                    <a:pt x="561" y="2084"/>
                  </a:cubicBezTo>
                  <a:cubicBezTo>
                    <a:pt x="823" y="2311"/>
                    <a:pt x="1120" y="2430"/>
                    <a:pt x="1418" y="2430"/>
                  </a:cubicBezTo>
                  <a:cubicBezTo>
                    <a:pt x="1434" y="2430"/>
                    <a:pt x="1451" y="2431"/>
                    <a:pt x="1467" y="2431"/>
                  </a:cubicBezTo>
                  <a:cubicBezTo>
                    <a:pt x="1750" y="2431"/>
                    <a:pt x="2038" y="2334"/>
                    <a:pt x="2251" y="2132"/>
                  </a:cubicBezTo>
                  <a:cubicBezTo>
                    <a:pt x="2477" y="1918"/>
                    <a:pt x="2561" y="1620"/>
                    <a:pt x="2525" y="1299"/>
                  </a:cubicBezTo>
                  <a:cubicBezTo>
                    <a:pt x="2477" y="989"/>
                    <a:pt x="2299" y="632"/>
                    <a:pt x="2001" y="382"/>
                  </a:cubicBezTo>
                  <a:cubicBezTo>
                    <a:pt x="1692" y="120"/>
                    <a:pt x="1334" y="1"/>
                    <a:pt x="1001"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0"/>
            <p:cNvSpPr/>
            <p:nvPr/>
          </p:nvSpPr>
          <p:spPr>
            <a:xfrm>
              <a:off x="2550690" y="4136722"/>
              <a:ext cx="119819" cy="128661"/>
            </a:xfrm>
            <a:custGeom>
              <a:rect b="b" l="l" r="r" t="t"/>
              <a:pathLst>
                <a:path extrusionOk="0" h="2852" w="2656">
                  <a:moveTo>
                    <a:pt x="1458" y="1"/>
                  </a:moveTo>
                  <a:cubicBezTo>
                    <a:pt x="1193" y="1"/>
                    <a:pt x="972" y="63"/>
                    <a:pt x="786" y="125"/>
                  </a:cubicBezTo>
                  <a:cubicBezTo>
                    <a:pt x="369" y="291"/>
                    <a:pt x="167" y="541"/>
                    <a:pt x="167" y="541"/>
                  </a:cubicBezTo>
                  <a:cubicBezTo>
                    <a:pt x="167" y="541"/>
                    <a:pt x="36" y="839"/>
                    <a:pt x="12" y="1268"/>
                  </a:cubicBezTo>
                  <a:cubicBezTo>
                    <a:pt x="0" y="1494"/>
                    <a:pt x="48" y="1732"/>
                    <a:pt x="107" y="2006"/>
                  </a:cubicBezTo>
                  <a:cubicBezTo>
                    <a:pt x="179" y="2268"/>
                    <a:pt x="298" y="2565"/>
                    <a:pt x="524" y="2851"/>
                  </a:cubicBezTo>
                  <a:cubicBezTo>
                    <a:pt x="524" y="2851"/>
                    <a:pt x="631" y="2732"/>
                    <a:pt x="750" y="2542"/>
                  </a:cubicBezTo>
                  <a:cubicBezTo>
                    <a:pt x="858" y="2351"/>
                    <a:pt x="965" y="2065"/>
                    <a:pt x="989" y="1720"/>
                  </a:cubicBezTo>
                  <a:cubicBezTo>
                    <a:pt x="989" y="1720"/>
                    <a:pt x="1131" y="1791"/>
                    <a:pt x="1322" y="1851"/>
                  </a:cubicBezTo>
                  <a:cubicBezTo>
                    <a:pt x="1504" y="1902"/>
                    <a:pt x="1703" y="1978"/>
                    <a:pt x="1898" y="1978"/>
                  </a:cubicBezTo>
                  <a:cubicBezTo>
                    <a:pt x="1932" y="1978"/>
                    <a:pt x="1966" y="1975"/>
                    <a:pt x="2001" y="1970"/>
                  </a:cubicBezTo>
                  <a:cubicBezTo>
                    <a:pt x="2001" y="1756"/>
                    <a:pt x="1905" y="1482"/>
                    <a:pt x="1786" y="1303"/>
                  </a:cubicBezTo>
                  <a:cubicBezTo>
                    <a:pt x="1667" y="1125"/>
                    <a:pt x="1560" y="994"/>
                    <a:pt x="1560" y="994"/>
                  </a:cubicBezTo>
                  <a:cubicBezTo>
                    <a:pt x="1905" y="899"/>
                    <a:pt x="2179" y="744"/>
                    <a:pt x="2370" y="601"/>
                  </a:cubicBezTo>
                  <a:cubicBezTo>
                    <a:pt x="2548" y="458"/>
                    <a:pt x="2655" y="339"/>
                    <a:pt x="2655" y="339"/>
                  </a:cubicBezTo>
                  <a:cubicBezTo>
                    <a:pt x="2251" y="125"/>
                    <a:pt x="1882" y="41"/>
                    <a:pt x="1584" y="6"/>
                  </a:cubicBezTo>
                  <a:cubicBezTo>
                    <a:pt x="1541" y="2"/>
                    <a:pt x="1499" y="1"/>
                    <a:pt x="14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0"/>
            <p:cNvSpPr/>
            <p:nvPr/>
          </p:nvSpPr>
          <p:spPr>
            <a:xfrm>
              <a:off x="-558715" y="3964977"/>
              <a:ext cx="461411" cy="74797"/>
            </a:xfrm>
            <a:custGeom>
              <a:rect b="b" l="l" r="r" t="t"/>
              <a:pathLst>
                <a:path extrusionOk="0" h="1658" w="10228">
                  <a:moveTo>
                    <a:pt x="1921" y="1"/>
                  </a:moveTo>
                  <a:cubicBezTo>
                    <a:pt x="1822" y="1"/>
                    <a:pt x="1725" y="1"/>
                    <a:pt x="1631" y="3"/>
                  </a:cubicBezTo>
                  <a:cubicBezTo>
                    <a:pt x="1131" y="38"/>
                    <a:pt x="738" y="38"/>
                    <a:pt x="452" y="62"/>
                  </a:cubicBezTo>
                  <a:cubicBezTo>
                    <a:pt x="167" y="98"/>
                    <a:pt x="0" y="110"/>
                    <a:pt x="0" y="110"/>
                  </a:cubicBezTo>
                  <a:lnTo>
                    <a:pt x="48" y="479"/>
                  </a:lnTo>
                  <a:cubicBezTo>
                    <a:pt x="48" y="479"/>
                    <a:pt x="202" y="467"/>
                    <a:pt x="488" y="443"/>
                  </a:cubicBezTo>
                  <a:cubicBezTo>
                    <a:pt x="750" y="407"/>
                    <a:pt x="1155" y="407"/>
                    <a:pt x="1631" y="384"/>
                  </a:cubicBezTo>
                  <a:cubicBezTo>
                    <a:pt x="1803" y="379"/>
                    <a:pt x="1985" y="377"/>
                    <a:pt x="2176" y="377"/>
                  </a:cubicBezTo>
                  <a:cubicBezTo>
                    <a:pt x="3043" y="377"/>
                    <a:pt x="4088" y="426"/>
                    <a:pt x="5132" y="562"/>
                  </a:cubicBezTo>
                  <a:cubicBezTo>
                    <a:pt x="6394" y="717"/>
                    <a:pt x="7644" y="967"/>
                    <a:pt x="8561" y="1217"/>
                  </a:cubicBezTo>
                  <a:cubicBezTo>
                    <a:pt x="9037" y="1336"/>
                    <a:pt x="9406" y="1431"/>
                    <a:pt x="9680" y="1527"/>
                  </a:cubicBezTo>
                  <a:cubicBezTo>
                    <a:pt x="9954" y="1598"/>
                    <a:pt x="10097" y="1658"/>
                    <a:pt x="10097" y="1658"/>
                  </a:cubicBezTo>
                  <a:lnTo>
                    <a:pt x="10228" y="1300"/>
                  </a:lnTo>
                  <a:cubicBezTo>
                    <a:pt x="10228" y="1300"/>
                    <a:pt x="10073" y="1241"/>
                    <a:pt x="9787" y="1157"/>
                  </a:cubicBezTo>
                  <a:cubicBezTo>
                    <a:pt x="9513" y="1074"/>
                    <a:pt x="9132" y="955"/>
                    <a:pt x="8656" y="836"/>
                  </a:cubicBezTo>
                  <a:cubicBezTo>
                    <a:pt x="7715" y="598"/>
                    <a:pt x="6453" y="336"/>
                    <a:pt x="5167" y="181"/>
                  </a:cubicBezTo>
                  <a:cubicBezTo>
                    <a:pt x="4017" y="52"/>
                    <a:pt x="2848" y="1"/>
                    <a:pt x="19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0"/>
            <p:cNvSpPr/>
            <p:nvPr/>
          </p:nvSpPr>
          <p:spPr>
            <a:xfrm>
              <a:off x="-695182" y="3933218"/>
              <a:ext cx="132721" cy="109262"/>
            </a:xfrm>
            <a:custGeom>
              <a:rect b="b" l="l" r="r" t="t"/>
              <a:pathLst>
                <a:path extrusionOk="0" h="2422" w="2942">
                  <a:moveTo>
                    <a:pt x="1594" y="1"/>
                  </a:moveTo>
                  <a:cubicBezTo>
                    <a:pt x="1489" y="1"/>
                    <a:pt x="1382" y="9"/>
                    <a:pt x="1275" y="28"/>
                  </a:cubicBezTo>
                  <a:cubicBezTo>
                    <a:pt x="1072" y="52"/>
                    <a:pt x="870" y="147"/>
                    <a:pt x="715" y="254"/>
                  </a:cubicBezTo>
                  <a:cubicBezTo>
                    <a:pt x="549" y="337"/>
                    <a:pt x="394" y="468"/>
                    <a:pt x="299" y="611"/>
                  </a:cubicBezTo>
                  <a:cubicBezTo>
                    <a:pt x="72" y="873"/>
                    <a:pt x="1" y="1219"/>
                    <a:pt x="84" y="1528"/>
                  </a:cubicBezTo>
                  <a:cubicBezTo>
                    <a:pt x="179" y="1850"/>
                    <a:pt x="394" y="2111"/>
                    <a:pt x="691" y="2254"/>
                  </a:cubicBezTo>
                  <a:cubicBezTo>
                    <a:pt x="846" y="2326"/>
                    <a:pt x="1013" y="2385"/>
                    <a:pt x="1168" y="2409"/>
                  </a:cubicBezTo>
                  <a:cubicBezTo>
                    <a:pt x="1231" y="2418"/>
                    <a:pt x="1294" y="2422"/>
                    <a:pt x="1357" y="2422"/>
                  </a:cubicBezTo>
                  <a:cubicBezTo>
                    <a:pt x="1473" y="2422"/>
                    <a:pt x="1588" y="2408"/>
                    <a:pt x="1703" y="2385"/>
                  </a:cubicBezTo>
                  <a:cubicBezTo>
                    <a:pt x="2084" y="2326"/>
                    <a:pt x="2382" y="2135"/>
                    <a:pt x="2596" y="1885"/>
                  </a:cubicBezTo>
                  <a:cubicBezTo>
                    <a:pt x="2823" y="1647"/>
                    <a:pt x="2942" y="1338"/>
                    <a:pt x="2918" y="1004"/>
                  </a:cubicBezTo>
                  <a:cubicBezTo>
                    <a:pt x="2882" y="683"/>
                    <a:pt x="2692" y="397"/>
                    <a:pt x="2394" y="206"/>
                  </a:cubicBezTo>
                  <a:cubicBezTo>
                    <a:pt x="2173" y="74"/>
                    <a:pt x="1894" y="1"/>
                    <a:pt x="1594"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0"/>
            <p:cNvSpPr/>
            <p:nvPr/>
          </p:nvSpPr>
          <p:spPr>
            <a:xfrm>
              <a:off x="-654355" y="3908676"/>
              <a:ext cx="112871" cy="157939"/>
            </a:xfrm>
            <a:custGeom>
              <a:rect b="b" l="l" r="r" t="t"/>
              <a:pathLst>
                <a:path extrusionOk="0" h="3501" w="2502">
                  <a:moveTo>
                    <a:pt x="275" y="0"/>
                  </a:moveTo>
                  <a:cubicBezTo>
                    <a:pt x="275" y="0"/>
                    <a:pt x="310" y="167"/>
                    <a:pt x="394" y="393"/>
                  </a:cubicBezTo>
                  <a:cubicBezTo>
                    <a:pt x="477" y="631"/>
                    <a:pt x="632" y="929"/>
                    <a:pt x="918" y="1191"/>
                  </a:cubicBezTo>
                  <a:cubicBezTo>
                    <a:pt x="918" y="1191"/>
                    <a:pt x="763" y="1251"/>
                    <a:pt x="548" y="1370"/>
                  </a:cubicBezTo>
                  <a:cubicBezTo>
                    <a:pt x="334" y="1477"/>
                    <a:pt x="120" y="1667"/>
                    <a:pt x="1" y="1893"/>
                  </a:cubicBezTo>
                  <a:cubicBezTo>
                    <a:pt x="203" y="2048"/>
                    <a:pt x="477" y="2096"/>
                    <a:pt x="703" y="2144"/>
                  </a:cubicBezTo>
                  <a:cubicBezTo>
                    <a:pt x="918" y="2191"/>
                    <a:pt x="1084" y="2191"/>
                    <a:pt x="1084" y="2191"/>
                  </a:cubicBezTo>
                  <a:cubicBezTo>
                    <a:pt x="918" y="2513"/>
                    <a:pt x="870" y="2846"/>
                    <a:pt x="894" y="3096"/>
                  </a:cubicBezTo>
                  <a:cubicBezTo>
                    <a:pt x="894" y="3334"/>
                    <a:pt x="929" y="3501"/>
                    <a:pt x="929" y="3501"/>
                  </a:cubicBezTo>
                  <a:cubicBezTo>
                    <a:pt x="1299" y="3358"/>
                    <a:pt x="1572" y="3144"/>
                    <a:pt x="1787" y="2917"/>
                  </a:cubicBezTo>
                  <a:cubicBezTo>
                    <a:pt x="2001" y="2715"/>
                    <a:pt x="2156" y="2489"/>
                    <a:pt x="2263" y="2286"/>
                  </a:cubicBezTo>
                  <a:cubicBezTo>
                    <a:pt x="2465" y="1870"/>
                    <a:pt x="2501" y="1512"/>
                    <a:pt x="2501" y="1512"/>
                  </a:cubicBezTo>
                  <a:cubicBezTo>
                    <a:pt x="2501" y="1512"/>
                    <a:pt x="2418" y="1167"/>
                    <a:pt x="2108" y="798"/>
                  </a:cubicBezTo>
                  <a:cubicBezTo>
                    <a:pt x="1965" y="620"/>
                    <a:pt x="1739" y="417"/>
                    <a:pt x="1441" y="262"/>
                  </a:cubicBezTo>
                  <a:cubicBezTo>
                    <a:pt x="1144" y="119"/>
                    <a:pt x="751" y="12"/>
                    <a:pt x="2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0"/>
            <p:cNvSpPr/>
            <p:nvPr/>
          </p:nvSpPr>
          <p:spPr>
            <a:xfrm>
              <a:off x="843438" y="2515766"/>
              <a:ext cx="736687" cy="575816"/>
            </a:xfrm>
            <a:custGeom>
              <a:rect b="b" l="l" r="r" t="t"/>
              <a:pathLst>
                <a:path extrusionOk="0" h="12764" w="16330">
                  <a:moveTo>
                    <a:pt x="10513" y="1"/>
                  </a:moveTo>
                  <a:cubicBezTo>
                    <a:pt x="10380" y="1"/>
                    <a:pt x="10239" y="13"/>
                    <a:pt x="10091" y="39"/>
                  </a:cubicBezTo>
                  <a:cubicBezTo>
                    <a:pt x="6590" y="670"/>
                    <a:pt x="6983" y="6409"/>
                    <a:pt x="6983" y="6409"/>
                  </a:cubicBezTo>
                  <a:cubicBezTo>
                    <a:pt x="5945" y="3814"/>
                    <a:pt x="4187" y="2784"/>
                    <a:pt x="2725" y="2784"/>
                  </a:cubicBezTo>
                  <a:cubicBezTo>
                    <a:pt x="1202" y="2784"/>
                    <a:pt x="1" y="3900"/>
                    <a:pt x="268" y="5528"/>
                  </a:cubicBezTo>
                  <a:cubicBezTo>
                    <a:pt x="792" y="8731"/>
                    <a:pt x="3733" y="10195"/>
                    <a:pt x="3733" y="10195"/>
                  </a:cubicBezTo>
                  <a:cubicBezTo>
                    <a:pt x="3733" y="10195"/>
                    <a:pt x="5925" y="12764"/>
                    <a:pt x="9593" y="12764"/>
                  </a:cubicBezTo>
                  <a:cubicBezTo>
                    <a:pt x="10104" y="12764"/>
                    <a:pt x="10644" y="12714"/>
                    <a:pt x="11210" y="12600"/>
                  </a:cubicBezTo>
                  <a:cubicBezTo>
                    <a:pt x="15865" y="11684"/>
                    <a:pt x="16330" y="8219"/>
                    <a:pt x="14889" y="7338"/>
                  </a:cubicBezTo>
                  <a:cubicBezTo>
                    <a:pt x="14462" y="7075"/>
                    <a:pt x="14034" y="6982"/>
                    <a:pt x="13642" y="6982"/>
                  </a:cubicBezTo>
                  <a:cubicBezTo>
                    <a:pt x="12702" y="6982"/>
                    <a:pt x="11972" y="7516"/>
                    <a:pt x="11972" y="7516"/>
                  </a:cubicBezTo>
                  <a:cubicBezTo>
                    <a:pt x="12975" y="6456"/>
                    <a:pt x="13542" y="1"/>
                    <a:pt x="105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0"/>
            <p:cNvSpPr/>
            <p:nvPr/>
          </p:nvSpPr>
          <p:spPr>
            <a:xfrm>
              <a:off x="1052085" y="2844099"/>
              <a:ext cx="108541" cy="171924"/>
            </a:xfrm>
            <a:custGeom>
              <a:rect b="b" l="l" r="r" t="t"/>
              <a:pathLst>
                <a:path extrusionOk="0" h="3811" w="2406">
                  <a:moveTo>
                    <a:pt x="84" y="0"/>
                  </a:moveTo>
                  <a:lnTo>
                    <a:pt x="1" y="60"/>
                  </a:lnTo>
                  <a:cubicBezTo>
                    <a:pt x="25" y="72"/>
                    <a:pt x="1513" y="2012"/>
                    <a:pt x="2323" y="3810"/>
                  </a:cubicBezTo>
                  <a:lnTo>
                    <a:pt x="2406" y="3775"/>
                  </a:lnTo>
                  <a:cubicBezTo>
                    <a:pt x="1584" y="1965"/>
                    <a:pt x="96" y="12"/>
                    <a:pt x="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0"/>
            <p:cNvSpPr/>
            <p:nvPr/>
          </p:nvSpPr>
          <p:spPr>
            <a:xfrm>
              <a:off x="1266417" y="2682955"/>
              <a:ext cx="59684" cy="319622"/>
            </a:xfrm>
            <a:custGeom>
              <a:rect b="b" l="l" r="r" t="t"/>
              <a:pathLst>
                <a:path extrusionOk="0" h="7085" w="1323">
                  <a:moveTo>
                    <a:pt x="1215" y="0"/>
                  </a:moveTo>
                  <a:lnTo>
                    <a:pt x="0" y="7061"/>
                  </a:lnTo>
                  <a:lnTo>
                    <a:pt x="108" y="7085"/>
                  </a:lnTo>
                  <a:lnTo>
                    <a:pt x="1322" y="12"/>
                  </a:lnTo>
                  <a:lnTo>
                    <a:pt x="12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0"/>
            <p:cNvSpPr/>
            <p:nvPr/>
          </p:nvSpPr>
          <p:spPr>
            <a:xfrm>
              <a:off x="-513603" y="3141664"/>
              <a:ext cx="767048" cy="814596"/>
            </a:xfrm>
            <a:custGeom>
              <a:rect b="b" l="l" r="r" t="t"/>
              <a:pathLst>
                <a:path extrusionOk="0" h="18057" w="17003">
                  <a:moveTo>
                    <a:pt x="13276" y="0"/>
                  </a:moveTo>
                  <a:cubicBezTo>
                    <a:pt x="10775" y="0"/>
                    <a:pt x="10406" y="2643"/>
                    <a:pt x="11883" y="4608"/>
                  </a:cubicBezTo>
                  <a:cubicBezTo>
                    <a:pt x="11883" y="4608"/>
                    <a:pt x="9667" y="3065"/>
                    <a:pt x="6402" y="3065"/>
                  </a:cubicBezTo>
                  <a:cubicBezTo>
                    <a:pt x="6274" y="3065"/>
                    <a:pt x="6144" y="3067"/>
                    <a:pt x="6013" y="3072"/>
                  </a:cubicBezTo>
                  <a:cubicBezTo>
                    <a:pt x="2560" y="3215"/>
                    <a:pt x="0" y="5763"/>
                    <a:pt x="762" y="8609"/>
                  </a:cubicBezTo>
                  <a:cubicBezTo>
                    <a:pt x="1404" y="11054"/>
                    <a:pt x="4314" y="11878"/>
                    <a:pt x="5833" y="11878"/>
                  </a:cubicBezTo>
                  <a:cubicBezTo>
                    <a:pt x="6089" y="11878"/>
                    <a:pt x="6306" y="11854"/>
                    <a:pt x="6465" y="11811"/>
                  </a:cubicBezTo>
                  <a:lnTo>
                    <a:pt x="6465" y="11811"/>
                  </a:lnTo>
                  <a:cubicBezTo>
                    <a:pt x="6465" y="11811"/>
                    <a:pt x="2655" y="14514"/>
                    <a:pt x="4155" y="16967"/>
                  </a:cubicBezTo>
                  <a:cubicBezTo>
                    <a:pt x="4656" y="17784"/>
                    <a:pt x="5511" y="18057"/>
                    <a:pt x="6430" y="18057"/>
                  </a:cubicBezTo>
                  <a:cubicBezTo>
                    <a:pt x="8268" y="18057"/>
                    <a:pt x="10359" y="16967"/>
                    <a:pt x="10359" y="16967"/>
                  </a:cubicBezTo>
                  <a:lnTo>
                    <a:pt x="17002" y="2655"/>
                  </a:lnTo>
                  <a:cubicBezTo>
                    <a:pt x="17002" y="2655"/>
                    <a:pt x="15776" y="0"/>
                    <a:pt x="132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0"/>
            <p:cNvSpPr/>
            <p:nvPr/>
          </p:nvSpPr>
          <p:spPr>
            <a:xfrm>
              <a:off x="-266519" y="3474689"/>
              <a:ext cx="295442" cy="99383"/>
            </a:xfrm>
            <a:custGeom>
              <a:rect b="b" l="l" r="r" t="t"/>
              <a:pathLst>
                <a:path extrusionOk="0" h="2203" w="6549">
                  <a:moveTo>
                    <a:pt x="24" y="0"/>
                  </a:moveTo>
                  <a:lnTo>
                    <a:pt x="0" y="203"/>
                  </a:lnTo>
                  <a:cubicBezTo>
                    <a:pt x="2179" y="429"/>
                    <a:pt x="6429" y="2179"/>
                    <a:pt x="6477" y="2203"/>
                  </a:cubicBezTo>
                  <a:lnTo>
                    <a:pt x="6548" y="2000"/>
                  </a:lnTo>
                  <a:cubicBezTo>
                    <a:pt x="6501" y="1989"/>
                    <a:pt x="2227" y="214"/>
                    <a:pt x="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0"/>
            <p:cNvSpPr/>
            <p:nvPr/>
          </p:nvSpPr>
          <p:spPr>
            <a:xfrm>
              <a:off x="-269226" y="3507982"/>
              <a:ext cx="121443" cy="65052"/>
            </a:xfrm>
            <a:custGeom>
              <a:rect b="b" l="l" r="r" t="t"/>
              <a:pathLst>
                <a:path extrusionOk="0" h="1442" w="2692">
                  <a:moveTo>
                    <a:pt x="2620" y="0"/>
                  </a:moveTo>
                  <a:cubicBezTo>
                    <a:pt x="2548" y="24"/>
                    <a:pt x="846" y="655"/>
                    <a:pt x="1" y="1274"/>
                  </a:cubicBezTo>
                  <a:lnTo>
                    <a:pt x="120" y="1441"/>
                  </a:lnTo>
                  <a:cubicBezTo>
                    <a:pt x="953" y="834"/>
                    <a:pt x="2668" y="215"/>
                    <a:pt x="2691" y="191"/>
                  </a:cubicBezTo>
                  <a:lnTo>
                    <a:pt x="262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0"/>
            <p:cNvSpPr/>
            <p:nvPr/>
          </p:nvSpPr>
          <p:spPr>
            <a:xfrm>
              <a:off x="-91978" y="3435982"/>
              <a:ext cx="37624" cy="102135"/>
            </a:xfrm>
            <a:custGeom>
              <a:rect b="b" l="l" r="r" t="t"/>
              <a:pathLst>
                <a:path extrusionOk="0" h="2264" w="834">
                  <a:moveTo>
                    <a:pt x="215" y="1"/>
                  </a:moveTo>
                  <a:lnTo>
                    <a:pt x="1" y="25"/>
                  </a:lnTo>
                  <a:cubicBezTo>
                    <a:pt x="60" y="644"/>
                    <a:pt x="620" y="2204"/>
                    <a:pt x="644" y="2263"/>
                  </a:cubicBezTo>
                  <a:lnTo>
                    <a:pt x="834" y="2204"/>
                  </a:lnTo>
                  <a:cubicBezTo>
                    <a:pt x="834" y="2192"/>
                    <a:pt x="263" y="620"/>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0"/>
            <p:cNvSpPr/>
            <p:nvPr/>
          </p:nvSpPr>
          <p:spPr>
            <a:xfrm>
              <a:off x="-231647" y="3779743"/>
              <a:ext cx="174089" cy="75248"/>
            </a:xfrm>
            <a:custGeom>
              <a:rect b="b" l="l" r="r" t="t"/>
              <a:pathLst>
                <a:path extrusionOk="0" h="1668" w="3859">
                  <a:moveTo>
                    <a:pt x="3835" y="1"/>
                  </a:moveTo>
                  <a:cubicBezTo>
                    <a:pt x="3811" y="1"/>
                    <a:pt x="2120" y="263"/>
                    <a:pt x="1" y="1489"/>
                  </a:cubicBezTo>
                  <a:lnTo>
                    <a:pt x="108" y="1668"/>
                  </a:lnTo>
                  <a:cubicBezTo>
                    <a:pt x="2146" y="480"/>
                    <a:pt x="3762" y="215"/>
                    <a:pt x="3855" y="215"/>
                  </a:cubicBezTo>
                  <a:cubicBezTo>
                    <a:pt x="3857" y="215"/>
                    <a:pt x="3858" y="215"/>
                    <a:pt x="3859" y="215"/>
                  </a:cubicBezTo>
                  <a:lnTo>
                    <a:pt x="38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0"/>
            <p:cNvSpPr/>
            <p:nvPr/>
          </p:nvSpPr>
          <p:spPr>
            <a:xfrm>
              <a:off x="90639" y="3239966"/>
              <a:ext cx="101052" cy="147202"/>
            </a:xfrm>
            <a:custGeom>
              <a:rect b="b" l="l" r="r" t="t"/>
              <a:pathLst>
                <a:path extrusionOk="0" h="3263" w="2240">
                  <a:moveTo>
                    <a:pt x="203" y="0"/>
                  </a:moveTo>
                  <a:lnTo>
                    <a:pt x="1" y="60"/>
                  </a:lnTo>
                  <a:cubicBezTo>
                    <a:pt x="441" y="1465"/>
                    <a:pt x="2013" y="3191"/>
                    <a:pt x="2084" y="3262"/>
                  </a:cubicBezTo>
                  <a:lnTo>
                    <a:pt x="2239" y="3131"/>
                  </a:lnTo>
                  <a:cubicBezTo>
                    <a:pt x="2227" y="3120"/>
                    <a:pt x="620" y="1357"/>
                    <a:pt x="2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0"/>
            <p:cNvSpPr/>
            <p:nvPr/>
          </p:nvSpPr>
          <p:spPr>
            <a:xfrm>
              <a:off x="-848250" y="4050466"/>
              <a:ext cx="850326" cy="450990"/>
            </a:xfrm>
            <a:custGeom>
              <a:rect b="b" l="l" r="r" t="t"/>
              <a:pathLst>
                <a:path extrusionOk="0" h="9997" w="18849">
                  <a:moveTo>
                    <a:pt x="9978" y="1"/>
                  </a:moveTo>
                  <a:cubicBezTo>
                    <a:pt x="7918" y="1"/>
                    <a:pt x="5894" y="370"/>
                    <a:pt x="4203" y="1060"/>
                  </a:cubicBezTo>
                  <a:lnTo>
                    <a:pt x="4132" y="1941"/>
                  </a:lnTo>
                  <a:lnTo>
                    <a:pt x="3703" y="1263"/>
                  </a:lnTo>
                  <a:cubicBezTo>
                    <a:pt x="3418" y="1406"/>
                    <a:pt x="3156" y="1537"/>
                    <a:pt x="2894" y="1679"/>
                  </a:cubicBezTo>
                  <a:lnTo>
                    <a:pt x="3168" y="3322"/>
                  </a:lnTo>
                  <a:lnTo>
                    <a:pt x="3168" y="3322"/>
                  </a:lnTo>
                  <a:lnTo>
                    <a:pt x="2203" y="2144"/>
                  </a:lnTo>
                  <a:cubicBezTo>
                    <a:pt x="1441" y="2691"/>
                    <a:pt x="846" y="3334"/>
                    <a:pt x="477" y="4037"/>
                  </a:cubicBezTo>
                  <a:cubicBezTo>
                    <a:pt x="120" y="4751"/>
                    <a:pt x="1" y="5513"/>
                    <a:pt x="155" y="6323"/>
                  </a:cubicBezTo>
                  <a:cubicBezTo>
                    <a:pt x="310" y="7025"/>
                    <a:pt x="620" y="7621"/>
                    <a:pt x="1072" y="8109"/>
                  </a:cubicBezTo>
                  <a:cubicBezTo>
                    <a:pt x="1286" y="8347"/>
                    <a:pt x="1548" y="8573"/>
                    <a:pt x="1822" y="8764"/>
                  </a:cubicBezTo>
                  <a:cubicBezTo>
                    <a:pt x="2108" y="8966"/>
                    <a:pt x="2418" y="9145"/>
                    <a:pt x="2763" y="9288"/>
                  </a:cubicBezTo>
                  <a:cubicBezTo>
                    <a:pt x="3850" y="9765"/>
                    <a:pt x="5190" y="9997"/>
                    <a:pt x="6660" y="9997"/>
                  </a:cubicBezTo>
                  <a:cubicBezTo>
                    <a:pt x="7024" y="9997"/>
                    <a:pt x="7397" y="9983"/>
                    <a:pt x="7775" y="9954"/>
                  </a:cubicBezTo>
                  <a:lnTo>
                    <a:pt x="8228" y="8526"/>
                  </a:lnTo>
                  <a:lnTo>
                    <a:pt x="8847" y="9835"/>
                  </a:lnTo>
                  <a:cubicBezTo>
                    <a:pt x="9287" y="9776"/>
                    <a:pt x="9716" y="9704"/>
                    <a:pt x="10145" y="9597"/>
                  </a:cubicBezTo>
                  <a:lnTo>
                    <a:pt x="10026" y="8740"/>
                  </a:lnTo>
                  <a:lnTo>
                    <a:pt x="10740" y="9454"/>
                  </a:lnTo>
                  <a:cubicBezTo>
                    <a:pt x="10907" y="9407"/>
                    <a:pt x="11085" y="9359"/>
                    <a:pt x="11252" y="9323"/>
                  </a:cubicBezTo>
                  <a:cubicBezTo>
                    <a:pt x="14252" y="8442"/>
                    <a:pt x="16157" y="7013"/>
                    <a:pt x="17300" y="5787"/>
                  </a:cubicBezTo>
                  <a:cubicBezTo>
                    <a:pt x="18455" y="4573"/>
                    <a:pt x="18848" y="3561"/>
                    <a:pt x="18848" y="3561"/>
                  </a:cubicBezTo>
                  <a:cubicBezTo>
                    <a:pt x="18848" y="3561"/>
                    <a:pt x="17122" y="1120"/>
                    <a:pt x="12871" y="251"/>
                  </a:cubicBezTo>
                  <a:lnTo>
                    <a:pt x="12264" y="1406"/>
                  </a:lnTo>
                  <a:lnTo>
                    <a:pt x="12097" y="155"/>
                  </a:lnTo>
                  <a:cubicBezTo>
                    <a:pt x="11442" y="60"/>
                    <a:pt x="10740" y="1"/>
                    <a:pt x="99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0"/>
            <p:cNvSpPr/>
            <p:nvPr/>
          </p:nvSpPr>
          <p:spPr>
            <a:xfrm>
              <a:off x="-691392" y="4208407"/>
              <a:ext cx="633831" cy="128390"/>
            </a:xfrm>
            <a:custGeom>
              <a:rect b="b" l="l" r="r" t="t"/>
              <a:pathLst>
                <a:path extrusionOk="0" h="2846" w="14050">
                  <a:moveTo>
                    <a:pt x="14014" y="0"/>
                  </a:moveTo>
                  <a:lnTo>
                    <a:pt x="0" y="2643"/>
                  </a:lnTo>
                  <a:lnTo>
                    <a:pt x="36" y="2846"/>
                  </a:lnTo>
                  <a:lnTo>
                    <a:pt x="14050" y="202"/>
                  </a:lnTo>
                  <a:lnTo>
                    <a:pt x="1401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0"/>
            <p:cNvSpPr/>
            <p:nvPr/>
          </p:nvSpPr>
          <p:spPr>
            <a:xfrm>
              <a:off x="-616189" y="4245445"/>
              <a:ext cx="139127" cy="51609"/>
            </a:xfrm>
            <a:custGeom>
              <a:rect b="b" l="l" r="r" t="t"/>
              <a:pathLst>
                <a:path extrusionOk="0" h="1144" w="3084">
                  <a:moveTo>
                    <a:pt x="83" y="1"/>
                  </a:moveTo>
                  <a:lnTo>
                    <a:pt x="0" y="191"/>
                  </a:lnTo>
                  <a:cubicBezTo>
                    <a:pt x="83" y="215"/>
                    <a:pt x="2072" y="1084"/>
                    <a:pt x="3060" y="1144"/>
                  </a:cubicBezTo>
                  <a:lnTo>
                    <a:pt x="3084" y="929"/>
                  </a:lnTo>
                  <a:cubicBezTo>
                    <a:pt x="2107" y="870"/>
                    <a:pt x="107" y="13"/>
                    <a:pt x="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0"/>
            <p:cNvSpPr/>
            <p:nvPr/>
          </p:nvSpPr>
          <p:spPr>
            <a:xfrm>
              <a:off x="-450219" y="4273370"/>
              <a:ext cx="68255" cy="94060"/>
            </a:xfrm>
            <a:custGeom>
              <a:rect b="b" l="l" r="r" t="t"/>
              <a:pathLst>
                <a:path extrusionOk="0" h="2085" w="1513">
                  <a:moveTo>
                    <a:pt x="1369" y="1"/>
                  </a:moveTo>
                  <a:cubicBezTo>
                    <a:pt x="1322" y="48"/>
                    <a:pt x="203" y="1191"/>
                    <a:pt x="0" y="2037"/>
                  </a:cubicBezTo>
                  <a:lnTo>
                    <a:pt x="191" y="2084"/>
                  </a:lnTo>
                  <a:cubicBezTo>
                    <a:pt x="381" y="1299"/>
                    <a:pt x="1488" y="156"/>
                    <a:pt x="1512" y="156"/>
                  </a:cubicBezTo>
                  <a:lnTo>
                    <a:pt x="13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0"/>
            <p:cNvSpPr/>
            <p:nvPr/>
          </p:nvSpPr>
          <p:spPr>
            <a:xfrm>
              <a:off x="-337978" y="4174031"/>
              <a:ext cx="110165" cy="75744"/>
            </a:xfrm>
            <a:custGeom>
              <a:rect b="b" l="l" r="r" t="t"/>
              <a:pathLst>
                <a:path extrusionOk="0" h="1679" w="2442">
                  <a:moveTo>
                    <a:pt x="143" y="0"/>
                  </a:moveTo>
                  <a:lnTo>
                    <a:pt x="1" y="155"/>
                  </a:lnTo>
                  <a:cubicBezTo>
                    <a:pt x="60" y="214"/>
                    <a:pt x="1251" y="1417"/>
                    <a:pt x="2394" y="1679"/>
                  </a:cubicBezTo>
                  <a:lnTo>
                    <a:pt x="2441" y="1476"/>
                  </a:lnTo>
                  <a:cubicBezTo>
                    <a:pt x="1346" y="1226"/>
                    <a:pt x="155" y="12"/>
                    <a:pt x="1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0"/>
            <p:cNvSpPr/>
            <p:nvPr/>
          </p:nvSpPr>
          <p:spPr>
            <a:xfrm>
              <a:off x="2002298" y="4343836"/>
              <a:ext cx="818070" cy="451351"/>
            </a:xfrm>
            <a:custGeom>
              <a:rect b="b" l="l" r="r" t="t"/>
              <a:pathLst>
                <a:path extrusionOk="0" h="10005" w="18134">
                  <a:moveTo>
                    <a:pt x="7696" y="1"/>
                  </a:moveTo>
                  <a:cubicBezTo>
                    <a:pt x="5251" y="1"/>
                    <a:pt x="3419" y="576"/>
                    <a:pt x="2155" y="1213"/>
                  </a:cubicBezTo>
                  <a:cubicBezTo>
                    <a:pt x="703" y="1939"/>
                    <a:pt x="0" y="2725"/>
                    <a:pt x="0" y="2725"/>
                  </a:cubicBezTo>
                  <a:cubicBezTo>
                    <a:pt x="0" y="2725"/>
                    <a:pt x="762" y="5559"/>
                    <a:pt x="4358" y="7773"/>
                  </a:cubicBezTo>
                  <a:lnTo>
                    <a:pt x="5286" y="6964"/>
                  </a:lnTo>
                  <a:lnTo>
                    <a:pt x="5013" y="8154"/>
                  </a:lnTo>
                  <a:cubicBezTo>
                    <a:pt x="5584" y="8452"/>
                    <a:pt x="6203" y="8750"/>
                    <a:pt x="6894" y="9011"/>
                  </a:cubicBezTo>
                  <a:cubicBezTo>
                    <a:pt x="8672" y="9660"/>
                    <a:pt x="10523" y="10004"/>
                    <a:pt x="12211" y="10004"/>
                  </a:cubicBezTo>
                  <a:cubicBezTo>
                    <a:pt x="12321" y="10004"/>
                    <a:pt x="12429" y="10003"/>
                    <a:pt x="12537" y="10000"/>
                  </a:cubicBezTo>
                  <a:lnTo>
                    <a:pt x="12906" y="9214"/>
                  </a:lnTo>
                  <a:lnTo>
                    <a:pt x="13073" y="9976"/>
                  </a:lnTo>
                  <a:cubicBezTo>
                    <a:pt x="13371" y="9940"/>
                    <a:pt x="13668" y="9916"/>
                    <a:pt x="13942" y="9869"/>
                  </a:cubicBezTo>
                  <a:lnTo>
                    <a:pt x="14264" y="8297"/>
                  </a:lnTo>
                  <a:lnTo>
                    <a:pt x="14752" y="9690"/>
                  </a:lnTo>
                  <a:cubicBezTo>
                    <a:pt x="15645" y="9440"/>
                    <a:pt x="16383" y="9071"/>
                    <a:pt x="16966" y="8547"/>
                  </a:cubicBezTo>
                  <a:cubicBezTo>
                    <a:pt x="17538" y="8023"/>
                    <a:pt x="17907" y="7356"/>
                    <a:pt x="18026" y="6547"/>
                  </a:cubicBezTo>
                  <a:cubicBezTo>
                    <a:pt x="18133" y="5868"/>
                    <a:pt x="18038" y="5213"/>
                    <a:pt x="17800" y="4618"/>
                  </a:cubicBezTo>
                  <a:cubicBezTo>
                    <a:pt x="17681" y="4320"/>
                    <a:pt x="17514" y="4035"/>
                    <a:pt x="17324" y="3749"/>
                  </a:cubicBezTo>
                  <a:cubicBezTo>
                    <a:pt x="17133" y="3475"/>
                    <a:pt x="16895" y="3213"/>
                    <a:pt x="16645" y="2963"/>
                  </a:cubicBezTo>
                  <a:cubicBezTo>
                    <a:pt x="15597" y="1963"/>
                    <a:pt x="14061" y="1165"/>
                    <a:pt x="12275" y="641"/>
                  </a:cubicBezTo>
                  <a:lnTo>
                    <a:pt x="11382" y="1808"/>
                  </a:lnTo>
                  <a:lnTo>
                    <a:pt x="11251" y="391"/>
                  </a:lnTo>
                  <a:cubicBezTo>
                    <a:pt x="10835" y="296"/>
                    <a:pt x="10418" y="225"/>
                    <a:pt x="9989" y="165"/>
                  </a:cubicBezTo>
                  <a:lnTo>
                    <a:pt x="9811" y="987"/>
                  </a:lnTo>
                  <a:lnTo>
                    <a:pt x="9406" y="94"/>
                  </a:lnTo>
                  <a:cubicBezTo>
                    <a:pt x="9239" y="70"/>
                    <a:pt x="9061" y="58"/>
                    <a:pt x="8906" y="46"/>
                  </a:cubicBezTo>
                  <a:cubicBezTo>
                    <a:pt x="8487" y="15"/>
                    <a:pt x="8084" y="1"/>
                    <a:pt x="76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0"/>
            <p:cNvSpPr/>
            <p:nvPr/>
          </p:nvSpPr>
          <p:spPr>
            <a:xfrm>
              <a:off x="2056524" y="4482333"/>
              <a:ext cx="620432" cy="114450"/>
            </a:xfrm>
            <a:custGeom>
              <a:rect b="b" l="l" r="r" t="t"/>
              <a:pathLst>
                <a:path extrusionOk="0" h="2537" w="13753">
                  <a:moveTo>
                    <a:pt x="36" y="0"/>
                  </a:moveTo>
                  <a:lnTo>
                    <a:pt x="1" y="203"/>
                  </a:lnTo>
                  <a:lnTo>
                    <a:pt x="13728" y="2536"/>
                  </a:lnTo>
                  <a:lnTo>
                    <a:pt x="13752" y="2334"/>
                  </a:lnTo>
                  <a:lnTo>
                    <a:pt x="3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0"/>
            <p:cNvSpPr/>
            <p:nvPr/>
          </p:nvSpPr>
          <p:spPr>
            <a:xfrm>
              <a:off x="2466870" y="4552168"/>
              <a:ext cx="114992" cy="93473"/>
            </a:xfrm>
            <a:custGeom>
              <a:rect b="b" l="l" r="r" t="t"/>
              <a:pathLst>
                <a:path extrusionOk="0" h="2072" w="2549">
                  <a:moveTo>
                    <a:pt x="72" y="0"/>
                  </a:moveTo>
                  <a:lnTo>
                    <a:pt x="1" y="191"/>
                  </a:lnTo>
                  <a:cubicBezTo>
                    <a:pt x="846" y="560"/>
                    <a:pt x="2394" y="2048"/>
                    <a:pt x="2418" y="2072"/>
                  </a:cubicBezTo>
                  <a:lnTo>
                    <a:pt x="2549" y="1917"/>
                  </a:lnTo>
                  <a:cubicBezTo>
                    <a:pt x="2489" y="1846"/>
                    <a:pt x="965" y="381"/>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0"/>
            <p:cNvSpPr/>
            <p:nvPr/>
          </p:nvSpPr>
          <p:spPr>
            <a:xfrm>
              <a:off x="2377186" y="4475341"/>
              <a:ext cx="91353" cy="68797"/>
            </a:xfrm>
            <a:custGeom>
              <a:rect b="b" l="l" r="r" t="t"/>
              <a:pathLst>
                <a:path extrusionOk="0" h="1525" w="2025">
                  <a:moveTo>
                    <a:pt x="1858" y="0"/>
                  </a:moveTo>
                  <a:cubicBezTo>
                    <a:pt x="1406" y="679"/>
                    <a:pt x="13" y="1346"/>
                    <a:pt x="1" y="1346"/>
                  </a:cubicBezTo>
                  <a:lnTo>
                    <a:pt x="84" y="1524"/>
                  </a:lnTo>
                  <a:cubicBezTo>
                    <a:pt x="143" y="1513"/>
                    <a:pt x="1537" y="834"/>
                    <a:pt x="2025" y="120"/>
                  </a:cubicBezTo>
                  <a:lnTo>
                    <a:pt x="185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0"/>
            <p:cNvSpPr/>
            <p:nvPr/>
          </p:nvSpPr>
          <p:spPr>
            <a:xfrm>
              <a:off x="2222494" y="4511882"/>
              <a:ext cx="80616" cy="103172"/>
            </a:xfrm>
            <a:custGeom>
              <a:rect b="b" l="l" r="r" t="t"/>
              <a:pathLst>
                <a:path extrusionOk="0" h="2287" w="1787">
                  <a:moveTo>
                    <a:pt x="120" y="0"/>
                  </a:moveTo>
                  <a:lnTo>
                    <a:pt x="1" y="167"/>
                  </a:lnTo>
                  <a:cubicBezTo>
                    <a:pt x="905" y="762"/>
                    <a:pt x="1596" y="2274"/>
                    <a:pt x="1596" y="2286"/>
                  </a:cubicBezTo>
                  <a:lnTo>
                    <a:pt x="1787" y="2203"/>
                  </a:lnTo>
                  <a:cubicBezTo>
                    <a:pt x="1775" y="2143"/>
                    <a:pt x="1084" y="619"/>
                    <a:pt x="1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0"/>
            <p:cNvSpPr/>
            <p:nvPr/>
          </p:nvSpPr>
          <p:spPr>
            <a:xfrm>
              <a:off x="1673560" y="5074758"/>
              <a:ext cx="139713" cy="322870"/>
            </a:xfrm>
            <a:custGeom>
              <a:rect b="b" l="l" r="r" t="t"/>
              <a:pathLst>
                <a:path extrusionOk="0" h="7157" w="3097">
                  <a:moveTo>
                    <a:pt x="2691" y="1"/>
                  </a:moveTo>
                  <a:lnTo>
                    <a:pt x="0" y="7002"/>
                  </a:lnTo>
                  <a:lnTo>
                    <a:pt x="405" y="7156"/>
                  </a:lnTo>
                  <a:lnTo>
                    <a:pt x="3096" y="156"/>
                  </a:lnTo>
                  <a:lnTo>
                    <a:pt x="269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0"/>
            <p:cNvSpPr/>
            <p:nvPr/>
          </p:nvSpPr>
          <p:spPr>
            <a:xfrm>
              <a:off x="1795500" y="5074758"/>
              <a:ext cx="139668" cy="322870"/>
            </a:xfrm>
            <a:custGeom>
              <a:rect b="b" l="l" r="r" t="t"/>
              <a:pathLst>
                <a:path extrusionOk="0" h="7157" w="3096">
                  <a:moveTo>
                    <a:pt x="405" y="1"/>
                  </a:moveTo>
                  <a:lnTo>
                    <a:pt x="0" y="156"/>
                  </a:lnTo>
                  <a:lnTo>
                    <a:pt x="2691" y="7156"/>
                  </a:lnTo>
                  <a:lnTo>
                    <a:pt x="3096" y="7002"/>
                  </a:lnTo>
                  <a:lnTo>
                    <a:pt x="40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0"/>
            <p:cNvSpPr/>
            <p:nvPr/>
          </p:nvSpPr>
          <p:spPr>
            <a:xfrm>
              <a:off x="1754132" y="5199901"/>
              <a:ext cx="104796" cy="19398"/>
            </a:xfrm>
            <a:custGeom>
              <a:rect b="b" l="l" r="r" t="t"/>
              <a:pathLst>
                <a:path extrusionOk="0" h="430" w="2323">
                  <a:moveTo>
                    <a:pt x="0" y="1"/>
                  </a:moveTo>
                  <a:lnTo>
                    <a:pt x="0" y="430"/>
                  </a:lnTo>
                  <a:lnTo>
                    <a:pt x="2322" y="430"/>
                  </a:lnTo>
                  <a:lnTo>
                    <a:pt x="232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0"/>
            <p:cNvSpPr/>
            <p:nvPr/>
          </p:nvSpPr>
          <p:spPr>
            <a:xfrm>
              <a:off x="1729951" y="5269195"/>
              <a:ext cx="152074" cy="19398"/>
            </a:xfrm>
            <a:custGeom>
              <a:rect b="b" l="l" r="r" t="t"/>
              <a:pathLst>
                <a:path extrusionOk="0" h="430" w="3371">
                  <a:moveTo>
                    <a:pt x="1" y="1"/>
                  </a:moveTo>
                  <a:lnTo>
                    <a:pt x="1" y="429"/>
                  </a:lnTo>
                  <a:lnTo>
                    <a:pt x="3370" y="429"/>
                  </a:lnTo>
                  <a:lnTo>
                    <a:pt x="337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0"/>
            <p:cNvSpPr/>
            <p:nvPr/>
          </p:nvSpPr>
          <p:spPr>
            <a:xfrm>
              <a:off x="-380429" y="5371917"/>
              <a:ext cx="95458" cy="84451"/>
            </a:xfrm>
            <a:custGeom>
              <a:rect b="b" l="l" r="r" t="t"/>
              <a:pathLst>
                <a:path extrusionOk="0" h="1872" w="2116">
                  <a:moveTo>
                    <a:pt x="636" y="0"/>
                  </a:moveTo>
                  <a:cubicBezTo>
                    <a:pt x="518" y="0"/>
                    <a:pt x="424" y="27"/>
                    <a:pt x="394" y="69"/>
                  </a:cubicBezTo>
                  <a:cubicBezTo>
                    <a:pt x="310" y="200"/>
                    <a:pt x="1" y="760"/>
                    <a:pt x="1" y="796"/>
                  </a:cubicBezTo>
                  <a:cubicBezTo>
                    <a:pt x="1" y="843"/>
                    <a:pt x="72" y="927"/>
                    <a:pt x="322" y="1117"/>
                  </a:cubicBezTo>
                  <a:cubicBezTo>
                    <a:pt x="572" y="1308"/>
                    <a:pt x="1668" y="1796"/>
                    <a:pt x="1811" y="1855"/>
                  </a:cubicBezTo>
                  <a:cubicBezTo>
                    <a:pt x="1841" y="1866"/>
                    <a:pt x="1871" y="1871"/>
                    <a:pt x="1899" y="1871"/>
                  </a:cubicBezTo>
                  <a:cubicBezTo>
                    <a:pt x="2024" y="1871"/>
                    <a:pt x="2116" y="1772"/>
                    <a:pt x="2096" y="1665"/>
                  </a:cubicBezTo>
                  <a:cubicBezTo>
                    <a:pt x="2073" y="1546"/>
                    <a:pt x="1799" y="1236"/>
                    <a:pt x="1620" y="998"/>
                  </a:cubicBezTo>
                  <a:cubicBezTo>
                    <a:pt x="1442" y="748"/>
                    <a:pt x="1382" y="486"/>
                    <a:pt x="1382" y="486"/>
                  </a:cubicBezTo>
                  <a:cubicBezTo>
                    <a:pt x="1253" y="122"/>
                    <a:pt x="887" y="0"/>
                    <a:pt x="6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0"/>
            <p:cNvSpPr/>
            <p:nvPr/>
          </p:nvSpPr>
          <p:spPr>
            <a:xfrm>
              <a:off x="-238053" y="5320127"/>
              <a:ext cx="105834" cy="56887"/>
            </a:xfrm>
            <a:custGeom>
              <a:rect b="b" l="l" r="r" t="t"/>
              <a:pathLst>
                <a:path extrusionOk="0" h="1261" w="2346">
                  <a:moveTo>
                    <a:pt x="588" y="1"/>
                  </a:moveTo>
                  <a:cubicBezTo>
                    <a:pt x="286" y="1"/>
                    <a:pt x="24" y="180"/>
                    <a:pt x="24" y="289"/>
                  </a:cubicBezTo>
                  <a:cubicBezTo>
                    <a:pt x="12" y="443"/>
                    <a:pt x="0" y="1075"/>
                    <a:pt x="12" y="1122"/>
                  </a:cubicBezTo>
                  <a:cubicBezTo>
                    <a:pt x="24" y="1158"/>
                    <a:pt x="131" y="1194"/>
                    <a:pt x="441" y="1241"/>
                  </a:cubicBezTo>
                  <a:cubicBezTo>
                    <a:pt x="515" y="1255"/>
                    <a:pt x="636" y="1260"/>
                    <a:pt x="780" y="1260"/>
                  </a:cubicBezTo>
                  <a:cubicBezTo>
                    <a:pt x="1258" y="1260"/>
                    <a:pt x="1989" y="1200"/>
                    <a:pt x="2107" y="1182"/>
                  </a:cubicBezTo>
                  <a:cubicBezTo>
                    <a:pt x="2274" y="1158"/>
                    <a:pt x="2346" y="979"/>
                    <a:pt x="2262" y="884"/>
                  </a:cubicBezTo>
                  <a:cubicBezTo>
                    <a:pt x="2167" y="789"/>
                    <a:pt x="1786" y="658"/>
                    <a:pt x="1512" y="527"/>
                  </a:cubicBezTo>
                  <a:cubicBezTo>
                    <a:pt x="1250" y="384"/>
                    <a:pt x="1072" y="193"/>
                    <a:pt x="1072" y="193"/>
                  </a:cubicBezTo>
                  <a:cubicBezTo>
                    <a:pt x="922" y="52"/>
                    <a:pt x="750" y="1"/>
                    <a:pt x="5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0"/>
            <p:cNvSpPr/>
            <p:nvPr/>
          </p:nvSpPr>
          <p:spPr>
            <a:xfrm>
              <a:off x="-238053" y="4892546"/>
              <a:ext cx="75744" cy="438493"/>
            </a:xfrm>
            <a:custGeom>
              <a:rect b="b" l="l" r="r" t="t"/>
              <a:pathLst>
                <a:path extrusionOk="0" h="9720" w="1679">
                  <a:moveTo>
                    <a:pt x="794" y="0"/>
                  </a:moveTo>
                  <a:cubicBezTo>
                    <a:pt x="467" y="0"/>
                    <a:pt x="116" y="209"/>
                    <a:pt x="107" y="218"/>
                  </a:cubicBezTo>
                  <a:lnTo>
                    <a:pt x="0" y="4159"/>
                  </a:lnTo>
                  <a:cubicBezTo>
                    <a:pt x="0" y="4159"/>
                    <a:pt x="107" y="6993"/>
                    <a:pt x="107" y="7314"/>
                  </a:cubicBezTo>
                  <a:cubicBezTo>
                    <a:pt x="107" y="7635"/>
                    <a:pt x="0" y="9719"/>
                    <a:pt x="0" y="9719"/>
                  </a:cubicBezTo>
                  <a:lnTo>
                    <a:pt x="1119" y="9719"/>
                  </a:lnTo>
                  <a:cubicBezTo>
                    <a:pt x="1119" y="9719"/>
                    <a:pt x="1679" y="5457"/>
                    <a:pt x="1667" y="4540"/>
                  </a:cubicBezTo>
                  <a:cubicBezTo>
                    <a:pt x="1631" y="3611"/>
                    <a:pt x="1119" y="99"/>
                    <a:pt x="1119" y="99"/>
                  </a:cubicBezTo>
                  <a:cubicBezTo>
                    <a:pt x="1025" y="27"/>
                    <a:pt x="911" y="0"/>
                    <a:pt x="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0"/>
            <p:cNvSpPr/>
            <p:nvPr/>
          </p:nvSpPr>
          <p:spPr>
            <a:xfrm>
              <a:off x="-369647" y="4893764"/>
              <a:ext cx="167593" cy="501696"/>
            </a:xfrm>
            <a:custGeom>
              <a:rect b="b" l="l" r="r" t="t"/>
              <a:pathLst>
                <a:path extrusionOk="0" h="11121" w="3715">
                  <a:moveTo>
                    <a:pt x="3715" y="0"/>
                  </a:moveTo>
                  <a:lnTo>
                    <a:pt x="1453" y="191"/>
                  </a:lnTo>
                  <a:cubicBezTo>
                    <a:pt x="1453" y="191"/>
                    <a:pt x="1119" y="1108"/>
                    <a:pt x="1214" y="2965"/>
                  </a:cubicBezTo>
                  <a:cubicBezTo>
                    <a:pt x="1322" y="4822"/>
                    <a:pt x="1417" y="5251"/>
                    <a:pt x="1417" y="5251"/>
                  </a:cubicBezTo>
                  <a:cubicBezTo>
                    <a:pt x="1417" y="5251"/>
                    <a:pt x="167" y="10097"/>
                    <a:pt x="0" y="10668"/>
                  </a:cubicBezTo>
                  <a:cubicBezTo>
                    <a:pt x="0" y="10668"/>
                    <a:pt x="583" y="11085"/>
                    <a:pt x="1203" y="11121"/>
                  </a:cubicBezTo>
                  <a:cubicBezTo>
                    <a:pt x="1203" y="11121"/>
                    <a:pt x="2524" y="7859"/>
                    <a:pt x="2989" y="6716"/>
                  </a:cubicBezTo>
                  <a:cubicBezTo>
                    <a:pt x="3465" y="5549"/>
                    <a:pt x="3596" y="4751"/>
                    <a:pt x="3596" y="3739"/>
                  </a:cubicBezTo>
                  <a:cubicBezTo>
                    <a:pt x="3596" y="2727"/>
                    <a:pt x="3715" y="0"/>
                    <a:pt x="37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0"/>
            <p:cNvSpPr/>
            <p:nvPr/>
          </p:nvSpPr>
          <p:spPr>
            <a:xfrm>
              <a:off x="-231647" y="5006547"/>
              <a:ext cx="29052" cy="178916"/>
            </a:xfrm>
            <a:custGeom>
              <a:rect b="b" l="l" r="r" t="t"/>
              <a:pathLst>
                <a:path extrusionOk="0" h="3966" w="644">
                  <a:moveTo>
                    <a:pt x="537" y="1"/>
                  </a:moveTo>
                  <a:cubicBezTo>
                    <a:pt x="525" y="1501"/>
                    <a:pt x="346" y="2787"/>
                    <a:pt x="1" y="3930"/>
                  </a:cubicBezTo>
                  <a:lnTo>
                    <a:pt x="108" y="3966"/>
                  </a:lnTo>
                  <a:cubicBezTo>
                    <a:pt x="453" y="2811"/>
                    <a:pt x="632" y="1525"/>
                    <a:pt x="6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0"/>
            <p:cNvSpPr/>
            <p:nvPr/>
          </p:nvSpPr>
          <p:spPr>
            <a:xfrm>
              <a:off x="-327241" y="4742275"/>
              <a:ext cx="200390" cy="132180"/>
            </a:xfrm>
            <a:custGeom>
              <a:rect b="b" l="l" r="r" t="t"/>
              <a:pathLst>
                <a:path extrusionOk="0" h="2930" w="4442">
                  <a:moveTo>
                    <a:pt x="691" y="1"/>
                  </a:moveTo>
                  <a:cubicBezTo>
                    <a:pt x="691" y="1"/>
                    <a:pt x="334" y="620"/>
                    <a:pt x="215" y="918"/>
                  </a:cubicBezTo>
                  <a:cubicBezTo>
                    <a:pt x="96" y="1215"/>
                    <a:pt x="1" y="1620"/>
                    <a:pt x="834" y="2084"/>
                  </a:cubicBezTo>
                  <a:cubicBezTo>
                    <a:pt x="1668" y="2525"/>
                    <a:pt x="3954" y="2930"/>
                    <a:pt x="3954" y="2930"/>
                  </a:cubicBezTo>
                  <a:cubicBezTo>
                    <a:pt x="4442" y="2751"/>
                    <a:pt x="4061" y="2418"/>
                    <a:pt x="4061" y="2418"/>
                  </a:cubicBezTo>
                  <a:cubicBezTo>
                    <a:pt x="4061" y="2418"/>
                    <a:pt x="2430" y="1680"/>
                    <a:pt x="2037" y="1453"/>
                  </a:cubicBezTo>
                  <a:cubicBezTo>
                    <a:pt x="1632" y="1227"/>
                    <a:pt x="1370" y="1072"/>
                    <a:pt x="1370" y="1072"/>
                  </a:cubicBezTo>
                  <a:lnTo>
                    <a:pt x="1501" y="751"/>
                  </a:lnTo>
                  <a:lnTo>
                    <a:pt x="1513" y="572"/>
                  </a:lnTo>
                  <a:lnTo>
                    <a:pt x="691" y="1"/>
                  </a:lnTo>
                  <a:close/>
                </a:path>
              </a:pathLst>
            </a:custGeom>
            <a:solidFill>
              <a:srgbClr val="FF9A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0"/>
            <p:cNvSpPr/>
            <p:nvPr/>
          </p:nvSpPr>
          <p:spPr>
            <a:xfrm>
              <a:off x="-159647" y="4851944"/>
              <a:ext cx="58601" cy="44616"/>
            </a:xfrm>
            <a:custGeom>
              <a:rect b="b" l="l" r="r" t="t"/>
              <a:pathLst>
                <a:path extrusionOk="0" h="989" w="1299">
                  <a:moveTo>
                    <a:pt x="256" y="0"/>
                  </a:moveTo>
                  <a:cubicBezTo>
                    <a:pt x="122" y="0"/>
                    <a:pt x="0" y="11"/>
                    <a:pt x="0" y="11"/>
                  </a:cubicBezTo>
                  <a:lnTo>
                    <a:pt x="179" y="463"/>
                  </a:lnTo>
                  <a:cubicBezTo>
                    <a:pt x="369" y="677"/>
                    <a:pt x="608" y="785"/>
                    <a:pt x="608" y="785"/>
                  </a:cubicBezTo>
                  <a:cubicBezTo>
                    <a:pt x="630" y="917"/>
                    <a:pt x="703" y="988"/>
                    <a:pt x="761" y="988"/>
                  </a:cubicBezTo>
                  <a:cubicBezTo>
                    <a:pt x="766" y="988"/>
                    <a:pt x="770" y="988"/>
                    <a:pt x="774" y="987"/>
                  </a:cubicBezTo>
                  <a:cubicBezTo>
                    <a:pt x="822" y="987"/>
                    <a:pt x="822" y="749"/>
                    <a:pt x="822" y="749"/>
                  </a:cubicBezTo>
                  <a:cubicBezTo>
                    <a:pt x="860" y="835"/>
                    <a:pt x="982" y="921"/>
                    <a:pt x="1036" y="921"/>
                  </a:cubicBezTo>
                  <a:cubicBezTo>
                    <a:pt x="1049" y="921"/>
                    <a:pt x="1058" y="915"/>
                    <a:pt x="1060" y="904"/>
                  </a:cubicBezTo>
                  <a:cubicBezTo>
                    <a:pt x="1084" y="844"/>
                    <a:pt x="1060" y="725"/>
                    <a:pt x="1060" y="725"/>
                  </a:cubicBezTo>
                  <a:lnTo>
                    <a:pt x="1060" y="725"/>
                  </a:lnTo>
                  <a:cubicBezTo>
                    <a:pt x="1060" y="725"/>
                    <a:pt x="1131" y="808"/>
                    <a:pt x="1179" y="808"/>
                  </a:cubicBezTo>
                  <a:cubicBezTo>
                    <a:pt x="1239" y="808"/>
                    <a:pt x="1298" y="761"/>
                    <a:pt x="1262" y="642"/>
                  </a:cubicBezTo>
                  <a:cubicBezTo>
                    <a:pt x="1239" y="523"/>
                    <a:pt x="1179" y="344"/>
                    <a:pt x="1108" y="261"/>
                  </a:cubicBezTo>
                  <a:cubicBezTo>
                    <a:pt x="1024" y="165"/>
                    <a:pt x="989" y="70"/>
                    <a:pt x="834" y="34"/>
                  </a:cubicBezTo>
                  <a:cubicBezTo>
                    <a:pt x="691" y="11"/>
                    <a:pt x="631" y="23"/>
                    <a:pt x="453" y="11"/>
                  </a:cubicBezTo>
                  <a:cubicBezTo>
                    <a:pt x="393" y="3"/>
                    <a:pt x="323" y="0"/>
                    <a:pt x="256" y="0"/>
                  </a:cubicBezTo>
                  <a:close/>
                </a:path>
              </a:pathLst>
            </a:custGeom>
            <a:solidFill>
              <a:srgbClr val="FF9A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0"/>
            <p:cNvSpPr/>
            <p:nvPr/>
          </p:nvSpPr>
          <p:spPr>
            <a:xfrm>
              <a:off x="-430911" y="4524740"/>
              <a:ext cx="260028" cy="292870"/>
            </a:xfrm>
            <a:custGeom>
              <a:rect b="b" l="l" r="r" t="t"/>
              <a:pathLst>
                <a:path extrusionOk="0" h="6492" w="5764">
                  <a:moveTo>
                    <a:pt x="3724" y="0"/>
                  </a:moveTo>
                  <a:cubicBezTo>
                    <a:pt x="3613" y="0"/>
                    <a:pt x="3487" y="18"/>
                    <a:pt x="3346" y="60"/>
                  </a:cubicBezTo>
                  <a:cubicBezTo>
                    <a:pt x="2489" y="310"/>
                    <a:pt x="2751" y="1108"/>
                    <a:pt x="2203" y="1453"/>
                  </a:cubicBezTo>
                  <a:cubicBezTo>
                    <a:pt x="1656" y="1799"/>
                    <a:pt x="822" y="1977"/>
                    <a:pt x="608" y="2930"/>
                  </a:cubicBezTo>
                  <a:cubicBezTo>
                    <a:pt x="406" y="3882"/>
                    <a:pt x="1060" y="3954"/>
                    <a:pt x="608" y="4513"/>
                  </a:cubicBezTo>
                  <a:cubicBezTo>
                    <a:pt x="167" y="5097"/>
                    <a:pt x="1" y="5502"/>
                    <a:pt x="489" y="6097"/>
                  </a:cubicBezTo>
                  <a:cubicBezTo>
                    <a:pt x="731" y="6385"/>
                    <a:pt x="1053" y="6492"/>
                    <a:pt x="1382" y="6492"/>
                  </a:cubicBezTo>
                  <a:cubicBezTo>
                    <a:pt x="1734" y="6492"/>
                    <a:pt x="2093" y="6370"/>
                    <a:pt x="2370" y="6216"/>
                  </a:cubicBezTo>
                  <a:cubicBezTo>
                    <a:pt x="2906" y="5930"/>
                    <a:pt x="5228" y="4835"/>
                    <a:pt x="5228" y="4835"/>
                  </a:cubicBezTo>
                  <a:cubicBezTo>
                    <a:pt x="5228" y="4835"/>
                    <a:pt x="5763" y="4263"/>
                    <a:pt x="5228" y="3656"/>
                  </a:cubicBezTo>
                  <a:cubicBezTo>
                    <a:pt x="4692" y="3049"/>
                    <a:pt x="4835" y="2108"/>
                    <a:pt x="4835" y="2108"/>
                  </a:cubicBezTo>
                  <a:cubicBezTo>
                    <a:pt x="4835" y="2108"/>
                    <a:pt x="5037" y="2084"/>
                    <a:pt x="5109" y="1525"/>
                  </a:cubicBezTo>
                  <a:cubicBezTo>
                    <a:pt x="5151" y="1065"/>
                    <a:pt x="5021" y="452"/>
                    <a:pt x="4650" y="452"/>
                  </a:cubicBezTo>
                  <a:cubicBezTo>
                    <a:pt x="4607" y="452"/>
                    <a:pt x="4562" y="460"/>
                    <a:pt x="4513" y="477"/>
                  </a:cubicBezTo>
                  <a:cubicBezTo>
                    <a:pt x="4513" y="477"/>
                    <a:pt x="4304" y="0"/>
                    <a:pt x="37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0"/>
            <p:cNvSpPr/>
            <p:nvPr/>
          </p:nvSpPr>
          <p:spPr>
            <a:xfrm>
              <a:off x="1619831" y="2504082"/>
              <a:ext cx="366359" cy="207653"/>
            </a:xfrm>
            <a:custGeom>
              <a:rect b="b" l="l" r="r" t="t"/>
              <a:pathLst>
                <a:path extrusionOk="0" h="4603" w="8121">
                  <a:moveTo>
                    <a:pt x="1584" y="1"/>
                  </a:moveTo>
                  <a:lnTo>
                    <a:pt x="1287" y="227"/>
                  </a:lnTo>
                  <a:cubicBezTo>
                    <a:pt x="1287" y="227"/>
                    <a:pt x="1" y="286"/>
                    <a:pt x="739" y="1215"/>
                  </a:cubicBezTo>
                  <a:cubicBezTo>
                    <a:pt x="1489" y="2144"/>
                    <a:pt x="4763" y="3572"/>
                    <a:pt x="5573" y="3739"/>
                  </a:cubicBezTo>
                  <a:cubicBezTo>
                    <a:pt x="6394" y="3906"/>
                    <a:pt x="6847" y="4073"/>
                    <a:pt x="6942" y="4073"/>
                  </a:cubicBezTo>
                  <a:cubicBezTo>
                    <a:pt x="6978" y="4192"/>
                    <a:pt x="6990" y="4334"/>
                    <a:pt x="7049" y="4382"/>
                  </a:cubicBezTo>
                  <a:cubicBezTo>
                    <a:pt x="7053" y="4383"/>
                    <a:pt x="7056" y="4384"/>
                    <a:pt x="7059" y="4384"/>
                  </a:cubicBezTo>
                  <a:cubicBezTo>
                    <a:pt x="7110" y="4384"/>
                    <a:pt x="7123" y="4201"/>
                    <a:pt x="7168" y="4156"/>
                  </a:cubicBezTo>
                  <a:cubicBezTo>
                    <a:pt x="7178" y="4144"/>
                    <a:pt x="7193" y="4138"/>
                    <a:pt x="7211" y="4138"/>
                  </a:cubicBezTo>
                  <a:cubicBezTo>
                    <a:pt x="7283" y="4138"/>
                    <a:pt x="7412" y="4223"/>
                    <a:pt x="7526" y="4346"/>
                  </a:cubicBezTo>
                  <a:cubicBezTo>
                    <a:pt x="7651" y="4481"/>
                    <a:pt x="7791" y="4603"/>
                    <a:pt x="7847" y="4603"/>
                  </a:cubicBezTo>
                  <a:cubicBezTo>
                    <a:pt x="7865" y="4603"/>
                    <a:pt x="7874" y="4590"/>
                    <a:pt x="7871" y="4561"/>
                  </a:cubicBezTo>
                  <a:cubicBezTo>
                    <a:pt x="7859" y="4442"/>
                    <a:pt x="7562" y="4049"/>
                    <a:pt x="7561" y="4049"/>
                  </a:cubicBezTo>
                  <a:lnTo>
                    <a:pt x="7561" y="4049"/>
                  </a:lnTo>
                  <a:cubicBezTo>
                    <a:pt x="7561" y="4049"/>
                    <a:pt x="7692" y="4215"/>
                    <a:pt x="7752" y="4275"/>
                  </a:cubicBezTo>
                  <a:cubicBezTo>
                    <a:pt x="7798" y="4321"/>
                    <a:pt x="7896" y="4470"/>
                    <a:pt x="7953" y="4470"/>
                  </a:cubicBezTo>
                  <a:cubicBezTo>
                    <a:pt x="7969" y="4470"/>
                    <a:pt x="7982" y="4458"/>
                    <a:pt x="7990" y="4430"/>
                  </a:cubicBezTo>
                  <a:cubicBezTo>
                    <a:pt x="8002" y="4356"/>
                    <a:pt x="7935" y="4225"/>
                    <a:pt x="7867" y="4115"/>
                  </a:cubicBezTo>
                  <a:lnTo>
                    <a:pt x="7867" y="4115"/>
                  </a:lnTo>
                  <a:cubicBezTo>
                    <a:pt x="7941" y="4217"/>
                    <a:pt x="8025" y="4323"/>
                    <a:pt x="8059" y="4323"/>
                  </a:cubicBezTo>
                  <a:cubicBezTo>
                    <a:pt x="8060" y="4323"/>
                    <a:pt x="8060" y="4323"/>
                    <a:pt x="8061" y="4323"/>
                  </a:cubicBezTo>
                  <a:cubicBezTo>
                    <a:pt x="8121" y="4299"/>
                    <a:pt x="8097" y="4132"/>
                    <a:pt x="7835" y="3799"/>
                  </a:cubicBezTo>
                  <a:cubicBezTo>
                    <a:pt x="7585" y="3477"/>
                    <a:pt x="6859" y="3358"/>
                    <a:pt x="6704" y="3322"/>
                  </a:cubicBezTo>
                  <a:cubicBezTo>
                    <a:pt x="6561" y="3299"/>
                    <a:pt x="5978" y="2965"/>
                    <a:pt x="4299" y="2120"/>
                  </a:cubicBezTo>
                  <a:cubicBezTo>
                    <a:pt x="2620" y="1275"/>
                    <a:pt x="1584" y="1"/>
                    <a:pt x="1584"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0"/>
            <p:cNvSpPr/>
            <p:nvPr/>
          </p:nvSpPr>
          <p:spPr>
            <a:xfrm>
              <a:off x="1236326" y="2567466"/>
              <a:ext cx="37669" cy="32797"/>
            </a:xfrm>
            <a:custGeom>
              <a:rect b="b" l="l" r="r" t="t"/>
              <a:pathLst>
                <a:path extrusionOk="0" h="727" w="835">
                  <a:moveTo>
                    <a:pt x="1" y="1"/>
                  </a:moveTo>
                  <a:cubicBezTo>
                    <a:pt x="1" y="1"/>
                    <a:pt x="108" y="322"/>
                    <a:pt x="203" y="417"/>
                  </a:cubicBezTo>
                  <a:cubicBezTo>
                    <a:pt x="225" y="430"/>
                    <a:pt x="245" y="435"/>
                    <a:pt x="265" y="435"/>
                  </a:cubicBezTo>
                  <a:cubicBezTo>
                    <a:pt x="298" y="435"/>
                    <a:pt x="328" y="420"/>
                    <a:pt x="358" y="405"/>
                  </a:cubicBezTo>
                  <a:cubicBezTo>
                    <a:pt x="429" y="584"/>
                    <a:pt x="548" y="727"/>
                    <a:pt x="548" y="727"/>
                  </a:cubicBezTo>
                  <a:cubicBezTo>
                    <a:pt x="548" y="727"/>
                    <a:pt x="834" y="620"/>
                    <a:pt x="667" y="524"/>
                  </a:cubicBezTo>
                  <a:cubicBezTo>
                    <a:pt x="501" y="417"/>
                    <a:pt x="417" y="310"/>
                    <a:pt x="417" y="310"/>
                  </a:cubicBezTo>
                  <a:cubicBezTo>
                    <a:pt x="417" y="310"/>
                    <a:pt x="358" y="191"/>
                    <a:pt x="251" y="108"/>
                  </a:cubicBezTo>
                  <a:cubicBezTo>
                    <a:pt x="144" y="12"/>
                    <a:pt x="1" y="1"/>
                    <a:pt x="1" y="1"/>
                  </a:cubicBezTo>
                  <a:close/>
                </a:path>
              </a:pathLst>
            </a:custGeom>
            <a:solidFill>
              <a:srgbClr val="FF9A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0"/>
            <p:cNvSpPr/>
            <p:nvPr/>
          </p:nvSpPr>
          <p:spPr>
            <a:xfrm>
              <a:off x="-149451" y="2973528"/>
              <a:ext cx="2344587" cy="2344587"/>
            </a:xfrm>
            <a:custGeom>
              <a:rect b="b" l="l" r="r" t="t"/>
              <a:pathLst>
                <a:path extrusionOk="0" h="51972" w="51972">
                  <a:moveTo>
                    <a:pt x="25980" y="1"/>
                  </a:moveTo>
                  <a:cubicBezTo>
                    <a:pt x="11633" y="1"/>
                    <a:pt x="1" y="11633"/>
                    <a:pt x="1" y="25980"/>
                  </a:cubicBezTo>
                  <a:cubicBezTo>
                    <a:pt x="1" y="40339"/>
                    <a:pt x="11633" y="51971"/>
                    <a:pt x="25980" y="51971"/>
                  </a:cubicBezTo>
                  <a:cubicBezTo>
                    <a:pt x="40339" y="51971"/>
                    <a:pt x="51971" y="40339"/>
                    <a:pt x="51971" y="25980"/>
                  </a:cubicBezTo>
                  <a:cubicBezTo>
                    <a:pt x="51971" y="11633"/>
                    <a:pt x="40339" y="1"/>
                    <a:pt x="25980" y="1"/>
                  </a:cubicBez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0"/>
            <p:cNvSpPr/>
            <p:nvPr/>
          </p:nvSpPr>
          <p:spPr>
            <a:xfrm>
              <a:off x="1231499" y="2586143"/>
              <a:ext cx="236931" cy="80977"/>
            </a:xfrm>
            <a:custGeom>
              <a:rect b="b" l="l" r="r" t="t"/>
              <a:pathLst>
                <a:path extrusionOk="0" h="1795" w="5252">
                  <a:moveTo>
                    <a:pt x="466" y="1"/>
                  </a:moveTo>
                  <a:cubicBezTo>
                    <a:pt x="284" y="1"/>
                    <a:pt x="267" y="98"/>
                    <a:pt x="155" y="182"/>
                  </a:cubicBezTo>
                  <a:cubicBezTo>
                    <a:pt x="1" y="289"/>
                    <a:pt x="477" y="599"/>
                    <a:pt x="477" y="599"/>
                  </a:cubicBezTo>
                  <a:cubicBezTo>
                    <a:pt x="477" y="599"/>
                    <a:pt x="2322" y="1527"/>
                    <a:pt x="3275" y="1753"/>
                  </a:cubicBezTo>
                  <a:cubicBezTo>
                    <a:pt x="3396" y="1782"/>
                    <a:pt x="3515" y="1795"/>
                    <a:pt x="3629" y="1795"/>
                  </a:cubicBezTo>
                  <a:cubicBezTo>
                    <a:pt x="4409" y="1795"/>
                    <a:pt x="4989" y="1206"/>
                    <a:pt x="4989" y="1206"/>
                  </a:cubicBezTo>
                  <a:cubicBezTo>
                    <a:pt x="4989" y="1206"/>
                    <a:pt x="5251" y="194"/>
                    <a:pt x="4168" y="170"/>
                  </a:cubicBezTo>
                  <a:cubicBezTo>
                    <a:pt x="4168" y="170"/>
                    <a:pt x="3549" y="730"/>
                    <a:pt x="3334" y="730"/>
                  </a:cubicBezTo>
                  <a:cubicBezTo>
                    <a:pt x="3132" y="730"/>
                    <a:pt x="1060" y="99"/>
                    <a:pt x="667" y="27"/>
                  </a:cubicBezTo>
                  <a:cubicBezTo>
                    <a:pt x="583" y="9"/>
                    <a:pt x="518" y="1"/>
                    <a:pt x="466"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0"/>
            <p:cNvSpPr/>
            <p:nvPr/>
          </p:nvSpPr>
          <p:spPr>
            <a:xfrm>
              <a:off x="1075183" y="2615286"/>
              <a:ext cx="159067" cy="137548"/>
            </a:xfrm>
            <a:custGeom>
              <a:rect b="b" l="l" r="r" t="t"/>
              <a:pathLst>
                <a:path extrusionOk="0" h="3049" w="3526">
                  <a:moveTo>
                    <a:pt x="2680" y="0"/>
                  </a:moveTo>
                  <a:cubicBezTo>
                    <a:pt x="2246" y="107"/>
                    <a:pt x="1734" y="138"/>
                    <a:pt x="1290" y="138"/>
                  </a:cubicBezTo>
                  <a:cubicBezTo>
                    <a:pt x="698" y="138"/>
                    <a:pt x="227" y="84"/>
                    <a:pt x="227" y="84"/>
                  </a:cubicBezTo>
                  <a:lnTo>
                    <a:pt x="227" y="84"/>
                  </a:lnTo>
                  <a:cubicBezTo>
                    <a:pt x="1" y="1548"/>
                    <a:pt x="1084" y="3048"/>
                    <a:pt x="1084" y="3048"/>
                  </a:cubicBezTo>
                  <a:cubicBezTo>
                    <a:pt x="2573" y="2989"/>
                    <a:pt x="3418" y="1917"/>
                    <a:pt x="3418" y="1917"/>
                  </a:cubicBezTo>
                  <a:lnTo>
                    <a:pt x="3525" y="1429"/>
                  </a:lnTo>
                  <a:cubicBezTo>
                    <a:pt x="3299" y="1036"/>
                    <a:pt x="2680" y="0"/>
                    <a:pt x="26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0"/>
            <p:cNvSpPr/>
            <p:nvPr/>
          </p:nvSpPr>
          <p:spPr>
            <a:xfrm>
              <a:off x="1101529" y="2537375"/>
              <a:ext cx="157398" cy="160646"/>
            </a:xfrm>
            <a:custGeom>
              <a:rect b="b" l="l" r="r" t="t"/>
              <a:pathLst>
                <a:path extrusionOk="0" h="3561" w="3489">
                  <a:moveTo>
                    <a:pt x="1722" y="1"/>
                  </a:moveTo>
                  <a:cubicBezTo>
                    <a:pt x="1529" y="1"/>
                    <a:pt x="1333" y="28"/>
                    <a:pt x="1143" y="84"/>
                  </a:cubicBezTo>
                  <a:cubicBezTo>
                    <a:pt x="0" y="429"/>
                    <a:pt x="119" y="1965"/>
                    <a:pt x="119" y="1977"/>
                  </a:cubicBezTo>
                  <a:lnTo>
                    <a:pt x="322" y="1965"/>
                  </a:lnTo>
                  <a:cubicBezTo>
                    <a:pt x="310" y="1942"/>
                    <a:pt x="215" y="596"/>
                    <a:pt x="1191" y="298"/>
                  </a:cubicBezTo>
                  <a:cubicBezTo>
                    <a:pt x="1344" y="246"/>
                    <a:pt x="1523" y="217"/>
                    <a:pt x="1709" y="217"/>
                  </a:cubicBezTo>
                  <a:cubicBezTo>
                    <a:pt x="2073" y="217"/>
                    <a:pt x="2463" y="328"/>
                    <a:pt x="2739" y="596"/>
                  </a:cubicBezTo>
                  <a:cubicBezTo>
                    <a:pt x="3096" y="953"/>
                    <a:pt x="3179" y="1489"/>
                    <a:pt x="3001" y="2168"/>
                  </a:cubicBezTo>
                  <a:cubicBezTo>
                    <a:pt x="2834" y="2763"/>
                    <a:pt x="2584" y="3132"/>
                    <a:pt x="2239" y="3287"/>
                  </a:cubicBezTo>
                  <a:cubicBezTo>
                    <a:pt x="2128" y="3336"/>
                    <a:pt x="2017" y="3353"/>
                    <a:pt x="1917" y="3353"/>
                  </a:cubicBezTo>
                  <a:cubicBezTo>
                    <a:pt x="1674" y="3353"/>
                    <a:pt x="1489" y="3251"/>
                    <a:pt x="1489" y="3251"/>
                  </a:cubicBezTo>
                  <a:lnTo>
                    <a:pt x="1381" y="3454"/>
                  </a:lnTo>
                  <a:cubicBezTo>
                    <a:pt x="1393" y="3454"/>
                    <a:pt x="1620" y="3561"/>
                    <a:pt x="1917" y="3561"/>
                  </a:cubicBezTo>
                  <a:cubicBezTo>
                    <a:pt x="2036" y="3561"/>
                    <a:pt x="2179" y="3537"/>
                    <a:pt x="2358" y="3489"/>
                  </a:cubicBezTo>
                  <a:cubicBezTo>
                    <a:pt x="2763" y="3311"/>
                    <a:pt x="3060" y="2894"/>
                    <a:pt x="3239" y="2227"/>
                  </a:cubicBezTo>
                  <a:cubicBezTo>
                    <a:pt x="3489" y="1263"/>
                    <a:pt x="3215" y="727"/>
                    <a:pt x="2917" y="441"/>
                  </a:cubicBezTo>
                  <a:cubicBezTo>
                    <a:pt x="2624" y="156"/>
                    <a:pt x="2182" y="1"/>
                    <a:pt x="17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0"/>
            <p:cNvSpPr/>
            <p:nvPr/>
          </p:nvSpPr>
          <p:spPr>
            <a:xfrm>
              <a:off x="1223243" y="2578428"/>
              <a:ext cx="37849" cy="13398"/>
            </a:xfrm>
            <a:custGeom>
              <a:rect b="b" l="l" r="r" t="t"/>
              <a:pathLst>
                <a:path extrusionOk="0" h="297" w="839">
                  <a:moveTo>
                    <a:pt x="220" y="0"/>
                  </a:moveTo>
                  <a:cubicBezTo>
                    <a:pt x="163" y="0"/>
                    <a:pt x="99" y="16"/>
                    <a:pt x="65" y="79"/>
                  </a:cubicBezTo>
                  <a:cubicBezTo>
                    <a:pt x="0" y="207"/>
                    <a:pt x="243" y="297"/>
                    <a:pt x="474" y="297"/>
                  </a:cubicBezTo>
                  <a:cubicBezTo>
                    <a:pt x="500" y="297"/>
                    <a:pt x="527" y="296"/>
                    <a:pt x="553" y="293"/>
                  </a:cubicBezTo>
                  <a:cubicBezTo>
                    <a:pt x="838" y="258"/>
                    <a:pt x="600" y="67"/>
                    <a:pt x="338" y="19"/>
                  </a:cubicBezTo>
                  <a:cubicBezTo>
                    <a:pt x="338" y="19"/>
                    <a:pt x="283" y="0"/>
                    <a:pt x="220" y="0"/>
                  </a:cubicBezTo>
                  <a:close/>
                </a:path>
              </a:pathLst>
            </a:custGeom>
            <a:solidFill>
              <a:srgbClr val="FF9A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0"/>
            <p:cNvSpPr/>
            <p:nvPr/>
          </p:nvSpPr>
          <p:spPr>
            <a:xfrm>
              <a:off x="1219003" y="2587586"/>
              <a:ext cx="45293" cy="13353"/>
            </a:xfrm>
            <a:custGeom>
              <a:rect b="b" l="l" r="r" t="t"/>
              <a:pathLst>
                <a:path extrusionOk="0" h="296" w="1004">
                  <a:moveTo>
                    <a:pt x="304" y="1"/>
                  </a:moveTo>
                  <a:cubicBezTo>
                    <a:pt x="245" y="1"/>
                    <a:pt x="174" y="12"/>
                    <a:pt x="111" y="55"/>
                  </a:cubicBezTo>
                  <a:cubicBezTo>
                    <a:pt x="0" y="154"/>
                    <a:pt x="343" y="295"/>
                    <a:pt x="631" y="295"/>
                  </a:cubicBezTo>
                  <a:cubicBezTo>
                    <a:pt x="652" y="295"/>
                    <a:pt x="674" y="294"/>
                    <a:pt x="694" y="293"/>
                  </a:cubicBezTo>
                  <a:cubicBezTo>
                    <a:pt x="1004" y="269"/>
                    <a:pt x="742" y="55"/>
                    <a:pt x="432" y="19"/>
                  </a:cubicBezTo>
                  <a:cubicBezTo>
                    <a:pt x="432" y="19"/>
                    <a:pt x="377" y="1"/>
                    <a:pt x="304" y="1"/>
                  </a:cubicBezTo>
                  <a:close/>
                </a:path>
              </a:pathLst>
            </a:custGeom>
            <a:solidFill>
              <a:srgbClr val="FF9A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0"/>
            <p:cNvSpPr/>
            <p:nvPr/>
          </p:nvSpPr>
          <p:spPr>
            <a:xfrm>
              <a:off x="1465951" y="3254673"/>
              <a:ext cx="107187" cy="95007"/>
            </a:xfrm>
            <a:custGeom>
              <a:rect b="b" l="l" r="r" t="t"/>
              <a:pathLst>
                <a:path extrusionOk="0" h="2106" w="2376">
                  <a:moveTo>
                    <a:pt x="1635" y="1"/>
                  </a:moveTo>
                  <a:cubicBezTo>
                    <a:pt x="1365" y="1"/>
                    <a:pt x="972" y="134"/>
                    <a:pt x="828" y="543"/>
                  </a:cubicBezTo>
                  <a:cubicBezTo>
                    <a:pt x="828" y="543"/>
                    <a:pt x="757" y="829"/>
                    <a:pt x="566" y="1103"/>
                  </a:cubicBezTo>
                  <a:cubicBezTo>
                    <a:pt x="376" y="1377"/>
                    <a:pt x="54" y="1722"/>
                    <a:pt x="30" y="1865"/>
                  </a:cubicBezTo>
                  <a:cubicBezTo>
                    <a:pt x="1" y="1994"/>
                    <a:pt x="111" y="2106"/>
                    <a:pt x="252" y="2106"/>
                  </a:cubicBezTo>
                  <a:cubicBezTo>
                    <a:pt x="280" y="2106"/>
                    <a:pt x="310" y="2101"/>
                    <a:pt x="340" y="2091"/>
                  </a:cubicBezTo>
                  <a:cubicBezTo>
                    <a:pt x="507" y="2032"/>
                    <a:pt x="1721" y="1484"/>
                    <a:pt x="2007" y="1258"/>
                  </a:cubicBezTo>
                  <a:cubicBezTo>
                    <a:pt x="2293" y="1031"/>
                    <a:pt x="2376" y="960"/>
                    <a:pt x="2364" y="900"/>
                  </a:cubicBezTo>
                  <a:cubicBezTo>
                    <a:pt x="2364" y="853"/>
                    <a:pt x="2007" y="234"/>
                    <a:pt x="1900" y="79"/>
                  </a:cubicBezTo>
                  <a:cubicBezTo>
                    <a:pt x="1869" y="32"/>
                    <a:pt x="1766" y="1"/>
                    <a:pt x="16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0"/>
            <p:cNvSpPr/>
            <p:nvPr/>
          </p:nvSpPr>
          <p:spPr>
            <a:xfrm>
              <a:off x="1220221" y="2594714"/>
              <a:ext cx="40331" cy="14391"/>
            </a:xfrm>
            <a:custGeom>
              <a:rect b="b" l="l" r="r" t="t"/>
              <a:pathLst>
                <a:path extrusionOk="0" h="319" w="894">
                  <a:moveTo>
                    <a:pt x="274" y="1"/>
                  </a:moveTo>
                  <a:cubicBezTo>
                    <a:pt x="221" y="1"/>
                    <a:pt x="155" y="16"/>
                    <a:pt x="108" y="75"/>
                  </a:cubicBezTo>
                  <a:cubicBezTo>
                    <a:pt x="0" y="182"/>
                    <a:pt x="289" y="319"/>
                    <a:pt x="539" y="319"/>
                  </a:cubicBezTo>
                  <a:cubicBezTo>
                    <a:pt x="566" y="319"/>
                    <a:pt x="594" y="317"/>
                    <a:pt x="620" y="313"/>
                  </a:cubicBezTo>
                  <a:cubicBezTo>
                    <a:pt x="894" y="301"/>
                    <a:pt x="763" y="51"/>
                    <a:pt x="370" y="16"/>
                  </a:cubicBezTo>
                  <a:cubicBezTo>
                    <a:pt x="370" y="16"/>
                    <a:pt x="328" y="1"/>
                    <a:pt x="274" y="1"/>
                  </a:cubicBezTo>
                  <a:close/>
                </a:path>
              </a:pathLst>
            </a:custGeom>
            <a:solidFill>
              <a:srgbClr val="FF9A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0"/>
            <p:cNvSpPr/>
            <p:nvPr/>
          </p:nvSpPr>
          <p:spPr>
            <a:xfrm>
              <a:off x="865724" y="2645466"/>
              <a:ext cx="265622" cy="97172"/>
            </a:xfrm>
            <a:custGeom>
              <a:rect b="b" l="l" r="r" t="t"/>
              <a:pathLst>
                <a:path extrusionOk="0" h="2154" w="5888">
                  <a:moveTo>
                    <a:pt x="630" y="0"/>
                  </a:moveTo>
                  <a:cubicBezTo>
                    <a:pt x="422" y="0"/>
                    <a:pt x="157" y="36"/>
                    <a:pt x="0" y="248"/>
                  </a:cubicBezTo>
                  <a:cubicBezTo>
                    <a:pt x="0" y="248"/>
                    <a:pt x="24" y="462"/>
                    <a:pt x="250" y="558"/>
                  </a:cubicBezTo>
                  <a:cubicBezTo>
                    <a:pt x="298" y="580"/>
                    <a:pt x="348" y="589"/>
                    <a:pt x="398" y="589"/>
                  </a:cubicBezTo>
                  <a:cubicBezTo>
                    <a:pt x="588" y="589"/>
                    <a:pt x="774" y="462"/>
                    <a:pt x="774" y="462"/>
                  </a:cubicBezTo>
                  <a:lnTo>
                    <a:pt x="5596" y="2153"/>
                  </a:lnTo>
                  <a:cubicBezTo>
                    <a:pt x="5596" y="2153"/>
                    <a:pt x="5596" y="2153"/>
                    <a:pt x="5596" y="2153"/>
                  </a:cubicBezTo>
                  <a:cubicBezTo>
                    <a:pt x="5600" y="2153"/>
                    <a:pt x="5888" y="1317"/>
                    <a:pt x="5013" y="915"/>
                  </a:cubicBezTo>
                  <a:cubicBezTo>
                    <a:pt x="5013" y="915"/>
                    <a:pt x="1012" y="10"/>
                    <a:pt x="881" y="10"/>
                  </a:cubicBezTo>
                  <a:cubicBezTo>
                    <a:pt x="829" y="10"/>
                    <a:pt x="737" y="0"/>
                    <a:pt x="6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0"/>
            <p:cNvSpPr/>
            <p:nvPr/>
          </p:nvSpPr>
          <p:spPr>
            <a:xfrm>
              <a:off x="861980" y="2653947"/>
              <a:ext cx="41368" cy="20977"/>
            </a:xfrm>
            <a:custGeom>
              <a:rect b="b" l="l" r="r" t="t"/>
              <a:pathLst>
                <a:path extrusionOk="0" h="465" w="917">
                  <a:moveTo>
                    <a:pt x="214" y="120"/>
                  </a:moveTo>
                  <a:cubicBezTo>
                    <a:pt x="345" y="120"/>
                    <a:pt x="560" y="155"/>
                    <a:pt x="750" y="286"/>
                  </a:cubicBezTo>
                  <a:cubicBezTo>
                    <a:pt x="691" y="310"/>
                    <a:pt x="572" y="370"/>
                    <a:pt x="464" y="370"/>
                  </a:cubicBezTo>
                  <a:cubicBezTo>
                    <a:pt x="429" y="370"/>
                    <a:pt x="381" y="358"/>
                    <a:pt x="345" y="346"/>
                  </a:cubicBezTo>
                  <a:cubicBezTo>
                    <a:pt x="226" y="286"/>
                    <a:pt x="167" y="179"/>
                    <a:pt x="143" y="120"/>
                  </a:cubicBezTo>
                  <a:close/>
                  <a:moveTo>
                    <a:pt x="202" y="0"/>
                  </a:moveTo>
                  <a:cubicBezTo>
                    <a:pt x="107" y="0"/>
                    <a:pt x="48" y="12"/>
                    <a:pt x="48" y="12"/>
                  </a:cubicBezTo>
                  <a:lnTo>
                    <a:pt x="0" y="36"/>
                  </a:lnTo>
                  <a:lnTo>
                    <a:pt x="24" y="72"/>
                  </a:lnTo>
                  <a:cubicBezTo>
                    <a:pt x="24" y="96"/>
                    <a:pt x="60" y="310"/>
                    <a:pt x="298" y="429"/>
                  </a:cubicBezTo>
                  <a:cubicBezTo>
                    <a:pt x="345" y="453"/>
                    <a:pt x="405" y="465"/>
                    <a:pt x="464" y="465"/>
                  </a:cubicBezTo>
                  <a:cubicBezTo>
                    <a:pt x="679" y="465"/>
                    <a:pt x="869" y="334"/>
                    <a:pt x="857" y="310"/>
                  </a:cubicBezTo>
                  <a:lnTo>
                    <a:pt x="917" y="274"/>
                  </a:lnTo>
                  <a:lnTo>
                    <a:pt x="869" y="227"/>
                  </a:lnTo>
                  <a:cubicBezTo>
                    <a:pt x="631" y="48"/>
                    <a:pt x="381" y="0"/>
                    <a:pt x="202" y="0"/>
                  </a:cubicBezTo>
                  <a:close/>
                </a:path>
              </a:pathLst>
            </a:custGeom>
            <a:solidFill>
              <a:srgbClr val="10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0"/>
            <p:cNvSpPr/>
            <p:nvPr/>
          </p:nvSpPr>
          <p:spPr>
            <a:xfrm>
              <a:off x="1713846" y="5014622"/>
              <a:ext cx="379261" cy="63970"/>
            </a:xfrm>
            <a:custGeom>
              <a:rect b="b" l="l" r="r" t="t"/>
              <a:pathLst>
                <a:path extrusionOk="0" h="1418" w="8407">
                  <a:moveTo>
                    <a:pt x="1215" y="0"/>
                  </a:moveTo>
                  <a:lnTo>
                    <a:pt x="0" y="1417"/>
                  </a:lnTo>
                  <a:lnTo>
                    <a:pt x="7204" y="1417"/>
                  </a:lnTo>
                  <a:lnTo>
                    <a:pt x="8406" y="0"/>
                  </a:ln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0"/>
            <p:cNvSpPr/>
            <p:nvPr/>
          </p:nvSpPr>
          <p:spPr>
            <a:xfrm>
              <a:off x="736791" y="2656654"/>
              <a:ext cx="172465" cy="281457"/>
            </a:xfrm>
            <a:custGeom>
              <a:rect b="b" l="l" r="r" t="t"/>
              <a:pathLst>
                <a:path extrusionOk="0" h="6239" w="3823">
                  <a:moveTo>
                    <a:pt x="3002" y="0"/>
                  </a:moveTo>
                  <a:cubicBezTo>
                    <a:pt x="2952" y="0"/>
                    <a:pt x="2901" y="4"/>
                    <a:pt x="2847" y="12"/>
                  </a:cubicBezTo>
                  <a:cubicBezTo>
                    <a:pt x="2847" y="12"/>
                    <a:pt x="1" y="2846"/>
                    <a:pt x="382" y="6239"/>
                  </a:cubicBezTo>
                  <a:lnTo>
                    <a:pt x="3823" y="6239"/>
                  </a:lnTo>
                  <a:cubicBezTo>
                    <a:pt x="3823" y="6239"/>
                    <a:pt x="2977" y="2048"/>
                    <a:pt x="3632" y="226"/>
                  </a:cubicBezTo>
                  <a:cubicBezTo>
                    <a:pt x="3622" y="226"/>
                    <a:pt x="3395" y="0"/>
                    <a:pt x="3002" y="0"/>
                  </a:cubicBez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0"/>
            <p:cNvSpPr/>
            <p:nvPr/>
          </p:nvSpPr>
          <p:spPr>
            <a:xfrm>
              <a:off x="1336793" y="2757301"/>
              <a:ext cx="397216" cy="522448"/>
            </a:xfrm>
            <a:custGeom>
              <a:rect b="b" l="l" r="r" t="t"/>
              <a:pathLst>
                <a:path extrusionOk="0" h="11581" w="8805">
                  <a:moveTo>
                    <a:pt x="4121" y="1"/>
                  </a:moveTo>
                  <a:cubicBezTo>
                    <a:pt x="3761" y="1"/>
                    <a:pt x="3501" y="33"/>
                    <a:pt x="3417" y="103"/>
                  </a:cubicBezTo>
                  <a:cubicBezTo>
                    <a:pt x="3417" y="103"/>
                    <a:pt x="643" y="2293"/>
                    <a:pt x="322" y="3055"/>
                  </a:cubicBezTo>
                  <a:cubicBezTo>
                    <a:pt x="0" y="3817"/>
                    <a:pt x="1560" y="5437"/>
                    <a:pt x="1560" y="5437"/>
                  </a:cubicBezTo>
                  <a:cubicBezTo>
                    <a:pt x="1560" y="5437"/>
                    <a:pt x="3036" y="10699"/>
                    <a:pt x="3560" y="11580"/>
                  </a:cubicBezTo>
                  <a:cubicBezTo>
                    <a:pt x="3560" y="11580"/>
                    <a:pt x="4406" y="11354"/>
                    <a:pt x="4810" y="11104"/>
                  </a:cubicBezTo>
                  <a:cubicBezTo>
                    <a:pt x="4810" y="11104"/>
                    <a:pt x="4322" y="6341"/>
                    <a:pt x="4084" y="5722"/>
                  </a:cubicBezTo>
                  <a:cubicBezTo>
                    <a:pt x="4084" y="5722"/>
                    <a:pt x="7680" y="2353"/>
                    <a:pt x="8287" y="1353"/>
                  </a:cubicBezTo>
                  <a:cubicBezTo>
                    <a:pt x="8805" y="557"/>
                    <a:pt x="5609" y="1"/>
                    <a:pt x="41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0"/>
            <p:cNvSpPr/>
            <p:nvPr/>
          </p:nvSpPr>
          <p:spPr>
            <a:xfrm>
              <a:off x="1566688" y="3112296"/>
              <a:ext cx="77909" cy="116661"/>
            </a:xfrm>
            <a:custGeom>
              <a:rect b="b" l="l" r="r" t="t"/>
              <a:pathLst>
                <a:path extrusionOk="0" h="2586" w="1727">
                  <a:moveTo>
                    <a:pt x="840" y="1"/>
                  </a:moveTo>
                  <a:cubicBezTo>
                    <a:pt x="607" y="1"/>
                    <a:pt x="83" y="336"/>
                    <a:pt x="167" y="901"/>
                  </a:cubicBezTo>
                  <a:cubicBezTo>
                    <a:pt x="167" y="901"/>
                    <a:pt x="226" y="1187"/>
                    <a:pt x="179" y="1520"/>
                  </a:cubicBezTo>
                  <a:cubicBezTo>
                    <a:pt x="119" y="1854"/>
                    <a:pt x="0" y="2294"/>
                    <a:pt x="48" y="2449"/>
                  </a:cubicBezTo>
                  <a:cubicBezTo>
                    <a:pt x="62" y="2534"/>
                    <a:pt x="148" y="2585"/>
                    <a:pt x="240" y="2585"/>
                  </a:cubicBezTo>
                  <a:cubicBezTo>
                    <a:pt x="303" y="2585"/>
                    <a:pt x="369" y="2562"/>
                    <a:pt x="417" y="2509"/>
                  </a:cubicBezTo>
                  <a:cubicBezTo>
                    <a:pt x="536" y="2378"/>
                    <a:pt x="1381" y="1342"/>
                    <a:pt x="1536" y="1020"/>
                  </a:cubicBezTo>
                  <a:cubicBezTo>
                    <a:pt x="1691" y="687"/>
                    <a:pt x="1726" y="592"/>
                    <a:pt x="1691" y="544"/>
                  </a:cubicBezTo>
                  <a:cubicBezTo>
                    <a:pt x="1667" y="497"/>
                    <a:pt x="1084" y="116"/>
                    <a:pt x="917" y="20"/>
                  </a:cubicBezTo>
                  <a:cubicBezTo>
                    <a:pt x="898" y="7"/>
                    <a:pt x="872" y="1"/>
                    <a:pt x="8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0"/>
            <p:cNvSpPr/>
            <p:nvPr/>
          </p:nvSpPr>
          <p:spPr>
            <a:xfrm>
              <a:off x="1403921" y="2860746"/>
              <a:ext cx="95639" cy="141834"/>
            </a:xfrm>
            <a:custGeom>
              <a:rect b="b" l="l" r="r" t="t"/>
              <a:pathLst>
                <a:path extrusionOk="0" h="3144" w="2120">
                  <a:moveTo>
                    <a:pt x="2048" y="0"/>
                  </a:moveTo>
                  <a:cubicBezTo>
                    <a:pt x="1953" y="72"/>
                    <a:pt x="0" y="1965"/>
                    <a:pt x="36" y="3144"/>
                  </a:cubicBezTo>
                  <a:lnTo>
                    <a:pt x="143" y="3144"/>
                  </a:lnTo>
                  <a:cubicBezTo>
                    <a:pt x="108" y="2013"/>
                    <a:pt x="2108" y="96"/>
                    <a:pt x="2120" y="72"/>
                  </a:cubicBezTo>
                  <a:lnTo>
                    <a:pt x="204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0"/>
            <p:cNvSpPr/>
            <p:nvPr/>
          </p:nvSpPr>
          <p:spPr>
            <a:xfrm>
              <a:off x="1417364" y="2975829"/>
              <a:ext cx="188029" cy="178239"/>
            </a:xfrm>
            <a:custGeom>
              <a:rect b="b" l="l" r="r" t="t"/>
              <a:pathLst>
                <a:path extrusionOk="0" h="3951" w="4168">
                  <a:moveTo>
                    <a:pt x="2054" y="1"/>
                  </a:moveTo>
                  <a:cubicBezTo>
                    <a:pt x="1313" y="1"/>
                    <a:pt x="0" y="843"/>
                    <a:pt x="0" y="843"/>
                  </a:cubicBezTo>
                  <a:lnTo>
                    <a:pt x="3429" y="3950"/>
                  </a:lnTo>
                  <a:cubicBezTo>
                    <a:pt x="3429" y="3950"/>
                    <a:pt x="3917" y="3438"/>
                    <a:pt x="4167" y="3033"/>
                  </a:cubicBezTo>
                  <a:cubicBezTo>
                    <a:pt x="4167" y="3033"/>
                    <a:pt x="2917" y="605"/>
                    <a:pt x="2417" y="116"/>
                  </a:cubicBezTo>
                  <a:cubicBezTo>
                    <a:pt x="2329" y="35"/>
                    <a:pt x="2203" y="1"/>
                    <a:pt x="20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0"/>
            <p:cNvSpPr/>
            <p:nvPr/>
          </p:nvSpPr>
          <p:spPr>
            <a:xfrm>
              <a:off x="1825004" y="4982321"/>
              <a:ext cx="118240" cy="64421"/>
            </a:xfrm>
            <a:custGeom>
              <a:rect b="b" l="l" r="r" t="t"/>
              <a:pathLst>
                <a:path extrusionOk="0" h="1428" w="2621">
                  <a:moveTo>
                    <a:pt x="1938" y="0"/>
                  </a:moveTo>
                  <a:cubicBezTo>
                    <a:pt x="1748" y="0"/>
                    <a:pt x="1543" y="63"/>
                    <a:pt x="1370" y="240"/>
                  </a:cubicBezTo>
                  <a:cubicBezTo>
                    <a:pt x="1370" y="240"/>
                    <a:pt x="1180" y="466"/>
                    <a:pt x="894" y="633"/>
                  </a:cubicBezTo>
                  <a:cubicBezTo>
                    <a:pt x="596" y="788"/>
                    <a:pt x="180" y="966"/>
                    <a:pt x="96" y="1085"/>
                  </a:cubicBezTo>
                  <a:cubicBezTo>
                    <a:pt x="1" y="1204"/>
                    <a:pt x="108" y="1407"/>
                    <a:pt x="275" y="1419"/>
                  </a:cubicBezTo>
                  <a:cubicBezTo>
                    <a:pt x="342" y="1423"/>
                    <a:pt x="575" y="1428"/>
                    <a:pt x="857" y="1428"/>
                  </a:cubicBezTo>
                  <a:cubicBezTo>
                    <a:pt x="1320" y="1428"/>
                    <a:pt x="1917" y="1416"/>
                    <a:pt x="2132" y="1371"/>
                  </a:cubicBezTo>
                  <a:cubicBezTo>
                    <a:pt x="2489" y="1300"/>
                    <a:pt x="2597" y="1252"/>
                    <a:pt x="2608" y="1204"/>
                  </a:cubicBezTo>
                  <a:cubicBezTo>
                    <a:pt x="2620" y="1169"/>
                    <a:pt x="2561" y="454"/>
                    <a:pt x="2537" y="276"/>
                  </a:cubicBezTo>
                  <a:cubicBezTo>
                    <a:pt x="2515" y="165"/>
                    <a:pt x="2247" y="0"/>
                    <a:pt x="19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0"/>
            <p:cNvSpPr/>
            <p:nvPr/>
          </p:nvSpPr>
          <p:spPr>
            <a:xfrm>
              <a:off x="726596" y="2734519"/>
              <a:ext cx="107458" cy="231021"/>
            </a:xfrm>
            <a:custGeom>
              <a:rect b="b" l="l" r="r" t="t"/>
              <a:pathLst>
                <a:path extrusionOk="0" h="5121" w="2382">
                  <a:moveTo>
                    <a:pt x="167" y="0"/>
                  </a:moveTo>
                  <a:lnTo>
                    <a:pt x="1" y="131"/>
                  </a:lnTo>
                  <a:cubicBezTo>
                    <a:pt x="1" y="131"/>
                    <a:pt x="60" y="215"/>
                    <a:pt x="155" y="334"/>
                  </a:cubicBezTo>
                  <a:cubicBezTo>
                    <a:pt x="239" y="453"/>
                    <a:pt x="394" y="608"/>
                    <a:pt x="525" y="834"/>
                  </a:cubicBezTo>
                  <a:cubicBezTo>
                    <a:pt x="834" y="1251"/>
                    <a:pt x="1179" y="1858"/>
                    <a:pt x="1465" y="2489"/>
                  </a:cubicBezTo>
                  <a:cubicBezTo>
                    <a:pt x="1739" y="3108"/>
                    <a:pt x="1953" y="3787"/>
                    <a:pt x="2060" y="4287"/>
                  </a:cubicBezTo>
                  <a:cubicBezTo>
                    <a:pt x="2120" y="4537"/>
                    <a:pt x="2144" y="4751"/>
                    <a:pt x="2156" y="4894"/>
                  </a:cubicBezTo>
                  <a:cubicBezTo>
                    <a:pt x="2180" y="5049"/>
                    <a:pt x="2180" y="5120"/>
                    <a:pt x="2180" y="5120"/>
                  </a:cubicBezTo>
                  <a:lnTo>
                    <a:pt x="2382" y="5120"/>
                  </a:lnTo>
                  <a:cubicBezTo>
                    <a:pt x="2382" y="5120"/>
                    <a:pt x="2370" y="5013"/>
                    <a:pt x="2358" y="4882"/>
                  </a:cubicBezTo>
                  <a:cubicBezTo>
                    <a:pt x="2334" y="4715"/>
                    <a:pt x="2311" y="4501"/>
                    <a:pt x="2251" y="4239"/>
                  </a:cubicBezTo>
                  <a:cubicBezTo>
                    <a:pt x="2144" y="3727"/>
                    <a:pt x="1941" y="3036"/>
                    <a:pt x="1644" y="2394"/>
                  </a:cubicBezTo>
                  <a:cubicBezTo>
                    <a:pt x="1346" y="1763"/>
                    <a:pt x="1001" y="1143"/>
                    <a:pt x="691" y="715"/>
                  </a:cubicBezTo>
                  <a:cubicBezTo>
                    <a:pt x="548" y="489"/>
                    <a:pt x="406" y="310"/>
                    <a:pt x="310" y="191"/>
                  </a:cubicBezTo>
                  <a:cubicBezTo>
                    <a:pt x="227" y="72"/>
                    <a:pt x="167" y="0"/>
                    <a:pt x="1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0"/>
            <p:cNvSpPr/>
            <p:nvPr/>
          </p:nvSpPr>
          <p:spPr>
            <a:xfrm>
              <a:off x="668039" y="2674925"/>
              <a:ext cx="72045" cy="65819"/>
            </a:xfrm>
            <a:custGeom>
              <a:rect b="b" l="l" r="r" t="t"/>
              <a:pathLst>
                <a:path extrusionOk="0" h="1459" w="1597">
                  <a:moveTo>
                    <a:pt x="665" y="1"/>
                  </a:moveTo>
                  <a:cubicBezTo>
                    <a:pt x="504" y="1"/>
                    <a:pt x="353" y="59"/>
                    <a:pt x="239" y="178"/>
                  </a:cubicBezTo>
                  <a:cubicBezTo>
                    <a:pt x="1" y="428"/>
                    <a:pt x="37" y="893"/>
                    <a:pt x="322" y="1179"/>
                  </a:cubicBezTo>
                  <a:cubicBezTo>
                    <a:pt x="478" y="1362"/>
                    <a:pt x="701" y="1458"/>
                    <a:pt x="913" y="1458"/>
                  </a:cubicBezTo>
                  <a:cubicBezTo>
                    <a:pt x="1059" y="1458"/>
                    <a:pt x="1199" y="1413"/>
                    <a:pt x="1311" y="1321"/>
                  </a:cubicBezTo>
                  <a:cubicBezTo>
                    <a:pt x="1596" y="1083"/>
                    <a:pt x="1596" y="619"/>
                    <a:pt x="1287" y="286"/>
                  </a:cubicBezTo>
                  <a:cubicBezTo>
                    <a:pt x="1099" y="98"/>
                    <a:pt x="873" y="1"/>
                    <a:pt x="665"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0"/>
            <p:cNvSpPr/>
            <p:nvPr/>
          </p:nvSpPr>
          <p:spPr>
            <a:xfrm>
              <a:off x="672370" y="2678128"/>
              <a:ext cx="74706" cy="70917"/>
            </a:xfrm>
            <a:custGeom>
              <a:rect b="b" l="l" r="r" t="t"/>
              <a:pathLst>
                <a:path extrusionOk="0" h="1572" w="1656">
                  <a:moveTo>
                    <a:pt x="1393" y="0"/>
                  </a:moveTo>
                  <a:cubicBezTo>
                    <a:pt x="1394" y="1"/>
                    <a:pt x="1394" y="2"/>
                    <a:pt x="1394" y="2"/>
                  </a:cubicBezTo>
                  <a:lnTo>
                    <a:pt x="1394" y="2"/>
                  </a:lnTo>
                  <a:cubicBezTo>
                    <a:pt x="1395" y="1"/>
                    <a:pt x="1395" y="0"/>
                    <a:pt x="1393" y="0"/>
                  </a:cubicBezTo>
                  <a:close/>
                  <a:moveTo>
                    <a:pt x="1394" y="2"/>
                  </a:moveTo>
                  <a:cubicBezTo>
                    <a:pt x="1387" y="27"/>
                    <a:pt x="1139" y="261"/>
                    <a:pt x="1072" y="643"/>
                  </a:cubicBezTo>
                  <a:cubicBezTo>
                    <a:pt x="1072" y="643"/>
                    <a:pt x="1000" y="584"/>
                    <a:pt x="881" y="524"/>
                  </a:cubicBezTo>
                  <a:cubicBezTo>
                    <a:pt x="762" y="465"/>
                    <a:pt x="607" y="417"/>
                    <a:pt x="476" y="417"/>
                  </a:cubicBezTo>
                  <a:cubicBezTo>
                    <a:pt x="465" y="548"/>
                    <a:pt x="524" y="703"/>
                    <a:pt x="560" y="810"/>
                  </a:cubicBezTo>
                  <a:cubicBezTo>
                    <a:pt x="607" y="929"/>
                    <a:pt x="655" y="1000"/>
                    <a:pt x="655" y="1000"/>
                  </a:cubicBezTo>
                  <a:cubicBezTo>
                    <a:pt x="250" y="1048"/>
                    <a:pt x="0" y="1310"/>
                    <a:pt x="0" y="1310"/>
                  </a:cubicBezTo>
                  <a:cubicBezTo>
                    <a:pt x="283" y="1508"/>
                    <a:pt x="567" y="1572"/>
                    <a:pt x="790" y="1572"/>
                  </a:cubicBezTo>
                  <a:cubicBezTo>
                    <a:pt x="849" y="1572"/>
                    <a:pt x="903" y="1567"/>
                    <a:pt x="953" y="1560"/>
                  </a:cubicBezTo>
                  <a:cubicBezTo>
                    <a:pt x="1203" y="1536"/>
                    <a:pt x="1369" y="1441"/>
                    <a:pt x="1369" y="1441"/>
                  </a:cubicBezTo>
                  <a:cubicBezTo>
                    <a:pt x="1369" y="1441"/>
                    <a:pt x="1500" y="1310"/>
                    <a:pt x="1572" y="1060"/>
                  </a:cubicBezTo>
                  <a:cubicBezTo>
                    <a:pt x="1655" y="810"/>
                    <a:pt x="1655" y="442"/>
                    <a:pt x="1394" y="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0"/>
            <p:cNvSpPr/>
            <p:nvPr/>
          </p:nvSpPr>
          <p:spPr>
            <a:xfrm>
              <a:off x="2044704" y="4831283"/>
              <a:ext cx="88691" cy="111022"/>
            </a:xfrm>
            <a:custGeom>
              <a:rect b="b" l="l" r="r" t="t"/>
              <a:pathLst>
                <a:path extrusionOk="0" h="2461" w="1966">
                  <a:moveTo>
                    <a:pt x="1174" y="0"/>
                  </a:moveTo>
                  <a:cubicBezTo>
                    <a:pt x="922" y="0"/>
                    <a:pt x="370" y="252"/>
                    <a:pt x="370" y="802"/>
                  </a:cubicBezTo>
                  <a:cubicBezTo>
                    <a:pt x="370" y="802"/>
                    <a:pt x="382" y="1100"/>
                    <a:pt x="274" y="1421"/>
                  </a:cubicBezTo>
                  <a:cubicBezTo>
                    <a:pt x="179" y="1731"/>
                    <a:pt x="1" y="2147"/>
                    <a:pt x="13" y="2290"/>
                  </a:cubicBezTo>
                  <a:cubicBezTo>
                    <a:pt x="21" y="2394"/>
                    <a:pt x="120" y="2461"/>
                    <a:pt x="224" y="2461"/>
                  </a:cubicBezTo>
                  <a:cubicBezTo>
                    <a:pt x="275" y="2461"/>
                    <a:pt x="327" y="2445"/>
                    <a:pt x="370" y="2409"/>
                  </a:cubicBezTo>
                  <a:cubicBezTo>
                    <a:pt x="525" y="2314"/>
                    <a:pt x="1501" y="1397"/>
                    <a:pt x="1715" y="1100"/>
                  </a:cubicBezTo>
                  <a:cubicBezTo>
                    <a:pt x="1918" y="802"/>
                    <a:pt x="1965" y="707"/>
                    <a:pt x="1953" y="659"/>
                  </a:cubicBezTo>
                  <a:cubicBezTo>
                    <a:pt x="1929" y="612"/>
                    <a:pt x="1394" y="135"/>
                    <a:pt x="1263" y="16"/>
                  </a:cubicBezTo>
                  <a:cubicBezTo>
                    <a:pt x="1241" y="6"/>
                    <a:pt x="1211" y="0"/>
                    <a:pt x="11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0"/>
            <p:cNvSpPr/>
            <p:nvPr/>
          </p:nvSpPr>
          <p:spPr>
            <a:xfrm>
              <a:off x="578896" y="2795647"/>
              <a:ext cx="260525" cy="204856"/>
            </a:xfrm>
            <a:custGeom>
              <a:rect b="b" l="l" r="r" t="t"/>
              <a:pathLst>
                <a:path extrusionOk="0" h="4541" w="5775">
                  <a:moveTo>
                    <a:pt x="729" y="0"/>
                  </a:moveTo>
                  <a:cubicBezTo>
                    <a:pt x="279" y="0"/>
                    <a:pt x="0" y="62"/>
                    <a:pt x="0" y="62"/>
                  </a:cubicBezTo>
                  <a:cubicBezTo>
                    <a:pt x="0" y="62"/>
                    <a:pt x="72" y="2086"/>
                    <a:pt x="1977" y="3563"/>
                  </a:cubicBezTo>
                  <a:cubicBezTo>
                    <a:pt x="3017" y="4361"/>
                    <a:pt x="4025" y="4541"/>
                    <a:pt x="4722" y="4541"/>
                  </a:cubicBezTo>
                  <a:cubicBezTo>
                    <a:pt x="5294" y="4541"/>
                    <a:pt x="5656" y="4420"/>
                    <a:pt x="5656" y="4420"/>
                  </a:cubicBezTo>
                  <a:cubicBezTo>
                    <a:pt x="5656" y="4420"/>
                    <a:pt x="5775" y="2551"/>
                    <a:pt x="3882" y="1086"/>
                  </a:cubicBezTo>
                  <a:cubicBezTo>
                    <a:pt x="2692" y="172"/>
                    <a:pt x="1475" y="0"/>
                    <a:pt x="729" y="0"/>
                  </a:cubicBezTo>
                  <a:close/>
                </a:path>
              </a:pathLst>
            </a:custGeom>
            <a:solidFill>
              <a:srgbClr val="91B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0"/>
            <p:cNvSpPr/>
            <p:nvPr/>
          </p:nvSpPr>
          <p:spPr>
            <a:xfrm>
              <a:off x="613272" y="2824204"/>
              <a:ext cx="221863" cy="172465"/>
            </a:xfrm>
            <a:custGeom>
              <a:rect b="b" l="l" r="r" t="t"/>
              <a:pathLst>
                <a:path extrusionOk="0" h="3823" w="4918">
                  <a:moveTo>
                    <a:pt x="60" y="1"/>
                  </a:moveTo>
                  <a:lnTo>
                    <a:pt x="0" y="84"/>
                  </a:lnTo>
                  <a:lnTo>
                    <a:pt x="4858" y="3823"/>
                  </a:lnTo>
                  <a:lnTo>
                    <a:pt x="4918" y="3739"/>
                  </a:lnTo>
                  <a:lnTo>
                    <a:pt x="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0"/>
            <p:cNvSpPr/>
            <p:nvPr/>
          </p:nvSpPr>
          <p:spPr>
            <a:xfrm>
              <a:off x="641197" y="2884926"/>
              <a:ext cx="52150" cy="5955"/>
            </a:xfrm>
            <a:custGeom>
              <a:rect b="b" l="l" r="r" t="t"/>
              <a:pathLst>
                <a:path extrusionOk="0" h="132" w="1156">
                  <a:moveTo>
                    <a:pt x="1144" y="0"/>
                  </a:moveTo>
                  <a:lnTo>
                    <a:pt x="1" y="36"/>
                  </a:lnTo>
                  <a:lnTo>
                    <a:pt x="1" y="131"/>
                  </a:lnTo>
                  <a:lnTo>
                    <a:pt x="1156" y="95"/>
                  </a:lnTo>
                  <a:lnTo>
                    <a:pt x="114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0"/>
            <p:cNvSpPr/>
            <p:nvPr/>
          </p:nvSpPr>
          <p:spPr>
            <a:xfrm>
              <a:off x="663753" y="2823121"/>
              <a:ext cx="16150" cy="51609"/>
            </a:xfrm>
            <a:custGeom>
              <a:rect b="b" l="l" r="r" t="t"/>
              <a:pathLst>
                <a:path extrusionOk="0" h="1144" w="358">
                  <a:moveTo>
                    <a:pt x="96" y="1"/>
                  </a:moveTo>
                  <a:lnTo>
                    <a:pt x="1" y="25"/>
                  </a:lnTo>
                  <a:lnTo>
                    <a:pt x="251" y="1144"/>
                  </a:lnTo>
                  <a:lnTo>
                    <a:pt x="358" y="1120"/>
                  </a:lnTo>
                  <a:lnTo>
                    <a:pt x="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0"/>
            <p:cNvSpPr/>
            <p:nvPr/>
          </p:nvSpPr>
          <p:spPr>
            <a:xfrm>
              <a:off x="697588" y="2927874"/>
              <a:ext cx="52150" cy="5955"/>
            </a:xfrm>
            <a:custGeom>
              <a:rect b="b" l="l" r="r" t="t"/>
              <a:pathLst>
                <a:path extrusionOk="0" h="132" w="1156">
                  <a:moveTo>
                    <a:pt x="1144" y="1"/>
                  </a:moveTo>
                  <a:lnTo>
                    <a:pt x="1" y="36"/>
                  </a:lnTo>
                  <a:lnTo>
                    <a:pt x="1" y="132"/>
                  </a:lnTo>
                  <a:lnTo>
                    <a:pt x="1156" y="96"/>
                  </a:lnTo>
                  <a:lnTo>
                    <a:pt x="11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0"/>
            <p:cNvSpPr/>
            <p:nvPr/>
          </p:nvSpPr>
          <p:spPr>
            <a:xfrm>
              <a:off x="720145" y="2866655"/>
              <a:ext cx="16150" cy="51609"/>
            </a:xfrm>
            <a:custGeom>
              <a:rect b="b" l="l" r="r" t="t"/>
              <a:pathLst>
                <a:path extrusionOk="0" h="1144" w="358">
                  <a:moveTo>
                    <a:pt x="108" y="0"/>
                  </a:moveTo>
                  <a:lnTo>
                    <a:pt x="1" y="24"/>
                  </a:lnTo>
                  <a:lnTo>
                    <a:pt x="263" y="1143"/>
                  </a:lnTo>
                  <a:lnTo>
                    <a:pt x="358" y="1120"/>
                  </a:lnTo>
                  <a:lnTo>
                    <a:pt x="1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0"/>
            <p:cNvSpPr/>
            <p:nvPr/>
          </p:nvSpPr>
          <p:spPr>
            <a:xfrm>
              <a:off x="753979" y="2971408"/>
              <a:ext cx="52150" cy="6451"/>
            </a:xfrm>
            <a:custGeom>
              <a:rect b="b" l="l" r="r" t="t"/>
              <a:pathLst>
                <a:path extrusionOk="0" h="143" w="1156">
                  <a:moveTo>
                    <a:pt x="1144" y="0"/>
                  </a:moveTo>
                  <a:lnTo>
                    <a:pt x="1" y="36"/>
                  </a:lnTo>
                  <a:lnTo>
                    <a:pt x="1" y="143"/>
                  </a:lnTo>
                  <a:lnTo>
                    <a:pt x="1156" y="107"/>
                  </a:lnTo>
                  <a:lnTo>
                    <a:pt x="114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0"/>
            <p:cNvSpPr/>
            <p:nvPr/>
          </p:nvSpPr>
          <p:spPr>
            <a:xfrm>
              <a:off x="776536" y="2910144"/>
              <a:ext cx="16195" cy="51609"/>
            </a:xfrm>
            <a:custGeom>
              <a:rect b="b" l="l" r="r" t="t"/>
              <a:pathLst>
                <a:path extrusionOk="0" h="1144" w="359">
                  <a:moveTo>
                    <a:pt x="108" y="1"/>
                  </a:moveTo>
                  <a:lnTo>
                    <a:pt x="1" y="25"/>
                  </a:lnTo>
                  <a:lnTo>
                    <a:pt x="263" y="1144"/>
                  </a:lnTo>
                  <a:lnTo>
                    <a:pt x="358" y="1120"/>
                  </a:lnTo>
                  <a:lnTo>
                    <a:pt x="1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0"/>
            <p:cNvSpPr/>
            <p:nvPr/>
          </p:nvSpPr>
          <p:spPr>
            <a:xfrm>
              <a:off x="796430" y="2796279"/>
              <a:ext cx="193397" cy="203683"/>
            </a:xfrm>
            <a:custGeom>
              <a:rect b="b" l="l" r="r" t="t"/>
              <a:pathLst>
                <a:path extrusionOk="0" h="4515" w="4287">
                  <a:moveTo>
                    <a:pt x="3941" y="1"/>
                  </a:moveTo>
                  <a:cubicBezTo>
                    <a:pt x="3941" y="1"/>
                    <a:pt x="2322" y="60"/>
                    <a:pt x="1167" y="1584"/>
                  </a:cubicBezTo>
                  <a:cubicBezTo>
                    <a:pt x="1" y="3084"/>
                    <a:pt x="477" y="4513"/>
                    <a:pt x="477" y="4513"/>
                  </a:cubicBezTo>
                  <a:cubicBezTo>
                    <a:pt x="477" y="4513"/>
                    <a:pt x="499" y="4515"/>
                    <a:pt x="541" y="4515"/>
                  </a:cubicBezTo>
                  <a:cubicBezTo>
                    <a:pt x="839" y="4515"/>
                    <a:pt x="2109" y="4432"/>
                    <a:pt x="3132" y="3096"/>
                  </a:cubicBezTo>
                  <a:cubicBezTo>
                    <a:pt x="4287" y="1596"/>
                    <a:pt x="3941" y="1"/>
                    <a:pt x="3941" y="1"/>
                  </a:cubicBezTo>
                  <a:close/>
                </a:path>
              </a:pathLst>
            </a:custGeom>
            <a:solidFill>
              <a:srgbClr val="BCE1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0"/>
            <p:cNvSpPr/>
            <p:nvPr/>
          </p:nvSpPr>
          <p:spPr>
            <a:xfrm>
              <a:off x="-87151" y="2326833"/>
              <a:ext cx="577440" cy="860521"/>
            </a:xfrm>
            <a:custGeom>
              <a:rect b="b" l="l" r="r" t="t"/>
              <a:pathLst>
                <a:path extrusionOk="0" h="19075" w="12800">
                  <a:moveTo>
                    <a:pt x="1310" y="1"/>
                  </a:moveTo>
                  <a:cubicBezTo>
                    <a:pt x="1060" y="346"/>
                    <a:pt x="775" y="894"/>
                    <a:pt x="537" y="1644"/>
                  </a:cubicBezTo>
                  <a:cubicBezTo>
                    <a:pt x="417" y="2013"/>
                    <a:pt x="310" y="2429"/>
                    <a:pt x="227" y="2870"/>
                  </a:cubicBezTo>
                  <a:cubicBezTo>
                    <a:pt x="132" y="3322"/>
                    <a:pt x="72" y="3834"/>
                    <a:pt x="25" y="4334"/>
                  </a:cubicBezTo>
                  <a:cubicBezTo>
                    <a:pt x="25" y="4334"/>
                    <a:pt x="477" y="4513"/>
                    <a:pt x="941" y="4704"/>
                  </a:cubicBezTo>
                  <a:lnTo>
                    <a:pt x="1834" y="5061"/>
                  </a:lnTo>
                  <a:cubicBezTo>
                    <a:pt x="1834" y="5061"/>
                    <a:pt x="1370" y="5073"/>
                    <a:pt x="918" y="5096"/>
                  </a:cubicBezTo>
                  <a:cubicBezTo>
                    <a:pt x="465" y="5108"/>
                    <a:pt x="13" y="5120"/>
                    <a:pt x="13" y="5120"/>
                  </a:cubicBezTo>
                  <a:cubicBezTo>
                    <a:pt x="1" y="7299"/>
                    <a:pt x="525" y="9883"/>
                    <a:pt x="1953" y="12300"/>
                  </a:cubicBezTo>
                  <a:cubicBezTo>
                    <a:pt x="2203" y="12740"/>
                    <a:pt x="2489" y="13145"/>
                    <a:pt x="2763" y="13550"/>
                  </a:cubicBezTo>
                  <a:cubicBezTo>
                    <a:pt x="3049" y="13931"/>
                    <a:pt x="3334" y="14312"/>
                    <a:pt x="3644" y="14645"/>
                  </a:cubicBezTo>
                  <a:cubicBezTo>
                    <a:pt x="3644" y="14645"/>
                    <a:pt x="4287" y="14610"/>
                    <a:pt x="4930" y="14574"/>
                  </a:cubicBezTo>
                  <a:cubicBezTo>
                    <a:pt x="5561" y="14526"/>
                    <a:pt x="6192" y="14490"/>
                    <a:pt x="6192" y="14490"/>
                  </a:cubicBezTo>
                  <a:lnTo>
                    <a:pt x="6192" y="14490"/>
                  </a:lnTo>
                  <a:lnTo>
                    <a:pt x="4585" y="15645"/>
                  </a:lnTo>
                  <a:cubicBezTo>
                    <a:pt x="5882" y="16907"/>
                    <a:pt x="7192" y="17777"/>
                    <a:pt x="8157" y="18312"/>
                  </a:cubicBezTo>
                  <a:cubicBezTo>
                    <a:pt x="8645" y="18574"/>
                    <a:pt x="9049" y="18777"/>
                    <a:pt x="9335" y="18896"/>
                  </a:cubicBezTo>
                  <a:cubicBezTo>
                    <a:pt x="9609" y="19015"/>
                    <a:pt x="9776" y="19074"/>
                    <a:pt x="9776" y="19074"/>
                  </a:cubicBezTo>
                  <a:lnTo>
                    <a:pt x="11288" y="18027"/>
                  </a:lnTo>
                  <a:lnTo>
                    <a:pt x="12788" y="16991"/>
                  </a:lnTo>
                  <a:cubicBezTo>
                    <a:pt x="12788" y="16991"/>
                    <a:pt x="12800" y="16896"/>
                    <a:pt x="12800" y="16705"/>
                  </a:cubicBezTo>
                  <a:cubicBezTo>
                    <a:pt x="12800" y="16526"/>
                    <a:pt x="12800" y="16241"/>
                    <a:pt x="12788" y="15895"/>
                  </a:cubicBezTo>
                  <a:cubicBezTo>
                    <a:pt x="12752" y="15217"/>
                    <a:pt x="12657" y="14252"/>
                    <a:pt x="12431" y="13121"/>
                  </a:cubicBezTo>
                  <a:lnTo>
                    <a:pt x="11133" y="13931"/>
                  </a:lnTo>
                  <a:lnTo>
                    <a:pt x="11133" y="13931"/>
                  </a:lnTo>
                  <a:lnTo>
                    <a:pt x="12205" y="12228"/>
                  </a:lnTo>
                  <a:cubicBezTo>
                    <a:pt x="11847" y="10764"/>
                    <a:pt x="11264" y="9097"/>
                    <a:pt x="10323" y="7430"/>
                  </a:cubicBezTo>
                  <a:cubicBezTo>
                    <a:pt x="9573" y="6108"/>
                    <a:pt x="8692" y="4989"/>
                    <a:pt x="7752" y="4061"/>
                  </a:cubicBezTo>
                  <a:lnTo>
                    <a:pt x="6311" y="5073"/>
                  </a:lnTo>
                  <a:cubicBezTo>
                    <a:pt x="6311" y="5073"/>
                    <a:pt x="6502" y="4656"/>
                    <a:pt x="6692" y="4263"/>
                  </a:cubicBezTo>
                  <a:cubicBezTo>
                    <a:pt x="6906" y="3858"/>
                    <a:pt x="7097" y="3453"/>
                    <a:pt x="7097" y="3453"/>
                  </a:cubicBezTo>
                  <a:cubicBezTo>
                    <a:pt x="5966" y="2453"/>
                    <a:pt x="4823" y="1679"/>
                    <a:pt x="3799" y="1108"/>
                  </a:cubicBezTo>
                  <a:cubicBezTo>
                    <a:pt x="3275" y="822"/>
                    <a:pt x="2811" y="584"/>
                    <a:pt x="2394" y="393"/>
                  </a:cubicBezTo>
                  <a:cubicBezTo>
                    <a:pt x="1977" y="191"/>
                    <a:pt x="1608" y="72"/>
                    <a:pt x="13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0"/>
            <p:cNvSpPr/>
            <p:nvPr/>
          </p:nvSpPr>
          <p:spPr>
            <a:xfrm>
              <a:off x="287783" y="2541706"/>
              <a:ext cx="288991" cy="606989"/>
            </a:xfrm>
            <a:custGeom>
              <a:rect b="b" l="l" r="r" t="t"/>
              <a:pathLst>
                <a:path extrusionOk="0" h="13455" w="6406">
                  <a:moveTo>
                    <a:pt x="3275" y="0"/>
                  </a:moveTo>
                  <a:cubicBezTo>
                    <a:pt x="2798" y="250"/>
                    <a:pt x="1989" y="988"/>
                    <a:pt x="1322" y="2143"/>
                  </a:cubicBezTo>
                  <a:cubicBezTo>
                    <a:pt x="1322" y="2143"/>
                    <a:pt x="1524" y="2381"/>
                    <a:pt x="1739" y="2608"/>
                  </a:cubicBezTo>
                  <a:cubicBezTo>
                    <a:pt x="1941" y="2834"/>
                    <a:pt x="2155" y="3072"/>
                    <a:pt x="2155" y="3072"/>
                  </a:cubicBezTo>
                  <a:lnTo>
                    <a:pt x="1620" y="2834"/>
                  </a:lnTo>
                  <a:lnTo>
                    <a:pt x="1084" y="2596"/>
                  </a:lnTo>
                  <a:cubicBezTo>
                    <a:pt x="441" y="3846"/>
                    <a:pt x="0" y="5465"/>
                    <a:pt x="119" y="7263"/>
                  </a:cubicBezTo>
                  <a:cubicBezTo>
                    <a:pt x="155" y="7918"/>
                    <a:pt x="262" y="8525"/>
                    <a:pt x="393" y="9096"/>
                  </a:cubicBezTo>
                  <a:lnTo>
                    <a:pt x="1905" y="9751"/>
                  </a:lnTo>
                  <a:lnTo>
                    <a:pt x="631" y="9966"/>
                  </a:lnTo>
                  <a:cubicBezTo>
                    <a:pt x="1012" y="11073"/>
                    <a:pt x="1500" y="11942"/>
                    <a:pt x="1905" y="12537"/>
                  </a:cubicBezTo>
                  <a:cubicBezTo>
                    <a:pt x="2096" y="12835"/>
                    <a:pt x="2274" y="13061"/>
                    <a:pt x="2405" y="13216"/>
                  </a:cubicBezTo>
                  <a:cubicBezTo>
                    <a:pt x="2524" y="13371"/>
                    <a:pt x="2608" y="13454"/>
                    <a:pt x="2608" y="13454"/>
                  </a:cubicBezTo>
                  <a:lnTo>
                    <a:pt x="3775" y="13311"/>
                  </a:lnTo>
                  <a:lnTo>
                    <a:pt x="4929" y="13156"/>
                  </a:lnTo>
                  <a:cubicBezTo>
                    <a:pt x="4929" y="13156"/>
                    <a:pt x="5072" y="12942"/>
                    <a:pt x="5251" y="12537"/>
                  </a:cubicBezTo>
                  <a:cubicBezTo>
                    <a:pt x="5430" y="12133"/>
                    <a:pt x="5668" y="11549"/>
                    <a:pt x="5858" y="10835"/>
                  </a:cubicBezTo>
                  <a:lnTo>
                    <a:pt x="5858" y="10835"/>
                  </a:lnTo>
                  <a:lnTo>
                    <a:pt x="4918" y="10918"/>
                  </a:lnTo>
                  <a:lnTo>
                    <a:pt x="6037" y="10239"/>
                  </a:lnTo>
                  <a:cubicBezTo>
                    <a:pt x="6263" y="9287"/>
                    <a:pt x="6406" y="8168"/>
                    <a:pt x="6370" y="6918"/>
                  </a:cubicBezTo>
                  <a:cubicBezTo>
                    <a:pt x="6323" y="5941"/>
                    <a:pt x="6120" y="5036"/>
                    <a:pt x="5858" y="4215"/>
                  </a:cubicBezTo>
                  <a:lnTo>
                    <a:pt x="4727" y="4382"/>
                  </a:lnTo>
                  <a:cubicBezTo>
                    <a:pt x="4727" y="4382"/>
                    <a:pt x="4965" y="4203"/>
                    <a:pt x="5191" y="4024"/>
                  </a:cubicBezTo>
                  <a:cubicBezTo>
                    <a:pt x="5430" y="3846"/>
                    <a:pt x="5656" y="3667"/>
                    <a:pt x="5656" y="3667"/>
                  </a:cubicBezTo>
                  <a:cubicBezTo>
                    <a:pt x="5299" y="2750"/>
                    <a:pt x="4846" y="1965"/>
                    <a:pt x="4418" y="1345"/>
                  </a:cubicBezTo>
                  <a:cubicBezTo>
                    <a:pt x="3989" y="714"/>
                    <a:pt x="3584" y="238"/>
                    <a:pt x="32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0"/>
            <p:cNvSpPr/>
            <p:nvPr/>
          </p:nvSpPr>
          <p:spPr>
            <a:xfrm>
              <a:off x="1938373" y="2710248"/>
              <a:ext cx="407185" cy="802055"/>
            </a:xfrm>
            <a:custGeom>
              <a:rect b="b" l="l" r="r" t="t"/>
              <a:pathLst>
                <a:path extrusionOk="0" h="17779" w="9026">
                  <a:moveTo>
                    <a:pt x="4637" y="1"/>
                  </a:moveTo>
                  <a:cubicBezTo>
                    <a:pt x="2561" y="1"/>
                    <a:pt x="1306" y="3393"/>
                    <a:pt x="1512" y="7861"/>
                  </a:cubicBezTo>
                  <a:cubicBezTo>
                    <a:pt x="1727" y="12504"/>
                    <a:pt x="0" y="17279"/>
                    <a:pt x="0" y="17279"/>
                  </a:cubicBezTo>
                  <a:lnTo>
                    <a:pt x="572" y="17779"/>
                  </a:lnTo>
                  <a:cubicBezTo>
                    <a:pt x="9025" y="8682"/>
                    <a:pt x="7084" y="288"/>
                    <a:pt x="4870" y="15"/>
                  </a:cubicBezTo>
                  <a:cubicBezTo>
                    <a:pt x="4791" y="5"/>
                    <a:pt x="4714" y="1"/>
                    <a:pt x="46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0"/>
            <p:cNvSpPr/>
            <p:nvPr/>
          </p:nvSpPr>
          <p:spPr>
            <a:xfrm>
              <a:off x="1964132" y="3002536"/>
              <a:ext cx="155819" cy="479140"/>
            </a:xfrm>
            <a:custGeom>
              <a:rect b="b" l="l" r="r" t="t"/>
              <a:pathLst>
                <a:path extrusionOk="0" h="10621" w="3454">
                  <a:moveTo>
                    <a:pt x="3239" y="1"/>
                  </a:moveTo>
                  <a:cubicBezTo>
                    <a:pt x="3120" y="5489"/>
                    <a:pt x="25" y="10478"/>
                    <a:pt x="1" y="10526"/>
                  </a:cubicBezTo>
                  <a:lnTo>
                    <a:pt x="179" y="10621"/>
                  </a:lnTo>
                  <a:cubicBezTo>
                    <a:pt x="203" y="10585"/>
                    <a:pt x="3334" y="5549"/>
                    <a:pt x="3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0"/>
            <p:cNvSpPr/>
            <p:nvPr/>
          </p:nvSpPr>
          <p:spPr>
            <a:xfrm>
              <a:off x="1938373" y="3251875"/>
              <a:ext cx="543606" cy="263683"/>
            </a:xfrm>
            <a:custGeom>
              <a:rect b="b" l="l" r="r" t="t"/>
              <a:pathLst>
                <a:path extrusionOk="0" h="5845" w="12050">
                  <a:moveTo>
                    <a:pt x="9375" y="1"/>
                  </a:moveTo>
                  <a:cubicBezTo>
                    <a:pt x="7096" y="1"/>
                    <a:pt x="3456" y="1297"/>
                    <a:pt x="0" y="5499"/>
                  </a:cubicBezTo>
                  <a:lnTo>
                    <a:pt x="393" y="5844"/>
                  </a:lnTo>
                  <a:cubicBezTo>
                    <a:pt x="393" y="5844"/>
                    <a:pt x="3477" y="4237"/>
                    <a:pt x="6644" y="3951"/>
                  </a:cubicBezTo>
                  <a:cubicBezTo>
                    <a:pt x="9811" y="3665"/>
                    <a:pt x="12049" y="2439"/>
                    <a:pt x="11656" y="951"/>
                  </a:cubicBezTo>
                  <a:cubicBezTo>
                    <a:pt x="11515" y="414"/>
                    <a:pt x="10662" y="1"/>
                    <a:pt x="93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0"/>
            <p:cNvSpPr/>
            <p:nvPr/>
          </p:nvSpPr>
          <p:spPr>
            <a:xfrm>
              <a:off x="1957140" y="3345756"/>
              <a:ext cx="313757" cy="152074"/>
            </a:xfrm>
            <a:custGeom>
              <a:rect b="b" l="l" r="r" t="t"/>
              <a:pathLst>
                <a:path extrusionOk="0" h="3371" w="6955">
                  <a:moveTo>
                    <a:pt x="6930" y="1"/>
                  </a:moveTo>
                  <a:cubicBezTo>
                    <a:pt x="3156" y="596"/>
                    <a:pt x="37" y="3180"/>
                    <a:pt x="1" y="3215"/>
                  </a:cubicBezTo>
                  <a:lnTo>
                    <a:pt x="132" y="3370"/>
                  </a:lnTo>
                  <a:cubicBezTo>
                    <a:pt x="168" y="3346"/>
                    <a:pt x="3263" y="798"/>
                    <a:pt x="6954" y="203"/>
                  </a:cubicBezTo>
                  <a:lnTo>
                    <a:pt x="69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0"/>
            <p:cNvSpPr/>
            <p:nvPr/>
          </p:nvSpPr>
          <p:spPr>
            <a:xfrm>
              <a:off x="2115080" y="3472523"/>
              <a:ext cx="470568" cy="302840"/>
            </a:xfrm>
            <a:custGeom>
              <a:rect b="b" l="l" r="r" t="t"/>
              <a:pathLst>
                <a:path extrusionOk="0" h="6713" w="10431">
                  <a:moveTo>
                    <a:pt x="7779" y="1"/>
                  </a:moveTo>
                  <a:cubicBezTo>
                    <a:pt x="7575" y="1"/>
                    <a:pt x="7368" y="4"/>
                    <a:pt x="7156" y="12"/>
                  </a:cubicBezTo>
                  <a:cubicBezTo>
                    <a:pt x="5930" y="60"/>
                    <a:pt x="4572" y="298"/>
                    <a:pt x="3144" y="917"/>
                  </a:cubicBezTo>
                  <a:cubicBezTo>
                    <a:pt x="1727" y="1548"/>
                    <a:pt x="953" y="2679"/>
                    <a:pt x="524" y="3680"/>
                  </a:cubicBezTo>
                  <a:cubicBezTo>
                    <a:pt x="96" y="4668"/>
                    <a:pt x="0" y="5501"/>
                    <a:pt x="0" y="5501"/>
                  </a:cubicBezTo>
                  <a:cubicBezTo>
                    <a:pt x="0" y="5501"/>
                    <a:pt x="655" y="6061"/>
                    <a:pt x="1691" y="6418"/>
                  </a:cubicBezTo>
                  <a:cubicBezTo>
                    <a:pt x="2190" y="6588"/>
                    <a:pt x="2777" y="6712"/>
                    <a:pt x="3418" y="6712"/>
                  </a:cubicBezTo>
                  <a:cubicBezTo>
                    <a:pt x="4124" y="6712"/>
                    <a:pt x="4893" y="6562"/>
                    <a:pt x="5680" y="6156"/>
                  </a:cubicBezTo>
                  <a:cubicBezTo>
                    <a:pt x="7168" y="5382"/>
                    <a:pt x="8263" y="4311"/>
                    <a:pt x="9013" y="3227"/>
                  </a:cubicBezTo>
                  <a:cubicBezTo>
                    <a:pt x="9775" y="2144"/>
                    <a:pt x="10192" y="1024"/>
                    <a:pt x="10430" y="167"/>
                  </a:cubicBezTo>
                  <a:cubicBezTo>
                    <a:pt x="9679" y="88"/>
                    <a:pt x="8779" y="1"/>
                    <a:pt x="77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0"/>
            <p:cNvSpPr/>
            <p:nvPr/>
          </p:nvSpPr>
          <p:spPr>
            <a:xfrm>
              <a:off x="2114539" y="3525712"/>
              <a:ext cx="396990" cy="196600"/>
            </a:xfrm>
            <a:custGeom>
              <a:rect b="b" l="l" r="r" t="t"/>
              <a:pathLst>
                <a:path extrusionOk="0" h="4358" w="8800">
                  <a:moveTo>
                    <a:pt x="8763" y="0"/>
                  </a:moveTo>
                  <a:cubicBezTo>
                    <a:pt x="8763" y="0"/>
                    <a:pt x="8632" y="72"/>
                    <a:pt x="8406" y="203"/>
                  </a:cubicBezTo>
                  <a:cubicBezTo>
                    <a:pt x="8168" y="334"/>
                    <a:pt x="7847" y="536"/>
                    <a:pt x="7442" y="750"/>
                  </a:cubicBezTo>
                  <a:cubicBezTo>
                    <a:pt x="6656" y="1203"/>
                    <a:pt x="5561" y="1762"/>
                    <a:pt x="4465" y="2298"/>
                  </a:cubicBezTo>
                  <a:cubicBezTo>
                    <a:pt x="3358" y="2834"/>
                    <a:pt x="2251" y="3346"/>
                    <a:pt x="1405" y="3703"/>
                  </a:cubicBezTo>
                  <a:cubicBezTo>
                    <a:pt x="560" y="4072"/>
                    <a:pt x="0" y="4298"/>
                    <a:pt x="0" y="4298"/>
                  </a:cubicBezTo>
                  <a:lnTo>
                    <a:pt x="24" y="4358"/>
                  </a:lnTo>
                  <a:cubicBezTo>
                    <a:pt x="24" y="4358"/>
                    <a:pt x="596" y="4132"/>
                    <a:pt x="1429" y="3763"/>
                  </a:cubicBezTo>
                  <a:cubicBezTo>
                    <a:pt x="2263" y="3394"/>
                    <a:pt x="3382" y="2893"/>
                    <a:pt x="4477" y="2358"/>
                  </a:cubicBezTo>
                  <a:cubicBezTo>
                    <a:pt x="5573" y="1822"/>
                    <a:pt x="6668" y="1262"/>
                    <a:pt x="7466" y="810"/>
                  </a:cubicBezTo>
                  <a:cubicBezTo>
                    <a:pt x="7870" y="596"/>
                    <a:pt x="8216" y="393"/>
                    <a:pt x="8442" y="262"/>
                  </a:cubicBezTo>
                  <a:cubicBezTo>
                    <a:pt x="8656" y="131"/>
                    <a:pt x="8799" y="60"/>
                    <a:pt x="8799" y="60"/>
                  </a:cubicBezTo>
                  <a:lnTo>
                    <a:pt x="87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0"/>
            <p:cNvSpPr/>
            <p:nvPr/>
          </p:nvSpPr>
          <p:spPr>
            <a:xfrm>
              <a:off x="2387923" y="3516554"/>
              <a:ext cx="25308" cy="77954"/>
            </a:xfrm>
            <a:custGeom>
              <a:rect b="b" l="l" r="r" t="t"/>
              <a:pathLst>
                <a:path extrusionOk="0" h="1728" w="561">
                  <a:moveTo>
                    <a:pt x="501" y="1"/>
                  </a:moveTo>
                  <a:cubicBezTo>
                    <a:pt x="215" y="537"/>
                    <a:pt x="84" y="953"/>
                    <a:pt x="36" y="1251"/>
                  </a:cubicBezTo>
                  <a:cubicBezTo>
                    <a:pt x="1" y="1549"/>
                    <a:pt x="25" y="1715"/>
                    <a:pt x="25" y="1727"/>
                  </a:cubicBezTo>
                  <a:lnTo>
                    <a:pt x="84" y="1715"/>
                  </a:lnTo>
                  <a:cubicBezTo>
                    <a:pt x="84" y="1715"/>
                    <a:pt x="72" y="1668"/>
                    <a:pt x="72" y="1596"/>
                  </a:cubicBezTo>
                  <a:cubicBezTo>
                    <a:pt x="72" y="1513"/>
                    <a:pt x="72" y="1406"/>
                    <a:pt x="96" y="1251"/>
                  </a:cubicBezTo>
                  <a:cubicBezTo>
                    <a:pt x="144" y="953"/>
                    <a:pt x="275" y="537"/>
                    <a:pt x="560" y="37"/>
                  </a:cubicBezTo>
                  <a:lnTo>
                    <a:pt x="5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0"/>
            <p:cNvSpPr/>
            <p:nvPr/>
          </p:nvSpPr>
          <p:spPr>
            <a:xfrm>
              <a:off x="2318088" y="3629381"/>
              <a:ext cx="90857" cy="33879"/>
            </a:xfrm>
            <a:custGeom>
              <a:rect b="b" l="l" r="r" t="t"/>
              <a:pathLst>
                <a:path extrusionOk="0" h="751" w="2014">
                  <a:moveTo>
                    <a:pt x="37" y="0"/>
                  </a:moveTo>
                  <a:lnTo>
                    <a:pt x="1" y="48"/>
                  </a:lnTo>
                  <a:cubicBezTo>
                    <a:pt x="1" y="48"/>
                    <a:pt x="144" y="203"/>
                    <a:pt x="453" y="357"/>
                  </a:cubicBezTo>
                  <a:cubicBezTo>
                    <a:pt x="787" y="524"/>
                    <a:pt x="1275" y="703"/>
                    <a:pt x="2013" y="750"/>
                  </a:cubicBezTo>
                  <a:lnTo>
                    <a:pt x="2013" y="691"/>
                  </a:lnTo>
                  <a:cubicBezTo>
                    <a:pt x="1287" y="643"/>
                    <a:pt x="799" y="465"/>
                    <a:pt x="489" y="298"/>
                  </a:cubicBezTo>
                  <a:cubicBezTo>
                    <a:pt x="322" y="226"/>
                    <a:pt x="215" y="155"/>
                    <a:pt x="144" y="95"/>
                  </a:cubicBezTo>
                  <a:cubicBezTo>
                    <a:pt x="72" y="48"/>
                    <a:pt x="37" y="0"/>
                    <a:pt x="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0"/>
            <p:cNvSpPr/>
            <p:nvPr/>
          </p:nvSpPr>
          <p:spPr>
            <a:xfrm>
              <a:off x="2184915" y="3690058"/>
              <a:ext cx="103172" cy="41955"/>
            </a:xfrm>
            <a:custGeom>
              <a:rect b="b" l="l" r="r" t="t"/>
              <a:pathLst>
                <a:path extrusionOk="0" h="930" w="2287">
                  <a:moveTo>
                    <a:pt x="48" y="1"/>
                  </a:moveTo>
                  <a:lnTo>
                    <a:pt x="0" y="48"/>
                  </a:lnTo>
                  <a:cubicBezTo>
                    <a:pt x="12" y="60"/>
                    <a:pt x="167" y="239"/>
                    <a:pt x="524" y="429"/>
                  </a:cubicBezTo>
                  <a:cubicBezTo>
                    <a:pt x="881" y="620"/>
                    <a:pt x="1441" y="846"/>
                    <a:pt x="2274" y="929"/>
                  </a:cubicBezTo>
                  <a:lnTo>
                    <a:pt x="2286" y="870"/>
                  </a:lnTo>
                  <a:cubicBezTo>
                    <a:pt x="1453" y="786"/>
                    <a:pt x="905" y="560"/>
                    <a:pt x="548" y="370"/>
                  </a:cubicBezTo>
                  <a:cubicBezTo>
                    <a:pt x="369" y="286"/>
                    <a:pt x="238" y="191"/>
                    <a:pt x="167" y="120"/>
                  </a:cubicBezTo>
                  <a:lnTo>
                    <a:pt x="4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0"/>
            <p:cNvSpPr/>
            <p:nvPr/>
          </p:nvSpPr>
          <p:spPr>
            <a:xfrm>
              <a:off x="2240765" y="3551471"/>
              <a:ext cx="41955" cy="114450"/>
            </a:xfrm>
            <a:custGeom>
              <a:rect b="b" l="l" r="r" t="t"/>
              <a:pathLst>
                <a:path extrusionOk="0" h="2537" w="930">
                  <a:moveTo>
                    <a:pt x="870" y="1"/>
                  </a:moveTo>
                  <a:cubicBezTo>
                    <a:pt x="393" y="763"/>
                    <a:pt x="179" y="1394"/>
                    <a:pt x="84" y="1822"/>
                  </a:cubicBezTo>
                  <a:cubicBezTo>
                    <a:pt x="0" y="2263"/>
                    <a:pt x="24" y="2525"/>
                    <a:pt x="24" y="2537"/>
                  </a:cubicBezTo>
                  <a:lnTo>
                    <a:pt x="96" y="2525"/>
                  </a:lnTo>
                  <a:lnTo>
                    <a:pt x="96" y="2346"/>
                  </a:lnTo>
                  <a:cubicBezTo>
                    <a:pt x="96" y="2227"/>
                    <a:pt x="119" y="2061"/>
                    <a:pt x="155" y="1834"/>
                  </a:cubicBezTo>
                  <a:cubicBezTo>
                    <a:pt x="250" y="1406"/>
                    <a:pt x="453" y="775"/>
                    <a:pt x="929" y="36"/>
                  </a:cubicBezTo>
                  <a:lnTo>
                    <a:pt x="8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0"/>
            <p:cNvSpPr/>
            <p:nvPr/>
          </p:nvSpPr>
          <p:spPr>
            <a:xfrm>
              <a:off x="2438946" y="3567080"/>
              <a:ext cx="54857" cy="18271"/>
            </a:xfrm>
            <a:custGeom>
              <a:rect b="b" l="l" r="r" t="t"/>
              <a:pathLst>
                <a:path extrusionOk="0" h="405" w="1216">
                  <a:moveTo>
                    <a:pt x="37" y="0"/>
                  </a:moveTo>
                  <a:lnTo>
                    <a:pt x="1" y="48"/>
                  </a:lnTo>
                  <a:cubicBezTo>
                    <a:pt x="1" y="60"/>
                    <a:pt x="84" y="131"/>
                    <a:pt x="275" y="202"/>
                  </a:cubicBezTo>
                  <a:cubicBezTo>
                    <a:pt x="465" y="298"/>
                    <a:pt x="763" y="381"/>
                    <a:pt x="1215" y="405"/>
                  </a:cubicBezTo>
                  <a:lnTo>
                    <a:pt x="1215" y="345"/>
                  </a:lnTo>
                  <a:cubicBezTo>
                    <a:pt x="799" y="345"/>
                    <a:pt x="501" y="250"/>
                    <a:pt x="310" y="167"/>
                  </a:cubicBezTo>
                  <a:cubicBezTo>
                    <a:pt x="132" y="95"/>
                    <a:pt x="37" y="0"/>
                    <a:pt x="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0"/>
            <p:cNvSpPr/>
            <p:nvPr/>
          </p:nvSpPr>
          <p:spPr>
            <a:xfrm>
              <a:off x="2094148" y="3724344"/>
              <a:ext cx="372268" cy="287186"/>
            </a:xfrm>
            <a:custGeom>
              <a:rect b="b" l="l" r="r" t="t"/>
              <a:pathLst>
                <a:path extrusionOk="0" h="6366" w="8252">
                  <a:moveTo>
                    <a:pt x="2487" y="1"/>
                  </a:moveTo>
                  <a:cubicBezTo>
                    <a:pt x="1342" y="1"/>
                    <a:pt x="464" y="395"/>
                    <a:pt x="464" y="395"/>
                  </a:cubicBezTo>
                  <a:cubicBezTo>
                    <a:pt x="464" y="395"/>
                    <a:pt x="0" y="3193"/>
                    <a:pt x="2191" y="4777"/>
                  </a:cubicBezTo>
                  <a:cubicBezTo>
                    <a:pt x="4011" y="6096"/>
                    <a:pt x="5938" y="6365"/>
                    <a:pt x="7398" y="6365"/>
                  </a:cubicBezTo>
                  <a:cubicBezTo>
                    <a:pt x="7705" y="6365"/>
                    <a:pt x="7991" y="6353"/>
                    <a:pt x="8251" y="6337"/>
                  </a:cubicBezTo>
                  <a:cubicBezTo>
                    <a:pt x="7906" y="4848"/>
                    <a:pt x="7239" y="2586"/>
                    <a:pt x="5144" y="907"/>
                  </a:cubicBezTo>
                  <a:cubicBezTo>
                    <a:pt x="4272" y="205"/>
                    <a:pt x="3310" y="1"/>
                    <a:pt x="24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0"/>
            <p:cNvSpPr/>
            <p:nvPr/>
          </p:nvSpPr>
          <p:spPr>
            <a:xfrm>
              <a:off x="2114539" y="3741623"/>
              <a:ext cx="293321" cy="225111"/>
            </a:xfrm>
            <a:custGeom>
              <a:rect b="b" l="l" r="r" t="t"/>
              <a:pathLst>
                <a:path extrusionOk="0" h="4990" w="6502">
                  <a:moveTo>
                    <a:pt x="24" y="1"/>
                  </a:moveTo>
                  <a:lnTo>
                    <a:pt x="0" y="36"/>
                  </a:lnTo>
                  <a:lnTo>
                    <a:pt x="6466" y="4989"/>
                  </a:lnTo>
                  <a:lnTo>
                    <a:pt x="6501" y="4942"/>
                  </a:lnTo>
                  <a:lnTo>
                    <a:pt x="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0"/>
            <p:cNvSpPr/>
            <p:nvPr/>
          </p:nvSpPr>
          <p:spPr>
            <a:xfrm>
              <a:off x="2315426" y="3883097"/>
              <a:ext cx="67173" cy="13804"/>
            </a:xfrm>
            <a:custGeom>
              <a:rect b="b" l="l" r="r" t="t"/>
              <a:pathLst>
                <a:path extrusionOk="0" h="306" w="1489">
                  <a:moveTo>
                    <a:pt x="1093" y="1"/>
                  </a:moveTo>
                  <a:cubicBezTo>
                    <a:pt x="781" y="1"/>
                    <a:pt x="541" y="40"/>
                    <a:pt x="369" y="91"/>
                  </a:cubicBezTo>
                  <a:cubicBezTo>
                    <a:pt x="119" y="163"/>
                    <a:pt x="12" y="258"/>
                    <a:pt x="0" y="258"/>
                  </a:cubicBezTo>
                  <a:lnTo>
                    <a:pt x="36" y="305"/>
                  </a:lnTo>
                  <a:lnTo>
                    <a:pt x="131" y="258"/>
                  </a:lnTo>
                  <a:cubicBezTo>
                    <a:pt x="191" y="222"/>
                    <a:pt x="274" y="186"/>
                    <a:pt x="393" y="151"/>
                  </a:cubicBezTo>
                  <a:cubicBezTo>
                    <a:pt x="565" y="99"/>
                    <a:pt x="798" y="60"/>
                    <a:pt x="1103" y="60"/>
                  </a:cubicBezTo>
                  <a:cubicBezTo>
                    <a:pt x="1221" y="60"/>
                    <a:pt x="1349" y="66"/>
                    <a:pt x="1489" y="79"/>
                  </a:cubicBezTo>
                  <a:lnTo>
                    <a:pt x="1489" y="20"/>
                  </a:lnTo>
                  <a:cubicBezTo>
                    <a:pt x="1346" y="6"/>
                    <a:pt x="1214" y="1"/>
                    <a:pt x="10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0"/>
            <p:cNvSpPr/>
            <p:nvPr/>
          </p:nvSpPr>
          <p:spPr>
            <a:xfrm>
              <a:off x="2258494" y="3854405"/>
              <a:ext cx="14526" cy="80075"/>
            </a:xfrm>
            <a:custGeom>
              <a:rect b="b" l="l" r="r" t="t"/>
              <a:pathLst>
                <a:path extrusionOk="0" h="1775" w="322">
                  <a:moveTo>
                    <a:pt x="72" y="1"/>
                  </a:moveTo>
                  <a:cubicBezTo>
                    <a:pt x="72" y="13"/>
                    <a:pt x="0" y="179"/>
                    <a:pt x="0" y="477"/>
                  </a:cubicBezTo>
                  <a:cubicBezTo>
                    <a:pt x="0" y="775"/>
                    <a:pt x="48" y="1203"/>
                    <a:pt x="274" y="1775"/>
                  </a:cubicBezTo>
                  <a:lnTo>
                    <a:pt x="322" y="1763"/>
                  </a:lnTo>
                  <a:cubicBezTo>
                    <a:pt x="96" y="1203"/>
                    <a:pt x="48" y="775"/>
                    <a:pt x="48" y="477"/>
                  </a:cubicBezTo>
                  <a:cubicBezTo>
                    <a:pt x="48" y="334"/>
                    <a:pt x="60" y="215"/>
                    <a:pt x="84" y="132"/>
                  </a:cubicBezTo>
                  <a:cubicBezTo>
                    <a:pt x="96" y="60"/>
                    <a:pt x="107" y="13"/>
                    <a:pt x="107" y="13"/>
                  </a:cubicBezTo>
                  <a:lnTo>
                    <a:pt x="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0"/>
            <p:cNvSpPr/>
            <p:nvPr/>
          </p:nvSpPr>
          <p:spPr>
            <a:xfrm>
              <a:off x="2161276" y="3781367"/>
              <a:ext cx="16150" cy="91353"/>
            </a:xfrm>
            <a:custGeom>
              <a:rect b="b" l="l" r="r" t="t"/>
              <a:pathLst>
                <a:path extrusionOk="0" h="2025" w="358">
                  <a:moveTo>
                    <a:pt x="72" y="1"/>
                  </a:moveTo>
                  <a:cubicBezTo>
                    <a:pt x="72" y="1"/>
                    <a:pt x="24" y="191"/>
                    <a:pt x="0" y="536"/>
                  </a:cubicBezTo>
                  <a:cubicBezTo>
                    <a:pt x="0" y="882"/>
                    <a:pt x="60" y="1382"/>
                    <a:pt x="310" y="2025"/>
                  </a:cubicBezTo>
                  <a:lnTo>
                    <a:pt x="357" y="2013"/>
                  </a:lnTo>
                  <a:cubicBezTo>
                    <a:pt x="119" y="1370"/>
                    <a:pt x="60" y="882"/>
                    <a:pt x="60" y="536"/>
                  </a:cubicBezTo>
                  <a:cubicBezTo>
                    <a:pt x="60" y="358"/>
                    <a:pt x="72" y="239"/>
                    <a:pt x="96" y="144"/>
                  </a:cubicBezTo>
                  <a:cubicBezTo>
                    <a:pt x="107" y="60"/>
                    <a:pt x="119" y="13"/>
                    <a:pt x="119" y="13"/>
                  </a:cubicBezTo>
                  <a:lnTo>
                    <a:pt x="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0"/>
            <p:cNvSpPr/>
            <p:nvPr/>
          </p:nvSpPr>
          <p:spPr>
            <a:xfrm>
              <a:off x="2206930" y="3795397"/>
              <a:ext cx="99383" cy="18767"/>
            </a:xfrm>
            <a:custGeom>
              <a:rect b="b" l="l" r="r" t="t"/>
              <a:pathLst>
                <a:path extrusionOk="0" h="416" w="2203">
                  <a:moveTo>
                    <a:pt x="1611" y="1"/>
                  </a:moveTo>
                  <a:cubicBezTo>
                    <a:pt x="1164" y="1"/>
                    <a:pt x="814" y="62"/>
                    <a:pt x="560" y="130"/>
                  </a:cubicBezTo>
                  <a:cubicBezTo>
                    <a:pt x="203" y="237"/>
                    <a:pt x="24" y="356"/>
                    <a:pt x="0" y="368"/>
                  </a:cubicBezTo>
                  <a:lnTo>
                    <a:pt x="36" y="416"/>
                  </a:lnTo>
                  <a:cubicBezTo>
                    <a:pt x="36" y="416"/>
                    <a:pt x="84" y="392"/>
                    <a:pt x="167" y="344"/>
                  </a:cubicBezTo>
                  <a:cubicBezTo>
                    <a:pt x="262" y="297"/>
                    <a:pt x="393" y="237"/>
                    <a:pt x="572" y="190"/>
                  </a:cubicBezTo>
                  <a:cubicBezTo>
                    <a:pt x="826" y="122"/>
                    <a:pt x="1170" y="60"/>
                    <a:pt x="1614" y="60"/>
                  </a:cubicBezTo>
                  <a:cubicBezTo>
                    <a:pt x="1794" y="60"/>
                    <a:pt x="1990" y="70"/>
                    <a:pt x="2203" y="94"/>
                  </a:cubicBezTo>
                  <a:lnTo>
                    <a:pt x="2203" y="35"/>
                  </a:lnTo>
                  <a:cubicBezTo>
                    <a:pt x="1990" y="11"/>
                    <a:pt x="1793" y="1"/>
                    <a:pt x="16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0"/>
            <p:cNvSpPr/>
            <p:nvPr/>
          </p:nvSpPr>
          <p:spPr>
            <a:xfrm>
              <a:off x="2350344" y="3923699"/>
              <a:ext cx="9158" cy="47864"/>
            </a:xfrm>
            <a:custGeom>
              <a:rect b="b" l="l" r="r" t="t"/>
              <a:pathLst>
                <a:path extrusionOk="0" h="1061" w="203">
                  <a:moveTo>
                    <a:pt x="24" y="1"/>
                  </a:moveTo>
                  <a:cubicBezTo>
                    <a:pt x="24" y="1"/>
                    <a:pt x="0" y="96"/>
                    <a:pt x="0" y="287"/>
                  </a:cubicBezTo>
                  <a:cubicBezTo>
                    <a:pt x="0" y="465"/>
                    <a:pt x="24" y="715"/>
                    <a:pt x="155" y="1060"/>
                  </a:cubicBezTo>
                  <a:lnTo>
                    <a:pt x="203" y="1037"/>
                  </a:lnTo>
                  <a:cubicBezTo>
                    <a:pt x="72" y="715"/>
                    <a:pt x="36" y="465"/>
                    <a:pt x="36" y="287"/>
                  </a:cubicBezTo>
                  <a:cubicBezTo>
                    <a:pt x="36" y="108"/>
                    <a:pt x="72" y="13"/>
                    <a:pt x="72" y="13"/>
                  </a:cubicBezTo>
                  <a:lnTo>
                    <a:pt x="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0"/>
            <p:cNvSpPr/>
            <p:nvPr/>
          </p:nvSpPr>
          <p:spPr>
            <a:xfrm>
              <a:off x="-361617" y="4674334"/>
              <a:ext cx="204134" cy="277622"/>
            </a:xfrm>
            <a:custGeom>
              <a:rect b="b" l="l" r="r" t="t"/>
              <a:pathLst>
                <a:path extrusionOk="0" h="6154" w="4525">
                  <a:moveTo>
                    <a:pt x="2067" y="0"/>
                  </a:moveTo>
                  <a:cubicBezTo>
                    <a:pt x="1995" y="0"/>
                    <a:pt x="1876" y="24"/>
                    <a:pt x="1679" y="114"/>
                  </a:cubicBezTo>
                  <a:cubicBezTo>
                    <a:pt x="1263" y="316"/>
                    <a:pt x="298" y="1590"/>
                    <a:pt x="1" y="2257"/>
                  </a:cubicBezTo>
                  <a:cubicBezTo>
                    <a:pt x="1" y="2257"/>
                    <a:pt x="572" y="2781"/>
                    <a:pt x="965" y="3007"/>
                  </a:cubicBezTo>
                  <a:cubicBezTo>
                    <a:pt x="965" y="3007"/>
                    <a:pt x="1322" y="2709"/>
                    <a:pt x="1537" y="2602"/>
                  </a:cubicBezTo>
                  <a:lnTo>
                    <a:pt x="1537" y="2602"/>
                  </a:lnTo>
                  <a:cubicBezTo>
                    <a:pt x="1537" y="2602"/>
                    <a:pt x="1548" y="3852"/>
                    <a:pt x="1394" y="4579"/>
                  </a:cubicBezTo>
                  <a:cubicBezTo>
                    <a:pt x="1251" y="5329"/>
                    <a:pt x="1084" y="5769"/>
                    <a:pt x="1084" y="5769"/>
                  </a:cubicBezTo>
                  <a:cubicBezTo>
                    <a:pt x="1084" y="5769"/>
                    <a:pt x="1890" y="6154"/>
                    <a:pt x="3058" y="6154"/>
                  </a:cubicBezTo>
                  <a:cubicBezTo>
                    <a:pt x="3373" y="6154"/>
                    <a:pt x="3714" y="6126"/>
                    <a:pt x="4073" y="6055"/>
                  </a:cubicBezTo>
                  <a:cubicBezTo>
                    <a:pt x="4073" y="6055"/>
                    <a:pt x="4084" y="4281"/>
                    <a:pt x="4144" y="3602"/>
                  </a:cubicBezTo>
                  <a:cubicBezTo>
                    <a:pt x="4215" y="2912"/>
                    <a:pt x="4525" y="2162"/>
                    <a:pt x="4346" y="1519"/>
                  </a:cubicBezTo>
                  <a:cubicBezTo>
                    <a:pt x="4168" y="876"/>
                    <a:pt x="3406" y="638"/>
                    <a:pt x="2799" y="19"/>
                  </a:cubicBezTo>
                  <a:lnTo>
                    <a:pt x="2168" y="30"/>
                  </a:lnTo>
                  <a:cubicBezTo>
                    <a:pt x="2168" y="30"/>
                    <a:pt x="2148" y="0"/>
                    <a:pt x="20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0"/>
            <p:cNvSpPr/>
            <p:nvPr/>
          </p:nvSpPr>
          <p:spPr>
            <a:xfrm>
              <a:off x="-307753" y="4552710"/>
              <a:ext cx="104616" cy="148736"/>
            </a:xfrm>
            <a:custGeom>
              <a:rect b="b" l="l" r="r" t="t"/>
              <a:pathLst>
                <a:path extrusionOk="0" h="3297" w="2319">
                  <a:moveTo>
                    <a:pt x="1404" y="1"/>
                  </a:moveTo>
                  <a:cubicBezTo>
                    <a:pt x="1118" y="1"/>
                    <a:pt x="803" y="188"/>
                    <a:pt x="640" y="536"/>
                  </a:cubicBezTo>
                  <a:cubicBezTo>
                    <a:pt x="438" y="941"/>
                    <a:pt x="426" y="1238"/>
                    <a:pt x="426" y="1369"/>
                  </a:cubicBezTo>
                  <a:cubicBezTo>
                    <a:pt x="395" y="1344"/>
                    <a:pt x="360" y="1326"/>
                    <a:pt x="318" y="1326"/>
                  </a:cubicBezTo>
                  <a:cubicBezTo>
                    <a:pt x="279" y="1326"/>
                    <a:pt x="233" y="1341"/>
                    <a:pt x="176" y="1381"/>
                  </a:cubicBezTo>
                  <a:cubicBezTo>
                    <a:pt x="0" y="1513"/>
                    <a:pt x="239" y="1927"/>
                    <a:pt x="510" y="1927"/>
                  </a:cubicBezTo>
                  <a:cubicBezTo>
                    <a:pt x="533" y="1927"/>
                    <a:pt x="557" y="1923"/>
                    <a:pt x="581" y="1917"/>
                  </a:cubicBezTo>
                  <a:cubicBezTo>
                    <a:pt x="652" y="2084"/>
                    <a:pt x="831" y="2238"/>
                    <a:pt x="831" y="2238"/>
                  </a:cubicBezTo>
                  <a:cubicBezTo>
                    <a:pt x="831" y="2619"/>
                    <a:pt x="902" y="2726"/>
                    <a:pt x="902" y="2726"/>
                  </a:cubicBezTo>
                  <a:cubicBezTo>
                    <a:pt x="1141" y="3016"/>
                    <a:pt x="1406" y="3296"/>
                    <a:pt x="1618" y="3296"/>
                  </a:cubicBezTo>
                  <a:cubicBezTo>
                    <a:pt x="1659" y="3296"/>
                    <a:pt x="1699" y="3286"/>
                    <a:pt x="1736" y="3262"/>
                  </a:cubicBezTo>
                  <a:cubicBezTo>
                    <a:pt x="1962" y="3107"/>
                    <a:pt x="1688" y="2905"/>
                    <a:pt x="1617" y="2786"/>
                  </a:cubicBezTo>
                  <a:cubicBezTo>
                    <a:pt x="1545" y="2667"/>
                    <a:pt x="1628" y="2607"/>
                    <a:pt x="1628" y="2607"/>
                  </a:cubicBezTo>
                  <a:cubicBezTo>
                    <a:pt x="2319" y="2500"/>
                    <a:pt x="2188" y="1107"/>
                    <a:pt x="2188" y="1107"/>
                  </a:cubicBezTo>
                  <a:cubicBezTo>
                    <a:pt x="2188" y="1107"/>
                    <a:pt x="2152" y="583"/>
                    <a:pt x="1855" y="214"/>
                  </a:cubicBezTo>
                  <a:cubicBezTo>
                    <a:pt x="1742" y="70"/>
                    <a:pt x="1578" y="1"/>
                    <a:pt x="1404" y="1"/>
                  </a:cubicBezTo>
                  <a:close/>
                </a:path>
              </a:pathLst>
            </a:custGeom>
            <a:solidFill>
              <a:srgbClr val="FF9A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0"/>
            <p:cNvSpPr/>
            <p:nvPr/>
          </p:nvSpPr>
          <p:spPr>
            <a:xfrm>
              <a:off x="-297692" y="4545176"/>
              <a:ext cx="89187" cy="75383"/>
            </a:xfrm>
            <a:custGeom>
              <a:rect b="b" l="l" r="r" t="t"/>
              <a:pathLst>
                <a:path extrusionOk="0" h="1671" w="1977">
                  <a:moveTo>
                    <a:pt x="655" y="0"/>
                  </a:moveTo>
                  <a:cubicBezTo>
                    <a:pt x="655" y="0"/>
                    <a:pt x="0" y="357"/>
                    <a:pt x="60" y="977"/>
                  </a:cubicBezTo>
                  <a:cubicBezTo>
                    <a:pt x="120" y="1596"/>
                    <a:pt x="298" y="1667"/>
                    <a:pt x="298" y="1667"/>
                  </a:cubicBezTo>
                  <a:cubicBezTo>
                    <a:pt x="311" y="1669"/>
                    <a:pt x="325" y="1671"/>
                    <a:pt x="340" y="1671"/>
                  </a:cubicBezTo>
                  <a:cubicBezTo>
                    <a:pt x="620" y="1671"/>
                    <a:pt x="1072" y="1250"/>
                    <a:pt x="1072" y="1250"/>
                  </a:cubicBezTo>
                  <a:lnTo>
                    <a:pt x="1072" y="1250"/>
                  </a:lnTo>
                  <a:cubicBezTo>
                    <a:pt x="1036" y="1334"/>
                    <a:pt x="917" y="1453"/>
                    <a:pt x="917" y="1453"/>
                  </a:cubicBezTo>
                  <a:cubicBezTo>
                    <a:pt x="1310" y="1310"/>
                    <a:pt x="1489" y="655"/>
                    <a:pt x="1489" y="655"/>
                  </a:cubicBezTo>
                  <a:cubicBezTo>
                    <a:pt x="1613" y="960"/>
                    <a:pt x="1851" y="1021"/>
                    <a:pt x="1941" y="1021"/>
                  </a:cubicBezTo>
                  <a:cubicBezTo>
                    <a:pt x="1964" y="1021"/>
                    <a:pt x="1977" y="1017"/>
                    <a:pt x="1977" y="1012"/>
                  </a:cubicBezTo>
                  <a:lnTo>
                    <a:pt x="1917" y="596"/>
                  </a:lnTo>
                  <a:lnTo>
                    <a:pt x="13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0"/>
            <p:cNvSpPr/>
            <p:nvPr/>
          </p:nvSpPr>
          <p:spPr>
            <a:xfrm>
              <a:off x="-385256" y="4775072"/>
              <a:ext cx="200390" cy="132180"/>
            </a:xfrm>
            <a:custGeom>
              <a:rect b="b" l="l" r="r" t="t"/>
              <a:pathLst>
                <a:path extrusionOk="0" h="2930" w="4442">
                  <a:moveTo>
                    <a:pt x="703" y="0"/>
                  </a:moveTo>
                  <a:cubicBezTo>
                    <a:pt x="703" y="0"/>
                    <a:pt x="346" y="619"/>
                    <a:pt x="227" y="917"/>
                  </a:cubicBezTo>
                  <a:cubicBezTo>
                    <a:pt x="108" y="1215"/>
                    <a:pt x="1" y="1619"/>
                    <a:pt x="834" y="2084"/>
                  </a:cubicBezTo>
                  <a:cubicBezTo>
                    <a:pt x="1668" y="2524"/>
                    <a:pt x="3966" y="2929"/>
                    <a:pt x="3966" y="2929"/>
                  </a:cubicBezTo>
                  <a:cubicBezTo>
                    <a:pt x="4442" y="2762"/>
                    <a:pt x="4061" y="2429"/>
                    <a:pt x="4061" y="2429"/>
                  </a:cubicBezTo>
                  <a:cubicBezTo>
                    <a:pt x="4061" y="2429"/>
                    <a:pt x="2442" y="1679"/>
                    <a:pt x="2037" y="1453"/>
                  </a:cubicBezTo>
                  <a:cubicBezTo>
                    <a:pt x="1644" y="1238"/>
                    <a:pt x="1370" y="1072"/>
                    <a:pt x="1370" y="1072"/>
                  </a:cubicBezTo>
                  <a:lnTo>
                    <a:pt x="1501" y="762"/>
                  </a:lnTo>
                  <a:lnTo>
                    <a:pt x="1525" y="584"/>
                  </a:lnTo>
                  <a:lnTo>
                    <a:pt x="703" y="0"/>
                  </a:lnTo>
                  <a:close/>
                </a:path>
              </a:pathLst>
            </a:custGeom>
            <a:solidFill>
              <a:srgbClr val="FF9A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0"/>
            <p:cNvSpPr/>
            <p:nvPr/>
          </p:nvSpPr>
          <p:spPr>
            <a:xfrm>
              <a:off x="-189196" y="4892682"/>
              <a:ext cx="177292" cy="204134"/>
            </a:xfrm>
            <a:custGeom>
              <a:rect b="b" l="l" r="r" t="t"/>
              <a:pathLst>
                <a:path extrusionOk="0" h="4525" w="3930">
                  <a:moveTo>
                    <a:pt x="155" y="1"/>
                  </a:moveTo>
                  <a:lnTo>
                    <a:pt x="1" y="322"/>
                  </a:lnTo>
                  <a:lnTo>
                    <a:pt x="2775" y="1572"/>
                  </a:lnTo>
                  <a:cubicBezTo>
                    <a:pt x="2953" y="1644"/>
                    <a:pt x="3084" y="1810"/>
                    <a:pt x="3108" y="2001"/>
                  </a:cubicBezTo>
                  <a:lnTo>
                    <a:pt x="3572" y="4525"/>
                  </a:lnTo>
                  <a:lnTo>
                    <a:pt x="3930" y="4465"/>
                  </a:lnTo>
                  <a:lnTo>
                    <a:pt x="3465" y="1941"/>
                  </a:lnTo>
                  <a:cubicBezTo>
                    <a:pt x="3406" y="1644"/>
                    <a:pt x="3203" y="1382"/>
                    <a:pt x="2918" y="1251"/>
                  </a:cubicBezTo>
                  <a:lnTo>
                    <a:pt x="1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0"/>
            <p:cNvSpPr/>
            <p:nvPr/>
          </p:nvSpPr>
          <p:spPr>
            <a:xfrm>
              <a:off x="19767" y="5009660"/>
              <a:ext cx="386749" cy="118330"/>
            </a:xfrm>
            <a:custGeom>
              <a:rect b="b" l="l" r="r" t="t"/>
              <a:pathLst>
                <a:path extrusionOk="0" h="2623" w="8573">
                  <a:moveTo>
                    <a:pt x="1141" y="0"/>
                  </a:moveTo>
                  <a:cubicBezTo>
                    <a:pt x="1126" y="0"/>
                    <a:pt x="1111" y="1"/>
                    <a:pt x="1095" y="3"/>
                  </a:cubicBezTo>
                  <a:cubicBezTo>
                    <a:pt x="822" y="39"/>
                    <a:pt x="250" y="420"/>
                    <a:pt x="250" y="420"/>
                  </a:cubicBezTo>
                  <a:lnTo>
                    <a:pt x="0" y="991"/>
                  </a:lnTo>
                  <a:lnTo>
                    <a:pt x="2524" y="2384"/>
                  </a:lnTo>
                  <a:lnTo>
                    <a:pt x="8573" y="2623"/>
                  </a:lnTo>
                  <a:lnTo>
                    <a:pt x="8573" y="2384"/>
                  </a:lnTo>
                  <a:cubicBezTo>
                    <a:pt x="8573" y="2384"/>
                    <a:pt x="8465" y="1861"/>
                    <a:pt x="8346" y="1658"/>
                  </a:cubicBezTo>
                  <a:cubicBezTo>
                    <a:pt x="8227" y="1456"/>
                    <a:pt x="8156" y="1408"/>
                    <a:pt x="8156" y="1408"/>
                  </a:cubicBezTo>
                  <a:cubicBezTo>
                    <a:pt x="8156" y="1408"/>
                    <a:pt x="7799" y="1241"/>
                    <a:pt x="7632" y="991"/>
                  </a:cubicBezTo>
                  <a:cubicBezTo>
                    <a:pt x="7576" y="908"/>
                    <a:pt x="7526" y="880"/>
                    <a:pt x="7484" y="880"/>
                  </a:cubicBezTo>
                  <a:cubicBezTo>
                    <a:pt x="7399" y="880"/>
                    <a:pt x="7346" y="991"/>
                    <a:pt x="7346" y="991"/>
                  </a:cubicBezTo>
                  <a:lnTo>
                    <a:pt x="7025" y="420"/>
                  </a:lnTo>
                  <a:cubicBezTo>
                    <a:pt x="7025" y="420"/>
                    <a:pt x="6691" y="694"/>
                    <a:pt x="6501" y="777"/>
                  </a:cubicBezTo>
                  <a:cubicBezTo>
                    <a:pt x="6475" y="788"/>
                    <a:pt x="6451" y="794"/>
                    <a:pt x="6429" y="794"/>
                  </a:cubicBezTo>
                  <a:cubicBezTo>
                    <a:pt x="6259" y="794"/>
                    <a:pt x="6151" y="514"/>
                    <a:pt x="5941" y="420"/>
                  </a:cubicBezTo>
                  <a:cubicBezTo>
                    <a:pt x="5889" y="401"/>
                    <a:pt x="5830" y="394"/>
                    <a:pt x="5765" y="394"/>
                  </a:cubicBezTo>
                  <a:cubicBezTo>
                    <a:pt x="5580" y="394"/>
                    <a:pt x="5351" y="452"/>
                    <a:pt x="5098" y="452"/>
                  </a:cubicBezTo>
                  <a:cubicBezTo>
                    <a:pt x="5001" y="452"/>
                    <a:pt x="4901" y="444"/>
                    <a:pt x="4798" y="420"/>
                  </a:cubicBezTo>
                  <a:cubicBezTo>
                    <a:pt x="4686" y="396"/>
                    <a:pt x="4583" y="388"/>
                    <a:pt x="4487" y="388"/>
                  </a:cubicBezTo>
                  <a:cubicBezTo>
                    <a:pt x="4261" y="388"/>
                    <a:pt x="4080" y="434"/>
                    <a:pt x="3943" y="434"/>
                  </a:cubicBezTo>
                  <a:cubicBezTo>
                    <a:pt x="3903" y="434"/>
                    <a:pt x="3866" y="430"/>
                    <a:pt x="3834" y="420"/>
                  </a:cubicBezTo>
                  <a:cubicBezTo>
                    <a:pt x="3766" y="400"/>
                    <a:pt x="3699" y="393"/>
                    <a:pt x="3639" y="393"/>
                  </a:cubicBezTo>
                  <a:cubicBezTo>
                    <a:pt x="3519" y="393"/>
                    <a:pt x="3429" y="420"/>
                    <a:pt x="3429" y="420"/>
                  </a:cubicBezTo>
                  <a:cubicBezTo>
                    <a:pt x="3429" y="420"/>
                    <a:pt x="3411" y="422"/>
                    <a:pt x="3380" y="422"/>
                  </a:cubicBezTo>
                  <a:cubicBezTo>
                    <a:pt x="3305" y="422"/>
                    <a:pt x="3155" y="410"/>
                    <a:pt x="3036" y="325"/>
                  </a:cubicBezTo>
                  <a:cubicBezTo>
                    <a:pt x="2967" y="271"/>
                    <a:pt x="2955" y="261"/>
                    <a:pt x="2945" y="261"/>
                  </a:cubicBezTo>
                  <a:cubicBezTo>
                    <a:pt x="2939" y="261"/>
                    <a:pt x="2934" y="264"/>
                    <a:pt x="2921" y="264"/>
                  </a:cubicBezTo>
                  <a:cubicBezTo>
                    <a:pt x="2899" y="264"/>
                    <a:pt x="2855" y="257"/>
                    <a:pt x="2750" y="217"/>
                  </a:cubicBezTo>
                  <a:cubicBezTo>
                    <a:pt x="2655" y="182"/>
                    <a:pt x="2588" y="170"/>
                    <a:pt x="2540" y="170"/>
                  </a:cubicBezTo>
                  <a:cubicBezTo>
                    <a:pt x="2445" y="170"/>
                    <a:pt x="2429" y="217"/>
                    <a:pt x="2429" y="217"/>
                  </a:cubicBezTo>
                  <a:lnTo>
                    <a:pt x="2024" y="3"/>
                  </a:lnTo>
                  <a:cubicBezTo>
                    <a:pt x="2024" y="3"/>
                    <a:pt x="1857" y="170"/>
                    <a:pt x="1667" y="217"/>
                  </a:cubicBezTo>
                  <a:cubicBezTo>
                    <a:pt x="1648" y="223"/>
                    <a:pt x="1630" y="225"/>
                    <a:pt x="1613" y="225"/>
                  </a:cubicBezTo>
                  <a:cubicBezTo>
                    <a:pt x="1449" y="225"/>
                    <a:pt x="1366" y="0"/>
                    <a:pt x="11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0"/>
            <p:cNvSpPr/>
            <p:nvPr/>
          </p:nvSpPr>
          <p:spPr>
            <a:xfrm>
              <a:off x="-149451" y="4852937"/>
              <a:ext cx="177292" cy="204134"/>
            </a:xfrm>
            <a:custGeom>
              <a:rect b="b" l="l" r="r" t="t"/>
              <a:pathLst>
                <a:path extrusionOk="0" h="4525" w="3930">
                  <a:moveTo>
                    <a:pt x="143" y="1"/>
                  </a:moveTo>
                  <a:lnTo>
                    <a:pt x="1" y="322"/>
                  </a:lnTo>
                  <a:lnTo>
                    <a:pt x="2763" y="1572"/>
                  </a:lnTo>
                  <a:cubicBezTo>
                    <a:pt x="2941" y="1656"/>
                    <a:pt x="3084" y="1810"/>
                    <a:pt x="3108" y="2013"/>
                  </a:cubicBezTo>
                  <a:lnTo>
                    <a:pt x="3572" y="4525"/>
                  </a:lnTo>
                  <a:lnTo>
                    <a:pt x="3930" y="4465"/>
                  </a:lnTo>
                  <a:lnTo>
                    <a:pt x="3465" y="1953"/>
                  </a:lnTo>
                  <a:cubicBezTo>
                    <a:pt x="3406" y="1632"/>
                    <a:pt x="3203" y="1382"/>
                    <a:pt x="2918" y="1251"/>
                  </a:cubicBezTo>
                  <a:lnTo>
                    <a:pt x="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0"/>
            <p:cNvSpPr/>
            <p:nvPr/>
          </p:nvSpPr>
          <p:spPr>
            <a:xfrm>
              <a:off x="-44699" y="5028562"/>
              <a:ext cx="449591" cy="246585"/>
            </a:xfrm>
            <a:custGeom>
              <a:rect b="b" l="l" r="r" t="t"/>
              <a:pathLst>
                <a:path extrusionOk="0" h="5466" w="9966">
                  <a:moveTo>
                    <a:pt x="774" y="1"/>
                  </a:moveTo>
                  <a:cubicBezTo>
                    <a:pt x="774" y="1"/>
                    <a:pt x="262" y="1596"/>
                    <a:pt x="131" y="1870"/>
                  </a:cubicBezTo>
                  <a:cubicBezTo>
                    <a:pt x="0" y="2132"/>
                    <a:pt x="465" y="3097"/>
                    <a:pt x="465" y="3097"/>
                  </a:cubicBezTo>
                  <a:lnTo>
                    <a:pt x="5263" y="5466"/>
                  </a:lnTo>
                  <a:lnTo>
                    <a:pt x="9966" y="2204"/>
                  </a:lnTo>
                  <a:lnTo>
                    <a:pt x="7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0"/>
            <p:cNvSpPr/>
            <p:nvPr/>
          </p:nvSpPr>
          <p:spPr>
            <a:xfrm>
              <a:off x="-81241" y="5116126"/>
              <a:ext cx="252495" cy="260570"/>
            </a:xfrm>
            <a:custGeom>
              <a:rect b="b" l="l" r="r" t="t"/>
              <a:pathLst>
                <a:path extrusionOk="0" h="5776" w="5597">
                  <a:moveTo>
                    <a:pt x="1001" y="1"/>
                  </a:moveTo>
                  <a:cubicBezTo>
                    <a:pt x="953" y="143"/>
                    <a:pt x="155" y="3406"/>
                    <a:pt x="48" y="4584"/>
                  </a:cubicBezTo>
                  <a:cubicBezTo>
                    <a:pt x="1" y="5192"/>
                    <a:pt x="96" y="5525"/>
                    <a:pt x="334" y="5680"/>
                  </a:cubicBezTo>
                  <a:cubicBezTo>
                    <a:pt x="417" y="5739"/>
                    <a:pt x="536" y="5775"/>
                    <a:pt x="691" y="5775"/>
                  </a:cubicBezTo>
                  <a:cubicBezTo>
                    <a:pt x="1048" y="5775"/>
                    <a:pt x="1584" y="5573"/>
                    <a:pt x="2382" y="5132"/>
                  </a:cubicBezTo>
                  <a:cubicBezTo>
                    <a:pt x="4216" y="4132"/>
                    <a:pt x="5585" y="3239"/>
                    <a:pt x="5597" y="3227"/>
                  </a:cubicBezTo>
                  <a:lnTo>
                    <a:pt x="5478" y="3060"/>
                  </a:lnTo>
                  <a:cubicBezTo>
                    <a:pt x="5466" y="3060"/>
                    <a:pt x="4108" y="3977"/>
                    <a:pt x="2287" y="4954"/>
                  </a:cubicBezTo>
                  <a:cubicBezTo>
                    <a:pt x="1542" y="5357"/>
                    <a:pt x="1021" y="5551"/>
                    <a:pt x="702" y="5551"/>
                  </a:cubicBezTo>
                  <a:cubicBezTo>
                    <a:pt x="598" y="5551"/>
                    <a:pt x="515" y="5530"/>
                    <a:pt x="453" y="5489"/>
                  </a:cubicBezTo>
                  <a:cubicBezTo>
                    <a:pt x="275" y="5382"/>
                    <a:pt x="215" y="5085"/>
                    <a:pt x="263" y="4584"/>
                  </a:cubicBezTo>
                  <a:cubicBezTo>
                    <a:pt x="346" y="3418"/>
                    <a:pt x="1179" y="72"/>
                    <a:pt x="1191" y="48"/>
                  </a:cubicBezTo>
                  <a:lnTo>
                    <a:pt x="1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0"/>
            <p:cNvSpPr/>
            <p:nvPr/>
          </p:nvSpPr>
          <p:spPr>
            <a:xfrm>
              <a:off x="391272" y="5175766"/>
              <a:ext cx="36180" cy="29549"/>
            </a:xfrm>
            <a:custGeom>
              <a:rect b="b" l="l" r="r" t="t"/>
              <a:pathLst>
                <a:path extrusionOk="0" h="655" w="802">
                  <a:moveTo>
                    <a:pt x="302" y="0"/>
                  </a:moveTo>
                  <a:cubicBezTo>
                    <a:pt x="302" y="0"/>
                    <a:pt x="28" y="334"/>
                    <a:pt x="4" y="524"/>
                  </a:cubicBezTo>
                  <a:cubicBezTo>
                    <a:pt x="0" y="588"/>
                    <a:pt x="32" y="609"/>
                    <a:pt x="76" y="609"/>
                  </a:cubicBezTo>
                  <a:cubicBezTo>
                    <a:pt x="164" y="609"/>
                    <a:pt x="302" y="524"/>
                    <a:pt x="302" y="524"/>
                  </a:cubicBezTo>
                  <a:cubicBezTo>
                    <a:pt x="302" y="524"/>
                    <a:pt x="398" y="655"/>
                    <a:pt x="518" y="655"/>
                  </a:cubicBezTo>
                  <a:cubicBezTo>
                    <a:pt x="555" y="655"/>
                    <a:pt x="595" y="642"/>
                    <a:pt x="635" y="607"/>
                  </a:cubicBezTo>
                  <a:cubicBezTo>
                    <a:pt x="802" y="476"/>
                    <a:pt x="635" y="334"/>
                    <a:pt x="635" y="334"/>
                  </a:cubicBezTo>
                  <a:lnTo>
                    <a:pt x="7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0"/>
            <p:cNvSpPr/>
            <p:nvPr/>
          </p:nvSpPr>
          <p:spPr>
            <a:xfrm>
              <a:off x="814160" y="5018366"/>
              <a:ext cx="214871" cy="373892"/>
            </a:xfrm>
            <a:custGeom>
              <a:rect b="b" l="l" r="r" t="t"/>
              <a:pathLst>
                <a:path extrusionOk="0" h="8288" w="4763">
                  <a:moveTo>
                    <a:pt x="322" y="1"/>
                  </a:moveTo>
                  <a:lnTo>
                    <a:pt x="0" y="132"/>
                  </a:lnTo>
                  <a:cubicBezTo>
                    <a:pt x="0" y="132"/>
                    <a:pt x="36" y="263"/>
                    <a:pt x="131" y="501"/>
                  </a:cubicBezTo>
                  <a:cubicBezTo>
                    <a:pt x="227" y="739"/>
                    <a:pt x="370" y="1084"/>
                    <a:pt x="524" y="1477"/>
                  </a:cubicBezTo>
                  <a:cubicBezTo>
                    <a:pt x="870" y="2287"/>
                    <a:pt x="1393" y="3346"/>
                    <a:pt x="1953" y="4358"/>
                  </a:cubicBezTo>
                  <a:cubicBezTo>
                    <a:pt x="2525" y="5382"/>
                    <a:pt x="3144" y="6359"/>
                    <a:pt x="3644" y="7097"/>
                  </a:cubicBezTo>
                  <a:cubicBezTo>
                    <a:pt x="3894" y="7442"/>
                    <a:pt x="4108" y="7740"/>
                    <a:pt x="4251" y="7954"/>
                  </a:cubicBezTo>
                  <a:cubicBezTo>
                    <a:pt x="4406" y="8168"/>
                    <a:pt x="4489" y="8287"/>
                    <a:pt x="4489" y="8287"/>
                  </a:cubicBezTo>
                  <a:lnTo>
                    <a:pt x="4763" y="8073"/>
                  </a:lnTo>
                  <a:cubicBezTo>
                    <a:pt x="4763" y="8073"/>
                    <a:pt x="4668" y="7954"/>
                    <a:pt x="4537" y="7764"/>
                  </a:cubicBezTo>
                  <a:cubicBezTo>
                    <a:pt x="4382" y="7549"/>
                    <a:pt x="4180" y="7252"/>
                    <a:pt x="3941" y="6894"/>
                  </a:cubicBezTo>
                  <a:cubicBezTo>
                    <a:pt x="3465" y="6180"/>
                    <a:pt x="2834" y="5204"/>
                    <a:pt x="2275" y="4192"/>
                  </a:cubicBezTo>
                  <a:cubicBezTo>
                    <a:pt x="1703" y="3180"/>
                    <a:pt x="1203" y="2132"/>
                    <a:pt x="858" y="1346"/>
                  </a:cubicBezTo>
                  <a:cubicBezTo>
                    <a:pt x="691" y="941"/>
                    <a:pt x="548" y="620"/>
                    <a:pt x="453" y="382"/>
                  </a:cubicBezTo>
                  <a:cubicBezTo>
                    <a:pt x="370" y="144"/>
                    <a:pt x="322" y="1"/>
                    <a:pt x="3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0"/>
            <p:cNvSpPr/>
            <p:nvPr/>
          </p:nvSpPr>
          <p:spPr>
            <a:xfrm>
              <a:off x="748611" y="4901569"/>
              <a:ext cx="103714" cy="116165"/>
            </a:xfrm>
            <a:custGeom>
              <a:rect b="b" l="l" r="r" t="t"/>
              <a:pathLst>
                <a:path extrusionOk="0" h="2575" w="2299">
                  <a:moveTo>
                    <a:pt x="1002" y="0"/>
                  </a:moveTo>
                  <a:cubicBezTo>
                    <a:pt x="942" y="0"/>
                    <a:pt x="882" y="6"/>
                    <a:pt x="822" y="18"/>
                  </a:cubicBezTo>
                  <a:cubicBezTo>
                    <a:pt x="525" y="77"/>
                    <a:pt x="287" y="280"/>
                    <a:pt x="156" y="554"/>
                  </a:cubicBezTo>
                  <a:cubicBezTo>
                    <a:pt x="84" y="685"/>
                    <a:pt x="37" y="851"/>
                    <a:pt x="25" y="1030"/>
                  </a:cubicBezTo>
                  <a:cubicBezTo>
                    <a:pt x="25" y="1125"/>
                    <a:pt x="1" y="1209"/>
                    <a:pt x="25" y="1304"/>
                  </a:cubicBezTo>
                  <a:cubicBezTo>
                    <a:pt x="37" y="1387"/>
                    <a:pt x="48" y="1482"/>
                    <a:pt x="84" y="1566"/>
                  </a:cubicBezTo>
                  <a:cubicBezTo>
                    <a:pt x="203" y="1947"/>
                    <a:pt x="406" y="2244"/>
                    <a:pt x="680" y="2399"/>
                  </a:cubicBezTo>
                  <a:cubicBezTo>
                    <a:pt x="848" y="2514"/>
                    <a:pt x="1037" y="2575"/>
                    <a:pt x="1226" y="2575"/>
                  </a:cubicBezTo>
                  <a:cubicBezTo>
                    <a:pt x="1330" y="2575"/>
                    <a:pt x="1435" y="2556"/>
                    <a:pt x="1537" y="2518"/>
                  </a:cubicBezTo>
                  <a:cubicBezTo>
                    <a:pt x="1834" y="2423"/>
                    <a:pt x="2049" y="2197"/>
                    <a:pt x="2144" y="1911"/>
                  </a:cubicBezTo>
                  <a:cubicBezTo>
                    <a:pt x="2251" y="1625"/>
                    <a:pt x="2299" y="1304"/>
                    <a:pt x="2192" y="970"/>
                  </a:cubicBezTo>
                  <a:cubicBezTo>
                    <a:pt x="2180" y="899"/>
                    <a:pt x="2144" y="828"/>
                    <a:pt x="2084" y="768"/>
                  </a:cubicBezTo>
                  <a:cubicBezTo>
                    <a:pt x="2049" y="685"/>
                    <a:pt x="2013" y="613"/>
                    <a:pt x="1965" y="554"/>
                  </a:cubicBezTo>
                  <a:cubicBezTo>
                    <a:pt x="1882" y="423"/>
                    <a:pt x="1775" y="316"/>
                    <a:pt x="1656" y="232"/>
                  </a:cubicBezTo>
                  <a:cubicBezTo>
                    <a:pt x="1466" y="90"/>
                    <a:pt x="1238" y="0"/>
                    <a:pt x="1002"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0"/>
            <p:cNvSpPr/>
            <p:nvPr/>
          </p:nvSpPr>
          <p:spPr>
            <a:xfrm>
              <a:off x="730881" y="4934592"/>
              <a:ext cx="140255" cy="98120"/>
            </a:xfrm>
            <a:custGeom>
              <a:rect b="b" l="l" r="r" t="t"/>
              <a:pathLst>
                <a:path extrusionOk="0" h="2175" w="3109">
                  <a:moveTo>
                    <a:pt x="1406" y="0"/>
                  </a:moveTo>
                  <a:cubicBezTo>
                    <a:pt x="1346" y="96"/>
                    <a:pt x="1311" y="215"/>
                    <a:pt x="1263" y="322"/>
                  </a:cubicBezTo>
                  <a:cubicBezTo>
                    <a:pt x="1227" y="441"/>
                    <a:pt x="1215" y="536"/>
                    <a:pt x="1215" y="643"/>
                  </a:cubicBezTo>
                  <a:cubicBezTo>
                    <a:pt x="1203" y="858"/>
                    <a:pt x="1215" y="1012"/>
                    <a:pt x="1215" y="1012"/>
                  </a:cubicBezTo>
                  <a:cubicBezTo>
                    <a:pt x="954" y="916"/>
                    <a:pt x="709" y="890"/>
                    <a:pt x="505" y="890"/>
                  </a:cubicBezTo>
                  <a:cubicBezTo>
                    <a:pt x="458" y="890"/>
                    <a:pt x="413" y="891"/>
                    <a:pt x="370" y="893"/>
                  </a:cubicBezTo>
                  <a:cubicBezTo>
                    <a:pt x="144" y="917"/>
                    <a:pt x="1" y="953"/>
                    <a:pt x="1" y="953"/>
                  </a:cubicBezTo>
                  <a:cubicBezTo>
                    <a:pt x="394" y="1727"/>
                    <a:pt x="930" y="2012"/>
                    <a:pt x="1346" y="2120"/>
                  </a:cubicBezTo>
                  <a:cubicBezTo>
                    <a:pt x="1509" y="2162"/>
                    <a:pt x="1658" y="2174"/>
                    <a:pt x="1778" y="2174"/>
                  </a:cubicBezTo>
                  <a:cubicBezTo>
                    <a:pt x="1965" y="2174"/>
                    <a:pt x="2085" y="2143"/>
                    <a:pt x="2085" y="2143"/>
                  </a:cubicBezTo>
                  <a:cubicBezTo>
                    <a:pt x="2085" y="2143"/>
                    <a:pt x="2358" y="2001"/>
                    <a:pt x="2620" y="1655"/>
                  </a:cubicBezTo>
                  <a:cubicBezTo>
                    <a:pt x="2882" y="1310"/>
                    <a:pt x="3108" y="810"/>
                    <a:pt x="3073" y="72"/>
                  </a:cubicBezTo>
                  <a:lnTo>
                    <a:pt x="3073" y="72"/>
                  </a:lnTo>
                  <a:cubicBezTo>
                    <a:pt x="3073" y="72"/>
                    <a:pt x="2930" y="107"/>
                    <a:pt x="2739" y="215"/>
                  </a:cubicBezTo>
                  <a:cubicBezTo>
                    <a:pt x="2537" y="346"/>
                    <a:pt x="2287" y="500"/>
                    <a:pt x="2096" y="762"/>
                  </a:cubicBezTo>
                  <a:cubicBezTo>
                    <a:pt x="2096" y="762"/>
                    <a:pt x="2025" y="631"/>
                    <a:pt x="1906" y="465"/>
                  </a:cubicBezTo>
                  <a:cubicBezTo>
                    <a:pt x="1846" y="393"/>
                    <a:pt x="1763" y="298"/>
                    <a:pt x="1680" y="215"/>
                  </a:cubicBezTo>
                  <a:cubicBezTo>
                    <a:pt x="1608" y="143"/>
                    <a:pt x="1513" y="60"/>
                    <a:pt x="1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0"/>
            <p:cNvSpPr/>
            <p:nvPr/>
          </p:nvSpPr>
          <p:spPr>
            <a:xfrm>
              <a:off x="433858" y="5205315"/>
              <a:ext cx="41955" cy="30135"/>
            </a:xfrm>
            <a:custGeom>
              <a:rect b="b" l="l" r="r" t="t"/>
              <a:pathLst>
                <a:path extrusionOk="0" h="668" w="930">
                  <a:moveTo>
                    <a:pt x="239" y="0"/>
                  </a:moveTo>
                  <a:cubicBezTo>
                    <a:pt x="239" y="0"/>
                    <a:pt x="1" y="476"/>
                    <a:pt x="48" y="595"/>
                  </a:cubicBezTo>
                  <a:cubicBezTo>
                    <a:pt x="64" y="635"/>
                    <a:pt x="91" y="648"/>
                    <a:pt x="119" y="648"/>
                  </a:cubicBezTo>
                  <a:cubicBezTo>
                    <a:pt x="175" y="648"/>
                    <a:pt x="239" y="595"/>
                    <a:pt x="239" y="595"/>
                  </a:cubicBezTo>
                  <a:cubicBezTo>
                    <a:pt x="239" y="595"/>
                    <a:pt x="398" y="667"/>
                    <a:pt x="521" y="667"/>
                  </a:cubicBezTo>
                  <a:cubicBezTo>
                    <a:pt x="549" y="667"/>
                    <a:pt x="574" y="664"/>
                    <a:pt x="596" y="655"/>
                  </a:cubicBezTo>
                  <a:cubicBezTo>
                    <a:pt x="715" y="595"/>
                    <a:pt x="929" y="345"/>
                    <a:pt x="929" y="345"/>
                  </a:cubicBezTo>
                  <a:lnTo>
                    <a:pt x="477" y="345"/>
                  </a:lnTo>
                  <a:lnTo>
                    <a:pt x="2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0"/>
            <p:cNvSpPr/>
            <p:nvPr/>
          </p:nvSpPr>
          <p:spPr>
            <a:xfrm>
              <a:off x="391452" y="5255255"/>
              <a:ext cx="324990" cy="186630"/>
            </a:xfrm>
            <a:custGeom>
              <a:rect b="b" l="l" r="r" t="t"/>
              <a:pathLst>
                <a:path extrusionOk="0" h="4137" w="7204">
                  <a:moveTo>
                    <a:pt x="4489" y="0"/>
                  </a:moveTo>
                  <a:cubicBezTo>
                    <a:pt x="4489" y="0"/>
                    <a:pt x="4251" y="60"/>
                    <a:pt x="4084" y="393"/>
                  </a:cubicBezTo>
                  <a:cubicBezTo>
                    <a:pt x="3978" y="605"/>
                    <a:pt x="3814" y="644"/>
                    <a:pt x="3709" y="644"/>
                  </a:cubicBezTo>
                  <a:cubicBezTo>
                    <a:pt x="3649" y="644"/>
                    <a:pt x="3608" y="631"/>
                    <a:pt x="3608" y="631"/>
                  </a:cubicBezTo>
                  <a:cubicBezTo>
                    <a:pt x="3608" y="631"/>
                    <a:pt x="3393" y="667"/>
                    <a:pt x="3274" y="1024"/>
                  </a:cubicBezTo>
                  <a:cubicBezTo>
                    <a:pt x="3155" y="1370"/>
                    <a:pt x="3120" y="1643"/>
                    <a:pt x="3120" y="1643"/>
                  </a:cubicBezTo>
                  <a:cubicBezTo>
                    <a:pt x="3120" y="1643"/>
                    <a:pt x="2908" y="1575"/>
                    <a:pt x="2689" y="1575"/>
                  </a:cubicBezTo>
                  <a:cubicBezTo>
                    <a:pt x="2580" y="1575"/>
                    <a:pt x="2469" y="1592"/>
                    <a:pt x="2381" y="1643"/>
                  </a:cubicBezTo>
                  <a:cubicBezTo>
                    <a:pt x="2143" y="1810"/>
                    <a:pt x="2429" y="2060"/>
                    <a:pt x="2429" y="2060"/>
                  </a:cubicBezTo>
                  <a:cubicBezTo>
                    <a:pt x="2429" y="2060"/>
                    <a:pt x="1979" y="2012"/>
                    <a:pt x="1679" y="2012"/>
                  </a:cubicBezTo>
                  <a:cubicBezTo>
                    <a:pt x="1529" y="2012"/>
                    <a:pt x="1417" y="2024"/>
                    <a:pt x="1417" y="2060"/>
                  </a:cubicBezTo>
                  <a:lnTo>
                    <a:pt x="1417" y="2477"/>
                  </a:lnTo>
                  <a:cubicBezTo>
                    <a:pt x="1417" y="2477"/>
                    <a:pt x="1327" y="2366"/>
                    <a:pt x="1197" y="2366"/>
                  </a:cubicBezTo>
                  <a:cubicBezTo>
                    <a:pt x="1131" y="2366"/>
                    <a:pt x="1056" y="2393"/>
                    <a:pt x="977" y="2477"/>
                  </a:cubicBezTo>
                  <a:cubicBezTo>
                    <a:pt x="726" y="2739"/>
                    <a:pt x="691" y="3132"/>
                    <a:pt x="691" y="3132"/>
                  </a:cubicBezTo>
                  <a:cubicBezTo>
                    <a:pt x="691" y="3132"/>
                    <a:pt x="631" y="3370"/>
                    <a:pt x="345" y="3417"/>
                  </a:cubicBezTo>
                  <a:cubicBezTo>
                    <a:pt x="60" y="3465"/>
                    <a:pt x="0" y="3703"/>
                    <a:pt x="0" y="3703"/>
                  </a:cubicBezTo>
                  <a:cubicBezTo>
                    <a:pt x="0" y="3703"/>
                    <a:pt x="619" y="3894"/>
                    <a:pt x="988" y="3941"/>
                  </a:cubicBezTo>
                  <a:cubicBezTo>
                    <a:pt x="1111" y="3953"/>
                    <a:pt x="1228" y="3957"/>
                    <a:pt x="1328" y="3957"/>
                  </a:cubicBezTo>
                  <a:cubicBezTo>
                    <a:pt x="1529" y="3957"/>
                    <a:pt x="1667" y="3941"/>
                    <a:pt x="1667" y="3941"/>
                  </a:cubicBezTo>
                  <a:cubicBezTo>
                    <a:pt x="1667" y="3941"/>
                    <a:pt x="1820" y="3923"/>
                    <a:pt x="2022" y="3923"/>
                  </a:cubicBezTo>
                  <a:cubicBezTo>
                    <a:pt x="2147" y="3923"/>
                    <a:pt x="2292" y="3930"/>
                    <a:pt x="2429" y="3953"/>
                  </a:cubicBezTo>
                  <a:cubicBezTo>
                    <a:pt x="2786" y="4013"/>
                    <a:pt x="3191" y="4096"/>
                    <a:pt x="3560" y="4132"/>
                  </a:cubicBezTo>
                  <a:cubicBezTo>
                    <a:pt x="3584" y="4135"/>
                    <a:pt x="3609" y="4136"/>
                    <a:pt x="3635" y="4136"/>
                  </a:cubicBezTo>
                  <a:cubicBezTo>
                    <a:pt x="4000" y="4136"/>
                    <a:pt x="4560" y="3846"/>
                    <a:pt x="4560" y="3846"/>
                  </a:cubicBezTo>
                  <a:cubicBezTo>
                    <a:pt x="4560" y="3846"/>
                    <a:pt x="4801" y="3838"/>
                    <a:pt x="5103" y="3838"/>
                  </a:cubicBezTo>
                  <a:cubicBezTo>
                    <a:pt x="5455" y="3838"/>
                    <a:pt x="5889" y="3849"/>
                    <a:pt x="6120" y="3894"/>
                  </a:cubicBezTo>
                  <a:cubicBezTo>
                    <a:pt x="6191" y="3905"/>
                    <a:pt x="6263" y="3910"/>
                    <a:pt x="6334" y="3910"/>
                  </a:cubicBezTo>
                  <a:cubicBezTo>
                    <a:pt x="6711" y="3910"/>
                    <a:pt x="7049" y="3775"/>
                    <a:pt x="7049" y="3775"/>
                  </a:cubicBezTo>
                  <a:lnTo>
                    <a:pt x="7203" y="3417"/>
                  </a:lnTo>
                  <a:cubicBezTo>
                    <a:pt x="7203" y="3417"/>
                    <a:pt x="6882" y="3346"/>
                    <a:pt x="6692" y="3072"/>
                  </a:cubicBezTo>
                  <a:cubicBezTo>
                    <a:pt x="6489" y="2810"/>
                    <a:pt x="6239" y="2108"/>
                    <a:pt x="6096" y="2060"/>
                  </a:cubicBezTo>
                  <a:cubicBezTo>
                    <a:pt x="5930" y="2001"/>
                    <a:pt x="5501" y="1643"/>
                    <a:pt x="5501" y="1643"/>
                  </a:cubicBezTo>
                  <a:cubicBezTo>
                    <a:pt x="5501" y="1643"/>
                    <a:pt x="5096" y="1024"/>
                    <a:pt x="5048" y="631"/>
                  </a:cubicBezTo>
                  <a:cubicBezTo>
                    <a:pt x="5001" y="250"/>
                    <a:pt x="4489" y="0"/>
                    <a:pt x="4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0"/>
            <p:cNvSpPr/>
            <p:nvPr/>
          </p:nvSpPr>
          <p:spPr>
            <a:xfrm>
              <a:off x="183572" y="5262744"/>
              <a:ext cx="56436" cy="74210"/>
            </a:xfrm>
            <a:custGeom>
              <a:rect b="b" l="l" r="r" t="t"/>
              <a:pathLst>
                <a:path extrusionOk="0" h="1645" w="1251">
                  <a:moveTo>
                    <a:pt x="346" y="1"/>
                  </a:moveTo>
                  <a:lnTo>
                    <a:pt x="0" y="227"/>
                  </a:lnTo>
                  <a:lnTo>
                    <a:pt x="905" y="1644"/>
                  </a:lnTo>
                  <a:lnTo>
                    <a:pt x="1251" y="1418"/>
                  </a:lnTo>
                  <a:lnTo>
                    <a:pt x="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0"/>
            <p:cNvSpPr/>
            <p:nvPr/>
          </p:nvSpPr>
          <p:spPr>
            <a:xfrm>
              <a:off x="1872283" y="5074758"/>
              <a:ext cx="139713" cy="322870"/>
            </a:xfrm>
            <a:custGeom>
              <a:rect b="b" l="l" r="r" t="t"/>
              <a:pathLst>
                <a:path extrusionOk="0" h="7157" w="3097">
                  <a:moveTo>
                    <a:pt x="2703" y="1"/>
                  </a:moveTo>
                  <a:lnTo>
                    <a:pt x="1" y="7002"/>
                  </a:lnTo>
                  <a:lnTo>
                    <a:pt x="406" y="7156"/>
                  </a:lnTo>
                  <a:lnTo>
                    <a:pt x="3096" y="156"/>
                  </a:lnTo>
                  <a:lnTo>
                    <a:pt x="27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0"/>
            <p:cNvSpPr/>
            <p:nvPr/>
          </p:nvSpPr>
          <p:spPr>
            <a:xfrm>
              <a:off x="1994223" y="5074758"/>
              <a:ext cx="139713" cy="322870"/>
            </a:xfrm>
            <a:custGeom>
              <a:rect b="b" l="l" r="r" t="t"/>
              <a:pathLst>
                <a:path extrusionOk="0" h="7157" w="3097">
                  <a:moveTo>
                    <a:pt x="405" y="1"/>
                  </a:moveTo>
                  <a:lnTo>
                    <a:pt x="0" y="156"/>
                  </a:lnTo>
                  <a:lnTo>
                    <a:pt x="2691" y="7156"/>
                  </a:lnTo>
                  <a:lnTo>
                    <a:pt x="3096" y="7002"/>
                  </a:lnTo>
                  <a:lnTo>
                    <a:pt x="40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0"/>
            <p:cNvSpPr/>
            <p:nvPr/>
          </p:nvSpPr>
          <p:spPr>
            <a:xfrm>
              <a:off x="1952854" y="5199901"/>
              <a:ext cx="104796" cy="19398"/>
            </a:xfrm>
            <a:custGeom>
              <a:rect b="b" l="l" r="r" t="t"/>
              <a:pathLst>
                <a:path extrusionOk="0" h="430" w="2323">
                  <a:moveTo>
                    <a:pt x="1" y="1"/>
                  </a:moveTo>
                  <a:lnTo>
                    <a:pt x="1" y="430"/>
                  </a:lnTo>
                  <a:lnTo>
                    <a:pt x="2322" y="430"/>
                  </a:lnTo>
                  <a:lnTo>
                    <a:pt x="232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0"/>
            <p:cNvSpPr/>
            <p:nvPr/>
          </p:nvSpPr>
          <p:spPr>
            <a:xfrm>
              <a:off x="1928132" y="5269195"/>
              <a:ext cx="152616" cy="19398"/>
            </a:xfrm>
            <a:custGeom>
              <a:rect b="b" l="l" r="r" t="t"/>
              <a:pathLst>
                <a:path extrusionOk="0" h="430" w="3383">
                  <a:moveTo>
                    <a:pt x="1" y="1"/>
                  </a:moveTo>
                  <a:lnTo>
                    <a:pt x="1" y="429"/>
                  </a:lnTo>
                  <a:lnTo>
                    <a:pt x="3382" y="429"/>
                  </a:lnTo>
                  <a:lnTo>
                    <a:pt x="338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0"/>
            <p:cNvSpPr/>
            <p:nvPr/>
          </p:nvSpPr>
          <p:spPr>
            <a:xfrm>
              <a:off x="1839531" y="4066572"/>
              <a:ext cx="127894" cy="164706"/>
            </a:xfrm>
            <a:custGeom>
              <a:rect b="b" l="l" r="r" t="t"/>
              <a:pathLst>
                <a:path extrusionOk="0" h="3651" w="2835">
                  <a:moveTo>
                    <a:pt x="1728" y="1"/>
                  </a:moveTo>
                  <a:cubicBezTo>
                    <a:pt x="1398" y="1"/>
                    <a:pt x="1081" y="116"/>
                    <a:pt x="953" y="251"/>
                  </a:cubicBezTo>
                  <a:cubicBezTo>
                    <a:pt x="953" y="251"/>
                    <a:pt x="393" y="810"/>
                    <a:pt x="203" y="1418"/>
                  </a:cubicBezTo>
                  <a:cubicBezTo>
                    <a:pt x="0" y="2025"/>
                    <a:pt x="298" y="2549"/>
                    <a:pt x="858" y="2692"/>
                  </a:cubicBezTo>
                  <a:cubicBezTo>
                    <a:pt x="858" y="2692"/>
                    <a:pt x="989" y="3335"/>
                    <a:pt x="977" y="3561"/>
                  </a:cubicBezTo>
                  <a:cubicBezTo>
                    <a:pt x="977" y="3561"/>
                    <a:pt x="1292" y="3651"/>
                    <a:pt x="1531" y="3651"/>
                  </a:cubicBezTo>
                  <a:cubicBezTo>
                    <a:pt x="1566" y="3651"/>
                    <a:pt x="1601" y="3649"/>
                    <a:pt x="1632" y="3644"/>
                  </a:cubicBezTo>
                  <a:cubicBezTo>
                    <a:pt x="1846" y="3620"/>
                    <a:pt x="2048" y="3525"/>
                    <a:pt x="2048" y="3525"/>
                  </a:cubicBezTo>
                  <a:lnTo>
                    <a:pt x="2048" y="2620"/>
                  </a:lnTo>
                  <a:cubicBezTo>
                    <a:pt x="2048" y="2620"/>
                    <a:pt x="2465" y="2239"/>
                    <a:pt x="2596" y="1894"/>
                  </a:cubicBezTo>
                  <a:cubicBezTo>
                    <a:pt x="2727" y="1537"/>
                    <a:pt x="2834" y="691"/>
                    <a:pt x="2429" y="251"/>
                  </a:cubicBezTo>
                  <a:cubicBezTo>
                    <a:pt x="2243" y="69"/>
                    <a:pt x="1982" y="1"/>
                    <a:pt x="1728"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0"/>
            <p:cNvSpPr/>
            <p:nvPr/>
          </p:nvSpPr>
          <p:spPr>
            <a:xfrm>
              <a:off x="1545169" y="3954330"/>
              <a:ext cx="89233" cy="109082"/>
            </a:xfrm>
            <a:custGeom>
              <a:rect b="b" l="l" r="r" t="t"/>
              <a:pathLst>
                <a:path extrusionOk="0" h="2418" w="1978">
                  <a:moveTo>
                    <a:pt x="1370" y="0"/>
                  </a:moveTo>
                  <a:cubicBezTo>
                    <a:pt x="1370" y="0"/>
                    <a:pt x="1358" y="60"/>
                    <a:pt x="1025" y="167"/>
                  </a:cubicBezTo>
                  <a:cubicBezTo>
                    <a:pt x="703" y="274"/>
                    <a:pt x="477" y="179"/>
                    <a:pt x="370" y="441"/>
                  </a:cubicBezTo>
                  <a:cubicBezTo>
                    <a:pt x="287" y="703"/>
                    <a:pt x="465" y="1215"/>
                    <a:pt x="263" y="1310"/>
                  </a:cubicBezTo>
                  <a:cubicBezTo>
                    <a:pt x="60" y="1417"/>
                    <a:pt x="1" y="1489"/>
                    <a:pt x="1" y="1489"/>
                  </a:cubicBezTo>
                  <a:cubicBezTo>
                    <a:pt x="1" y="1489"/>
                    <a:pt x="501" y="2144"/>
                    <a:pt x="679" y="2417"/>
                  </a:cubicBezTo>
                  <a:cubicBezTo>
                    <a:pt x="679" y="2417"/>
                    <a:pt x="918" y="2239"/>
                    <a:pt x="1001" y="1905"/>
                  </a:cubicBezTo>
                  <a:cubicBezTo>
                    <a:pt x="1072" y="1584"/>
                    <a:pt x="1608" y="1751"/>
                    <a:pt x="1727" y="1632"/>
                  </a:cubicBezTo>
                  <a:cubicBezTo>
                    <a:pt x="1846" y="1524"/>
                    <a:pt x="1977" y="1346"/>
                    <a:pt x="1977" y="1346"/>
                  </a:cubicBezTo>
                  <a:cubicBezTo>
                    <a:pt x="1977" y="1346"/>
                    <a:pt x="1799" y="239"/>
                    <a:pt x="13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0"/>
            <p:cNvSpPr/>
            <p:nvPr/>
          </p:nvSpPr>
          <p:spPr>
            <a:xfrm>
              <a:off x="1880719" y="4037925"/>
              <a:ext cx="130195" cy="159743"/>
            </a:xfrm>
            <a:custGeom>
              <a:rect b="b" l="l" r="r" t="t"/>
              <a:pathLst>
                <a:path extrusionOk="0" h="3541" w="2886">
                  <a:moveTo>
                    <a:pt x="1271" y="1"/>
                  </a:moveTo>
                  <a:cubicBezTo>
                    <a:pt x="1068" y="1"/>
                    <a:pt x="957" y="148"/>
                    <a:pt x="957" y="148"/>
                  </a:cubicBezTo>
                  <a:cubicBezTo>
                    <a:pt x="957" y="148"/>
                    <a:pt x="790" y="100"/>
                    <a:pt x="457" y="52"/>
                  </a:cubicBezTo>
                  <a:cubicBezTo>
                    <a:pt x="437" y="49"/>
                    <a:pt x="419" y="48"/>
                    <a:pt x="401" y="48"/>
                  </a:cubicBezTo>
                  <a:cubicBezTo>
                    <a:pt x="129" y="48"/>
                    <a:pt x="0" y="374"/>
                    <a:pt x="123" y="731"/>
                  </a:cubicBezTo>
                  <a:cubicBezTo>
                    <a:pt x="254" y="1088"/>
                    <a:pt x="826" y="1481"/>
                    <a:pt x="826" y="1481"/>
                  </a:cubicBezTo>
                  <a:cubicBezTo>
                    <a:pt x="792" y="1652"/>
                    <a:pt x="1095" y="1790"/>
                    <a:pt x="1111" y="1791"/>
                  </a:cubicBezTo>
                  <a:lnTo>
                    <a:pt x="1111" y="1791"/>
                  </a:lnTo>
                  <a:cubicBezTo>
                    <a:pt x="1029" y="1935"/>
                    <a:pt x="1231" y="2315"/>
                    <a:pt x="1231" y="2315"/>
                  </a:cubicBezTo>
                  <a:cubicBezTo>
                    <a:pt x="1231" y="2315"/>
                    <a:pt x="1258" y="2311"/>
                    <a:pt x="1295" y="2311"/>
                  </a:cubicBezTo>
                  <a:cubicBezTo>
                    <a:pt x="1398" y="2311"/>
                    <a:pt x="1580" y="2337"/>
                    <a:pt x="1493" y="2529"/>
                  </a:cubicBezTo>
                  <a:cubicBezTo>
                    <a:pt x="1373" y="2779"/>
                    <a:pt x="1159" y="2779"/>
                    <a:pt x="1159" y="2779"/>
                  </a:cubicBezTo>
                  <a:lnTo>
                    <a:pt x="1112" y="3541"/>
                  </a:lnTo>
                  <a:cubicBezTo>
                    <a:pt x="1112" y="3541"/>
                    <a:pt x="1254" y="3481"/>
                    <a:pt x="1469" y="3458"/>
                  </a:cubicBezTo>
                  <a:cubicBezTo>
                    <a:pt x="1695" y="3446"/>
                    <a:pt x="1790" y="3041"/>
                    <a:pt x="1790" y="3041"/>
                  </a:cubicBezTo>
                  <a:cubicBezTo>
                    <a:pt x="1790" y="3041"/>
                    <a:pt x="2374" y="2850"/>
                    <a:pt x="2636" y="2231"/>
                  </a:cubicBezTo>
                  <a:cubicBezTo>
                    <a:pt x="2886" y="1600"/>
                    <a:pt x="2231" y="1422"/>
                    <a:pt x="2231" y="1422"/>
                  </a:cubicBezTo>
                  <a:cubicBezTo>
                    <a:pt x="2231" y="1422"/>
                    <a:pt x="2290" y="743"/>
                    <a:pt x="1766" y="255"/>
                  </a:cubicBezTo>
                  <a:cubicBezTo>
                    <a:pt x="1567" y="60"/>
                    <a:pt x="1401" y="1"/>
                    <a:pt x="12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0"/>
            <p:cNvSpPr/>
            <p:nvPr/>
          </p:nvSpPr>
          <p:spPr>
            <a:xfrm>
              <a:off x="1598357" y="3946255"/>
              <a:ext cx="216811" cy="285607"/>
            </a:xfrm>
            <a:custGeom>
              <a:rect b="b" l="l" r="r" t="t"/>
              <a:pathLst>
                <a:path extrusionOk="0" h="6331" w="4806">
                  <a:moveTo>
                    <a:pt x="499" y="0"/>
                  </a:moveTo>
                  <a:cubicBezTo>
                    <a:pt x="446" y="0"/>
                    <a:pt x="466" y="201"/>
                    <a:pt x="572" y="394"/>
                  </a:cubicBezTo>
                  <a:lnTo>
                    <a:pt x="703" y="644"/>
                  </a:lnTo>
                  <a:cubicBezTo>
                    <a:pt x="703" y="644"/>
                    <a:pt x="377" y="108"/>
                    <a:pt x="231" y="108"/>
                  </a:cubicBezTo>
                  <a:cubicBezTo>
                    <a:pt x="230" y="108"/>
                    <a:pt x="228" y="108"/>
                    <a:pt x="227" y="108"/>
                  </a:cubicBezTo>
                  <a:cubicBezTo>
                    <a:pt x="96" y="120"/>
                    <a:pt x="262" y="298"/>
                    <a:pt x="322" y="406"/>
                  </a:cubicBezTo>
                  <a:cubicBezTo>
                    <a:pt x="382" y="513"/>
                    <a:pt x="417" y="668"/>
                    <a:pt x="417" y="668"/>
                  </a:cubicBezTo>
                  <a:cubicBezTo>
                    <a:pt x="417" y="668"/>
                    <a:pt x="198" y="349"/>
                    <a:pt x="106" y="349"/>
                  </a:cubicBezTo>
                  <a:cubicBezTo>
                    <a:pt x="98" y="349"/>
                    <a:pt x="90" y="352"/>
                    <a:pt x="84" y="358"/>
                  </a:cubicBezTo>
                  <a:cubicBezTo>
                    <a:pt x="1" y="418"/>
                    <a:pt x="179" y="656"/>
                    <a:pt x="310" y="834"/>
                  </a:cubicBezTo>
                  <a:cubicBezTo>
                    <a:pt x="441" y="1013"/>
                    <a:pt x="477" y="1299"/>
                    <a:pt x="560" y="1465"/>
                  </a:cubicBezTo>
                  <a:cubicBezTo>
                    <a:pt x="560" y="1465"/>
                    <a:pt x="1763" y="4573"/>
                    <a:pt x="3465" y="5906"/>
                  </a:cubicBezTo>
                  <a:cubicBezTo>
                    <a:pt x="3850" y="6212"/>
                    <a:pt x="4102" y="6330"/>
                    <a:pt x="4262" y="6330"/>
                  </a:cubicBezTo>
                  <a:cubicBezTo>
                    <a:pt x="4806" y="6330"/>
                    <a:pt x="4287" y="4966"/>
                    <a:pt x="4287" y="4966"/>
                  </a:cubicBezTo>
                  <a:cubicBezTo>
                    <a:pt x="4287" y="4966"/>
                    <a:pt x="3275" y="4156"/>
                    <a:pt x="2406" y="3096"/>
                  </a:cubicBezTo>
                  <a:cubicBezTo>
                    <a:pt x="1536" y="2037"/>
                    <a:pt x="1024" y="1287"/>
                    <a:pt x="1024" y="1287"/>
                  </a:cubicBezTo>
                  <a:cubicBezTo>
                    <a:pt x="1024" y="1287"/>
                    <a:pt x="1024" y="834"/>
                    <a:pt x="846" y="477"/>
                  </a:cubicBezTo>
                  <a:cubicBezTo>
                    <a:pt x="667" y="108"/>
                    <a:pt x="643" y="179"/>
                    <a:pt x="548" y="37"/>
                  </a:cubicBezTo>
                  <a:cubicBezTo>
                    <a:pt x="528" y="12"/>
                    <a:pt x="511" y="0"/>
                    <a:pt x="499"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0"/>
            <p:cNvSpPr/>
            <p:nvPr/>
          </p:nvSpPr>
          <p:spPr>
            <a:xfrm>
              <a:off x="1637019" y="3976075"/>
              <a:ext cx="13263" cy="30947"/>
            </a:xfrm>
            <a:custGeom>
              <a:rect b="b" l="l" r="r" t="t"/>
              <a:pathLst>
                <a:path extrusionOk="0" h="686" w="294">
                  <a:moveTo>
                    <a:pt x="227" y="0"/>
                  </a:moveTo>
                  <a:cubicBezTo>
                    <a:pt x="216" y="0"/>
                    <a:pt x="204" y="6"/>
                    <a:pt x="191" y="18"/>
                  </a:cubicBezTo>
                  <a:cubicBezTo>
                    <a:pt x="132" y="54"/>
                    <a:pt x="1" y="257"/>
                    <a:pt x="1" y="376"/>
                  </a:cubicBezTo>
                  <a:cubicBezTo>
                    <a:pt x="13" y="459"/>
                    <a:pt x="132" y="685"/>
                    <a:pt x="132" y="685"/>
                  </a:cubicBezTo>
                  <a:cubicBezTo>
                    <a:pt x="132" y="685"/>
                    <a:pt x="179" y="471"/>
                    <a:pt x="179" y="459"/>
                  </a:cubicBezTo>
                  <a:cubicBezTo>
                    <a:pt x="191" y="447"/>
                    <a:pt x="239" y="269"/>
                    <a:pt x="275" y="161"/>
                  </a:cubicBezTo>
                  <a:cubicBezTo>
                    <a:pt x="293" y="77"/>
                    <a:pt x="268" y="0"/>
                    <a:pt x="227" y="0"/>
                  </a:cubicBezTo>
                  <a:close/>
                </a:path>
              </a:pathLst>
            </a:custGeom>
            <a:solidFill>
              <a:srgbClr val="FF9A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0"/>
            <p:cNvSpPr/>
            <p:nvPr/>
          </p:nvSpPr>
          <p:spPr>
            <a:xfrm>
              <a:off x="2002298" y="4192257"/>
              <a:ext cx="174044" cy="169623"/>
            </a:xfrm>
            <a:custGeom>
              <a:rect b="b" l="l" r="r" t="t"/>
              <a:pathLst>
                <a:path extrusionOk="0" h="3760" w="3858">
                  <a:moveTo>
                    <a:pt x="3496" y="1"/>
                  </a:moveTo>
                  <a:cubicBezTo>
                    <a:pt x="3398" y="1"/>
                    <a:pt x="3155" y="418"/>
                    <a:pt x="3155" y="418"/>
                  </a:cubicBezTo>
                  <a:cubicBezTo>
                    <a:pt x="3155" y="418"/>
                    <a:pt x="3144" y="132"/>
                    <a:pt x="3054" y="132"/>
                  </a:cubicBezTo>
                  <a:cubicBezTo>
                    <a:pt x="3052" y="132"/>
                    <a:pt x="3050" y="132"/>
                    <a:pt x="3048" y="132"/>
                  </a:cubicBezTo>
                  <a:cubicBezTo>
                    <a:pt x="2965" y="144"/>
                    <a:pt x="2989" y="477"/>
                    <a:pt x="2989" y="477"/>
                  </a:cubicBezTo>
                  <a:cubicBezTo>
                    <a:pt x="2989" y="477"/>
                    <a:pt x="2905" y="894"/>
                    <a:pt x="2846" y="1025"/>
                  </a:cubicBezTo>
                  <a:cubicBezTo>
                    <a:pt x="2786" y="1156"/>
                    <a:pt x="1667" y="2454"/>
                    <a:pt x="1524" y="2489"/>
                  </a:cubicBezTo>
                  <a:cubicBezTo>
                    <a:pt x="1524" y="2489"/>
                    <a:pt x="1060" y="1846"/>
                    <a:pt x="643" y="1715"/>
                  </a:cubicBezTo>
                  <a:cubicBezTo>
                    <a:pt x="622" y="1709"/>
                    <a:pt x="601" y="1706"/>
                    <a:pt x="580" y="1706"/>
                  </a:cubicBezTo>
                  <a:cubicBezTo>
                    <a:pt x="214" y="1706"/>
                    <a:pt x="0" y="2668"/>
                    <a:pt x="0" y="2668"/>
                  </a:cubicBezTo>
                  <a:cubicBezTo>
                    <a:pt x="0" y="2668"/>
                    <a:pt x="762" y="3585"/>
                    <a:pt x="1060" y="3739"/>
                  </a:cubicBezTo>
                  <a:cubicBezTo>
                    <a:pt x="1088" y="3753"/>
                    <a:pt x="1120" y="3759"/>
                    <a:pt x="1157" y="3759"/>
                  </a:cubicBezTo>
                  <a:cubicBezTo>
                    <a:pt x="1501" y="3759"/>
                    <a:pt x="2167" y="3169"/>
                    <a:pt x="2512" y="2501"/>
                  </a:cubicBezTo>
                  <a:cubicBezTo>
                    <a:pt x="2917" y="1751"/>
                    <a:pt x="3131" y="1203"/>
                    <a:pt x="3131" y="1203"/>
                  </a:cubicBezTo>
                  <a:cubicBezTo>
                    <a:pt x="3131" y="1203"/>
                    <a:pt x="3643" y="834"/>
                    <a:pt x="3798" y="477"/>
                  </a:cubicBezTo>
                  <a:cubicBezTo>
                    <a:pt x="3798" y="477"/>
                    <a:pt x="3858" y="310"/>
                    <a:pt x="3798" y="287"/>
                  </a:cubicBezTo>
                  <a:cubicBezTo>
                    <a:pt x="3794" y="284"/>
                    <a:pt x="3790" y="283"/>
                    <a:pt x="3785" y="283"/>
                  </a:cubicBezTo>
                  <a:cubicBezTo>
                    <a:pt x="3719" y="283"/>
                    <a:pt x="3579" y="508"/>
                    <a:pt x="3512" y="608"/>
                  </a:cubicBezTo>
                  <a:cubicBezTo>
                    <a:pt x="3512" y="608"/>
                    <a:pt x="3751" y="203"/>
                    <a:pt x="3703" y="120"/>
                  </a:cubicBezTo>
                  <a:cubicBezTo>
                    <a:pt x="3701" y="111"/>
                    <a:pt x="3696" y="107"/>
                    <a:pt x="3688" y="107"/>
                  </a:cubicBezTo>
                  <a:cubicBezTo>
                    <a:pt x="3618" y="107"/>
                    <a:pt x="3334" y="489"/>
                    <a:pt x="3334" y="489"/>
                  </a:cubicBezTo>
                  <a:cubicBezTo>
                    <a:pt x="3334" y="489"/>
                    <a:pt x="3584" y="13"/>
                    <a:pt x="3500" y="1"/>
                  </a:cubicBezTo>
                  <a:cubicBezTo>
                    <a:pt x="3499" y="1"/>
                    <a:pt x="3498" y="1"/>
                    <a:pt x="3496"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0"/>
            <p:cNvSpPr/>
            <p:nvPr/>
          </p:nvSpPr>
          <p:spPr>
            <a:xfrm>
              <a:off x="1825546" y="4427025"/>
              <a:ext cx="147789" cy="566387"/>
            </a:xfrm>
            <a:custGeom>
              <a:rect b="b" l="l" r="r" t="t"/>
              <a:pathLst>
                <a:path extrusionOk="0" h="12555" w="3276">
                  <a:moveTo>
                    <a:pt x="2405" y="1"/>
                  </a:moveTo>
                  <a:cubicBezTo>
                    <a:pt x="1501" y="1"/>
                    <a:pt x="1" y="333"/>
                    <a:pt x="1" y="333"/>
                  </a:cubicBezTo>
                  <a:cubicBezTo>
                    <a:pt x="1" y="333"/>
                    <a:pt x="1061" y="11573"/>
                    <a:pt x="1251" y="12501"/>
                  </a:cubicBezTo>
                  <a:cubicBezTo>
                    <a:pt x="1251" y="12501"/>
                    <a:pt x="1696" y="12554"/>
                    <a:pt x="2094" y="12554"/>
                  </a:cubicBezTo>
                  <a:cubicBezTo>
                    <a:pt x="2293" y="12554"/>
                    <a:pt x="2481" y="12541"/>
                    <a:pt x="2596" y="12501"/>
                  </a:cubicBezTo>
                  <a:cubicBezTo>
                    <a:pt x="2596" y="12501"/>
                    <a:pt x="2525" y="5655"/>
                    <a:pt x="2596" y="4965"/>
                  </a:cubicBezTo>
                  <a:cubicBezTo>
                    <a:pt x="2668" y="4262"/>
                    <a:pt x="3275" y="679"/>
                    <a:pt x="3061" y="179"/>
                  </a:cubicBezTo>
                  <a:cubicBezTo>
                    <a:pt x="3002" y="48"/>
                    <a:pt x="2746" y="1"/>
                    <a:pt x="24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0"/>
            <p:cNvSpPr/>
            <p:nvPr/>
          </p:nvSpPr>
          <p:spPr>
            <a:xfrm>
              <a:off x="1887350" y="4429957"/>
              <a:ext cx="213788" cy="440208"/>
            </a:xfrm>
            <a:custGeom>
              <a:rect b="b" l="l" r="r" t="t"/>
              <a:pathLst>
                <a:path extrusionOk="0" h="9758" w="4739">
                  <a:moveTo>
                    <a:pt x="1653" y="1"/>
                  </a:moveTo>
                  <a:cubicBezTo>
                    <a:pt x="479" y="1"/>
                    <a:pt x="0" y="3709"/>
                    <a:pt x="0" y="3709"/>
                  </a:cubicBezTo>
                  <a:cubicBezTo>
                    <a:pt x="0" y="3709"/>
                    <a:pt x="929" y="6531"/>
                    <a:pt x="1465" y="7222"/>
                  </a:cubicBezTo>
                  <a:cubicBezTo>
                    <a:pt x="2000" y="7900"/>
                    <a:pt x="3846" y="9758"/>
                    <a:pt x="3846" y="9758"/>
                  </a:cubicBezTo>
                  <a:lnTo>
                    <a:pt x="4739" y="8853"/>
                  </a:lnTo>
                  <a:cubicBezTo>
                    <a:pt x="4739" y="8853"/>
                    <a:pt x="2715" y="5936"/>
                    <a:pt x="2524" y="5257"/>
                  </a:cubicBezTo>
                  <a:cubicBezTo>
                    <a:pt x="2322" y="4566"/>
                    <a:pt x="1953" y="78"/>
                    <a:pt x="1953" y="78"/>
                  </a:cubicBezTo>
                  <a:cubicBezTo>
                    <a:pt x="1848" y="25"/>
                    <a:pt x="1749" y="1"/>
                    <a:pt x="16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0"/>
            <p:cNvSpPr/>
            <p:nvPr/>
          </p:nvSpPr>
          <p:spPr>
            <a:xfrm>
              <a:off x="184655" y="3002536"/>
              <a:ext cx="1127993" cy="1247406"/>
            </a:xfrm>
            <a:custGeom>
              <a:rect b="b" l="l" r="r" t="t"/>
              <a:pathLst>
                <a:path extrusionOk="0" h="27651" w="25004">
                  <a:moveTo>
                    <a:pt x="12811" y="1"/>
                  </a:moveTo>
                  <a:cubicBezTo>
                    <a:pt x="9180" y="810"/>
                    <a:pt x="5822" y="2394"/>
                    <a:pt x="2953" y="4561"/>
                  </a:cubicBezTo>
                  <a:cubicBezTo>
                    <a:pt x="2953" y="4561"/>
                    <a:pt x="2977" y="4823"/>
                    <a:pt x="3191" y="5180"/>
                  </a:cubicBezTo>
                  <a:cubicBezTo>
                    <a:pt x="3394" y="5537"/>
                    <a:pt x="3048" y="5739"/>
                    <a:pt x="3072" y="5858"/>
                  </a:cubicBezTo>
                  <a:cubicBezTo>
                    <a:pt x="3084" y="5966"/>
                    <a:pt x="3275" y="5954"/>
                    <a:pt x="3096" y="6156"/>
                  </a:cubicBezTo>
                  <a:cubicBezTo>
                    <a:pt x="2929" y="6370"/>
                    <a:pt x="3096" y="6323"/>
                    <a:pt x="2953" y="6466"/>
                  </a:cubicBezTo>
                  <a:cubicBezTo>
                    <a:pt x="2798" y="6620"/>
                    <a:pt x="2655" y="6751"/>
                    <a:pt x="2548" y="6823"/>
                  </a:cubicBezTo>
                  <a:cubicBezTo>
                    <a:pt x="2441" y="6906"/>
                    <a:pt x="2477" y="7109"/>
                    <a:pt x="2262" y="7359"/>
                  </a:cubicBezTo>
                  <a:cubicBezTo>
                    <a:pt x="2060" y="7621"/>
                    <a:pt x="1655" y="7823"/>
                    <a:pt x="1655" y="8228"/>
                  </a:cubicBezTo>
                  <a:cubicBezTo>
                    <a:pt x="1655" y="8609"/>
                    <a:pt x="1048" y="9145"/>
                    <a:pt x="965" y="9371"/>
                  </a:cubicBezTo>
                  <a:cubicBezTo>
                    <a:pt x="893" y="9585"/>
                    <a:pt x="286" y="10395"/>
                    <a:pt x="250" y="10931"/>
                  </a:cubicBezTo>
                  <a:cubicBezTo>
                    <a:pt x="227" y="11466"/>
                    <a:pt x="227" y="12038"/>
                    <a:pt x="250" y="12359"/>
                  </a:cubicBezTo>
                  <a:cubicBezTo>
                    <a:pt x="286" y="12693"/>
                    <a:pt x="310" y="13050"/>
                    <a:pt x="227" y="13431"/>
                  </a:cubicBezTo>
                  <a:cubicBezTo>
                    <a:pt x="155" y="13824"/>
                    <a:pt x="72" y="14181"/>
                    <a:pt x="36" y="14895"/>
                  </a:cubicBezTo>
                  <a:cubicBezTo>
                    <a:pt x="0" y="15610"/>
                    <a:pt x="286" y="15919"/>
                    <a:pt x="953" y="16145"/>
                  </a:cubicBezTo>
                  <a:cubicBezTo>
                    <a:pt x="1643" y="16348"/>
                    <a:pt x="2917" y="16967"/>
                    <a:pt x="3227" y="17419"/>
                  </a:cubicBezTo>
                  <a:cubicBezTo>
                    <a:pt x="3560" y="17884"/>
                    <a:pt x="3739" y="18455"/>
                    <a:pt x="3977" y="18527"/>
                  </a:cubicBezTo>
                  <a:cubicBezTo>
                    <a:pt x="4227" y="18598"/>
                    <a:pt x="4441" y="19348"/>
                    <a:pt x="5251" y="19908"/>
                  </a:cubicBezTo>
                  <a:cubicBezTo>
                    <a:pt x="6072" y="20479"/>
                    <a:pt x="7608" y="20551"/>
                    <a:pt x="8287" y="21277"/>
                  </a:cubicBezTo>
                  <a:cubicBezTo>
                    <a:pt x="8978" y="22003"/>
                    <a:pt x="10216" y="23789"/>
                    <a:pt x="10537" y="24777"/>
                  </a:cubicBezTo>
                  <a:cubicBezTo>
                    <a:pt x="10871" y="25766"/>
                    <a:pt x="11406" y="26111"/>
                    <a:pt x="11966" y="26587"/>
                  </a:cubicBezTo>
                  <a:cubicBezTo>
                    <a:pt x="12538" y="27063"/>
                    <a:pt x="13252" y="27599"/>
                    <a:pt x="13788" y="27647"/>
                  </a:cubicBezTo>
                  <a:cubicBezTo>
                    <a:pt x="13826" y="27649"/>
                    <a:pt x="13862" y="27651"/>
                    <a:pt x="13897" y="27651"/>
                  </a:cubicBezTo>
                  <a:cubicBezTo>
                    <a:pt x="14354" y="27651"/>
                    <a:pt x="14547" y="27443"/>
                    <a:pt x="14514" y="27266"/>
                  </a:cubicBezTo>
                  <a:cubicBezTo>
                    <a:pt x="14502" y="27063"/>
                    <a:pt x="13812" y="26504"/>
                    <a:pt x="13704" y="26349"/>
                  </a:cubicBezTo>
                  <a:cubicBezTo>
                    <a:pt x="13609" y="26206"/>
                    <a:pt x="13383" y="25254"/>
                    <a:pt x="13073" y="24563"/>
                  </a:cubicBezTo>
                  <a:cubicBezTo>
                    <a:pt x="12740" y="23884"/>
                    <a:pt x="12716" y="23873"/>
                    <a:pt x="12811" y="23539"/>
                  </a:cubicBezTo>
                  <a:cubicBezTo>
                    <a:pt x="12919" y="23218"/>
                    <a:pt x="13145" y="22503"/>
                    <a:pt x="13454" y="22325"/>
                  </a:cubicBezTo>
                  <a:cubicBezTo>
                    <a:pt x="13788" y="22146"/>
                    <a:pt x="14026" y="22277"/>
                    <a:pt x="14252" y="21968"/>
                  </a:cubicBezTo>
                  <a:cubicBezTo>
                    <a:pt x="14454" y="21646"/>
                    <a:pt x="14526" y="21468"/>
                    <a:pt x="14514" y="21277"/>
                  </a:cubicBezTo>
                  <a:cubicBezTo>
                    <a:pt x="14502" y="21087"/>
                    <a:pt x="14169" y="20967"/>
                    <a:pt x="13859" y="20932"/>
                  </a:cubicBezTo>
                  <a:cubicBezTo>
                    <a:pt x="13538" y="20908"/>
                    <a:pt x="13431" y="20622"/>
                    <a:pt x="13002" y="20551"/>
                  </a:cubicBezTo>
                  <a:cubicBezTo>
                    <a:pt x="12561" y="20479"/>
                    <a:pt x="11966" y="20301"/>
                    <a:pt x="11823" y="20039"/>
                  </a:cubicBezTo>
                  <a:cubicBezTo>
                    <a:pt x="11698" y="19836"/>
                    <a:pt x="11471" y="19751"/>
                    <a:pt x="11270" y="19751"/>
                  </a:cubicBezTo>
                  <a:cubicBezTo>
                    <a:pt x="11222" y="19751"/>
                    <a:pt x="11176" y="19756"/>
                    <a:pt x="11133" y="19765"/>
                  </a:cubicBezTo>
                  <a:cubicBezTo>
                    <a:pt x="11053" y="19774"/>
                    <a:pt x="10905" y="19798"/>
                    <a:pt x="10729" y="19798"/>
                  </a:cubicBezTo>
                  <a:cubicBezTo>
                    <a:pt x="10455" y="19798"/>
                    <a:pt x="10112" y="19740"/>
                    <a:pt x="9859" y="19479"/>
                  </a:cubicBezTo>
                  <a:cubicBezTo>
                    <a:pt x="9430" y="19051"/>
                    <a:pt x="9394" y="18229"/>
                    <a:pt x="9323" y="17800"/>
                  </a:cubicBezTo>
                  <a:cubicBezTo>
                    <a:pt x="9240" y="17372"/>
                    <a:pt x="9168" y="17229"/>
                    <a:pt x="9287" y="16907"/>
                  </a:cubicBezTo>
                  <a:cubicBezTo>
                    <a:pt x="9394" y="16574"/>
                    <a:pt x="9394" y="16336"/>
                    <a:pt x="9894" y="16098"/>
                  </a:cubicBezTo>
                  <a:cubicBezTo>
                    <a:pt x="10184" y="15963"/>
                    <a:pt x="10571" y="15848"/>
                    <a:pt x="10942" y="15848"/>
                  </a:cubicBezTo>
                  <a:cubicBezTo>
                    <a:pt x="11228" y="15848"/>
                    <a:pt x="11504" y="15916"/>
                    <a:pt x="11716" y="16098"/>
                  </a:cubicBezTo>
                  <a:cubicBezTo>
                    <a:pt x="11890" y="16243"/>
                    <a:pt x="12124" y="16298"/>
                    <a:pt x="12365" y="16298"/>
                  </a:cubicBezTo>
                  <a:cubicBezTo>
                    <a:pt x="12816" y="16298"/>
                    <a:pt x="13291" y="16102"/>
                    <a:pt x="13431" y="15931"/>
                  </a:cubicBezTo>
                  <a:cubicBezTo>
                    <a:pt x="13633" y="15681"/>
                    <a:pt x="14252" y="14943"/>
                    <a:pt x="14752" y="14907"/>
                  </a:cubicBezTo>
                  <a:cubicBezTo>
                    <a:pt x="15252" y="14883"/>
                    <a:pt x="16074" y="14907"/>
                    <a:pt x="16383" y="14633"/>
                  </a:cubicBezTo>
                  <a:cubicBezTo>
                    <a:pt x="16717" y="14348"/>
                    <a:pt x="17919" y="13740"/>
                    <a:pt x="18134" y="13264"/>
                  </a:cubicBezTo>
                  <a:cubicBezTo>
                    <a:pt x="18336" y="12764"/>
                    <a:pt x="19157" y="11371"/>
                    <a:pt x="19157" y="10907"/>
                  </a:cubicBezTo>
                  <a:cubicBezTo>
                    <a:pt x="19157" y="10479"/>
                    <a:pt x="20432" y="9686"/>
                    <a:pt x="20958" y="9686"/>
                  </a:cubicBezTo>
                  <a:cubicBezTo>
                    <a:pt x="21003" y="9686"/>
                    <a:pt x="21042" y="9692"/>
                    <a:pt x="21074" y="9704"/>
                  </a:cubicBezTo>
                  <a:cubicBezTo>
                    <a:pt x="21115" y="9718"/>
                    <a:pt x="21157" y="9724"/>
                    <a:pt x="21200" y="9724"/>
                  </a:cubicBezTo>
                  <a:cubicBezTo>
                    <a:pt x="21608" y="9724"/>
                    <a:pt x="22094" y="9168"/>
                    <a:pt x="22277" y="9168"/>
                  </a:cubicBezTo>
                  <a:cubicBezTo>
                    <a:pt x="22347" y="9168"/>
                    <a:pt x="22464" y="9180"/>
                    <a:pt x="22603" y="9180"/>
                  </a:cubicBezTo>
                  <a:cubicBezTo>
                    <a:pt x="22887" y="9180"/>
                    <a:pt x="23259" y="9131"/>
                    <a:pt x="23491" y="8835"/>
                  </a:cubicBezTo>
                  <a:cubicBezTo>
                    <a:pt x="23849" y="8406"/>
                    <a:pt x="24122" y="8121"/>
                    <a:pt x="24408" y="7704"/>
                  </a:cubicBezTo>
                  <a:cubicBezTo>
                    <a:pt x="24789" y="7311"/>
                    <a:pt x="25003" y="6668"/>
                    <a:pt x="23968" y="6359"/>
                  </a:cubicBezTo>
                  <a:cubicBezTo>
                    <a:pt x="22944" y="6025"/>
                    <a:pt x="22182" y="5930"/>
                    <a:pt x="21563" y="5597"/>
                  </a:cubicBezTo>
                  <a:cubicBezTo>
                    <a:pt x="20969" y="5259"/>
                    <a:pt x="20387" y="5013"/>
                    <a:pt x="19917" y="5013"/>
                  </a:cubicBezTo>
                  <a:cubicBezTo>
                    <a:pt x="19906" y="5013"/>
                    <a:pt x="19895" y="5013"/>
                    <a:pt x="19884" y="5013"/>
                  </a:cubicBezTo>
                  <a:cubicBezTo>
                    <a:pt x="19873" y="5013"/>
                    <a:pt x="19862" y="5014"/>
                    <a:pt x="19850" y="5014"/>
                  </a:cubicBezTo>
                  <a:cubicBezTo>
                    <a:pt x="19533" y="5014"/>
                    <a:pt x="19012" y="4910"/>
                    <a:pt x="18538" y="4910"/>
                  </a:cubicBezTo>
                  <a:cubicBezTo>
                    <a:pt x="18302" y="4910"/>
                    <a:pt x="18077" y="4936"/>
                    <a:pt x="17895" y="5013"/>
                  </a:cubicBezTo>
                  <a:cubicBezTo>
                    <a:pt x="17324" y="5251"/>
                    <a:pt x="16717" y="6430"/>
                    <a:pt x="15836" y="6632"/>
                  </a:cubicBezTo>
                  <a:cubicBezTo>
                    <a:pt x="15683" y="6670"/>
                    <a:pt x="15491" y="6687"/>
                    <a:pt x="15273" y="6687"/>
                  </a:cubicBezTo>
                  <a:cubicBezTo>
                    <a:pt x="14247" y="6687"/>
                    <a:pt x="12665" y="6316"/>
                    <a:pt x="12145" y="6001"/>
                  </a:cubicBezTo>
                  <a:cubicBezTo>
                    <a:pt x="11537" y="5608"/>
                    <a:pt x="11359" y="4823"/>
                    <a:pt x="11537" y="4430"/>
                  </a:cubicBezTo>
                  <a:cubicBezTo>
                    <a:pt x="11716" y="4049"/>
                    <a:pt x="11787" y="3346"/>
                    <a:pt x="11740" y="3084"/>
                  </a:cubicBezTo>
                  <a:cubicBezTo>
                    <a:pt x="11704" y="2810"/>
                    <a:pt x="12633" y="2322"/>
                    <a:pt x="12954" y="1977"/>
                  </a:cubicBezTo>
                  <a:cubicBezTo>
                    <a:pt x="13276" y="1632"/>
                    <a:pt x="13573" y="548"/>
                    <a:pt x="12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0"/>
            <p:cNvSpPr/>
            <p:nvPr/>
          </p:nvSpPr>
          <p:spPr>
            <a:xfrm>
              <a:off x="951664" y="4213956"/>
              <a:ext cx="884160" cy="1042550"/>
            </a:xfrm>
            <a:custGeom>
              <a:rect b="b" l="l" r="r" t="t"/>
              <a:pathLst>
                <a:path extrusionOk="0" h="23110" w="19599">
                  <a:moveTo>
                    <a:pt x="5062" y="0"/>
                  </a:moveTo>
                  <a:cubicBezTo>
                    <a:pt x="4588" y="0"/>
                    <a:pt x="4017" y="122"/>
                    <a:pt x="3706" y="122"/>
                  </a:cubicBezTo>
                  <a:cubicBezTo>
                    <a:pt x="3664" y="122"/>
                    <a:pt x="3627" y="120"/>
                    <a:pt x="3596" y="115"/>
                  </a:cubicBezTo>
                  <a:cubicBezTo>
                    <a:pt x="3575" y="112"/>
                    <a:pt x="3553" y="110"/>
                    <a:pt x="3529" y="110"/>
                  </a:cubicBezTo>
                  <a:cubicBezTo>
                    <a:pt x="3139" y="110"/>
                    <a:pt x="2420" y="558"/>
                    <a:pt x="2263" y="794"/>
                  </a:cubicBezTo>
                  <a:cubicBezTo>
                    <a:pt x="2096" y="1056"/>
                    <a:pt x="2096" y="2580"/>
                    <a:pt x="2263" y="2854"/>
                  </a:cubicBezTo>
                  <a:cubicBezTo>
                    <a:pt x="2429" y="3116"/>
                    <a:pt x="2263" y="3556"/>
                    <a:pt x="1858" y="4187"/>
                  </a:cubicBezTo>
                  <a:cubicBezTo>
                    <a:pt x="1453" y="4830"/>
                    <a:pt x="977" y="5640"/>
                    <a:pt x="489" y="6128"/>
                  </a:cubicBezTo>
                  <a:cubicBezTo>
                    <a:pt x="0" y="6616"/>
                    <a:pt x="227" y="9354"/>
                    <a:pt x="489" y="9664"/>
                  </a:cubicBezTo>
                  <a:cubicBezTo>
                    <a:pt x="762" y="9985"/>
                    <a:pt x="1501" y="11498"/>
                    <a:pt x="2525" y="11926"/>
                  </a:cubicBezTo>
                  <a:cubicBezTo>
                    <a:pt x="3537" y="12343"/>
                    <a:pt x="4751" y="13105"/>
                    <a:pt x="4751" y="13105"/>
                  </a:cubicBezTo>
                  <a:cubicBezTo>
                    <a:pt x="6620" y="14129"/>
                    <a:pt x="6668" y="15855"/>
                    <a:pt x="6513" y="16189"/>
                  </a:cubicBezTo>
                  <a:cubicBezTo>
                    <a:pt x="6335" y="16498"/>
                    <a:pt x="6251" y="17546"/>
                    <a:pt x="5715" y="17903"/>
                  </a:cubicBezTo>
                  <a:cubicBezTo>
                    <a:pt x="5180" y="18260"/>
                    <a:pt x="5977" y="19094"/>
                    <a:pt x="5370" y="19963"/>
                  </a:cubicBezTo>
                  <a:cubicBezTo>
                    <a:pt x="4763" y="20832"/>
                    <a:pt x="3668" y="21796"/>
                    <a:pt x="3239" y="22332"/>
                  </a:cubicBezTo>
                  <a:cubicBezTo>
                    <a:pt x="2810" y="22880"/>
                    <a:pt x="2810" y="23035"/>
                    <a:pt x="3572" y="23106"/>
                  </a:cubicBezTo>
                  <a:cubicBezTo>
                    <a:pt x="3593" y="23108"/>
                    <a:pt x="3615" y="23109"/>
                    <a:pt x="3638" y="23109"/>
                  </a:cubicBezTo>
                  <a:cubicBezTo>
                    <a:pt x="4422" y="23109"/>
                    <a:pt x="6317" y="21943"/>
                    <a:pt x="6942" y="21677"/>
                  </a:cubicBezTo>
                  <a:cubicBezTo>
                    <a:pt x="7609" y="21392"/>
                    <a:pt x="7704" y="19808"/>
                    <a:pt x="8406" y="19213"/>
                  </a:cubicBezTo>
                  <a:cubicBezTo>
                    <a:pt x="9109" y="18617"/>
                    <a:pt x="9954" y="18558"/>
                    <a:pt x="10978" y="18320"/>
                  </a:cubicBezTo>
                  <a:cubicBezTo>
                    <a:pt x="11990" y="18058"/>
                    <a:pt x="13657" y="17320"/>
                    <a:pt x="14407" y="17046"/>
                  </a:cubicBezTo>
                  <a:cubicBezTo>
                    <a:pt x="15133" y="16784"/>
                    <a:pt x="15109" y="16355"/>
                    <a:pt x="15431" y="15760"/>
                  </a:cubicBezTo>
                  <a:cubicBezTo>
                    <a:pt x="15764" y="15165"/>
                    <a:pt x="16562" y="14629"/>
                    <a:pt x="16931" y="14296"/>
                  </a:cubicBezTo>
                  <a:cubicBezTo>
                    <a:pt x="17312" y="13974"/>
                    <a:pt x="17515" y="12843"/>
                    <a:pt x="17253" y="12569"/>
                  </a:cubicBezTo>
                  <a:cubicBezTo>
                    <a:pt x="16979" y="12307"/>
                    <a:pt x="16812" y="11331"/>
                    <a:pt x="17253" y="10700"/>
                  </a:cubicBezTo>
                  <a:cubicBezTo>
                    <a:pt x="17681" y="10057"/>
                    <a:pt x="18336" y="9033"/>
                    <a:pt x="18860" y="8390"/>
                  </a:cubicBezTo>
                  <a:cubicBezTo>
                    <a:pt x="19396" y="7747"/>
                    <a:pt x="19598" y="7211"/>
                    <a:pt x="18955" y="6783"/>
                  </a:cubicBezTo>
                  <a:cubicBezTo>
                    <a:pt x="18336" y="6354"/>
                    <a:pt x="17157" y="6021"/>
                    <a:pt x="16633" y="5914"/>
                  </a:cubicBezTo>
                  <a:cubicBezTo>
                    <a:pt x="16121" y="5818"/>
                    <a:pt x="16193" y="5342"/>
                    <a:pt x="15276" y="4806"/>
                  </a:cubicBezTo>
                  <a:cubicBezTo>
                    <a:pt x="14359" y="4270"/>
                    <a:pt x="13716" y="3449"/>
                    <a:pt x="13169" y="2639"/>
                  </a:cubicBezTo>
                  <a:cubicBezTo>
                    <a:pt x="12757" y="2039"/>
                    <a:pt x="12116" y="1648"/>
                    <a:pt x="11550" y="1648"/>
                  </a:cubicBezTo>
                  <a:cubicBezTo>
                    <a:pt x="11363" y="1648"/>
                    <a:pt x="11185" y="1691"/>
                    <a:pt x="11026" y="1782"/>
                  </a:cubicBezTo>
                  <a:cubicBezTo>
                    <a:pt x="10887" y="1863"/>
                    <a:pt x="10742" y="1895"/>
                    <a:pt x="10591" y="1895"/>
                  </a:cubicBezTo>
                  <a:cubicBezTo>
                    <a:pt x="10032" y="1895"/>
                    <a:pt x="9402" y="1451"/>
                    <a:pt x="8763" y="1413"/>
                  </a:cubicBezTo>
                  <a:cubicBezTo>
                    <a:pt x="7942" y="1353"/>
                    <a:pt x="6132" y="377"/>
                    <a:pt x="5644" y="115"/>
                  </a:cubicBezTo>
                  <a:cubicBezTo>
                    <a:pt x="5501" y="29"/>
                    <a:pt x="5293" y="0"/>
                    <a:pt x="50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0"/>
            <p:cNvSpPr/>
            <p:nvPr/>
          </p:nvSpPr>
          <p:spPr>
            <a:xfrm>
              <a:off x="1681094" y="3241545"/>
              <a:ext cx="425952" cy="513064"/>
            </a:xfrm>
            <a:custGeom>
              <a:rect b="b" l="l" r="r" t="t"/>
              <a:pathLst>
                <a:path extrusionOk="0" h="11373" w="9442">
                  <a:moveTo>
                    <a:pt x="1941" y="1"/>
                  </a:moveTo>
                  <a:cubicBezTo>
                    <a:pt x="1941" y="1"/>
                    <a:pt x="1643" y="429"/>
                    <a:pt x="1179" y="858"/>
                  </a:cubicBezTo>
                  <a:cubicBezTo>
                    <a:pt x="714" y="1299"/>
                    <a:pt x="595" y="1608"/>
                    <a:pt x="476" y="1858"/>
                  </a:cubicBezTo>
                  <a:cubicBezTo>
                    <a:pt x="357" y="2108"/>
                    <a:pt x="0" y="3180"/>
                    <a:pt x="143" y="3644"/>
                  </a:cubicBezTo>
                  <a:cubicBezTo>
                    <a:pt x="286" y="4109"/>
                    <a:pt x="226" y="4430"/>
                    <a:pt x="750" y="4823"/>
                  </a:cubicBezTo>
                  <a:cubicBezTo>
                    <a:pt x="1286" y="5204"/>
                    <a:pt x="1762" y="5347"/>
                    <a:pt x="1524" y="6073"/>
                  </a:cubicBezTo>
                  <a:cubicBezTo>
                    <a:pt x="1286" y="6787"/>
                    <a:pt x="1465" y="7561"/>
                    <a:pt x="1215" y="7942"/>
                  </a:cubicBezTo>
                  <a:cubicBezTo>
                    <a:pt x="953" y="8335"/>
                    <a:pt x="929" y="9073"/>
                    <a:pt x="1524" y="9585"/>
                  </a:cubicBezTo>
                  <a:cubicBezTo>
                    <a:pt x="2119" y="10085"/>
                    <a:pt x="2858" y="9966"/>
                    <a:pt x="3036" y="10014"/>
                  </a:cubicBezTo>
                  <a:cubicBezTo>
                    <a:pt x="3203" y="10062"/>
                    <a:pt x="3917" y="10407"/>
                    <a:pt x="4024" y="10621"/>
                  </a:cubicBezTo>
                  <a:cubicBezTo>
                    <a:pt x="4132" y="10847"/>
                    <a:pt x="4715" y="11097"/>
                    <a:pt x="5144" y="11312"/>
                  </a:cubicBezTo>
                  <a:cubicBezTo>
                    <a:pt x="5231" y="11353"/>
                    <a:pt x="5318" y="11373"/>
                    <a:pt x="5401" y="11373"/>
                  </a:cubicBezTo>
                  <a:cubicBezTo>
                    <a:pt x="5728" y="11373"/>
                    <a:pt x="6013" y="11076"/>
                    <a:pt x="6156" y="10621"/>
                  </a:cubicBezTo>
                  <a:cubicBezTo>
                    <a:pt x="6280" y="10233"/>
                    <a:pt x="6674" y="10062"/>
                    <a:pt x="7038" y="10062"/>
                  </a:cubicBezTo>
                  <a:cubicBezTo>
                    <a:pt x="7199" y="10062"/>
                    <a:pt x="7354" y="10095"/>
                    <a:pt x="7477" y="10157"/>
                  </a:cubicBezTo>
                  <a:cubicBezTo>
                    <a:pt x="7783" y="10329"/>
                    <a:pt x="8127" y="10440"/>
                    <a:pt x="8405" y="10440"/>
                  </a:cubicBezTo>
                  <a:cubicBezTo>
                    <a:pt x="8473" y="10440"/>
                    <a:pt x="8538" y="10433"/>
                    <a:pt x="8596" y="10419"/>
                  </a:cubicBezTo>
                  <a:cubicBezTo>
                    <a:pt x="8870" y="10335"/>
                    <a:pt x="9430" y="10133"/>
                    <a:pt x="9442" y="10133"/>
                  </a:cubicBezTo>
                  <a:cubicBezTo>
                    <a:pt x="7799" y="6156"/>
                    <a:pt x="5203" y="2680"/>
                    <a:pt x="19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0"/>
            <p:cNvSpPr/>
            <p:nvPr/>
          </p:nvSpPr>
          <p:spPr>
            <a:xfrm>
              <a:off x="1017168" y="3851337"/>
              <a:ext cx="245547" cy="256735"/>
            </a:xfrm>
            <a:custGeom>
              <a:rect b="b" l="l" r="r" t="t"/>
              <a:pathLst>
                <a:path extrusionOk="0" h="5691" w="5443">
                  <a:moveTo>
                    <a:pt x="3318" y="0"/>
                  </a:moveTo>
                  <a:cubicBezTo>
                    <a:pt x="3147" y="0"/>
                    <a:pt x="2966" y="41"/>
                    <a:pt x="2799" y="140"/>
                  </a:cubicBezTo>
                  <a:cubicBezTo>
                    <a:pt x="2311" y="426"/>
                    <a:pt x="2108" y="1081"/>
                    <a:pt x="2025" y="1545"/>
                  </a:cubicBezTo>
                  <a:cubicBezTo>
                    <a:pt x="1930" y="1986"/>
                    <a:pt x="1037" y="2331"/>
                    <a:pt x="1073" y="3153"/>
                  </a:cubicBezTo>
                  <a:cubicBezTo>
                    <a:pt x="1073" y="3153"/>
                    <a:pt x="1073" y="3641"/>
                    <a:pt x="715" y="3974"/>
                  </a:cubicBezTo>
                  <a:cubicBezTo>
                    <a:pt x="358" y="4296"/>
                    <a:pt x="1" y="4867"/>
                    <a:pt x="358" y="4939"/>
                  </a:cubicBezTo>
                  <a:cubicBezTo>
                    <a:pt x="715" y="5010"/>
                    <a:pt x="1477" y="5117"/>
                    <a:pt x="1656" y="5224"/>
                  </a:cubicBezTo>
                  <a:cubicBezTo>
                    <a:pt x="1808" y="5306"/>
                    <a:pt x="2516" y="5690"/>
                    <a:pt x="2875" y="5690"/>
                  </a:cubicBezTo>
                  <a:cubicBezTo>
                    <a:pt x="2937" y="5690"/>
                    <a:pt x="2989" y="5679"/>
                    <a:pt x="3025" y="5653"/>
                  </a:cubicBezTo>
                  <a:cubicBezTo>
                    <a:pt x="3275" y="5474"/>
                    <a:pt x="3454" y="5034"/>
                    <a:pt x="3716" y="5010"/>
                  </a:cubicBezTo>
                  <a:cubicBezTo>
                    <a:pt x="3966" y="4986"/>
                    <a:pt x="4037" y="4343"/>
                    <a:pt x="4252" y="4129"/>
                  </a:cubicBezTo>
                  <a:cubicBezTo>
                    <a:pt x="4454" y="3926"/>
                    <a:pt x="5216" y="3212"/>
                    <a:pt x="5287" y="2641"/>
                  </a:cubicBezTo>
                  <a:cubicBezTo>
                    <a:pt x="5359" y="2069"/>
                    <a:pt x="5442" y="1212"/>
                    <a:pt x="5287" y="986"/>
                  </a:cubicBezTo>
                  <a:cubicBezTo>
                    <a:pt x="5144" y="771"/>
                    <a:pt x="4144" y="640"/>
                    <a:pt x="4037" y="355"/>
                  </a:cubicBezTo>
                  <a:cubicBezTo>
                    <a:pt x="3966" y="164"/>
                    <a:pt x="3661" y="0"/>
                    <a:pt x="33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0"/>
            <p:cNvSpPr/>
            <p:nvPr/>
          </p:nvSpPr>
          <p:spPr>
            <a:xfrm>
              <a:off x="1747139" y="2882761"/>
              <a:ext cx="170841" cy="423832"/>
            </a:xfrm>
            <a:custGeom>
              <a:rect b="b" l="l" r="r" t="t"/>
              <a:pathLst>
                <a:path extrusionOk="0" h="9395" w="3787">
                  <a:moveTo>
                    <a:pt x="3430" y="1"/>
                  </a:moveTo>
                  <a:cubicBezTo>
                    <a:pt x="3430" y="1"/>
                    <a:pt x="3394" y="155"/>
                    <a:pt x="3346" y="417"/>
                  </a:cubicBezTo>
                  <a:cubicBezTo>
                    <a:pt x="3287" y="691"/>
                    <a:pt x="3251" y="1072"/>
                    <a:pt x="3132" y="1525"/>
                  </a:cubicBezTo>
                  <a:cubicBezTo>
                    <a:pt x="2930" y="2429"/>
                    <a:pt x="2596" y="3620"/>
                    <a:pt x="2179" y="4787"/>
                  </a:cubicBezTo>
                  <a:cubicBezTo>
                    <a:pt x="1763" y="5942"/>
                    <a:pt x="1251" y="7061"/>
                    <a:pt x="810" y="7882"/>
                  </a:cubicBezTo>
                  <a:cubicBezTo>
                    <a:pt x="584" y="8275"/>
                    <a:pt x="393" y="8609"/>
                    <a:pt x="239" y="8835"/>
                  </a:cubicBezTo>
                  <a:cubicBezTo>
                    <a:pt x="96" y="9049"/>
                    <a:pt x="1" y="9168"/>
                    <a:pt x="1" y="9168"/>
                  </a:cubicBezTo>
                  <a:lnTo>
                    <a:pt x="298" y="9395"/>
                  </a:lnTo>
                  <a:cubicBezTo>
                    <a:pt x="298" y="9395"/>
                    <a:pt x="405" y="9264"/>
                    <a:pt x="548" y="9037"/>
                  </a:cubicBezTo>
                  <a:cubicBezTo>
                    <a:pt x="703" y="8799"/>
                    <a:pt x="905" y="8466"/>
                    <a:pt x="1132" y="8049"/>
                  </a:cubicBezTo>
                  <a:cubicBezTo>
                    <a:pt x="1596" y="7216"/>
                    <a:pt x="2120" y="6073"/>
                    <a:pt x="2537" y="4894"/>
                  </a:cubicBezTo>
                  <a:cubicBezTo>
                    <a:pt x="2953" y="3727"/>
                    <a:pt x="3287" y="2513"/>
                    <a:pt x="3489" y="1596"/>
                  </a:cubicBezTo>
                  <a:cubicBezTo>
                    <a:pt x="3584" y="1132"/>
                    <a:pt x="3644" y="751"/>
                    <a:pt x="3703" y="477"/>
                  </a:cubicBezTo>
                  <a:cubicBezTo>
                    <a:pt x="3751" y="215"/>
                    <a:pt x="3787" y="60"/>
                    <a:pt x="3787" y="60"/>
                  </a:cubicBezTo>
                  <a:lnTo>
                    <a:pt x="343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0"/>
            <p:cNvSpPr/>
            <p:nvPr/>
          </p:nvSpPr>
          <p:spPr>
            <a:xfrm>
              <a:off x="1863170" y="2752113"/>
              <a:ext cx="112826" cy="125503"/>
            </a:xfrm>
            <a:custGeom>
              <a:rect b="b" l="l" r="r" t="t"/>
              <a:pathLst>
                <a:path extrusionOk="0" h="2782" w="2501">
                  <a:moveTo>
                    <a:pt x="1317" y="0"/>
                  </a:moveTo>
                  <a:cubicBezTo>
                    <a:pt x="705" y="0"/>
                    <a:pt x="164" y="545"/>
                    <a:pt x="96" y="1253"/>
                  </a:cubicBezTo>
                  <a:cubicBezTo>
                    <a:pt x="0" y="1980"/>
                    <a:pt x="417" y="2658"/>
                    <a:pt x="1060" y="2766"/>
                  </a:cubicBezTo>
                  <a:cubicBezTo>
                    <a:pt x="1117" y="2776"/>
                    <a:pt x="1174" y="2782"/>
                    <a:pt x="1230" y="2782"/>
                  </a:cubicBezTo>
                  <a:cubicBezTo>
                    <a:pt x="1799" y="2782"/>
                    <a:pt x="2320" y="2253"/>
                    <a:pt x="2417" y="1527"/>
                  </a:cubicBezTo>
                  <a:cubicBezTo>
                    <a:pt x="2501" y="741"/>
                    <a:pt x="2048" y="63"/>
                    <a:pt x="1393" y="3"/>
                  </a:cubicBezTo>
                  <a:cubicBezTo>
                    <a:pt x="1368" y="1"/>
                    <a:pt x="1342" y="0"/>
                    <a:pt x="1317"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0"/>
            <p:cNvSpPr/>
            <p:nvPr/>
          </p:nvSpPr>
          <p:spPr>
            <a:xfrm>
              <a:off x="1842734" y="2788745"/>
              <a:ext cx="154195" cy="109623"/>
            </a:xfrm>
            <a:custGeom>
              <a:rect b="b" l="l" r="r" t="t"/>
              <a:pathLst>
                <a:path extrusionOk="0" h="2430" w="3418">
                  <a:moveTo>
                    <a:pt x="1763" y="1"/>
                  </a:moveTo>
                  <a:cubicBezTo>
                    <a:pt x="1573" y="144"/>
                    <a:pt x="1430" y="370"/>
                    <a:pt x="1322" y="572"/>
                  </a:cubicBezTo>
                  <a:cubicBezTo>
                    <a:pt x="1215" y="763"/>
                    <a:pt x="1156" y="930"/>
                    <a:pt x="1156" y="930"/>
                  </a:cubicBezTo>
                  <a:cubicBezTo>
                    <a:pt x="632" y="441"/>
                    <a:pt x="1" y="394"/>
                    <a:pt x="1" y="394"/>
                  </a:cubicBezTo>
                  <a:lnTo>
                    <a:pt x="1" y="394"/>
                  </a:lnTo>
                  <a:cubicBezTo>
                    <a:pt x="72" y="1192"/>
                    <a:pt x="441" y="1704"/>
                    <a:pt x="775" y="2013"/>
                  </a:cubicBezTo>
                  <a:cubicBezTo>
                    <a:pt x="1096" y="2323"/>
                    <a:pt x="1430" y="2430"/>
                    <a:pt x="1430" y="2430"/>
                  </a:cubicBezTo>
                  <a:cubicBezTo>
                    <a:pt x="1430" y="2430"/>
                    <a:pt x="1434" y="2430"/>
                    <a:pt x="1442" y="2430"/>
                  </a:cubicBezTo>
                  <a:cubicBezTo>
                    <a:pt x="1505" y="2430"/>
                    <a:pt x="1812" y="2421"/>
                    <a:pt x="2204" y="2251"/>
                  </a:cubicBezTo>
                  <a:cubicBezTo>
                    <a:pt x="2632" y="2061"/>
                    <a:pt x="3120" y="1656"/>
                    <a:pt x="3418" y="811"/>
                  </a:cubicBezTo>
                  <a:cubicBezTo>
                    <a:pt x="3418" y="806"/>
                    <a:pt x="3322" y="786"/>
                    <a:pt x="3165" y="786"/>
                  </a:cubicBezTo>
                  <a:cubicBezTo>
                    <a:pt x="2924" y="786"/>
                    <a:pt x="2541" y="832"/>
                    <a:pt x="2144" y="1049"/>
                  </a:cubicBezTo>
                  <a:cubicBezTo>
                    <a:pt x="2144" y="1049"/>
                    <a:pt x="2144" y="870"/>
                    <a:pt x="2084" y="656"/>
                  </a:cubicBezTo>
                  <a:cubicBezTo>
                    <a:pt x="2025" y="441"/>
                    <a:pt x="1930" y="180"/>
                    <a:pt x="17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0"/>
            <p:cNvSpPr/>
            <p:nvPr/>
          </p:nvSpPr>
          <p:spPr>
            <a:xfrm>
              <a:off x="1411454" y="2469074"/>
              <a:ext cx="330359" cy="354990"/>
            </a:xfrm>
            <a:custGeom>
              <a:rect b="b" l="l" r="r" t="t"/>
              <a:pathLst>
                <a:path extrusionOk="0" h="7869" w="7323">
                  <a:moveTo>
                    <a:pt x="4685" y="0"/>
                  </a:moveTo>
                  <a:cubicBezTo>
                    <a:pt x="4323" y="0"/>
                    <a:pt x="3974" y="93"/>
                    <a:pt x="3679" y="217"/>
                  </a:cubicBezTo>
                  <a:cubicBezTo>
                    <a:pt x="3155" y="443"/>
                    <a:pt x="2870" y="443"/>
                    <a:pt x="2870" y="443"/>
                  </a:cubicBezTo>
                  <a:cubicBezTo>
                    <a:pt x="2870" y="443"/>
                    <a:pt x="2560" y="503"/>
                    <a:pt x="1965" y="860"/>
                  </a:cubicBezTo>
                  <a:cubicBezTo>
                    <a:pt x="1357" y="1193"/>
                    <a:pt x="0" y="2551"/>
                    <a:pt x="0" y="2551"/>
                  </a:cubicBezTo>
                  <a:cubicBezTo>
                    <a:pt x="0" y="2551"/>
                    <a:pt x="488" y="3456"/>
                    <a:pt x="1131" y="3932"/>
                  </a:cubicBezTo>
                  <a:cubicBezTo>
                    <a:pt x="1131" y="3932"/>
                    <a:pt x="1881" y="3598"/>
                    <a:pt x="2060" y="3456"/>
                  </a:cubicBezTo>
                  <a:lnTo>
                    <a:pt x="2060" y="3456"/>
                  </a:lnTo>
                  <a:cubicBezTo>
                    <a:pt x="2060" y="3456"/>
                    <a:pt x="2429" y="5277"/>
                    <a:pt x="1679" y="6396"/>
                  </a:cubicBezTo>
                  <a:cubicBezTo>
                    <a:pt x="1679" y="6396"/>
                    <a:pt x="2108" y="6896"/>
                    <a:pt x="2834" y="7015"/>
                  </a:cubicBezTo>
                  <a:cubicBezTo>
                    <a:pt x="3548" y="7123"/>
                    <a:pt x="4286" y="7099"/>
                    <a:pt x="4917" y="7551"/>
                  </a:cubicBezTo>
                  <a:cubicBezTo>
                    <a:pt x="5220" y="7767"/>
                    <a:pt x="5615" y="7868"/>
                    <a:pt x="5989" y="7868"/>
                  </a:cubicBezTo>
                  <a:cubicBezTo>
                    <a:pt x="6379" y="7868"/>
                    <a:pt x="6746" y="7758"/>
                    <a:pt x="6965" y="7551"/>
                  </a:cubicBezTo>
                  <a:cubicBezTo>
                    <a:pt x="6965" y="7551"/>
                    <a:pt x="7323" y="6146"/>
                    <a:pt x="6965" y="4837"/>
                  </a:cubicBezTo>
                  <a:cubicBezTo>
                    <a:pt x="6608" y="3527"/>
                    <a:pt x="6072" y="2813"/>
                    <a:pt x="6072" y="2813"/>
                  </a:cubicBezTo>
                  <a:lnTo>
                    <a:pt x="6072" y="2813"/>
                  </a:lnTo>
                  <a:lnTo>
                    <a:pt x="6299" y="2991"/>
                  </a:lnTo>
                  <a:cubicBezTo>
                    <a:pt x="6299" y="2991"/>
                    <a:pt x="7072" y="2146"/>
                    <a:pt x="7120" y="1491"/>
                  </a:cubicBezTo>
                  <a:cubicBezTo>
                    <a:pt x="7120" y="1491"/>
                    <a:pt x="6203" y="574"/>
                    <a:pt x="5572" y="217"/>
                  </a:cubicBezTo>
                  <a:cubicBezTo>
                    <a:pt x="5283" y="62"/>
                    <a:pt x="4980" y="0"/>
                    <a:pt x="4685" y="0"/>
                  </a:cubicBezTo>
                  <a:close/>
                </a:path>
              </a:pathLst>
            </a:custGeom>
            <a:solidFill>
              <a:srgbClr val="10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0"/>
            <p:cNvSpPr/>
            <p:nvPr/>
          </p:nvSpPr>
          <p:spPr>
            <a:xfrm>
              <a:off x="1473755" y="2360577"/>
              <a:ext cx="111202" cy="150089"/>
            </a:xfrm>
            <a:custGeom>
              <a:rect b="b" l="l" r="r" t="t"/>
              <a:pathLst>
                <a:path extrusionOk="0" h="3327" w="2465">
                  <a:moveTo>
                    <a:pt x="1202" y="1"/>
                  </a:moveTo>
                  <a:cubicBezTo>
                    <a:pt x="1160" y="1"/>
                    <a:pt x="1116" y="5"/>
                    <a:pt x="1072" y="15"/>
                  </a:cubicBezTo>
                  <a:cubicBezTo>
                    <a:pt x="512" y="134"/>
                    <a:pt x="0" y="431"/>
                    <a:pt x="84" y="1193"/>
                  </a:cubicBezTo>
                  <a:cubicBezTo>
                    <a:pt x="84" y="1253"/>
                    <a:pt x="238" y="1991"/>
                    <a:pt x="596" y="2348"/>
                  </a:cubicBezTo>
                  <a:cubicBezTo>
                    <a:pt x="765" y="2517"/>
                    <a:pt x="918" y="2558"/>
                    <a:pt x="1044" y="2558"/>
                  </a:cubicBezTo>
                  <a:cubicBezTo>
                    <a:pt x="1162" y="2558"/>
                    <a:pt x="1255" y="2523"/>
                    <a:pt x="1316" y="2523"/>
                  </a:cubicBezTo>
                  <a:cubicBezTo>
                    <a:pt x="1327" y="2523"/>
                    <a:pt x="1337" y="2524"/>
                    <a:pt x="1346" y="2527"/>
                  </a:cubicBezTo>
                  <a:cubicBezTo>
                    <a:pt x="1453" y="2574"/>
                    <a:pt x="1512" y="2848"/>
                    <a:pt x="1512" y="3051"/>
                  </a:cubicBezTo>
                  <a:cubicBezTo>
                    <a:pt x="1512" y="3183"/>
                    <a:pt x="1661" y="3326"/>
                    <a:pt x="1856" y="3326"/>
                  </a:cubicBezTo>
                  <a:cubicBezTo>
                    <a:pt x="1942" y="3326"/>
                    <a:pt x="2037" y="3299"/>
                    <a:pt x="2132" y="3229"/>
                  </a:cubicBezTo>
                  <a:cubicBezTo>
                    <a:pt x="2429" y="3003"/>
                    <a:pt x="2262" y="1991"/>
                    <a:pt x="2262" y="1991"/>
                  </a:cubicBezTo>
                  <a:cubicBezTo>
                    <a:pt x="2262" y="1991"/>
                    <a:pt x="2429" y="1658"/>
                    <a:pt x="2310" y="1193"/>
                  </a:cubicBezTo>
                  <a:cubicBezTo>
                    <a:pt x="2310" y="1193"/>
                    <a:pt x="2465" y="824"/>
                    <a:pt x="2358" y="598"/>
                  </a:cubicBezTo>
                  <a:cubicBezTo>
                    <a:pt x="2308" y="493"/>
                    <a:pt x="2246" y="450"/>
                    <a:pt x="2186" y="450"/>
                  </a:cubicBezTo>
                  <a:cubicBezTo>
                    <a:pt x="2117" y="450"/>
                    <a:pt x="2051" y="508"/>
                    <a:pt x="2012" y="598"/>
                  </a:cubicBezTo>
                  <a:cubicBezTo>
                    <a:pt x="2012" y="598"/>
                    <a:pt x="1699" y="1"/>
                    <a:pt x="1202"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0"/>
            <p:cNvSpPr/>
            <p:nvPr/>
          </p:nvSpPr>
          <p:spPr>
            <a:xfrm>
              <a:off x="1409289" y="2307750"/>
              <a:ext cx="198766" cy="134074"/>
            </a:xfrm>
            <a:custGeom>
              <a:rect b="b" l="l" r="r" t="t"/>
              <a:pathLst>
                <a:path extrusionOk="0" h="2972" w="4406">
                  <a:moveTo>
                    <a:pt x="2584" y="0"/>
                  </a:moveTo>
                  <a:cubicBezTo>
                    <a:pt x="2558" y="0"/>
                    <a:pt x="2530" y="2"/>
                    <a:pt x="2501" y="7"/>
                  </a:cubicBezTo>
                  <a:cubicBezTo>
                    <a:pt x="2048" y="90"/>
                    <a:pt x="1632" y="709"/>
                    <a:pt x="1632" y="709"/>
                  </a:cubicBezTo>
                  <a:cubicBezTo>
                    <a:pt x="1632" y="709"/>
                    <a:pt x="1526" y="678"/>
                    <a:pt x="1321" y="678"/>
                  </a:cubicBezTo>
                  <a:cubicBezTo>
                    <a:pt x="1219" y="678"/>
                    <a:pt x="1092" y="686"/>
                    <a:pt x="941" y="709"/>
                  </a:cubicBezTo>
                  <a:cubicBezTo>
                    <a:pt x="501" y="781"/>
                    <a:pt x="1" y="1078"/>
                    <a:pt x="179" y="1531"/>
                  </a:cubicBezTo>
                  <a:cubicBezTo>
                    <a:pt x="340" y="1928"/>
                    <a:pt x="918" y="1948"/>
                    <a:pt x="1030" y="1948"/>
                  </a:cubicBezTo>
                  <a:cubicBezTo>
                    <a:pt x="1042" y="1948"/>
                    <a:pt x="1048" y="1948"/>
                    <a:pt x="1048" y="1948"/>
                  </a:cubicBezTo>
                  <a:lnTo>
                    <a:pt x="1048" y="1948"/>
                  </a:lnTo>
                  <a:cubicBezTo>
                    <a:pt x="1048" y="1948"/>
                    <a:pt x="911" y="2608"/>
                    <a:pt x="1296" y="2608"/>
                  </a:cubicBezTo>
                  <a:cubicBezTo>
                    <a:pt x="1350" y="2608"/>
                    <a:pt x="1413" y="2596"/>
                    <a:pt x="1489" y="2567"/>
                  </a:cubicBezTo>
                  <a:cubicBezTo>
                    <a:pt x="1513" y="2567"/>
                    <a:pt x="1525" y="2555"/>
                    <a:pt x="1536" y="2543"/>
                  </a:cubicBezTo>
                  <a:cubicBezTo>
                    <a:pt x="1513" y="2436"/>
                    <a:pt x="1489" y="2364"/>
                    <a:pt x="1489" y="2352"/>
                  </a:cubicBezTo>
                  <a:cubicBezTo>
                    <a:pt x="1429" y="1793"/>
                    <a:pt x="1667" y="1495"/>
                    <a:pt x="2025" y="1317"/>
                  </a:cubicBezTo>
                  <a:cubicBezTo>
                    <a:pt x="2167" y="1245"/>
                    <a:pt x="2310" y="1197"/>
                    <a:pt x="2477" y="1174"/>
                  </a:cubicBezTo>
                  <a:cubicBezTo>
                    <a:pt x="2521" y="1164"/>
                    <a:pt x="2563" y="1160"/>
                    <a:pt x="2605" y="1160"/>
                  </a:cubicBezTo>
                  <a:cubicBezTo>
                    <a:pt x="3094" y="1160"/>
                    <a:pt x="3418" y="1757"/>
                    <a:pt x="3418" y="1757"/>
                  </a:cubicBezTo>
                  <a:cubicBezTo>
                    <a:pt x="3456" y="1668"/>
                    <a:pt x="3522" y="1609"/>
                    <a:pt x="3589" y="1609"/>
                  </a:cubicBezTo>
                  <a:cubicBezTo>
                    <a:pt x="3648" y="1609"/>
                    <a:pt x="3707" y="1652"/>
                    <a:pt x="3751" y="1757"/>
                  </a:cubicBezTo>
                  <a:cubicBezTo>
                    <a:pt x="3858" y="1971"/>
                    <a:pt x="3715" y="2352"/>
                    <a:pt x="3715" y="2352"/>
                  </a:cubicBezTo>
                  <a:cubicBezTo>
                    <a:pt x="3787" y="2602"/>
                    <a:pt x="3751" y="2805"/>
                    <a:pt x="3727" y="2960"/>
                  </a:cubicBezTo>
                  <a:cubicBezTo>
                    <a:pt x="3751" y="2960"/>
                    <a:pt x="3775" y="2972"/>
                    <a:pt x="3799" y="2972"/>
                  </a:cubicBezTo>
                  <a:cubicBezTo>
                    <a:pt x="4406" y="2972"/>
                    <a:pt x="4287" y="2186"/>
                    <a:pt x="4108" y="1936"/>
                  </a:cubicBezTo>
                  <a:cubicBezTo>
                    <a:pt x="3930" y="1698"/>
                    <a:pt x="4049" y="1067"/>
                    <a:pt x="3811" y="709"/>
                  </a:cubicBezTo>
                  <a:cubicBezTo>
                    <a:pt x="3668" y="495"/>
                    <a:pt x="3435" y="452"/>
                    <a:pt x="3271" y="452"/>
                  </a:cubicBezTo>
                  <a:cubicBezTo>
                    <a:pt x="3162" y="452"/>
                    <a:pt x="3084" y="471"/>
                    <a:pt x="3084" y="471"/>
                  </a:cubicBezTo>
                  <a:cubicBezTo>
                    <a:pt x="3084" y="471"/>
                    <a:pt x="2980" y="0"/>
                    <a:pt x="25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0"/>
            <p:cNvSpPr/>
            <p:nvPr/>
          </p:nvSpPr>
          <p:spPr>
            <a:xfrm>
              <a:off x="1462477" y="2337119"/>
              <a:ext cx="101007" cy="85894"/>
            </a:xfrm>
            <a:custGeom>
              <a:rect b="b" l="l" r="r" t="t"/>
              <a:pathLst>
                <a:path extrusionOk="0" h="1904" w="2239">
                  <a:moveTo>
                    <a:pt x="1239" y="1"/>
                  </a:moveTo>
                  <a:cubicBezTo>
                    <a:pt x="561" y="1"/>
                    <a:pt x="72" y="1082"/>
                    <a:pt x="72" y="1082"/>
                  </a:cubicBezTo>
                  <a:cubicBezTo>
                    <a:pt x="72" y="1082"/>
                    <a:pt x="0" y="1594"/>
                    <a:pt x="369" y="1904"/>
                  </a:cubicBezTo>
                  <a:cubicBezTo>
                    <a:pt x="369" y="1904"/>
                    <a:pt x="1060" y="1606"/>
                    <a:pt x="1108" y="582"/>
                  </a:cubicBezTo>
                  <a:cubicBezTo>
                    <a:pt x="1108" y="582"/>
                    <a:pt x="1277" y="1121"/>
                    <a:pt x="2018" y="1121"/>
                  </a:cubicBezTo>
                  <a:cubicBezTo>
                    <a:pt x="2086" y="1121"/>
                    <a:pt x="2160" y="1116"/>
                    <a:pt x="2239" y="1106"/>
                  </a:cubicBezTo>
                  <a:cubicBezTo>
                    <a:pt x="2239" y="1106"/>
                    <a:pt x="2155" y="237"/>
                    <a:pt x="1405" y="23"/>
                  </a:cubicBezTo>
                  <a:cubicBezTo>
                    <a:pt x="1349" y="8"/>
                    <a:pt x="1293" y="1"/>
                    <a:pt x="1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0"/>
            <p:cNvSpPr/>
            <p:nvPr/>
          </p:nvSpPr>
          <p:spPr>
            <a:xfrm>
              <a:off x="1519410" y="3015438"/>
              <a:ext cx="22601" cy="110165"/>
            </a:xfrm>
            <a:custGeom>
              <a:rect b="b" l="l" r="r" t="t"/>
              <a:pathLst>
                <a:path extrusionOk="0" h="2442" w="501">
                  <a:moveTo>
                    <a:pt x="107" y="0"/>
                  </a:moveTo>
                  <a:lnTo>
                    <a:pt x="0" y="12"/>
                  </a:lnTo>
                  <a:cubicBezTo>
                    <a:pt x="0" y="24"/>
                    <a:pt x="238" y="1227"/>
                    <a:pt x="393" y="2441"/>
                  </a:cubicBezTo>
                  <a:lnTo>
                    <a:pt x="500" y="2441"/>
                  </a:lnTo>
                  <a:cubicBezTo>
                    <a:pt x="346" y="1215"/>
                    <a:pt x="107" y="12"/>
                    <a:pt x="1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0"/>
            <p:cNvSpPr/>
            <p:nvPr/>
          </p:nvSpPr>
          <p:spPr>
            <a:xfrm>
              <a:off x="-148910" y="4850591"/>
              <a:ext cx="28150" cy="14977"/>
            </a:xfrm>
            <a:custGeom>
              <a:rect b="b" l="l" r="r" t="t"/>
              <a:pathLst>
                <a:path extrusionOk="0" h="332" w="624">
                  <a:moveTo>
                    <a:pt x="35" y="0"/>
                  </a:moveTo>
                  <a:cubicBezTo>
                    <a:pt x="19" y="0"/>
                    <a:pt x="1" y="8"/>
                    <a:pt x="1" y="41"/>
                  </a:cubicBezTo>
                  <a:cubicBezTo>
                    <a:pt x="1" y="89"/>
                    <a:pt x="64" y="145"/>
                    <a:pt x="119" y="145"/>
                  </a:cubicBezTo>
                  <a:cubicBezTo>
                    <a:pt x="132" y="145"/>
                    <a:pt x="144" y="143"/>
                    <a:pt x="155" y="136"/>
                  </a:cubicBezTo>
                  <a:cubicBezTo>
                    <a:pt x="171" y="128"/>
                    <a:pt x="195" y="125"/>
                    <a:pt x="220" y="125"/>
                  </a:cubicBezTo>
                  <a:cubicBezTo>
                    <a:pt x="269" y="125"/>
                    <a:pt x="322" y="136"/>
                    <a:pt x="322" y="136"/>
                  </a:cubicBezTo>
                  <a:cubicBezTo>
                    <a:pt x="322" y="136"/>
                    <a:pt x="346" y="172"/>
                    <a:pt x="417" y="255"/>
                  </a:cubicBezTo>
                  <a:cubicBezTo>
                    <a:pt x="457" y="308"/>
                    <a:pt x="523" y="332"/>
                    <a:pt x="567" y="332"/>
                  </a:cubicBezTo>
                  <a:cubicBezTo>
                    <a:pt x="602" y="332"/>
                    <a:pt x="623" y="317"/>
                    <a:pt x="608" y="291"/>
                  </a:cubicBezTo>
                  <a:cubicBezTo>
                    <a:pt x="584" y="231"/>
                    <a:pt x="512" y="53"/>
                    <a:pt x="393" y="41"/>
                  </a:cubicBezTo>
                  <a:cubicBezTo>
                    <a:pt x="274" y="5"/>
                    <a:pt x="60" y="5"/>
                    <a:pt x="60" y="5"/>
                  </a:cubicBezTo>
                  <a:cubicBezTo>
                    <a:pt x="60" y="5"/>
                    <a:pt x="48" y="0"/>
                    <a:pt x="35" y="0"/>
                  </a:cubicBezTo>
                  <a:close/>
                </a:path>
              </a:pathLst>
            </a:custGeom>
            <a:solidFill>
              <a:srgbClr val="FF9A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0"/>
            <p:cNvSpPr/>
            <p:nvPr/>
          </p:nvSpPr>
          <p:spPr>
            <a:xfrm>
              <a:off x="-217121" y="4885463"/>
              <a:ext cx="58060" cy="44932"/>
            </a:xfrm>
            <a:custGeom>
              <a:rect b="b" l="l" r="r" t="t"/>
              <a:pathLst>
                <a:path extrusionOk="0" h="996" w="1287">
                  <a:moveTo>
                    <a:pt x="247" y="1"/>
                  </a:moveTo>
                  <a:cubicBezTo>
                    <a:pt x="117" y="1"/>
                    <a:pt x="0" y="6"/>
                    <a:pt x="0" y="6"/>
                  </a:cubicBezTo>
                  <a:lnTo>
                    <a:pt x="179" y="470"/>
                  </a:lnTo>
                  <a:cubicBezTo>
                    <a:pt x="370" y="673"/>
                    <a:pt x="608" y="780"/>
                    <a:pt x="608" y="780"/>
                  </a:cubicBezTo>
                  <a:cubicBezTo>
                    <a:pt x="619" y="923"/>
                    <a:pt x="702" y="995"/>
                    <a:pt x="761" y="995"/>
                  </a:cubicBezTo>
                  <a:cubicBezTo>
                    <a:pt x="766" y="995"/>
                    <a:pt x="770" y="995"/>
                    <a:pt x="774" y="994"/>
                  </a:cubicBezTo>
                  <a:cubicBezTo>
                    <a:pt x="810" y="994"/>
                    <a:pt x="810" y="756"/>
                    <a:pt x="810" y="756"/>
                  </a:cubicBezTo>
                  <a:cubicBezTo>
                    <a:pt x="848" y="832"/>
                    <a:pt x="970" y="916"/>
                    <a:pt x="1023" y="916"/>
                  </a:cubicBezTo>
                  <a:cubicBezTo>
                    <a:pt x="1037" y="916"/>
                    <a:pt x="1046" y="911"/>
                    <a:pt x="1048" y="899"/>
                  </a:cubicBezTo>
                  <a:cubicBezTo>
                    <a:pt x="1084" y="839"/>
                    <a:pt x="1048" y="720"/>
                    <a:pt x="1048" y="720"/>
                  </a:cubicBezTo>
                  <a:lnTo>
                    <a:pt x="1048" y="720"/>
                  </a:lnTo>
                  <a:cubicBezTo>
                    <a:pt x="1048" y="720"/>
                    <a:pt x="1132" y="815"/>
                    <a:pt x="1167" y="815"/>
                  </a:cubicBezTo>
                  <a:cubicBezTo>
                    <a:pt x="1227" y="815"/>
                    <a:pt x="1286" y="768"/>
                    <a:pt x="1262" y="649"/>
                  </a:cubicBezTo>
                  <a:cubicBezTo>
                    <a:pt x="1227" y="530"/>
                    <a:pt x="1167" y="351"/>
                    <a:pt x="1096" y="256"/>
                  </a:cubicBezTo>
                  <a:cubicBezTo>
                    <a:pt x="1024" y="173"/>
                    <a:pt x="977" y="65"/>
                    <a:pt x="834" y="42"/>
                  </a:cubicBezTo>
                  <a:cubicBezTo>
                    <a:pt x="679" y="6"/>
                    <a:pt x="620" y="18"/>
                    <a:pt x="441" y="6"/>
                  </a:cubicBezTo>
                  <a:cubicBezTo>
                    <a:pt x="381" y="2"/>
                    <a:pt x="313" y="1"/>
                    <a:pt x="247" y="1"/>
                  </a:cubicBezTo>
                  <a:close/>
                </a:path>
              </a:pathLst>
            </a:custGeom>
            <a:solidFill>
              <a:srgbClr val="FF9A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0"/>
            <p:cNvSpPr/>
            <p:nvPr/>
          </p:nvSpPr>
          <p:spPr>
            <a:xfrm>
              <a:off x="-206384" y="4880727"/>
              <a:ext cx="33699" cy="10015"/>
            </a:xfrm>
            <a:custGeom>
              <a:rect b="b" l="l" r="r" t="t"/>
              <a:pathLst>
                <a:path extrusionOk="0" h="222" w="747">
                  <a:moveTo>
                    <a:pt x="485" y="1"/>
                  </a:moveTo>
                  <a:cubicBezTo>
                    <a:pt x="361" y="1"/>
                    <a:pt x="1" y="111"/>
                    <a:pt x="1" y="111"/>
                  </a:cubicBezTo>
                  <a:lnTo>
                    <a:pt x="1" y="206"/>
                  </a:lnTo>
                  <a:cubicBezTo>
                    <a:pt x="1" y="206"/>
                    <a:pt x="350" y="222"/>
                    <a:pt x="565" y="222"/>
                  </a:cubicBezTo>
                  <a:cubicBezTo>
                    <a:pt x="673" y="222"/>
                    <a:pt x="747" y="218"/>
                    <a:pt x="727" y="206"/>
                  </a:cubicBezTo>
                  <a:cubicBezTo>
                    <a:pt x="679" y="158"/>
                    <a:pt x="608" y="39"/>
                    <a:pt x="513" y="4"/>
                  </a:cubicBezTo>
                  <a:cubicBezTo>
                    <a:pt x="506" y="2"/>
                    <a:pt x="496" y="1"/>
                    <a:pt x="485" y="1"/>
                  </a:cubicBezTo>
                  <a:close/>
                </a:path>
              </a:pathLst>
            </a:custGeom>
            <a:solidFill>
              <a:srgbClr val="FF9A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0"/>
            <p:cNvSpPr/>
            <p:nvPr/>
          </p:nvSpPr>
          <p:spPr>
            <a:xfrm>
              <a:off x="181948" y="5317556"/>
              <a:ext cx="169262" cy="169217"/>
            </a:xfrm>
            <a:custGeom>
              <a:rect b="b" l="l" r="r" t="t"/>
              <a:pathLst>
                <a:path extrusionOk="0" h="3751" w="3752">
                  <a:moveTo>
                    <a:pt x="1882" y="0"/>
                  </a:moveTo>
                  <a:cubicBezTo>
                    <a:pt x="846" y="0"/>
                    <a:pt x="1" y="834"/>
                    <a:pt x="1" y="1870"/>
                  </a:cubicBezTo>
                  <a:cubicBezTo>
                    <a:pt x="1" y="2906"/>
                    <a:pt x="846" y="3751"/>
                    <a:pt x="1882" y="3751"/>
                  </a:cubicBezTo>
                  <a:cubicBezTo>
                    <a:pt x="2918" y="3751"/>
                    <a:pt x="3751" y="2906"/>
                    <a:pt x="3751" y="1870"/>
                  </a:cubicBezTo>
                  <a:cubicBezTo>
                    <a:pt x="3751" y="834"/>
                    <a:pt x="2918" y="0"/>
                    <a:pt x="18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0"/>
            <p:cNvSpPr/>
            <p:nvPr/>
          </p:nvSpPr>
          <p:spPr>
            <a:xfrm>
              <a:off x="229226" y="5364293"/>
              <a:ext cx="75248" cy="75248"/>
            </a:xfrm>
            <a:custGeom>
              <a:rect b="b" l="l" r="r" t="t"/>
              <a:pathLst>
                <a:path extrusionOk="0" h="1668" w="1668">
                  <a:moveTo>
                    <a:pt x="834" y="107"/>
                  </a:moveTo>
                  <a:cubicBezTo>
                    <a:pt x="1239" y="107"/>
                    <a:pt x="1560" y="441"/>
                    <a:pt x="1560" y="834"/>
                  </a:cubicBezTo>
                  <a:cubicBezTo>
                    <a:pt x="1560" y="1239"/>
                    <a:pt x="1239" y="1560"/>
                    <a:pt x="834" y="1560"/>
                  </a:cubicBezTo>
                  <a:cubicBezTo>
                    <a:pt x="429" y="1560"/>
                    <a:pt x="108" y="1239"/>
                    <a:pt x="108" y="834"/>
                  </a:cubicBezTo>
                  <a:cubicBezTo>
                    <a:pt x="108" y="441"/>
                    <a:pt x="429" y="107"/>
                    <a:pt x="834" y="107"/>
                  </a:cubicBezTo>
                  <a:close/>
                  <a:moveTo>
                    <a:pt x="834" y="0"/>
                  </a:moveTo>
                  <a:cubicBezTo>
                    <a:pt x="370" y="0"/>
                    <a:pt x="1" y="369"/>
                    <a:pt x="1" y="834"/>
                  </a:cubicBezTo>
                  <a:cubicBezTo>
                    <a:pt x="1" y="1298"/>
                    <a:pt x="370" y="1667"/>
                    <a:pt x="834" y="1667"/>
                  </a:cubicBezTo>
                  <a:cubicBezTo>
                    <a:pt x="1298" y="1667"/>
                    <a:pt x="1667" y="1298"/>
                    <a:pt x="1667" y="834"/>
                  </a:cubicBezTo>
                  <a:cubicBezTo>
                    <a:pt x="1667" y="369"/>
                    <a:pt x="1298" y="0"/>
                    <a:pt x="8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0"/>
            <p:cNvSpPr/>
            <p:nvPr/>
          </p:nvSpPr>
          <p:spPr>
            <a:xfrm>
              <a:off x="1239755" y="3990917"/>
              <a:ext cx="161503" cy="96947"/>
            </a:xfrm>
            <a:custGeom>
              <a:rect b="b" l="l" r="r" t="t"/>
              <a:pathLst>
                <a:path extrusionOk="0" h="2149" w="3580">
                  <a:moveTo>
                    <a:pt x="1975" y="1"/>
                  </a:moveTo>
                  <a:cubicBezTo>
                    <a:pt x="1925" y="1"/>
                    <a:pt x="1866" y="15"/>
                    <a:pt x="1794" y="47"/>
                  </a:cubicBezTo>
                  <a:cubicBezTo>
                    <a:pt x="1413" y="225"/>
                    <a:pt x="1520" y="297"/>
                    <a:pt x="1330" y="440"/>
                  </a:cubicBezTo>
                  <a:cubicBezTo>
                    <a:pt x="1175" y="606"/>
                    <a:pt x="877" y="832"/>
                    <a:pt x="877" y="832"/>
                  </a:cubicBezTo>
                  <a:cubicBezTo>
                    <a:pt x="877" y="832"/>
                    <a:pt x="461" y="1213"/>
                    <a:pt x="163" y="1630"/>
                  </a:cubicBezTo>
                  <a:cubicBezTo>
                    <a:pt x="1" y="1857"/>
                    <a:pt x="164" y="1901"/>
                    <a:pt x="381" y="1901"/>
                  </a:cubicBezTo>
                  <a:cubicBezTo>
                    <a:pt x="514" y="1901"/>
                    <a:pt x="667" y="1884"/>
                    <a:pt x="777" y="1884"/>
                  </a:cubicBezTo>
                  <a:cubicBezTo>
                    <a:pt x="817" y="1884"/>
                    <a:pt x="851" y="1886"/>
                    <a:pt x="877" y="1892"/>
                  </a:cubicBezTo>
                  <a:cubicBezTo>
                    <a:pt x="1052" y="1923"/>
                    <a:pt x="1111" y="2149"/>
                    <a:pt x="1392" y="2149"/>
                  </a:cubicBezTo>
                  <a:cubicBezTo>
                    <a:pt x="1437" y="2149"/>
                    <a:pt x="1487" y="2143"/>
                    <a:pt x="1544" y="2130"/>
                  </a:cubicBezTo>
                  <a:cubicBezTo>
                    <a:pt x="1713" y="2087"/>
                    <a:pt x="1753" y="2081"/>
                    <a:pt x="1765" y="2081"/>
                  </a:cubicBezTo>
                  <a:cubicBezTo>
                    <a:pt x="1770" y="2081"/>
                    <a:pt x="1770" y="2082"/>
                    <a:pt x="1773" y="2082"/>
                  </a:cubicBezTo>
                  <a:cubicBezTo>
                    <a:pt x="1780" y="2082"/>
                    <a:pt x="1801" y="2075"/>
                    <a:pt x="1961" y="2023"/>
                  </a:cubicBezTo>
                  <a:cubicBezTo>
                    <a:pt x="2354" y="1892"/>
                    <a:pt x="2473" y="1928"/>
                    <a:pt x="2854" y="1892"/>
                  </a:cubicBezTo>
                  <a:cubicBezTo>
                    <a:pt x="3247" y="1845"/>
                    <a:pt x="3163" y="1571"/>
                    <a:pt x="3366" y="1321"/>
                  </a:cubicBezTo>
                  <a:cubicBezTo>
                    <a:pt x="3568" y="1083"/>
                    <a:pt x="3580" y="856"/>
                    <a:pt x="3366" y="654"/>
                  </a:cubicBezTo>
                  <a:cubicBezTo>
                    <a:pt x="3331" y="621"/>
                    <a:pt x="3299" y="608"/>
                    <a:pt x="3268" y="608"/>
                  </a:cubicBezTo>
                  <a:cubicBezTo>
                    <a:pt x="3149" y="608"/>
                    <a:pt x="3045" y="800"/>
                    <a:pt x="2875" y="800"/>
                  </a:cubicBezTo>
                  <a:cubicBezTo>
                    <a:pt x="2800" y="800"/>
                    <a:pt x="2712" y="762"/>
                    <a:pt x="2604" y="654"/>
                  </a:cubicBezTo>
                  <a:cubicBezTo>
                    <a:pt x="2261" y="311"/>
                    <a:pt x="2208" y="1"/>
                    <a:pt x="19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0"/>
            <p:cNvSpPr/>
            <p:nvPr/>
          </p:nvSpPr>
          <p:spPr>
            <a:xfrm>
              <a:off x="1748222" y="4165414"/>
              <a:ext cx="291156" cy="330765"/>
            </a:xfrm>
            <a:custGeom>
              <a:rect b="b" l="l" r="r" t="t"/>
              <a:pathLst>
                <a:path extrusionOk="0" h="7332" w="6454">
                  <a:moveTo>
                    <a:pt x="1096" y="1"/>
                  </a:moveTo>
                  <a:cubicBezTo>
                    <a:pt x="1096" y="1"/>
                    <a:pt x="405" y="560"/>
                    <a:pt x="0" y="1298"/>
                  </a:cubicBezTo>
                  <a:cubicBezTo>
                    <a:pt x="0" y="1298"/>
                    <a:pt x="762" y="2191"/>
                    <a:pt x="1632" y="2584"/>
                  </a:cubicBezTo>
                  <a:cubicBezTo>
                    <a:pt x="1632" y="2584"/>
                    <a:pt x="1239" y="5858"/>
                    <a:pt x="1453" y="7001"/>
                  </a:cubicBezTo>
                  <a:cubicBezTo>
                    <a:pt x="1453" y="7001"/>
                    <a:pt x="2822" y="7263"/>
                    <a:pt x="3668" y="7323"/>
                  </a:cubicBezTo>
                  <a:cubicBezTo>
                    <a:pt x="3750" y="7329"/>
                    <a:pt x="3835" y="7331"/>
                    <a:pt x="3921" y="7331"/>
                  </a:cubicBezTo>
                  <a:cubicBezTo>
                    <a:pt x="4708" y="7331"/>
                    <a:pt x="5561" y="7109"/>
                    <a:pt x="5561" y="7109"/>
                  </a:cubicBezTo>
                  <a:lnTo>
                    <a:pt x="5322" y="3060"/>
                  </a:lnTo>
                  <a:lnTo>
                    <a:pt x="5322" y="3060"/>
                  </a:lnTo>
                  <a:lnTo>
                    <a:pt x="5561" y="3346"/>
                  </a:lnTo>
                  <a:cubicBezTo>
                    <a:pt x="5561" y="3346"/>
                    <a:pt x="6442" y="2549"/>
                    <a:pt x="6454" y="2108"/>
                  </a:cubicBezTo>
                  <a:cubicBezTo>
                    <a:pt x="6454" y="2108"/>
                    <a:pt x="5203" y="941"/>
                    <a:pt x="4668" y="751"/>
                  </a:cubicBezTo>
                  <a:cubicBezTo>
                    <a:pt x="4567" y="713"/>
                    <a:pt x="4477" y="698"/>
                    <a:pt x="4395" y="698"/>
                  </a:cubicBezTo>
                  <a:cubicBezTo>
                    <a:pt x="4047" y="698"/>
                    <a:pt x="3828" y="967"/>
                    <a:pt x="3430" y="967"/>
                  </a:cubicBezTo>
                  <a:cubicBezTo>
                    <a:pt x="3410" y="967"/>
                    <a:pt x="3390" y="966"/>
                    <a:pt x="3370" y="965"/>
                  </a:cubicBezTo>
                  <a:cubicBezTo>
                    <a:pt x="3370" y="965"/>
                    <a:pt x="3341" y="967"/>
                    <a:pt x="3289" y="967"/>
                  </a:cubicBezTo>
                  <a:cubicBezTo>
                    <a:pt x="2997" y="967"/>
                    <a:pt x="1974" y="899"/>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0"/>
            <p:cNvSpPr/>
            <p:nvPr/>
          </p:nvSpPr>
          <p:spPr>
            <a:xfrm>
              <a:off x="1938914" y="4512424"/>
              <a:ext cx="30090" cy="221863"/>
            </a:xfrm>
            <a:custGeom>
              <a:rect b="b" l="l" r="r" t="t"/>
              <a:pathLst>
                <a:path extrusionOk="0" h="4918" w="667">
                  <a:moveTo>
                    <a:pt x="560" y="0"/>
                  </a:moveTo>
                  <a:cubicBezTo>
                    <a:pt x="536" y="12"/>
                    <a:pt x="167" y="2060"/>
                    <a:pt x="107" y="2357"/>
                  </a:cubicBezTo>
                  <a:cubicBezTo>
                    <a:pt x="48" y="2655"/>
                    <a:pt x="0" y="4822"/>
                    <a:pt x="0" y="4917"/>
                  </a:cubicBezTo>
                  <a:lnTo>
                    <a:pt x="107" y="4917"/>
                  </a:lnTo>
                  <a:cubicBezTo>
                    <a:pt x="107" y="4882"/>
                    <a:pt x="143" y="2667"/>
                    <a:pt x="214" y="2381"/>
                  </a:cubicBezTo>
                  <a:cubicBezTo>
                    <a:pt x="274" y="2084"/>
                    <a:pt x="667" y="36"/>
                    <a:pt x="667" y="12"/>
                  </a:cubicBezTo>
                  <a:lnTo>
                    <a:pt x="5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0"/>
            <p:cNvSpPr/>
            <p:nvPr/>
          </p:nvSpPr>
          <p:spPr>
            <a:xfrm>
              <a:off x="1068236" y="5007990"/>
              <a:ext cx="194435" cy="449275"/>
            </a:xfrm>
            <a:custGeom>
              <a:rect b="b" l="l" r="r" t="t"/>
              <a:pathLst>
                <a:path extrusionOk="0" h="9959" w="4310">
                  <a:moveTo>
                    <a:pt x="2188" y="0"/>
                  </a:moveTo>
                  <a:cubicBezTo>
                    <a:pt x="1818" y="0"/>
                    <a:pt x="1445" y="271"/>
                    <a:pt x="1155" y="683"/>
                  </a:cubicBezTo>
                  <a:cubicBezTo>
                    <a:pt x="0" y="2302"/>
                    <a:pt x="1155" y="9958"/>
                    <a:pt x="1155" y="9958"/>
                  </a:cubicBezTo>
                  <a:lnTo>
                    <a:pt x="3239" y="9958"/>
                  </a:lnTo>
                  <a:cubicBezTo>
                    <a:pt x="4310" y="2274"/>
                    <a:pt x="3261" y="0"/>
                    <a:pt x="21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0"/>
            <p:cNvSpPr/>
            <p:nvPr/>
          </p:nvSpPr>
          <p:spPr>
            <a:xfrm>
              <a:off x="802837" y="5241360"/>
              <a:ext cx="286374" cy="215908"/>
            </a:xfrm>
            <a:custGeom>
              <a:rect b="b" l="l" r="r" t="t"/>
              <a:pathLst>
                <a:path extrusionOk="0" h="4786" w="6348">
                  <a:moveTo>
                    <a:pt x="1675" y="0"/>
                  </a:moveTo>
                  <a:cubicBezTo>
                    <a:pt x="727" y="0"/>
                    <a:pt x="0" y="794"/>
                    <a:pt x="871" y="2166"/>
                  </a:cubicBezTo>
                  <a:cubicBezTo>
                    <a:pt x="2049" y="4023"/>
                    <a:pt x="4490" y="4785"/>
                    <a:pt x="4490" y="4785"/>
                  </a:cubicBezTo>
                  <a:lnTo>
                    <a:pt x="6347" y="4785"/>
                  </a:lnTo>
                  <a:cubicBezTo>
                    <a:pt x="6347" y="4785"/>
                    <a:pt x="3978" y="1106"/>
                    <a:pt x="2704" y="308"/>
                  </a:cubicBezTo>
                  <a:cubicBezTo>
                    <a:pt x="2374" y="100"/>
                    <a:pt x="2011" y="0"/>
                    <a:pt x="16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0"/>
            <p:cNvSpPr/>
            <p:nvPr/>
          </p:nvSpPr>
          <p:spPr>
            <a:xfrm>
              <a:off x="923965" y="5100653"/>
              <a:ext cx="216811" cy="356614"/>
            </a:xfrm>
            <a:custGeom>
              <a:rect b="b" l="l" r="r" t="t"/>
              <a:pathLst>
                <a:path extrusionOk="0" h="7905" w="4806">
                  <a:moveTo>
                    <a:pt x="995" y="1"/>
                  </a:moveTo>
                  <a:cubicBezTo>
                    <a:pt x="400" y="1"/>
                    <a:pt x="1" y="600"/>
                    <a:pt x="150" y="1999"/>
                  </a:cubicBezTo>
                  <a:cubicBezTo>
                    <a:pt x="495" y="5225"/>
                    <a:pt x="3198" y="7904"/>
                    <a:pt x="3198" y="7904"/>
                  </a:cubicBezTo>
                  <a:lnTo>
                    <a:pt x="4805" y="7904"/>
                  </a:lnTo>
                  <a:cubicBezTo>
                    <a:pt x="4805" y="7904"/>
                    <a:pt x="4686" y="5487"/>
                    <a:pt x="3543" y="2653"/>
                  </a:cubicBezTo>
                  <a:cubicBezTo>
                    <a:pt x="2894" y="1037"/>
                    <a:pt x="1776" y="1"/>
                    <a:pt x="9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0"/>
            <p:cNvSpPr/>
            <p:nvPr/>
          </p:nvSpPr>
          <p:spPr>
            <a:xfrm>
              <a:off x="1244401" y="5241360"/>
              <a:ext cx="286374" cy="215908"/>
            </a:xfrm>
            <a:custGeom>
              <a:rect b="b" l="l" r="r" t="t"/>
              <a:pathLst>
                <a:path extrusionOk="0" h="4786" w="6348">
                  <a:moveTo>
                    <a:pt x="4673" y="0"/>
                  </a:moveTo>
                  <a:cubicBezTo>
                    <a:pt x="4337" y="0"/>
                    <a:pt x="3974" y="100"/>
                    <a:pt x="3644" y="308"/>
                  </a:cubicBezTo>
                  <a:cubicBezTo>
                    <a:pt x="2382" y="1106"/>
                    <a:pt x="0" y="4785"/>
                    <a:pt x="0" y="4785"/>
                  </a:cubicBezTo>
                  <a:lnTo>
                    <a:pt x="1858" y="4785"/>
                  </a:lnTo>
                  <a:cubicBezTo>
                    <a:pt x="1858" y="4785"/>
                    <a:pt x="4298" y="4023"/>
                    <a:pt x="5477" y="2166"/>
                  </a:cubicBezTo>
                  <a:cubicBezTo>
                    <a:pt x="6348" y="794"/>
                    <a:pt x="5621" y="0"/>
                    <a:pt x="46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0"/>
            <p:cNvSpPr/>
            <p:nvPr/>
          </p:nvSpPr>
          <p:spPr>
            <a:xfrm>
              <a:off x="1193379" y="5100653"/>
              <a:ext cx="216766" cy="356614"/>
            </a:xfrm>
            <a:custGeom>
              <a:rect b="b" l="l" r="r" t="t"/>
              <a:pathLst>
                <a:path extrusionOk="0" h="7905" w="4805">
                  <a:moveTo>
                    <a:pt x="3811" y="1"/>
                  </a:moveTo>
                  <a:cubicBezTo>
                    <a:pt x="3030" y="1"/>
                    <a:pt x="1912" y="1037"/>
                    <a:pt x="1262" y="2653"/>
                  </a:cubicBezTo>
                  <a:cubicBezTo>
                    <a:pt x="119" y="5487"/>
                    <a:pt x="0" y="7904"/>
                    <a:pt x="0" y="7904"/>
                  </a:cubicBezTo>
                  <a:lnTo>
                    <a:pt x="1608" y="7904"/>
                  </a:lnTo>
                  <a:cubicBezTo>
                    <a:pt x="1608" y="7904"/>
                    <a:pt x="4310" y="5225"/>
                    <a:pt x="4656" y="1999"/>
                  </a:cubicBezTo>
                  <a:cubicBezTo>
                    <a:pt x="4805" y="600"/>
                    <a:pt x="4405" y="1"/>
                    <a:pt x="38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0"/>
            <p:cNvSpPr/>
            <p:nvPr/>
          </p:nvSpPr>
          <p:spPr>
            <a:xfrm>
              <a:off x="1494146" y="3916210"/>
              <a:ext cx="30676" cy="31173"/>
            </a:xfrm>
            <a:custGeom>
              <a:rect b="b" l="l" r="r" t="t"/>
              <a:pathLst>
                <a:path extrusionOk="0" h="691" w="680">
                  <a:moveTo>
                    <a:pt x="322" y="0"/>
                  </a:moveTo>
                  <a:lnTo>
                    <a:pt x="203" y="226"/>
                  </a:lnTo>
                  <a:lnTo>
                    <a:pt x="1" y="357"/>
                  </a:lnTo>
                  <a:lnTo>
                    <a:pt x="227" y="476"/>
                  </a:lnTo>
                  <a:lnTo>
                    <a:pt x="370" y="691"/>
                  </a:lnTo>
                  <a:lnTo>
                    <a:pt x="489" y="464"/>
                  </a:lnTo>
                  <a:lnTo>
                    <a:pt x="679" y="310"/>
                  </a:lnTo>
                  <a:lnTo>
                    <a:pt x="465" y="191"/>
                  </a:lnTo>
                  <a:lnTo>
                    <a:pt x="32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0"/>
            <p:cNvSpPr/>
            <p:nvPr/>
          </p:nvSpPr>
          <p:spPr>
            <a:xfrm>
              <a:off x="1676763" y="3961864"/>
              <a:ext cx="18857" cy="18812"/>
            </a:xfrm>
            <a:custGeom>
              <a:rect b="b" l="l" r="r" t="t"/>
              <a:pathLst>
                <a:path extrusionOk="0" h="417" w="418">
                  <a:moveTo>
                    <a:pt x="191" y="0"/>
                  </a:moveTo>
                  <a:lnTo>
                    <a:pt x="132" y="143"/>
                  </a:lnTo>
                  <a:lnTo>
                    <a:pt x="1" y="226"/>
                  </a:lnTo>
                  <a:lnTo>
                    <a:pt x="132" y="298"/>
                  </a:lnTo>
                  <a:lnTo>
                    <a:pt x="227" y="417"/>
                  </a:lnTo>
                  <a:lnTo>
                    <a:pt x="299" y="286"/>
                  </a:lnTo>
                  <a:lnTo>
                    <a:pt x="418" y="191"/>
                  </a:lnTo>
                  <a:lnTo>
                    <a:pt x="287" y="131"/>
                  </a:lnTo>
                  <a:lnTo>
                    <a:pt x="1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0"/>
            <p:cNvSpPr/>
            <p:nvPr/>
          </p:nvSpPr>
          <p:spPr>
            <a:xfrm>
              <a:off x="1705771" y="3878586"/>
              <a:ext cx="18857" cy="18857"/>
            </a:xfrm>
            <a:custGeom>
              <a:rect b="b" l="l" r="r" t="t"/>
              <a:pathLst>
                <a:path extrusionOk="0" h="418" w="418">
                  <a:moveTo>
                    <a:pt x="191" y="1"/>
                  </a:moveTo>
                  <a:lnTo>
                    <a:pt x="120" y="132"/>
                  </a:lnTo>
                  <a:lnTo>
                    <a:pt x="1" y="227"/>
                  </a:lnTo>
                  <a:lnTo>
                    <a:pt x="132" y="298"/>
                  </a:lnTo>
                  <a:lnTo>
                    <a:pt x="215" y="417"/>
                  </a:lnTo>
                  <a:lnTo>
                    <a:pt x="298" y="286"/>
                  </a:lnTo>
                  <a:lnTo>
                    <a:pt x="418" y="191"/>
                  </a:lnTo>
                  <a:lnTo>
                    <a:pt x="275" y="132"/>
                  </a:lnTo>
                  <a:lnTo>
                    <a:pt x="1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0"/>
            <p:cNvSpPr/>
            <p:nvPr/>
          </p:nvSpPr>
          <p:spPr>
            <a:xfrm>
              <a:off x="1454402" y="3847458"/>
              <a:ext cx="19398" cy="19353"/>
            </a:xfrm>
            <a:custGeom>
              <a:rect b="b" l="l" r="r" t="t"/>
              <a:pathLst>
                <a:path extrusionOk="0" h="429" w="430">
                  <a:moveTo>
                    <a:pt x="191" y="0"/>
                  </a:moveTo>
                  <a:lnTo>
                    <a:pt x="132" y="143"/>
                  </a:lnTo>
                  <a:lnTo>
                    <a:pt x="1" y="226"/>
                  </a:lnTo>
                  <a:lnTo>
                    <a:pt x="155" y="286"/>
                  </a:lnTo>
                  <a:lnTo>
                    <a:pt x="239" y="429"/>
                  </a:lnTo>
                  <a:lnTo>
                    <a:pt x="298" y="274"/>
                  </a:lnTo>
                  <a:lnTo>
                    <a:pt x="429" y="203"/>
                  </a:lnTo>
                  <a:lnTo>
                    <a:pt x="286" y="131"/>
                  </a:lnTo>
                  <a:lnTo>
                    <a:pt x="1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0"/>
            <p:cNvSpPr/>
            <p:nvPr/>
          </p:nvSpPr>
          <p:spPr>
            <a:xfrm>
              <a:off x="1492026" y="4076271"/>
              <a:ext cx="18812" cy="18812"/>
            </a:xfrm>
            <a:custGeom>
              <a:rect b="b" l="l" r="r" t="t"/>
              <a:pathLst>
                <a:path extrusionOk="0" h="417" w="417">
                  <a:moveTo>
                    <a:pt x="191" y="0"/>
                  </a:moveTo>
                  <a:lnTo>
                    <a:pt x="131" y="143"/>
                  </a:lnTo>
                  <a:lnTo>
                    <a:pt x="0" y="214"/>
                  </a:lnTo>
                  <a:lnTo>
                    <a:pt x="131" y="298"/>
                  </a:lnTo>
                  <a:lnTo>
                    <a:pt x="226" y="417"/>
                  </a:lnTo>
                  <a:lnTo>
                    <a:pt x="298" y="274"/>
                  </a:lnTo>
                  <a:lnTo>
                    <a:pt x="417" y="191"/>
                  </a:lnTo>
                  <a:lnTo>
                    <a:pt x="286" y="131"/>
                  </a:lnTo>
                  <a:lnTo>
                    <a:pt x="1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0"/>
            <p:cNvSpPr/>
            <p:nvPr/>
          </p:nvSpPr>
          <p:spPr>
            <a:xfrm>
              <a:off x="861438" y="2677587"/>
              <a:ext cx="4872" cy="5413"/>
            </a:xfrm>
            <a:custGeom>
              <a:rect b="b" l="l" r="r" t="t"/>
              <a:pathLst>
                <a:path extrusionOk="0" h="120" w="108">
                  <a:moveTo>
                    <a:pt x="60" y="0"/>
                  </a:moveTo>
                  <a:cubicBezTo>
                    <a:pt x="60" y="0"/>
                    <a:pt x="48" y="24"/>
                    <a:pt x="0" y="84"/>
                  </a:cubicBezTo>
                  <a:lnTo>
                    <a:pt x="48" y="119"/>
                  </a:lnTo>
                  <a:cubicBezTo>
                    <a:pt x="84" y="60"/>
                    <a:pt x="107" y="24"/>
                    <a:pt x="107" y="24"/>
                  </a:cubicBezTo>
                  <a:lnTo>
                    <a:pt x="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0"/>
            <p:cNvSpPr/>
            <p:nvPr/>
          </p:nvSpPr>
          <p:spPr>
            <a:xfrm>
              <a:off x="799633" y="2689406"/>
              <a:ext cx="58060" cy="125187"/>
            </a:xfrm>
            <a:custGeom>
              <a:rect b="b" l="l" r="r" t="t"/>
              <a:pathLst>
                <a:path extrusionOk="0" h="2775" w="1287">
                  <a:moveTo>
                    <a:pt x="1239" y="0"/>
                  </a:moveTo>
                  <a:cubicBezTo>
                    <a:pt x="1192" y="60"/>
                    <a:pt x="1168" y="119"/>
                    <a:pt x="1120" y="179"/>
                  </a:cubicBezTo>
                  <a:lnTo>
                    <a:pt x="1168" y="215"/>
                  </a:lnTo>
                  <a:cubicBezTo>
                    <a:pt x="1215" y="155"/>
                    <a:pt x="1251" y="96"/>
                    <a:pt x="1287" y="36"/>
                  </a:cubicBezTo>
                  <a:lnTo>
                    <a:pt x="1239" y="0"/>
                  </a:lnTo>
                  <a:close/>
                  <a:moveTo>
                    <a:pt x="1001" y="357"/>
                  </a:moveTo>
                  <a:cubicBezTo>
                    <a:pt x="977" y="417"/>
                    <a:pt x="930" y="477"/>
                    <a:pt x="894" y="536"/>
                  </a:cubicBezTo>
                  <a:lnTo>
                    <a:pt x="942" y="572"/>
                  </a:lnTo>
                  <a:cubicBezTo>
                    <a:pt x="989" y="512"/>
                    <a:pt x="1013" y="453"/>
                    <a:pt x="1049" y="393"/>
                  </a:cubicBezTo>
                  <a:lnTo>
                    <a:pt x="1001" y="357"/>
                  </a:lnTo>
                  <a:close/>
                  <a:moveTo>
                    <a:pt x="811" y="738"/>
                  </a:moveTo>
                  <a:cubicBezTo>
                    <a:pt x="775" y="798"/>
                    <a:pt x="739" y="869"/>
                    <a:pt x="703" y="929"/>
                  </a:cubicBezTo>
                  <a:lnTo>
                    <a:pt x="751" y="953"/>
                  </a:lnTo>
                  <a:cubicBezTo>
                    <a:pt x="775" y="881"/>
                    <a:pt x="811" y="822"/>
                    <a:pt x="858" y="762"/>
                  </a:cubicBezTo>
                  <a:lnTo>
                    <a:pt x="811" y="738"/>
                  </a:lnTo>
                  <a:close/>
                  <a:moveTo>
                    <a:pt x="596" y="1119"/>
                  </a:moveTo>
                  <a:cubicBezTo>
                    <a:pt x="572" y="1179"/>
                    <a:pt x="537" y="1250"/>
                    <a:pt x="513" y="1310"/>
                  </a:cubicBezTo>
                  <a:lnTo>
                    <a:pt x="561" y="1334"/>
                  </a:lnTo>
                  <a:cubicBezTo>
                    <a:pt x="584" y="1274"/>
                    <a:pt x="620" y="1191"/>
                    <a:pt x="644" y="1155"/>
                  </a:cubicBezTo>
                  <a:lnTo>
                    <a:pt x="596" y="1119"/>
                  </a:lnTo>
                  <a:close/>
                  <a:moveTo>
                    <a:pt x="441" y="1512"/>
                  </a:moveTo>
                  <a:cubicBezTo>
                    <a:pt x="406" y="1572"/>
                    <a:pt x="382" y="1643"/>
                    <a:pt x="346" y="1703"/>
                  </a:cubicBezTo>
                  <a:lnTo>
                    <a:pt x="394" y="1715"/>
                  </a:lnTo>
                  <a:cubicBezTo>
                    <a:pt x="418" y="1655"/>
                    <a:pt x="441" y="1596"/>
                    <a:pt x="477" y="1524"/>
                  </a:cubicBezTo>
                  <a:lnTo>
                    <a:pt x="441" y="1512"/>
                  </a:lnTo>
                  <a:close/>
                  <a:moveTo>
                    <a:pt x="275" y="1893"/>
                  </a:moveTo>
                  <a:cubicBezTo>
                    <a:pt x="239" y="1965"/>
                    <a:pt x="227" y="2024"/>
                    <a:pt x="203" y="2108"/>
                  </a:cubicBezTo>
                  <a:lnTo>
                    <a:pt x="239" y="2120"/>
                  </a:lnTo>
                  <a:cubicBezTo>
                    <a:pt x="263" y="2060"/>
                    <a:pt x="287" y="1977"/>
                    <a:pt x="322" y="1905"/>
                  </a:cubicBezTo>
                  <a:lnTo>
                    <a:pt x="275" y="1893"/>
                  </a:lnTo>
                  <a:close/>
                  <a:moveTo>
                    <a:pt x="120" y="2298"/>
                  </a:moveTo>
                  <a:cubicBezTo>
                    <a:pt x="108" y="2370"/>
                    <a:pt x="84" y="2429"/>
                    <a:pt x="60" y="2501"/>
                  </a:cubicBezTo>
                  <a:lnTo>
                    <a:pt x="108" y="2524"/>
                  </a:lnTo>
                  <a:cubicBezTo>
                    <a:pt x="144" y="2465"/>
                    <a:pt x="156" y="2382"/>
                    <a:pt x="168" y="2310"/>
                  </a:cubicBezTo>
                  <a:lnTo>
                    <a:pt x="120" y="2298"/>
                  </a:lnTo>
                  <a:close/>
                  <a:moveTo>
                    <a:pt x="25" y="2715"/>
                  </a:moveTo>
                  <a:cubicBezTo>
                    <a:pt x="1" y="2727"/>
                    <a:pt x="1" y="2739"/>
                    <a:pt x="1" y="2763"/>
                  </a:cubicBezTo>
                  <a:lnTo>
                    <a:pt x="49" y="2774"/>
                  </a:lnTo>
                  <a:cubicBezTo>
                    <a:pt x="60" y="2763"/>
                    <a:pt x="60" y="2739"/>
                    <a:pt x="60" y="2727"/>
                  </a:cubicBezTo>
                  <a:lnTo>
                    <a:pt x="25" y="271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0"/>
            <p:cNvSpPr/>
            <p:nvPr/>
          </p:nvSpPr>
          <p:spPr>
            <a:xfrm>
              <a:off x="798055" y="2819377"/>
              <a:ext cx="2707" cy="5413"/>
            </a:xfrm>
            <a:custGeom>
              <a:rect b="b" l="l" r="r" t="t"/>
              <a:pathLst>
                <a:path extrusionOk="0" h="120" w="60">
                  <a:moveTo>
                    <a:pt x="12" y="1"/>
                  </a:moveTo>
                  <a:cubicBezTo>
                    <a:pt x="12" y="24"/>
                    <a:pt x="0" y="72"/>
                    <a:pt x="0" y="96"/>
                  </a:cubicBezTo>
                  <a:lnTo>
                    <a:pt x="36" y="120"/>
                  </a:lnTo>
                  <a:cubicBezTo>
                    <a:pt x="60" y="72"/>
                    <a:pt x="60" y="36"/>
                    <a:pt x="60" y="12"/>
                  </a:cubicBezTo>
                  <a:lnTo>
                    <a:pt x="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0"/>
            <p:cNvSpPr/>
            <p:nvPr/>
          </p:nvSpPr>
          <p:spPr>
            <a:xfrm>
              <a:off x="878626" y="2682955"/>
              <a:ext cx="2707" cy="5413"/>
            </a:xfrm>
            <a:custGeom>
              <a:rect b="b" l="l" r="r" t="t"/>
              <a:pathLst>
                <a:path extrusionOk="0" h="120" w="60">
                  <a:moveTo>
                    <a:pt x="12" y="0"/>
                  </a:moveTo>
                  <a:cubicBezTo>
                    <a:pt x="12" y="0"/>
                    <a:pt x="12" y="24"/>
                    <a:pt x="0" y="108"/>
                  </a:cubicBezTo>
                  <a:lnTo>
                    <a:pt x="36" y="119"/>
                  </a:lnTo>
                  <a:cubicBezTo>
                    <a:pt x="60" y="60"/>
                    <a:pt x="60" y="12"/>
                    <a:pt x="60" y="12"/>
                  </a:cubicBezTo>
                  <a:lnTo>
                    <a:pt x="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0"/>
            <p:cNvSpPr/>
            <p:nvPr/>
          </p:nvSpPr>
          <p:spPr>
            <a:xfrm>
              <a:off x="868386" y="2697436"/>
              <a:ext cx="10286" cy="106420"/>
            </a:xfrm>
            <a:custGeom>
              <a:rect b="b" l="l" r="r" t="t"/>
              <a:pathLst>
                <a:path extrusionOk="0" h="2359" w="228">
                  <a:moveTo>
                    <a:pt x="180" y="1"/>
                  </a:moveTo>
                  <a:cubicBezTo>
                    <a:pt x="180" y="60"/>
                    <a:pt x="168" y="144"/>
                    <a:pt x="144" y="215"/>
                  </a:cubicBezTo>
                  <a:lnTo>
                    <a:pt x="191" y="227"/>
                  </a:lnTo>
                  <a:cubicBezTo>
                    <a:pt x="203" y="156"/>
                    <a:pt x="227" y="84"/>
                    <a:pt x="227" y="13"/>
                  </a:cubicBezTo>
                  <a:lnTo>
                    <a:pt x="180" y="1"/>
                  </a:lnTo>
                  <a:close/>
                  <a:moveTo>
                    <a:pt x="120" y="453"/>
                  </a:moveTo>
                  <a:cubicBezTo>
                    <a:pt x="108" y="513"/>
                    <a:pt x="108" y="584"/>
                    <a:pt x="84" y="656"/>
                  </a:cubicBezTo>
                  <a:lnTo>
                    <a:pt x="132" y="656"/>
                  </a:lnTo>
                  <a:cubicBezTo>
                    <a:pt x="144" y="584"/>
                    <a:pt x="144" y="513"/>
                    <a:pt x="168" y="453"/>
                  </a:cubicBezTo>
                  <a:close/>
                  <a:moveTo>
                    <a:pt x="60" y="870"/>
                  </a:moveTo>
                  <a:cubicBezTo>
                    <a:pt x="60" y="930"/>
                    <a:pt x="49" y="1001"/>
                    <a:pt x="49" y="1072"/>
                  </a:cubicBezTo>
                  <a:lnTo>
                    <a:pt x="84" y="1072"/>
                  </a:lnTo>
                  <a:cubicBezTo>
                    <a:pt x="108" y="1001"/>
                    <a:pt x="108" y="930"/>
                    <a:pt x="108" y="870"/>
                  </a:cubicBezTo>
                  <a:close/>
                  <a:moveTo>
                    <a:pt x="25" y="1299"/>
                  </a:moveTo>
                  <a:cubicBezTo>
                    <a:pt x="25" y="1358"/>
                    <a:pt x="13" y="1430"/>
                    <a:pt x="13" y="1501"/>
                  </a:cubicBezTo>
                  <a:lnTo>
                    <a:pt x="60" y="1501"/>
                  </a:lnTo>
                  <a:cubicBezTo>
                    <a:pt x="60" y="1430"/>
                    <a:pt x="72" y="1358"/>
                    <a:pt x="72" y="1299"/>
                  </a:cubicBezTo>
                  <a:close/>
                  <a:moveTo>
                    <a:pt x="1" y="1715"/>
                  </a:moveTo>
                  <a:lnTo>
                    <a:pt x="1" y="1930"/>
                  </a:lnTo>
                  <a:lnTo>
                    <a:pt x="49" y="1930"/>
                  </a:lnTo>
                  <a:lnTo>
                    <a:pt x="49" y="1715"/>
                  </a:lnTo>
                  <a:close/>
                  <a:moveTo>
                    <a:pt x="1" y="2144"/>
                  </a:moveTo>
                  <a:lnTo>
                    <a:pt x="1" y="2358"/>
                  </a:lnTo>
                  <a:lnTo>
                    <a:pt x="49" y="2358"/>
                  </a:lnTo>
                  <a:lnTo>
                    <a:pt x="49" y="21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0"/>
            <p:cNvSpPr/>
            <p:nvPr/>
          </p:nvSpPr>
          <p:spPr>
            <a:xfrm>
              <a:off x="868927" y="2819918"/>
              <a:ext cx="2752" cy="4872"/>
            </a:xfrm>
            <a:custGeom>
              <a:rect b="b" l="l" r="r" t="t"/>
              <a:pathLst>
                <a:path extrusionOk="0" h="108" w="61">
                  <a:moveTo>
                    <a:pt x="1" y="0"/>
                  </a:moveTo>
                  <a:cubicBezTo>
                    <a:pt x="13" y="24"/>
                    <a:pt x="13" y="72"/>
                    <a:pt x="13" y="108"/>
                  </a:cubicBezTo>
                  <a:lnTo>
                    <a:pt x="60" y="108"/>
                  </a:lnTo>
                  <a:cubicBezTo>
                    <a:pt x="48" y="72"/>
                    <a:pt x="48" y="24"/>
                    <a:pt x="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0"/>
            <p:cNvSpPr/>
            <p:nvPr/>
          </p:nvSpPr>
          <p:spPr>
            <a:xfrm>
              <a:off x="831889" y="2691527"/>
              <a:ext cx="38707" cy="165518"/>
            </a:xfrm>
            <a:custGeom>
              <a:rect b="b" l="l" r="r" t="t"/>
              <a:pathLst>
                <a:path extrusionOk="0" h="3669" w="858">
                  <a:moveTo>
                    <a:pt x="810" y="1"/>
                  </a:moveTo>
                  <a:lnTo>
                    <a:pt x="715" y="179"/>
                  </a:lnTo>
                  <a:lnTo>
                    <a:pt x="762" y="191"/>
                  </a:lnTo>
                  <a:cubicBezTo>
                    <a:pt x="800" y="97"/>
                    <a:pt x="838" y="40"/>
                    <a:pt x="852" y="32"/>
                  </a:cubicBezTo>
                  <a:lnTo>
                    <a:pt x="852" y="32"/>
                  </a:lnTo>
                  <a:lnTo>
                    <a:pt x="858" y="37"/>
                  </a:lnTo>
                  <a:cubicBezTo>
                    <a:pt x="858" y="33"/>
                    <a:pt x="857" y="31"/>
                    <a:pt x="855" y="31"/>
                  </a:cubicBezTo>
                  <a:cubicBezTo>
                    <a:pt x="854" y="31"/>
                    <a:pt x="853" y="32"/>
                    <a:pt x="852" y="32"/>
                  </a:cubicBezTo>
                  <a:lnTo>
                    <a:pt x="852" y="32"/>
                  </a:lnTo>
                  <a:lnTo>
                    <a:pt x="810" y="1"/>
                  </a:lnTo>
                  <a:close/>
                  <a:moveTo>
                    <a:pt x="631" y="358"/>
                  </a:moveTo>
                  <a:cubicBezTo>
                    <a:pt x="619" y="418"/>
                    <a:pt x="584" y="477"/>
                    <a:pt x="560" y="549"/>
                  </a:cubicBezTo>
                  <a:lnTo>
                    <a:pt x="596" y="572"/>
                  </a:lnTo>
                  <a:cubicBezTo>
                    <a:pt x="631" y="489"/>
                    <a:pt x="655" y="430"/>
                    <a:pt x="679" y="370"/>
                  </a:cubicBezTo>
                  <a:lnTo>
                    <a:pt x="631" y="358"/>
                  </a:lnTo>
                  <a:close/>
                  <a:moveTo>
                    <a:pt x="500" y="739"/>
                  </a:moveTo>
                  <a:cubicBezTo>
                    <a:pt x="465" y="811"/>
                    <a:pt x="453" y="870"/>
                    <a:pt x="417" y="941"/>
                  </a:cubicBezTo>
                  <a:lnTo>
                    <a:pt x="465" y="953"/>
                  </a:lnTo>
                  <a:cubicBezTo>
                    <a:pt x="477" y="882"/>
                    <a:pt x="512" y="822"/>
                    <a:pt x="536" y="763"/>
                  </a:cubicBezTo>
                  <a:lnTo>
                    <a:pt x="500" y="739"/>
                  </a:lnTo>
                  <a:close/>
                  <a:moveTo>
                    <a:pt x="358" y="1132"/>
                  </a:moveTo>
                  <a:cubicBezTo>
                    <a:pt x="346" y="1192"/>
                    <a:pt x="322" y="1251"/>
                    <a:pt x="298" y="1322"/>
                  </a:cubicBezTo>
                  <a:lnTo>
                    <a:pt x="346" y="1334"/>
                  </a:lnTo>
                  <a:cubicBezTo>
                    <a:pt x="358" y="1263"/>
                    <a:pt x="381" y="1203"/>
                    <a:pt x="405" y="1144"/>
                  </a:cubicBezTo>
                  <a:lnTo>
                    <a:pt x="358" y="1132"/>
                  </a:lnTo>
                  <a:close/>
                  <a:moveTo>
                    <a:pt x="238" y="1525"/>
                  </a:moveTo>
                  <a:cubicBezTo>
                    <a:pt x="227" y="1584"/>
                    <a:pt x="215" y="1644"/>
                    <a:pt x="203" y="1715"/>
                  </a:cubicBezTo>
                  <a:lnTo>
                    <a:pt x="238" y="1727"/>
                  </a:lnTo>
                  <a:cubicBezTo>
                    <a:pt x="262" y="1668"/>
                    <a:pt x="274" y="1596"/>
                    <a:pt x="286" y="1537"/>
                  </a:cubicBezTo>
                  <a:lnTo>
                    <a:pt x="238" y="1525"/>
                  </a:lnTo>
                  <a:close/>
                  <a:moveTo>
                    <a:pt x="155" y="1906"/>
                  </a:moveTo>
                  <a:cubicBezTo>
                    <a:pt x="143" y="1977"/>
                    <a:pt x="119" y="2037"/>
                    <a:pt x="107" y="2120"/>
                  </a:cubicBezTo>
                  <a:lnTo>
                    <a:pt x="155" y="2132"/>
                  </a:lnTo>
                  <a:cubicBezTo>
                    <a:pt x="167" y="2073"/>
                    <a:pt x="179" y="2001"/>
                    <a:pt x="203" y="1918"/>
                  </a:cubicBezTo>
                  <a:lnTo>
                    <a:pt x="155" y="1906"/>
                  </a:lnTo>
                  <a:close/>
                  <a:moveTo>
                    <a:pt x="72" y="2323"/>
                  </a:moveTo>
                  <a:cubicBezTo>
                    <a:pt x="60" y="2394"/>
                    <a:pt x="60" y="2454"/>
                    <a:pt x="48" y="2525"/>
                  </a:cubicBezTo>
                  <a:lnTo>
                    <a:pt x="96" y="2525"/>
                  </a:lnTo>
                  <a:cubicBezTo>
                    <a:pt x="107" y="2477"/>
                    <a:pt x="107" y="2394"/>
                    <a:pt x="119" y="2323"/>
                  </a:cubicBezTo>
                  <a:close/>
                  <a:moveTo>
                    <a:pt x="36" y="2727"/>
                  </a:moveTo>
                  <a:cubicBezTo>
                    <a:pt x="36" y="2799"/>
                    <a:pt x="24" y="2858"/>
                    <a:pt x="24" y="2930"/>
                  </a:cubicBezTo>
                  <a:lnTo>
                    <a:pt x="60" y="2930"/>
                  </a:lnTo>
                  <a:cubicBezTo>
                    <a:pt x="60" y="2870"/>
                    <a:pt x="84" y="2799"/>
                    <a:pt x="84" y="2727"/>
                  </a:cubicBezTo>
                  <a:close/>
                  <a:moveTo>
                    <a:pt x="0" y="3144"/>
                  </a:moveTo>
                  <a:lnTo>
                    <a:pt x="0" y="3263"/>
                  </a:lnTo>
                  <a:lnTo>
                    <a:pt x="0" y="3347"/>
                  </a:lnTo>
                  <a:lnTo>
                    <a:pt x="48" y="3335"/>
                  </a:lnTo>
                  <a:lnTo>
                    <a:pt x="48" y="3263"/>
                  </a:lnTo>
                  <a:lnTo>
                    <a:pt x="48" y="3144"/>
                  </a:lnTo>
                  <a:close/>
                  <a:moveTo>
                    <a:pt x="24" y="3561"/>
                  </a:moveTo>
                  <a:lnTo>
                    <a:pt x="24" y="3668"/>
                  </a:lnTo>
                  <a:lnTo>
                    <a:pt x="60" y="3668"/>
                  </a:lnTo>
                  <a:lnTo>
                    <a:pt x="60" y="356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0"/>
            <p:cNvSpPr/>
            <p:nvPr/>
          </p:nvSpPr>
          <p:spPr>
            <a:xfrm>
              <a:off x="-361076" y="4750891"/>
              <a:ext cx="67173" cy="58601"/>
            </a:xfrm>
            <a:custGeom>
              <a:rect b="b" l="l" r="r" t="t"/>
              <a:pathLst>
                <a:path extrusionOk="0" h="1299" w="1489">
                  <a:moveTo>
                    <a:pt x="298" y="0"/>
                  </a:moveTo>
                  <a:cubicBezTo>
                    <a:pt x="179" y="203"/>
                    <a:pt x="72" y="381"/>
                    <a:pt x="1" y="548"/>
                  </a:cubicBezTo>
                  <a:cubicBezTo>
                    <a:pt x="1" y="548"/>
                    <a:pt x="584" y="1072"/>
                    <a:pt x="965" y="1298"/>
                  </a:cubicBezTo>
                  <a:cubicBezTo>
                    <a:pt x="965" y="1298"/>
                    <a:pt x="1203" y="1084"/>
                    <a:pt x="1417" y="953"/>
                  </a:cubicBezTo>
                  <a:cubicBezTo>
                    <a:pt x="1429" y="893"/>
                    <a:pt x="1465" y="822"/>
                    <a:pt x="1489" y="739"/>
                  </a:cubicBezTo>
                  <a:cubicBezTo>
                    <a:pt x="1477" y="727"/>
                    <a:pt x="1441" y="715"/>
                    <a:pt x="1429" y="703"/>
                  </a:cubicBezTo>
                  <a:cubicBezTo>
                    <a:pt x="1072" y="453"/>
                    <a:pt x="727" y="203"/>
                    <a:pt x="346" y="24"/>
                  </a:cubicBezTo>
                  <a:cubicBezTo>
                    <a:pt x="334" y="24"/>
                    <a:pt x="310" y="12"/>
                    <a:pt x="2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4" name="Google Shape;3104;p70"/>
          <p:cNvGrpSpPr/>
          <p:nvPr/>
        </p:nvGrpSpPr>
        <p:grpSpPr>
          <a:xfrm>
            <a:off x="6381714" y="-346758"/>
            <a:ext cx="3672905" cy="6077412"/>
            <a:chOff x="6381714" y="-346758"/>
            <a:chExt cx="3672905" cy="6077412"/>
          </a:xfrm>
        </p:grpSpPr>
        <p:grpSp>
          <p:nvGrpSpPr>
            <p:cNvPr id="3105" name="Google Shape;3105;p70"/>
            <p:cNvGrpSpPr/>
            <p:nvPr/>
          </p:nvGrpSpPr>
          <p:grpSpPr>
            <a:xfrm rot="-3061054">
              <a:off x="8048466" y="680298"/>
              <a:ext cx="483438" cy="680867"/>
              <a:chOff x="1554950" y="3841075"/>
              <a:chExt cx="389950" cy="549200"/>
            </a:xfrm>
          </p:grpSpPr>
          <p:sp>
            <p:nvSpPr>
              <p:cNvPr id="3106" name="Google Shape;3106;p70"/>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0"/>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0"/>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0"/>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0"/>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0"/>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0"/>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0"/>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4" name="Google Shape;3114;p70"/>
            <p:cNvGrpSpPr/>
            <p:nvPr/>
          </p:nvGrpSpPr>
          <p:grpSpPr>
            <a:xfrm rot="1423440">
              <a:off x="6725856" y="4542990"/>
              <a:ext cx="398280" cy="1156406"/>
              <a:chOff x="708100" y="7068850"/>
              <a:chExt cx="645350" cy="1873775"/>
            </a:xfrm>
          </p:grpSpPr>
          <p:sp>
            <p:nvSpPr>
              <p:cNvPr id="3115" name="Google Shape;3115;p70"/>
              <p:cNvSpPr/>
              <p:nvPr/>
            </p:nvSpPr>
            <p:spPr>
              <a:xfrm>
                <a:off x="895925" y="7068850"/>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0"/>
              <p:cNvSpPr/>
              <p:nvPr/>
            </p:nvSpPr>
            <p:spPr>
              <a:xfrm>
                <a:off x="708100" y="7244775"/>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70"/>
            <p:cNvGrpSpPr/>
            <p:nvPr/>
          </p:nvGrpSpPr>
          <p:grpSpPr>
            <a:xfrm rot="1865779">
              <a:off x="8290527" y="3370669"/>
              <a:ext cx="923583" cy="1871813"/>
              <a:chOff x="1803775" y="5029925"/>
              <a:chExt cx="655775" cy="1329050"/>
            </a:xfrm>
          </p:grpSpPr>
          <p:sp>
            <p:nvSpPr>
              <p:cNvPr id="3118" name="Google Shape;3118;p70"/>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0"/>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0"/>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0"/>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0"/>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0"/>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0"/>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0"/>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0"/>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0"/>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0"/>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9" name="Google Shape;3129;p70"/>
            <p:cNvGrpSpPr/>
            <p:nvPr/>
          </p:nvGrpSpPr>
          <p:grpSpPr>
            <a:xfrm flipH="1" rot="-2700000">
              <a:off x="7446629" y="4074940"/>
              <a:ext cx="494142" cy="900679"/>
              <a:chOff x="-214625" y="3943775"/>
              <a:chExt cx="458725" cy="836125"/>
            </a:xfrm>
          </p:grpSpPr>
          <p:sp>
            <p:nvSpPr>
              <p:cNvPr id="3130" name="Google Shape;3130;p70"/>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0"/>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0"/>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0"/>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0"/>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0"/>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0"/>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0"/>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0"/>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0"/>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0"/>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0"/>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2" name="Google Shape;3142;p70"/>
            <p:cNvSpPr/>
            <p:nvPr/>
          </p:nvSpPr>
          <p:spPr>
            <a:xfrm rot="2131633">
              <a:off x="6455576" y="4526887"/>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3" name="Google Shape;3143;p70"/>
            <p:cNvGrpSpPr/>
            <p:nvPr/>
          </p:nvGrpSpPr>
          <p:grpSpPr>
            <a:xfrm rot="-2434265">
              <a:off x="8794182" y="1367975"/>
              <a:ext cx="398289" cy="1156433"/>
              <a:chOff x="708100" y="7068850"/>
              <a:chExt cx="645350" cy="1873775"/>
            </a:xfrm>
          </p:grpSpPr>
          <p:sp>
            <p:nvSpPr>
              <p:cNvPr id="3144" name="Google Shape;3144;p70"/>
              <p:cNvSpPr/>
              <p:nvPr/>
            </p:nvSpPr>
            <p:spPr>
              <a:xfrm>
                <a:off x="895925" y="7068850"/>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0"/>
              <p:cNvSpPr/>
              <p:nvPr/>
            </p:nvSpPr>
            <p:spPr>
              <a:xfrm>
                <a:off x="708100" y="7244775"/>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6" name="Google Shape;3146;p70"/>
            <p:cNvSpPr/>
            <p:nvPr/>
          </p:nvSpPr>
          <p:spPr>
            <a:xfrm rot="-2281775">
              <a:off x="8793642" y="2466599"/>
              <a:ext cx="148956" cy="301766"/>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7" name="Google Shape;3147;p70"/>
            <p:cNvGrpSpPr/>
            <p:nvPr/>
          </p:nvGrpSpPr>
          <p:grpSpPr>
            <a:xfrm rot="-2392204">
              <a:off x="8501879" y="-2293"/>
              <a:ext cx="1364078" cy="1083337"/>
              <a:chOff x="2996200" y="3903875"/>
              <a:chExt cx="1090325" cy="865925"/>
            </a:xfrm>
          </p:grpSpPr>
          <p:sp>
            <p:nvSpPr>
              <p:cNvPr id="3148" name="Google Shape;3148;p70"/>
              <p:cNvSpPr/>
              <p:nvPr/>
            </p:nvSpPr>
            <p:spPr>
              <a:xfrm>
                <a:off x="3208725" y="4208975"/>
                <a:ext cx="553950" cy="558125"/>
              </a:xfrm>
              <a:custGeom>
                <a:rect b="b" l="l" r="r" t="t"/>
                <a:pathLst>
                  <a:path extrusionOk="0" h="22325" w="22158">
                    <a:moveTo>
                      <a:pt x="21848" y="1"/>
                    </a:moveTo>
                    <a:cubicBezTo>
                      <a:pt x="14919" y="6359"/>
                      <a:pt x="8549" y="13395"/>
                      <a:pt x="2929" y="20956"/>
                    </a:cubicBezTo>
                    <a:cubicBezTo>
                      <a:pt x="2810" y="15765"/>
                      <a:pt x="1977" y="10442"/>
                      <a:pt x="453" y="5108"/>
                    </a:cubicBezTo>
                    <a:lnTo>
                      <a:pt x="0" y="5239"/>
                    </a:lnTo>
                    <a:cubicBezTo>
                      <a:pt x="1596" y="10764"/>
                      <a:pt x="2429" y="16277"/>
                      <a:pt x="2477" y="21646"/>
                    </a:cubicBezTo>
                    <a:lnTo>
                      <a:pt x="2477" y="22325"/>
                    </a:lnTo>
                    <a:lnTo>
                      <a:pt x="2906" y="21777"/>
                    </a:lnTo>
                    <a:cubicBezTo>
                      <a:pt x="8585" y="14038"/>
                      <a:pt x="15074" y="6835"/>
                      <a:pt x="22158" y="346"/>
                    </a:cubicBezTo>
                    <a:lnTo>
                      <a:pt x="2184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0"/>
              <p:cNvSpPr/>
              <p:nvPr/>
            </p:nvSpPr>
            <p:spPr>
              <a:xfrm>
                <a:off x="3429275" y="3909550"/>
                <a:ext cx="657250" cy="652925"/>
              </a:xfrm>
              <a:custGeom>
                <a:rect b="b" l="l" r="r" t="t"/>
                <a:pathLst>
                  <a:path extrusionOk="0" h="26117" w="26290">
                    <a:moveTo>
                      <a:pt x="26290" y="0"/>
                    </a:moveTo>
                    <a:lnTo>
                      <a:pt x="26290" y="0"/>
                    </a:lnTo>
                    <a:cubicBezTo>
                      <a:pt x="24444" y="953"/>
                      <a:pt x="22301" y="1441"/>
                      <a:pt x="20218" y="1524"/>
                    </a:cubicBezTo>
                    <a:cubicBezTo>
                      <a:pt x="20061" y="1529"/>
                      <a:pt x="19903" y="1531"/>
                      <a:pt x="19746" y="1531"/>
                    </a:cubicBezTo>
                    <a:cubicBezTo>
                      <a:pt x="18325" y="1531"/>
                      <a:pt x="16894" y="1355"/>
                      <a:pt x="15483" y="1355"/>
                    </a:cubicBezTo>
                    <a:cubicBezTo>
                      <a:pt x="14728" y="1355"/>
                      <a:pt x="13980" y="1405"/>
                      <a:pt x="13241" y="1560"/>
                    </a:cubicBezTo>
                    <a:cubicBezTo>
                      <a:pt x="10478" y="2131"/>
                      <a:pt x="8157" y="4096"/>
                      <a:pt x="6585" y="6418"/>
                    </a:cubicBezTo>
                    <a:cubicBezTo>
                      <a:pt x="4490" y="7299"/>
                      <a:pt x="2358" y="8430"/>
                      <a:pt x="1180" y="10370"/>
                    </a:cubicBezTo>
                    <a:cubicBezTo>
                      <a:pt x="1" y="12323"/>
                      <a:pt x="25" y="15133"/>
                      <a:pt x="1715" y="16645"/>
                    </a:cubicBezTo>
                    <a:cubicBezTo>
                      <a:pt x="2858" y="17656"/>
                      <a:pt x="4636" y="17877"/>
                      <a:pt x="6247" y="17877"/>
                    </a:cubicBezTo>
                    <a:cubicBezTo>
                      <a:pt x="6533" y="17877"/>
                      <a:pt x="6814" y="17870"/>
                      <a:pt x="7085" y="17859"/>
                    </a:cubicBezTo>
                    <a:lnTo>
                      <a:pt x="7085" y="17859"/>
                    </a:lnTo>
                    <a:cubicBezTo>
                      <a:pt x="6049" y="19479"/>
                      <a:pt x="5930" y="21681"/>
                      <a:pt x="6835" y="23384"/>
                    </a:cubicBezTo>
                    <a:cubicBezTo>
                      <a:pt x="7704" y="25030"/>
                      <a:pt x="9527" y="26116"/>
                      <a:pt x="11368" y="26116"/>
                    </a:cubicBezTo>
                    <a:cubicBezTo>
                      <a:pt x="11444" y="26116"/>
                      <a:pt x="11521" y="26114"/>
                      <a:pt x="11598" y="26110"/>
                    </a:cubicBezTo>
                    <a:cubicBezTo>
                      <a:pt x="13074" y="26015"/>
                      <a:pt x="14455" y="25277"/>
                      <a:pt x="15503" y="24229"/>
                    </a:cubicBezTo>
                    <a:cubicBezTo>
                      <a:pt x="16551" y="23193"/>
                      <a:pt x="17325" y="21836"/>
                      <a:pt x="17944" y="20479"/>
                    </a:cubicBezTo>
                    <a:cubicBezTo>
                      <a:pt x="21123" y="19395"/>
                      <a:pt x="23611" y="16490"/>
                      <a:pt x="24206" y="13192"/>
                    </a:cubicBezTo>
                    <a:cubicBezTo>
                      <a:pt x="24456" y="11811"/>
                      <a:pt x="24397" y="10418"/>
                      <a:pt x="24444" y="9037"/>
                    </a:cubicBezTo>
                    <a:cubicBezTo>
                      <a:pt x="24552" y="5953"/>
                      <a:pt x="25171" y="2893"/>
                      <a:pt x="262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0"/>
              <p:cNvSpPr/>
              <p:nvPr/>
            </p:nvSpPr>
            <p:spPr>
              <a:xfrm>
                <a:off x="3600450" y="3913400"/>
                <a:ext cx="485775" cy="444425"/>
              </a:xfrm>
              <a:custGeom>
                <a:rect b="b" l="l" r="r" t="t"/>
                <a:pathLst>
                  <a:path extrusionOk="0" h="17777" w="19431">
                    <a:moveTo>
                      <a:pt x="19431" y="1"/>
                    </a:moveTo>
                    <a:lnTo>
                      <a:pt x="19431" y="1"/>
                    </a:lnTo>
                    <a:cubicBezTo>
                      <a:pt x="18979" y="310"/>
                      <a:pt x="18538" y="656"/>
                      <a:pt x="18098" y="977"/>
                    </a:cubicBezTo>
                    <a:cubicBezTo>
                      <a:pt x="17669" y="1311"/>
                      <a:pt x="17252" y="1668"/>
                      <a:pt x="16824" y="2001"/>
                    </a:cubicBezTo>
                    <a:cubicBezTo>
                      <a:pt x="15990" y="2704"/>
                      <a:pt x="15157" y="3430"/>
                      <a:pt x="14335" y="4168"/>
                    </a:cubicBezTo>
                    <a:cubicBezTo>
                      <a:pt x="12704" y="5621"/>
                      <a:pt x="11109" y="7156"/>
                      <a:pt x="9525" y="8669"/>
                    </a:cubicBezTo>
                    <a:lnTo>
                      <a:pt x="4810" y="13276"/>
                    </a:lnTo>
                    <a:cubicBezTo>
                      <a:pt x="4024" y="14026"/>
                      <a:pt x="3239" y="14788"/>
                      <a:pt x="2429" y="15538"/>
                    </a:cubicBezTo>
                    <a:lnTo>
                      <a:pt x="1226" y="16670"/>
                    </a:lnTo>
                    <a:lnTo>
                      <a:pt x="0" y="17777"/>
                    </a:lnTo>
                    <a:cubicBezTo>
                      <a:pt x="881" y="17110"/>
                      <a:pt x="1726" y="16408"/>
                      <a:pt x="2596" y="15729"/>
                    </a:cubicBezTo>
                    <a:cubicBezTo>
                      <a:pt x="3429" y="15015"/>
                      <a:pt x="4251" y="14288"/>
                      <a:pt x="5060" y="13550"/>
                    </a:cubicBezTo>
                    <a:cubicBezTo>
                      <a:pt x="6703" y="12086"/>
                      <a:pt x="8275" y="10550"/>
                      <a:pt x="9858" y="9026"/>
                    </a:cubicBezTo>
                    <a:lnTo>
                      <a:pt x="14573" y="4442"/>
                    </a:lnTo>
                    <a:cubicBezTo>
                      <a:pt x="15359" y="3692"/>
                      <a:pt x="16169" y="2942"/>
                      <a:pt x="16966" y="2203"/>
                    </a:cubicBezTo>
                    <a:cubicBezTo>
                      <a:pt x="17383" y="1822"/>
                      <a:pt x="17776" y="1441"/>
                      <a:pt x="18193" y="1084"/>
                    </a:cubicBezTo>
                    <a:cubicBezTo>
                      <a:pt x="18609" y="727"/>
                      <a:pt x="19014" y="370"/>
                      <a:pt x="194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0"/>
              <p:cNvSpPr/>
              <p:nvPr/>
            </p:nvSpPr>
            <p:spPr>
              <a:xfrm>
                <a:off x="3670100" y="4274175"/>
                <a:ext cx="166100" cy="227375"/>
              </a:xfrm>
              <a:custGeom>
                <a:rect b="b" l="l" r="r" t="t"/>
                <a:pathLst>
                  <a:path extrusionOk="0" h="9095" w="6644">
                    <a:moveTo>
                      <a:pt x="1131" y="0"/>
                    </a:moveTo>
                    <a:lnTo>
                      <a:pt x="1131" y="0"/>
                    </a:lnTo>
                    <a:cubicBezTo>
                      <a:pt x="583" y="1012"/>
                      <a:pt x="226" y="2131"/>
                      <a:pt x="107" y="3286"/>
                    </a:cubicBezTo>
                    <a:cubicBezTo>
                      <a:pt x="0" y="4453"/>
                      <a:pt x="12" y="5644"/>
                      <a:pt x="476" y="6775"/>
                    </a:cubicBezTo>
                    <a:cubicBezTo>
                      <a:pt x="714" y="7323"/>
                      <a:pt x="1072" y="7846"/>
                      <a:pt x="1560" y="8215"/>
                    </a:cubicBezTo>
                    <a:cubicBezTo>
                      <a:pt x="2060" y="8585"/>
                      <a:pt x="2608" y="8823"/>
                      <a:pt x="3191" y="8966"/>
                    </a:cubicBezTo>
                    <a:cubicBezTo>
                      <a:pt x="3594" y="9056"/>
                      <a:pt x="3999" y="9094"/>
                      <a:pt x="4402" y="9094"/>
                    </a:cubicBezTo>
                    <a:cubicBezTo>
                      <a:pt x="5164" y="9094"/>
                      <a:pt x="5919" y="8958"/>
                      <a:pt x="6644" y="8787"/>
                    </a:cubicBezTo>
                    <a:lnTo>
                      <a:pt x="6644" y="8787"/>
                    </a:lnTo>
                    <a:cubicBezTo>
                      <a:pt x="6163" y="8822"/>
                      <a:pt x="5685" y="8850"/>
                      <a:pt x="5212" y="8850"/>
                    </a:cubicBezTo>
                    <a:cubicBezTo>
                      <a:pt x="4550" y="8850"/>
                      <a:pt x="3900" y="8794"/>
                      <a:pt x="3274" y="8620"/>
                    </a:cubicBezTo>
                    <a:cubicBezTo>
                      <a:pt x="2739" y="8454"/>
                      <a:pt x="2250" y="8215"/>
                      <a:pt x="1834" y="7870"/>
                    </a:cubicBezTo>
                    <a:cubicBezTo>
                      <a:pt x="1417" y="7537"/>
                      <a:pt x="1107" y="7096"/>
                      <a:pt x="893" y="6596"/>
                    </a:cubicBezTo>
                    <a:cubicBezTo>
                      <a:pt x="691" y="6108"/>
                      <a:pt x="572" y="5548"/>
                      <a:pt x="512" y="5001"/>
                    </a:cubicBezTo>
                    <a:cubicBezTo>
                      <a:pt x="453" y="4441"/>
                      <a:pt x="429" y="3882"/>
                      <a:pt x="464" y="3322"/>
                    </a:cubicBezTo>
                    <a:cubicBezTo>
                      <a:pt x="536" y="2203"/>
                      <a:pt x="750" y="1084"/>
                      <a:pt x="11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0"/>
              <p:cNvSpPr/>
              <p:nvPr/>
            </p:nvSpPr>
            <p:spPr>
              <a:xfrm>
                <a:off x="3768025" y="4206900"/>
                <a:ext cx="192300" cy="177750"/>
              </a:xfrm>
              <a:custGeom>
                <a:rect b="b" l="l" r="r" t="t"/>
                <a:pathLst>
                  <a:path extrusionOk="0" h="7110" w="7692">
                    <a:moveTo>
                      <a:pt x="238" y="0"/>
                    </a:moveTo>
                    <a:lnTo>
                      <a:pt x="238" y="0"/>
                    </a:lnTo>
                    <a:cubicBezTo>
                      <a:pt x="0" y="977"/>
                      <a:pt x="24" y="2036"/>
                      <a:pt x="346" y="3025"/>
                    </a:cubicBezTo>
                    <a:cubicBezTo>
                      <a:pt x="643" y="4013"/>
                      <a:pt x="1215" y="4906"/>
                      <a:pt x="1989" y="5608"/>
                    </a:cubicBezTo>
                    <a:cubicBezTo>
                      <a:pt x="2762" y="6287"/>
                      <a:pt x="3715" y="6787"/>
                      <a:pt x="4727" y="6989"/>
                    </a:cubicBezTo>
                    <a:cubicBezTo>
                      <a:pt x="5111" y="7070"/>
                      <a:pt x="5502" y="7110"/>
                      <a:pt x="5884" y="7110"/>
                    </a:cubicBezTo>
                    <a:cubicBezTo>
                      <a:pt x="6011" y="7110"/>
                      <a:pt x="6138" y="7105"/>
                      <a:pt x="6263" y="7096"/>
                    </a:cubicBezTo>
                    <a:cubicBezTo>
                      <a:pt x="6775" y="7049"/>
                      <a:pt x="7287" y="6918"/>
                      <a:pt x="7692" y="6608"/>
                    </a:cubicBezTo>
                    <a:lnTo>
                      <a:pt x="7692" y="6608"/>
                    </a:lnTo>
                    <a:cubicBezTo>
                      <a:pt x="7282" y="6819"/>
                      <a:pt x="6810" y="6895"/>
                      <a:pt x="6363" y="6895"/>
                    </a:cubicBezTo>
                    <a:cubicBezTo>
                      <a:pt x="6329" y="6895"/>
                      <a:pt x="6296" y="6895"/>
                      <a:pt x="6263" y="6894"/>
                    </a:cubicBezTo>
                    <a:cubicBezTo>
                      <a:pt x="5775" y="6858"/>
                      <a:pt x="5287" y="6787"/>
                      <a:pt x="4822" y="6656"/>
                    </a:cubicBezTo>
                    <a:cubicBezTo>
                      <a:pt x="3882" y="6382"/>
                      <a:pt x="3013" y="5906"/>
                      <a:pt x="2310" y="5263"/>
                    </a:cubicBezTo>
                    <a:cubicBezTo>
                      <a:pt x="1596" y="4632"/>
                      <a:pt x="1036" y="3810"/>
                      <a:pt x="679" y="2905"/>
                    </a:cubicBezTo>
                    <a:cubicBezTo>
                      <a:pt x="322" y="1989"/>
                      <a:pt x="179" y="1000"/>
                      <a:pt x="2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0"/>
              <p:cNvSpPr/>
              <p:nvPr/>
            </p:nvSpPr>
            <p:spPr>
              <a:xfrm>
                <a:off x="3851650" y="4122650"/>
                <a:ext cx="183975" cy="133125"/>
              </a:xfrm>
              <a:custGeom>
                <a:rect b="b" l="l" r="r" t="t"/>
                <a:pathLst>
                  <a:path extrusionOk="0" h="5325" w="7359">
                    <a:moveTo>
                      <a:pt x="191" y="1"/>
                    </a:moveTo>
                    <a:lnTo>
                      <a:pt x="191" y="1"/>
                    </a:lnTo>
                    <a:cubicBezTo>
                      <a:pt x="13" y="882"/>
                      <a:pt x="1" y="1823"/>
                      <a:pt x="287" y="2716"/>
                    </a:cubicBezTo>
                    <a:cubicBezTo>
                      <a:pt x="572" y="3609"/>
                      <a:pt x="1168" y="4430"/>
                      <a:pt x="2001" y="4906"/>
                    </a:cubicBezTo>
                    <a:cubicBezTo>
                      <a:pt x="2418" y="5121"/>
                      <a:pt x="2906" y="5275"/>
                      <a:pt x="3370" y="5299"/>
                    </a:cubicBezTo>
                    <a:cubicBezTo>
                      <a:pt x="3545" y="5317"/>
                      <a:pt x="3717" y="5325"/>
                      <a:pt x="3886" y="5325"/>
                    </a:cubicBezTo>
                    <a:cubicBezTo>
                      <a:pt x="4179" y="5325"/>
                      <a:pt x="4465" y="5301"/>
                      <a:pt x="4751" y="5263"/>
                    </a:cubicBezTo>
                    <a:cubicBezTo>
                      <a:pt x="5656" y="5156"/>
                      <a:pt x="6549" y="4882"/>
                      <a:pt x="7359" y="4501"/>
                    </a:cubicBezTo>
                    <a:lnTo>
                      <a:pt x="7359" y="4501"/>
                    </a:lnTo>
                    <a:cubicBezTo>
                      <a:pt x="6490" y="4728"/>
                      <a:pt x="5609" y="4859"/>
                      <a:pt x="4692" y="4894"/>
                    </a:cubicBezTo>
                    <a:cubicBezTo>
                      <a:pt x="4485" y="4906"/>
                      <a:pt x="4278" y="4913"/>
                      <a:pt x="4072" y="4913"/>
                    </a:cubicBezTo>
                    <a:cubicBezTo>
                      <a:pt x="3402" y="4913"/>
                      <a:pt x="2750" y="4829"/>
                      <a:pt x="2204" y="4501"/>
                    </a:cubicBezTo>
                    <a:cubicBezTo>
                      <a:pt x="1834" y="4299"/>
                      <a:pt x="1513" y="4025"/>
                      <a:pt x="1251" y="3692"/>
                    </a:cubicBezTo>
                    <a:cubicBezTo>
                      <a:pt x="989" y="3370"/>
                      <a:pt x="775" y="2989"/>
                      <a:pt x="608" y="2596"/>
                    </a:cubicBezTo>
                    <a:cubicBezTo>
                      <a:pt x="299" y="1787"/>
                      <a:pt x="191" y="894"/>
                      <a:pt x="1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0"/>
              <p:cNvSpPr/>
              <p:nvPr/>
            </p:nvSpPr>
            <p:spPr>
              <a:xfrm>
                <a:off x="3890350" y="4089625"/>
                <a:ext cx="151250" cy="52125"/>
              </a:xfrm>
              <a:custGeom>
                <a:rect b="b" l="l" r="r" t="t"/>
                <a:pathLst>
                  <a:path extrusionOk="0" h="2085" w="6050">
                    <a:moveTo>
                      <a:pt x="1" y="0"/>
                    </a:moveTo>
                    <a:lnTo>
                      <a:pt x="1" y="0"/>
                    </a:lnTo>
                    <a:cubicBezTo>
                      <a:pt x="13" y="631"/>
                      <a:pt x="417" y="1227"/>
                      <a:pt x="953" y="1560"/>
                    </a:cubicBezTo>
                    <a:cubicBezTo>
                      <a:pt x="1501" y="1917"/>
                      <a:pt x="2144" y="2060"/>
                      <a:pt x="2775" y="2084"/>
                    </a:cubicBezTo>
                    <a:cubicBezTo>
                      <a:pt x="2813" y="2085"/>
                      <a:pt x="2851" y="2085"/>
                      <a:pt x="2889" y="2085"/>
                    </a:cubicBezTo>
                    <a:cubicBezTo>
                      <a:pt x="3472" y="2085"/>
                      <a:pt x="4073" y="1997"/>
                      <a:pt x="4620" y="1762"/>
                    </a:cubicBezTo>
                    <a:cubicBezTo>
                      <a:pt x="5192" y="1524"/>
                      <a:pt x="5716" y="1120"/>
                      <a:pt x="6049" y="596"/>
                    </a:cubicBezTo>
                    <a:lnTo>
                      <a:pt x="6049" y="596"/>
                    </a:lnTo>
                    <a:cubicBezTo>
                      <a:pt x="5585" y="989"/>
                      <a:pt x="5061" y="1250"/>
                      <a:pt x="4501" y="1441"/>
                    </a:cubicBezTo>
                    <a:cubicBezTo>
                      <a:pt x="4012" y="1576"/>
                      <a:pt x="3514" y="1648"/>
                      <a:pt x="3007" y="1648"/>
                    </a:cubicBezTo>
                    <a:cubicBezTo>
                      <a:pt x="2934" y="1648"/>
                      <a:pt x="2860" y="1646"/>
                      <a:pt x="2787" y="1643"/>
                    </a:cubicBezTo>
                    <a:cubicBezTo>
                      <a:pt x="2203" y="1620"/>
                      <a:pt x="1644" y="1524"/>
                      <a:pt x="1132" y="1262"/>
                    </a:cubicBezTo>
                    <a:cubicBezTo>
                      <a:pt x="644" y="1000"/>
                      <a:pt x="191" y="584"/>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0"/>
              <p:cNvSpPr/>
              <p:nvPr/>
            </p:nvSpPr>
            <p:spPr>
              <a:xfrm>
                <a:off x="3967150" y="4004500"/>
                <a:ext cx="92300" cy="25100"/>
              </a:xfrm>
              <a:custGeom>
                <a:rect b="b" l="l" r="r" t="t"/>
                <a:pathLst>
                  <a:path extrusionOk="0" h="1004" w="3692">
                    <a:moveTo>
                      <a:pt x="3691" y="0"/>
                    </a:moveTo>
                    <a:lnTo>
                      <a:pt x="3691" y="0"/>
                    </a:lnTo>
                    <a:cubicBezTo>
                      <a:pt x="3358" y="107"/>
                      <a:pt x="3060" y="203"/>
                      <a:pt x="2763" y="286"/>
                    </a:cubicBezTo>
                    <a:cubicBezTo>
                      <a:pt x="2465" y="369"/>
                      <a:pt x="2167" y="429"/>
                      <a:pt x="1870" y="488"/>
                    </a:cubicBezTo>
                    <a:cubicBezTo>
                      <a:pt x="1572" y="548"/>
                      <a:pt x="1274" y="584"/>
                      <a:pt x="965" y="607"/>
                    </a:cubicBezTo>
                    <a:cubicBezTo>
                      <a:pt x="655" y="643"/>
                      <a:pt x="334" y="643"/>
                      <a:pt x="1" y="655"/>
                    </a:cubicBezTo>
                    <a:cubicBezTo>
                      <a:pt x="298" y="822"/>
                      <a:pt x="620" y="917"/>
                      <a:pt x="953" y="965"/>
                    </a:cubicBezTo>
                    <a:cubicBezTo>
                      <a:pt x="1103" y="991"/>
                      <a:pt x="1256" y="1004"/>
                      <a:pt x="1409" y="1004"/>
                    </a:cubicBezTo>
                    <a:cubicBezTo>
                      <a:pt x="1595" y="1004"/>
                      <a:pt x="1782" y="985"/>
                      <a:pt x="1965" y="953"/>
                    </a:cubicBezTo>
                    <a:cubicBezTo>
                      <a:pt x="2287" y="893"/>
                      <a:pt x="2620" y="786"/>
                      <a:pt x="2918" y="619"/>
                    </a:cubicBezTo>
                    <a:cubicBezTo>
                      <a:pt x="3215" y="464"/>
                      <a:pt x="3477" y="262"/>
                      <a:pt x="36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0"/>
              <p:cNvSpPr/>
              <p:nvPr/>
            </p:nvSpPr>
            <p:spPr>
              <a:xfrm>
                <a:off x="3956725" y="3942575"/>
                <a:ext cx="19375" cy="75050"/>
              </a:xfrm>
              <a:custGeom>
                <a:rect b="b" l="l" r="r" t="t"/>
                <a:pathLst>
                  <a:path extrusionOk="0" h="3002" w="775">
                    <a:moveTo>
                      <a:pt x="775" y="1"/>
                    </a:moveTo>
                    <a:lnTo>
                      <a:pt x="775" y="1"/>
                    </a:lnTo>
                    <a:cubicBezTo>
                      <a:pt x="548" y="179"/>
                      <a:pt x="382" y="405"/>
                      <a:pt x="263" y="644"/>
                    </a:cubicBezTo>
                    <a:cubicBezTo>
                      <a:pt x="144" y="882"/>
                      <a:pt x="72" y="1156"/>
                      <a:pt x="25" y="1417"/>
                    </a:cubicBezTo>
                    <a:cubicBezTo>
                      <a:pt x="1" y="1691"/>
                      <a:pt x="1" y="1965"/>
                      <a:pt x="37" y="2239"/>
                    </a:cubicBezTo>
                    <a:cubicBezTo>
                      <a:pt x="84" y="2501"/>
                      <a:pt x="179" y="2775"/>
                      <a:pt x="334" y="3001"/>
                    </a:cubicBezTo>
                    <a:cubicBezTo>
                      <a:pt x="370" y="2727"/>
                      <a:pt x="370" y="2477"/>
                      <a:pt x="382" y="2227"/>
                    </a:cubicBezTo>
                    <a:cubicBezTo>
                      <a:pt x="418" y="1965"/>
                      <a:pt x="441" y="1727"/>
                      <a:pt x="477" y="1489"/>
                    </a:cubicBezTo>
                    <a:cubicBezTo>
                      <a:pt x="513" y="1239"/>
                      <a:pt x="560" y="1001"/>
                      <a:pt x="608" y="763"/>
                    </a:cubicBezTo>
                    <a:cubicBezTo>
                      <a:pt x="668" y="525"/>
                      <a:pt x="727" y="274"/>
                      <a:pt x="7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0"/>
              <p:cNvSpPr/>
              <p:nvPr/>
            </p:nvSpPr>
            <p:spPr>
              <a:xfrm>
                <a:off x="3867425" y="3950925"/>
                <a:ext cx="31300" cy="139900"/>
              </a:xfrm>
              <a:custGeom>
                <a:rect b="b" l="l" r="r" t="t"/>
                <a:pathLst>
                  <a:path extrusionOk="0" h="5596" w="1252">
                    <a:moveTo>
                      <a:pt x="1251" y="0"/>
                    </a:moveTo>
                    <a:cubicBezTo>
                      <a:pt x="1072" y="167"/>
                      <a:pt x="918" y="381"/>
                      <a:pt x="799" y="607"/>
                    </a:cubicBezTo>
                    <a:cubicBezTo>
                      <a:pt x="680" y="833"/>
                      <a:pt x="572" y="1060"/>
                      <a:pt x="477" y="1274"/>
                    </a:cubicBezTo>
                    <a:cubicBezTo>
                      <a:pt x="263" y="1726"/>
                      <a:pt x="96" y="2215"/>
                      <a:pt x="37" y="2738"/>
                    </a:cubicBezTo>
                    <a:cubicBezTo>
                      <a:pt x="1" y="3262"/>
                      <a:pt x="37" y="3774"/>
                      <a:pt x="191" y="4274"/>
                    </a:cubicBezTo>
                    <a:cubicBezTo>
                      <a:pt x="334" y="4763"/>
                      <a:pt x="572" y="5227"/>
                      <a:pt x="918" y="5596"/>
                    </a:cubicBezTo>
                    <a:cubicBezTo>
                      <a:pt x="739" y="5120"/>
                      <a:pt x="608" y="4655"/>
                      <a:pt x="513" y="4167"/>
                    </a:cubicBezTo>
                    <a:cubicBezTo>
                      <a:pt x="441" y="3703"/>
                      <a:pt x="430" y="3227"/>
                      <a:pt x="477" y="2762"/>
                    </a:cubicBezTo>
                    <a:cubicBezTo>
                      <a:pt x="513" y="2310"/>
                      <a:pt x="656" y="1845"/>
                      <a:pt x="787" y="1381"/>
                    </a:cubicBezTo>
                    <a:lnTo>
                      <a:pt x="989" y="679"/>
                    </a:lnTo>
                    <a:cubicBezTo>
                      <a:pt x="1072" y="464"/>
                      <a:pt x="1144" y="226"/>
                      <a:pt x="12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0"/>
              <p:cNvSpPr/>
              <p:nvPr/>
            </p:nvSpPr>
            <p:spPr>
              <a:xfrm>
                <a:off x="3726950" y="3950025"/>
                <a:ext cx="127425" cy="177200"/>
              </a:xfrm>
              <a:custGeom>
                <a:rect b="b" l="l" r="r" t="t"/>
                <a:pathLst>
                  <a:path extrusionOk="0" h="7088" w="5097">
                    <a:moveTo>
                      <a:pt x="1274" y="0"/>
                    </a:moveTo>
                    <a:cubicBezTo>
                      <a:pt x="631" y="596"/>
                      <a:pt x="238" y="1429"/>
                      <a:pt x="119" y="2310"/>
                    </a:cubicBezTo>
                    <a:cubicBezTo>
                      <a:pt x="0" y="3191"/>
                      <a:pt x="155" y="4132"/>
                      <a:pt x="584" y="4918"/>
                    </a:cubicBezTo>
                    <a:cubicBezTo>
                      <a:pt x="1024" y="5703"/>
                      <a:pt x="1727" y="6334"/>
                      <a:pt x="2536" y="6704"/>
                    </a:cubicBezTo>
                    <a:cubicBezTo>
                      <a:pt x="3073" y="6952"/>
                      <a:pt x="3670" y="7087"/>
                      <a:pt x="4257" y="7087"/>
                    </a:cubicBezTo>
                    <a:cubicBezTo>
                      <a:pt x="4541" y="7087"/>
                      <a:pt x="4824" y="7055"/>
                      <a:pt x="5096" y="6989"/>
                    </a:cubicBezTo>
                    <a:lnTo>
                      <a:pt x="5096" y="6989"/>
                    </a:lnTo>
                    <a:cubicBezTo>
                      <a:pt x="5074" y="6990"/>
                      <a:pt x="5051" y="6990"/>
                      <a:pt x="5029" y="6990"/>
                    </a:cubicBezTo>
                    <a:cubicBezTo>
                      <a:pt x="4207" y="6990"/>
                      <a:pt x="3398" y="6776"/>
                      <a:pt x="2703" y="6370"/>
                    </a:cubicBezTo>
                    <a:cubicBezTo>
                      <a:pt x="1989" y="5977"/>
                      <a:pt x="1369" y="5394"/>
                      <a:pt x="988" y="4691"/>
                    </a:cubicBezTo>
                    <a:cubicBezTo>
                      <a:pt x="595" y="3989"/>
                      <a:pt x="441" y="3179"/>
                      <a:pt x="476" y="2358"/>
                    </a:cubicBezTo>
                    <a:cubicBezTo>
                      <a:pt x="536" y="1536"/>
                      <a:pt x="786" y="715"/>
                      <a:pt x="1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0"/>
              <p:cNvSpPr/>
              <p:nvPr/>
            </p:nvSpPr>
            <p:spPr>
              <a:xfrm>
                <a:off x="3601625" y="4047350"/>
                <a:ext cx="169700" cy="164925"/>
              </a:xfrm>
              <a:custGeom>
                <a:rect b="b" l="l" r="r" t="t"/>
                <a:pathLst>
                  <a:path extrusionOk="0" h="6597" w="6788">
                    <a:moveTo>
                      <a:pt x="525" y="1"/>
                    </a:moveTo>
                    <a:lnTo>
                      <a:pt x="525" y="1"/>
                    </a:lnTo>
                    <a:cubicBezTo>
                      <a:pt x="96" y="798"/>
                      <a:pt x="1" y="1787"/>
                      <a:pt x="227" y="2691"/>
                    </a:cubicBezTo>
                    <a:cubicBezTo>
                      <a:pt x="334" y="3156"/>
                      <a:pt x="525" y="3584"/>
                      <a:pt x="763" y="3989"/>
                    </a:cubicBezTo>
                    <a:cubicBezTo>
                      <a:pt x="1013" y="4382"/>
                      <a:pt x="1310" y="4763"/>
                      <a:pt x="1656" y="5073"/>
                    </a:cubicBezTo>
                    <a:cubicBezTo>
                      <a:pt x="2358" y="5692"/>
                      <a:pt x="3192" y="6144"/>
                      <a:pt x="4084" y="6394"/>
                    </a:cubicBezTo>
                    <a:cubicBezTo>
                      <a:pt x="4519" y="6519"/>
                      <a:pt x="4986" y="6597"/>
                      <a:pt x="5449" y="6597"/>
                    </a:cubicBezTo>
                    <a:cubicBezTo>
                      <a:pt x="5912" y="6597"/>
                      <a:pt x="6370" y="6519"/>
                      <a:pt x="6787" y="6335"/>
                    </a:cubicBezTo>
                    <a:lnTo>
                      <a:pt x="6787" y="6335"/>
                    </a:lnTo>
                    <a:cubicBezTo>
                      <a:pt x="6539" y="6388"/>
                      <a:pt x="6292" y="6411"/>
                      <a:pt x="6047" y="6411"/>
                    </a:cubicBezTo>
                    <a:cubicBezTo>
                      <a:pt x="5409" y="6411"/>
                      <a:pt x="4782" y="6252"/>
                      <a:pt x="4180" y="6037"/>
                    </a:cubicBezTo>
                    <a:cubicBezTo>
                      <a:pt x="3358" y="5739"/>
                      <a:pt x="2596" y="5287"/>
                      <a:pt x="1965" y="4716"/>
                    </a:cubicBezTo>
                    <a:cubicBezTo>
                      <a:pt x="1322" y="4144"/>
                      <a:pt x="834" y="3406"/>
                      <a:pt x="572" y="2584"/>
                    </a:cubicBezTo>
                    <a:cubicBezTo>
                      <a:pt x="310" y="1763"/>
                      <a:pt x="274" y="858"/>
                      <a:pt x="5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0"/>
              <p:cNvSpPr/>
              <p:nvPr/>
            </p:nvSpPr>
            <p:spPr>
              <a:xfrm>
                <a:off x="3485250" y="4120875"/>
                <a:ext cx="202425" cy="173550"/>
              </a:xfrm>
              <a:custGeom>
                <a:rect b="b" l="l" r="r" t="t"/>
                <a:pathLst>
                  <a:path extrusionOk="0" h="6942" w="8097">
                    <a:moveTo>
                      <a:pt x="846" y="0"/>
                    </a:moveTo>
                    <a:lnTo>
                      <a:pt x="846" y="0"/>
                    </a:lnTo>
                    <a:cubicBezTo>
                      <a:pt x="250" y="893"/>
                      <a:pt x="0" y="2036"/>
                      <a:pt x="179" y="3132"/>
                    </a:cubicBezTo>
                    <a:cubicBezTo>
                      <a:pt x="346" y="4215"/>
                      <a:pt x="977" y="5227"/>
                      <a:pt x="1846" y="5930"/>
                    </a:cubicBezTo>
                    <a:cubicBezTo>
                      <a:pt x="2286" y="6263"/>
                      <a:pt x="2786" y="6537"/>
                      <a:pt x="3322" y="6704"/>
                    </a:cubicBezTo>
                    <a:cubicBezTo>
                      <a:pt x="3834" y="6858"/>
                      <a:pt x="4394" y="6942"/>
                      <a:pt x="4941" y="6942"/>
                    </a:cubicBezTo>
                    <a:cubicBezTo>
                      <a:pt x="6025" y="6942"/>
                      <a:pt x="7085" y="6680"/>
                      <a:pt x="8097" y="6358"/>
                    </a:cubicBezTo>
                    <a:lnTo>
                      <a:pt x="8097" y="6358"/>
                    </a:lnTo>
                    <a:cubicBezTo>
                      <a:pt x="7240" y="6493"/>
                      <a:pt x="6383" y="6605"/>
                      <a:pt x="5552" y="6605"/>
                    </a:cubicBezTo>
                    <a:cubicBezTo>
                      <a:pt x="5355" y="6605"/>
                      <a:pt x="5159" y="6598"/>
                      <a:pt x="4965" y="6585"/>
                    </a:cubicBezTo>
                    <a:cubicBezTo>
                      <a:pt x="3941" y="6525"/>
                      <a:pt x="2929" y="6204"/>
                      <a:pt x="2143" y="5573"/>
                    </a:cubicBezTo>
                    <a:cubicBezTo>
                      <a:pt x="1334" y="4942"/>
                      <a:pt x="762" y="4049"/>
                      <a:pt x="536" y="3048"/>
                    </a:cubicBezTo>
                    <a:cubicBezTo>
                      <a:pt x="310" y="2060"/>
                      <a:pt x="417" y="965"/>
                      <a:pt x="8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0"/>
              <p:cNvSpPr/>
              <p:nvPr/>
            </p:nvSpPr>
            <p:spPr>
              <a:xfrm>
                <a:off x="3883800" y="4043075"/>
                <a:ext cx="79800" cy="68600"/>
              </a:xfrm>
              <a:custGeom>
                <a:rect b="b" l="l" r="r" t="t"/>
                <a:pathLst>
                  <a:path extrusionOk="0" h="2744" w="3192">
                    <a:moveTo>
                      <a:pt x="2972" y="0"/>
                    </a:moveTo>
                    <a:cubicBezTo>
                      <a:pt x="2715" y="0"/>
                      <a:pt x="1505" y="754"/>
                      <a:pt x="1" y="1803"/>
                    </a:cubicBezTo>
                    <a:cubicBezTo>
                      <a:pt x="203" y="2148"/>
                      <a:pt x="441" y="2458"/>
                      <a:pt x="727" y="2743"/>
                    </a:cubicBezTo>
                    <a:cubicBezTo>
                      <a:pt x="2180" y="1267"/>
                      <a:pt x="3192" y="76"/>
                      <a:pt x="3001" y="5"/>
                    </a:cubicBezTo>
                    <a:cubicBezTo>
                      <a:pt x="2993" y="2"/>
                      <a:pt x="2984" y="0"/>
                      <a:pt x="29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0"/>
              <p:cNvSpPr/>
              <p:nvPr/>
            </p:nvSpPr>
            <p:spPr>
              <a:xfrm>
                <a:off x="3852550" y="4087825"/>
                <a:ext cx="49725" cy="53900"/>
              </a:xfrm>
              <a:custGeom>
                <a:rect b="b" l="l" r="r" t="t"/>
                <a:pathLst>
                  <a:path extrusionOk="0" h="2156" w="1989">
                    <a:moveTo>
                      <a:pt x="1263" y="1"/>
                    </a:moveTo>
                    <a:cubicBezTo>
                      <a:pt x="846" y="299"/>
                      <a:pt x="429" y="608"/>
                      <a:pt x="1" y="918"/>
                    </a:cubicBezTo>
                    <a:cubicBezTo>
                      <a:pt x="179" y="1370"/>
                      <a:pt x="429" y="1799"/>
                      <a:pt x="751" y="2156"/>
                    </a:cubicBezTo>
                    <a:cubicBezTo>
                      <a:pt x="1191" y="1739"/>
                      <a:pt x="1608" y="1322"/>
                      <a:pt x="1989" y="941"/>
                    </a:cubicBezTo>
                    <a:cubicBezTo>
                      <a:pt x="1703" y="656"/>
                      <a:pt x="1453" y="346"/>
                      <a:pt x="12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0"/>
              <p:cNvSpPr/>
              <p:nvPr/>
            </p:nvSpPr>
            <p:spPr>
              <a:xfrm>
                <a:off x="3819225" y="4110750"/>
                <a:ext cx="51800" cy="58375"/>
              </a:xfrm>
              <a:custGeom>
                <a:rect b="b" l="l" r="r" t="t"/>
                <a:pathLst>
                  <a:path extrusionOk="0" h="2335" w="2072">
                    <a:moveTo>
                      <a:pt x="1310" y="1"/>
                    </a:moveTo>
                    <a:cubicBezTo>
                      <a:pt x="881" y="334"/>
                      <a:pt x="441" y="656"/>
                      <a:pt x="0" y="1001"/>
                    </a:cubicBezTo>
                    <a:cubicBezTo>
                      <a:pt x="119" y="1251"/>
                      <a:pt x="238" y="1513"/>
                      <a:pt x="381" y="1715"/>
                    </a:cubicBezTo>
                    <a:cubicBezTo>
                      <a:pt x="524" y="1941"/>
                      <a:pt x="703" y="2144"/>
                      <a:pt x="881" y="2334"/>
                    </a:cubicBezTo>
                    <a:cubicBezTo>
                      <a:pt x="1286" y="1977"/>
                      <a:pt x="1691" y="1608"/>
                      <a:pt x="2072" y="1239"/>
                    </a:cubicBezTo>
                    <a:cubicBezTo>
                      <a:pt x="1762" y="882"/>
                      <a:pt x="1488" y="453"/>
                      <a:pt x="13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0"/>
              <p:cNvSpPr/>
              <p:nvPr/>
            </p:nvSpPr>
            <p:spPr>
              <a:xfrm>
                <a:off x="3778150" y="4136050"/>
                <a:ext cx="64000" cy="67000"/>
              </a:xfrm>
              <a:custGeom>
                <a:rect b="b" l="l" r="r" t="t"/>
                <a:pathLst>
                  <a:path extrusionOk="0" h="2680" w="2560">
                    <a:moveTo>
                      <a:pt x="1667" y="1"/>
                    </a:moveTo>
                    <a:cubicBezTo>
                      <a:pt x="1084" y="453"/>
                      <a:pt x="512" y="917"/>
                      <a:pt x="0" y="1358"/>
                    </a:cubicBezTo>
                    <a:cubicBezTo>
                      <a:pt x="71" y="1489"/>
                      <a:pt x="143" y="1632"/>
                      <a:pt x="250" y="1775"/>
                    </a:cubicBezTo>
                    <a:cubicBezTo>
                      <a:pt x="476" y="2108"/>
                      <a:pt x="738" y="2418"/>
                      <a:pt x="1036" y="2680"/>
                    </a:cubicBezTo>
                    <a:cubicBezTo>
                      <a:pt x="1524" y="2263"/>
                      <a:pt x="2048" y="1822"/>
                      <a:pt x="2560" y="1358"/>
                    </a:cubicBezTo>
                    <a:cubicBezTo>
                      <a:pt x="2357" y="1168"/>
                      <a:pt x="2203" y="953"/>
                      <a:pt x="2048" y="739"/>
                    </a:cubicBezTo>
                    <a:cubicBezTo>
                      <a:pt x="1905" y="501"/>
                      <a:pt x="1786" y="263"/>
                      <a:pt x="16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0"/>
              <p:cNvSpPr/>
              <p:nvPr/>
            </p:nvSpPr>
            <p:spPr>
              <a:xfrm>
                <a:off x="3699850" y="4170000"/>
                <a:ext cx="103900" cy="87175"/>
              </a:xfrm>
              <a:custGeom>
                <a:rect b="b" l="l" r="r" t="t"/>
                <a:pathLst>
                  <a:path extrusionOk="0" h="3487" w="4156">
                    <a:moveTo>
                      <a:pt x="3132" y="0"/>
                    </a:moveTo>
                    <a:cubicBezTo>
                      <a:pt x="1322" y="1536"/>
                      <a:pt x="1" y="2953"/>
                      <a:pt x="429" y="3393"/>
                    </a:cubicBezTo>
                    <a:cubicBezTo>
                      <a:pt x="491" y="3457"/>
                      <a:pt x="580" y="3487"/>
                      <a:pt x="692" y="3487"/>
                    </a:cubicBezTo>
                    <a:cubicBezTo>
                      <a:pt x="1315" y="3487"/>
                      <a:pt x="2663" y="2561"/>
                      <a:pt x="4156" y="1310"/>
                    </a:cubicBezTo>
                    <a:cubicBezTo>
                      <a:pt x="3858" y="1048"/>
                      <a:pt x="3584" y="726"/>
                      <a:pt x="3370" y="405"/>
                    </a:cubicBezTo>
                    <a:cubicBezTo>
                      <a:pt x="3275" y="274"/>
                      <a:pt x="3203" y="131"/>
                      <a:pt x="31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0"/>
              <p:cNvSpPr/>
              <p:nvPr/>
            </p:nvSpPr>
            <p:spPr>
              <a:xfrm>
                <a:off x="2996200" y="3903875"/>
                <a:ext cx="447100" cy="606325"/>
              </a:xfrm>
              <a:custGeom>
                <a:rect b="b" l="l" r="r" t="t"/>
                <a:pathLst>
                  <a:path extrusionOk="0" h="24253" w="17884">
                    <a:moveTo>
                      <a:pt x="5049" y="1"/>
                    </a:moveTo>
                    <a:cubicBezTo>
                      <a:pt x="4965" y="1703"/>
                      <a:pt x="4406" y="3394"/>
                      <a:pt x="3608" y="4882"/>
                    </a:cubicBezTo>
                    <a:cubicBezTo>
                      <a:pt x="2703" y="6549"/>
                      <a:pt x="1358" y="7990"/>
                      <a:pt x="750" y="9800"/>
                    </a:cubicBezTo>
                    <a:cubicBezTo>
                      <a:pt x="0" y="11967"/>
                      <a:pt x="441" y="14395"/>
                      <a:pt x="1405" y="16467"/>
                    </a:cubicBezTo>
                    <a:cubicBezTo>
                      <a:pt x="1143" y="18289"/>
                      <a:pt x="1060" y="20253"/>
                      <a:pt x="1941" y="21896"/>
                    </a:cubicBezTo>
                    <a:cubicBezTo>
                      <a:pt x="2664" y="23235"/>
                      <a:pt x="4124" y="24252"/>
                      <a:pt x="5592" y="24252"/>
                    </a:cubicBezTo>
                    <a:cubicBezTo>
                      <a:pt x="5913" y="24252"/>
                      <a:pt x="6235" y="24204"/>
                      <a:pt x="6549" y="24099"/>
                    </a:cubicBezTo>
                    <a:cubicBezTo>
                      <a:pt x="7954" y="23659"/>
                      <a:pt x="8954" y="22123"/>
                      <a:pt x="9632" y="20825"/>
                    </a:cubicBezTo>
                    <a:cubicBezTo>
                      <a:pt x="10347" y="22230"/>
                      <a:pt x="11835" y="23218"/>
                      <a:pt x="13395" y="23278"/>
                    </a:cubicBezTo>
                    <a:cubicBezTo>
                      <a:pt x="13446" y="23279"/>
                      <a:pt x="13497" y="23280"/>
                      <a:pt x="13548" y="23280"/>
                    </a:cubicBezTo>
                    <a:cubicBezTo>
                      <a:pt x="15079" y="23280"/>
                      <a:pt x="16574" y="22423"/>
                      <a:pt x="17288" y="21063"/>
                    </a:cubicBezTo>
                    <a:cubicBezTo>
                      <a:pt x="17836" y="19991"/>
                      <a:pt x="17884" y="18717"/>
                      <a:pt x="17586" y="17551"/>
                    </a:cubicBezTo>
                    <a:cubicBezTo>
                      <a:pt x="17288" y="16396"/>
                      <a:pt x="16657" y="15277"/>
                      <a:pt x="15955" y="14288"/>
                    </a:cubicBezTo>
                    <a:cubicBezTo>
                      <a:pt x="16514" y="11609"/>
                      <a:pt x="15502" y="8669"/>
                      <a:pt x="13431" y="6895"/>
                    </a:cubicBezTo>
                    <a:cubicBezTo>
                      <a:pt x="12585" y="6156"/>
                      <a:pt x="11573" y="5621"/>
                      <a:pt x="10621" y="5025"/>
                    </a:cubicBezTo>
                    <a:cubicBezTo>
                      <a:pt x="8501" y="3668"/>
                      <a:pt x="6596" y="1965"/>
                      <a:pt x="50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0"/>
              <p:cNvSpPr/>
              <p:nvPr/>
            </p:nvSpPr>
            <p:spPr>
              <a:xfrm>
                <a:off x="3124775" y="3905975"/>
                <a:ext cx="111650" cy="523300"/>
              </a:xfrm>
              <a:custGeom>
                <a:rect b="b" l="l" r="r" t="t"/>
                <a:pathLst>
                  <a:path extrusionOk="0" h="20932" w="4466">
                    <a:moveTo>
                      <a:pt x="1" y="0"/>
                    </a:moveTo>
                    <a:cubicBezTo>
                      <a:pt x="72" y="893"/>
                      <a:pt x="191" y="1786"/>
                      <a:pt x="322" y="2655"/>
                    </a:cubicBezTo>
                    <a:cubicBezTo>
                      <a:pt x="477" y="3536"/>
                      <a:pt x="632" y="4417"/>
                      <a:pt x="799" y="5298"/>
                    </a:cubicBezTo>
                    <a:cubicBezTo>
                      <a:pt x="1132" y="7049"/>
                      <a:pt x="1549" y="8787"/>
                      <a:pt x="1965" y="10537"/>
                    </a:cubicBezTo>
                    <a:lnTo>
                      <a:pt x="3251" y="15716"/>
                    </a:lnTo>
                    <a:cubicBezTo>
                      <a:pt x="3477" y="16574"/>
                      <a:pt x="3692" y="17455"/>
                      <a:pt x="3882" y="18312"/>
                    </a:cubicBezTo>
                    <a:lnTo>
                      <a:pt x="4180" y="19622"/>
                    </a:lnTo>
                    <a:cubicBezTo>
                      <a:pt x="4263" y="20062"/>
                      <a:pt x="4359" y="20503"/>
                      <a:pt x="4466" y="20931"/>
                    </a:cubicBezTo>
                    <a:cubicBezTo>
                      <a:pt x="4359" y="20062"/>
                      <a:pt x="4228" y="19169"/>
                      <a:pt x="4061" y="18264"/>
                    </a:cubicBezTo>
                    <a:cubicBezTo>
                      <a:pt x="3906" y="17395"/>
                      <a:pt x="3751" y="16514"/>
                      <a:pt x="3573" y="15633"/>
                    </a:cubicBezTo>
                    <a:cubicBezTo>
                      <a:pt x="3227" y="13883"/>
                      <a:pt x="2811" y="12156"/>
                      <a:pt x="2394" y="10406"/>
                    </a:cubicBezTo>
                    <a:lnTo>
                      <a:pt x="1132" y="5215"/>
                    </a:lnTo>
                    <a:cubicBezTo>
                      <a:pt x="918" y="4358"/>
                      <a:pt x="727" y="3489"/>
                      <a:pt x="537" y="2608"/>
                    </a:cubicBezTo>
                    <a:cubicBezTo>
                      <a:pt x="441" y="2179"/>
                      <a:pt x="334" y="1738"/>
                      <a:pt x="251" y="1298"/>
                    </a:cubicBezTo>
                    <a:cubicBezTo>
                      <a:pt x="179" y="869"/>
                      <a:pt x="84" y="429"/>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0"/>
              <p:cNvSpPr/>
              <p:nvPr/>
            </p:nvSpPr>
            <p:spPr>
              <a:xfrm>
                <a:off x="3217650" y="4320600"/>
                <a:ext cx="210775" cy="89025"/>
              </a:xfrm>
              <a:custGeom>
                <a:rect b="b" l="l" r="r" t="t"/>
                <a:pathLst>
                  <a:path extrusionOk="0" h="3561" w="8431">
                    <a:moveTo>
                      <a:pt x="8430" y="1"/>
                    </a:moveTo>
                    <a:lnTo>
                      <a:pt x="8430" y="1"/>
                    </a:lnTo>
                    <a:cubicBezTo>
                      <a:pt x="8025" y="834"/>
                      <a:pt x="7561" y="1656"/>
                      <a:pt x="6894" y="2298"/>
                    </a:cubicBezTo>
                    <a:cubicBezTo>
                      <a:pt x="6343" y="2800"/>
                      <a:pt x="5648" y="3132"/>
                      <a:pt x="4930" y="3132"/>
                    </a:cubicBezTo>
                    <a:cubicBezTo>
                      <a:pt x="4796" y="3132"/>
                      <a:pt x="4660" y="3121"/>
                      <a:pt x="4525" y="3096"/>
                    </a:cubicBezTo>
                    <a:cubicBezTo>
                      <a:pt x="4096" y="3037"/>
                      <a:pt x="3668" y="2894"/>
                      <a:pt x="3263" y="2715"/>
                    </a:cubicBezTo>
                    <a:cubicBezTo>
                      <a:pt x="2846" y="2537"/>
                      <a:pt x="2453" y="2298"/>
                      <a:pt x="2072" y="2060"/>
                    </a:cubicBezTo>
                    <a:cubicBezTo>
                      <a:pt x="1310" y="1548"/>
                      <a:pt x="608" y="941"/>
                      <a:pt x="1" y="239"/>
                    </a:cubicBezTo>
                    <a:lnTo>
                      <a:pt x="1" y="239"/>
                    </a:lnTo>
                    <a:cubicBezTo>
                      <a:pt x="465" y="1048"/>
                      <a:pt x="1108" y="1775"/>
                      <a:pt x="1858" y="2346"/>
                    </a:cubicBezTo>
                    <a:cubicBezTo>
                      <a:pt x="2620" y="2906"/>
                      <a:pt x="3489" y="3382"/>
                      <a:pt x="4465" y="3537"/>
                    </a:cubicBezTo>
                    <a:cubicBezTo>
                      <a:pt x="4595" y="3553"/>
                      <a:pt x="4728" y="3561"/>
                      <a:pt x="4861" y="3561"/>
                    </a:cubicBezTo>
                    <a:cubicBezTo>
                      <a:pt x="5228" y="3561"/>
                      <a:pt x="5601" y="3498"/>
                      <a:pt x="5942" y="3358"/>
                    </a:cubicBezTo>
                    <a:cubicBezTo>
                      <a:pt x="6406" y="3180"/>
                      <a:pt x="6811" y="2882"/>
                      <a:pt x="7144" y="2525"/>
                    </a:cubicBezTo>
                    <a:cubicBezTo>
                      <a:pt x="7835" y="1810"/>
                      <a:pt x="8168" y="894"/>
                      <a:pt x="84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0"/>
              <p:cNvSpPr/>
              <p:nvPr/>
            </p:nvSpPr>
            <p:spPr>
              <a:xfrm>
                <a:off x="3201875" y="4183375"/>
                <a:ext cx="194400" cy="96225"/>
              </a:xfrm>
              <a:custGeom>
                <a:rect b="b" l="l" r="r" t="t"/>
                <a:pathLst>
                  <a:path extrusionOk="0" h="3849" w="7776">
                    <a:moveTo>
                      <a:pt x="7716" y="1"/>
                    </a:moveTo>
                    <a:cubicBezTo>
                      <a:pt x="7668" y="406"/>
                      <a:pt x="7513" y="775"/>
                      <a:pt x="7287" y="1108"/>
                    </a:cubicBezTo>
                    <a:cubicBezTo>
                      <a:pt x="7073" y="1441"/>
                      <a:pt x="6811" y="1739"/>
                      <a:pt x="6525" y="2013"/>
                    </a:cubicBezTo>
                    <a:cubicBezTo>
                      <a:pt x="5954" y="2549"/>
                      <a:pt x="5275" y="2954"/>
                      <a:pt x="4525" y="3192"/>
                    </a:cubicBezTo>
                    <a:cubicBezTo>
                      <a:pt x="4041" y="3356"/>
                      <a:pt x="3537" y="3432"/>
                      <a:pt x="3028" y="3432"/>
                    </a:cubicBezTo>
                    <a:cubicBezTo>
                      <a:pt x="2762" y="3432"/>
                      <a:pt x="2494" y="3411"/>
                      <a:pt x="2227" y="3370"/>
                    </a:cubicBezTo>
                    <a:cubicBezTo>
                      <a:pt x="1453" y="3251"/>
                      <a:pt x="691" y="2965"/>
                      <a:pt x="1" y="2513"/>
                    </a:cubicBezTo>
                    <a:lnTo>
                      <a:pt x="1" y="2513"/>
                    </a:lnTo>
                    <a:cubicBezTo>
                      <a:pt x="584" y="3108"/>
                      <a:pt x="1346" y="3525"/>
                      <a:pt x="2167" y="3727"/>
                    </a:cubicBezTo>
                    <a:cubicBezTo>
                      <a:pt x="2512" y="3809"/>
                      <a:pt x="2870" y="3849"/>
                      <a:pt x="3230" y="3849"/>
                    </a:cubicBezTo>
                    <a:cubicBezTo>
                      <a:pt x="3717" y="3849"/>
                      <a:pt x="4208" y="3776"/>
                      <a:pt x="4680" y="3632"/>
                    </a:cubicBezTo>
                    <a:cubicBezTo>
                      <a:pt x="5489" y="3370"/>
                      <a:pt x="6228" y="2906"/>
                      <a:pt x="6799" y="2263"/>
                    </a:cubicBezTo>
                    <a:cubicBezTo>
                      <a:pt x="7073" y="1953"/>
                      <a:pt x="7311" y="1596"/>
                      <a:pt x="7490" y="1227"/>
                    </a:cubicBezTo>
                    <a:cubicBezTo>
                      <a:pt x="7668" y="834"/>
                      <a:pt x="7775" y="406"/>
                      <a:pt x="7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0"/>
              <p:cNvSpPr/>
              <p:nvPr/>
            </p:nvSpPr>
            <p:spPr>
              <a:xfrm>
                <a:off x="3177175" y="4074150"/>
                <a:ext cx="152425" cy="108075"/>
              </a:xfrm>
              <a:custGeom>
                <a:rect b="b" l="l" r="r" t="t"/>
                <a:pathLst>
                  <a:path extrusionOk="0" h="4323" w="6097">
                    <a:moveTo>
                      <a:pt x="6096" y="0"/>
                    </a:moveTo>
                    <a:cubicBezTo>
                      <a:pt x="5882" y="679"/>
                      <a:pt x="5608" y="1346"/>
                      <a:pt x="5251" y="1989"/>
                    </a:cubicBezTo>
                    <a:cubicBezTo>
                      <a:pt x="4906" y="2608"/>
                      <a:pt x="4537" y="3227"/>
                      <a:pt x="3953" y="3536"/>
                    </a:cubicBezTo>
                    <a:cubicBezTo>
                      <a:pt x="3529" y="3789"/>
                      <a:pt x="3017" y="3905"/>
                      <a:pt x="2493" y="3905"/>
                    </a:cubicBezTo>
                    <a:cubicBezTo>
                      <a:pt x="2325" y="3905"/>
                      <a:pt x="2156" y="3893"/>
                      <a:pt x="1989" y="3870"/>
                    </a:cubicBezTo>
                    <a:cubicBezTo>
                      <a:pt x="1310" y="3763"/>
                      <a:pt x="643" y="3477"/>
                      <a:pt x="0" y="3120"/>
                    </a:cubicBezTo>
                    <a:lnTo>
                      <a:pt x="0" y="3120"/>
                    </a:lnTo>
                    <a:cubicBezTo>
                      <a:pt x="536" y="3644"/>
                      <a:pt x="1191" y="4036"/>
                      <a:pt x="1929" y="4227"/>
                    </a:cubicBezTo>
                    <a:cubicBezTo>
                      <a:pt x="2179" y="4290"/>
                      <a:pt x="2437" y="4322"/>
                      <a:pt x="2696" y="4322"/>
                    </a:cubicBezTo>
                    <a:cubicBezTo>
                      <a:pt x="3212" y="4322"/>
                      <a:pt x="3731" y="4195"/>
                      <a:pt x="4191" y="3941"/>
                    </a:cubicBezTo>
                    <a:cubicBezTo>
                      <a:pt x="4537" y="3727"/>
                      <a:pt x="4834" y="3453"/>
                      <a:pt x="5060" y="3132"/>
                    </a:cubicBezTo>
                    <a:cubicBezTo>
                      <a:pt x="5287" y="2810"/>
                      <a:pt x="5441" y="2477"/>
                      <a:pt x="5596" y="2143"/>
                    </a:cubicBezTo>
                    <a:cubicBezTo>
                      <a:pt x="5882" y="1453"/>
                      <a:pt x="6061" y="726"/>
                      <a:pt x="60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0"/>
              <p:cNvSpPr/>
              <p:nvPr/>
            </p:nvSpPr>
            <p:spPr>
              <a:xfrm>
                <a:off x="3167050" y="4015500"/>
                <a:ext cx="81575" cy="104400"/>
              </a:xfrm>
              <a:custGeom>
                <a:rect b="b" l="l" r="r" t="t"/>
                <a:pathLst>
                  <a:path extrusionOk="0" h="4176" w="3263">
                    <a:moveTo>
                      <a:pt x="2929" y="1"/>
                    </a:moveTo>
                    <a:lnTo>
                      <a:pt x="2929" y="1"/>
                    </a:lnTo>
                    <a:cubicBezTo>
                      <a:pt x="3013" y="513"/>
                      <a:pt x="2965" y="977"/>
                      <a:pt x="2810" y="1418"/>
                    </a:cubicBezTo>
                    <a:cubicBezTo>
                      <a:pt x="2691" y="1870"/>
                      <a:pt x="2501" y="2299"/>
                      <a:pt x="2251" y="2680"/>
                    </a:cubicBezTo>
                    <a:cubicBezTo>
                      <a:pt x="2013" y="3084"/>
                      <a:pt x="1691" y="3430"/>
                      <a:pt x="1322" y="3680"/>
                    </a:cubicBezTo>
                    <a:cubicBezTo>
                      <a:pt x="1028" y="3869"/>
                      <a:pt x="675" y="4006"/>
                      <a:pt x="296" y="4006"/>
                    </a:cubicBezTo>
                    <a:cubicBezTo>
                      <a:pt x="199" y="4006"/>
                      <a:pt x="100" y="3997"/>
                      <a:pt x="1" y="3977"/>
                    </a:cubicBezTo>
                    <a:lnTo>
                      <a:pt x="1" y="3977"/>
                    </a:lnTo>
                    <a:cubicBezTo>
                      <a:pt x="212" y="4113"/>
                      <a:pt x="465" y="4175"/>
                      <a:pt x="724" y="4175"/>
                    </a:cubicBezTo>
                    <a:cubicBezTo>
                      <a:pt x="988" y="4175"/>
                      <a:pt x="1260" y="4110"/>
                      <a:pt x="1501" y="3989"/>
                    </a:cubicBezTo>
                    <a:cubicBezTo>
                      <a:pt x="2001" y="3775"/>
                      <a:pt x="2370" y="3370"/>
                      <a:pt x="2656" y="2942"/>
                    </a:cubicBezTo>
                    <a:cubicBezTo>
                      <a:pt x="2929" y="2501"/>
                      <a:pt x="3132" y="2013"/>
                      <a:pt x="3191" y="1489"/>
                    </a:cubicBezTo>
                    <a:cubicBezTo>
                      <a:pt x="3263" y="989"/>
                      <a:pt x="3191" y="441"/>
                      <a:pt x="29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0"/>
              <p:cNvSpPr/>
              <p:nvPr/>
            </p:nvSpPr>
            <p:spPr>
              <a:xfrm>
                <a:off x="3151575" y="3961925"/>
                <a:ext cx="30075" cy="71475"/>
              </a:xfrm>
              <a:custGeom>
                <a:rect b="b" l="l" r="r" t="t"/>
                <a:pathLst>
                  <a:path extrusionOk="0" h="2859" w="1203">
                    <a:moveTo>
                      <a:pt x="1048" y="1"/>
                    </a:moveTo>
                    <a:lnTo>
                      <a:pt x="858" y="763"/>
                    </a:lnTo>
                    <a:cubicBezTo>
                      <a:pt x="786" y="1001"/>
                      <a:pt x="715" y="1239"/>
                      <a:pt x="620" y="1465"/>
                    </a:cubicBezTo>
                    <a:cubicBezTo>
                      <a:pt x="536" y="1679"/>
                      <a:pt x="441" y="1929"/>
                      <a:pt x="334" y="2144"/>
                    </a:cubicBezTo>
                    <a:lnTo>
                      <a:pt x="0" y="2858"/>
                    </a:lnTo>
                    <a:cubicBezTo>
                      <a:pt x="250" y="2739"/>
                      <a:pt x="453" y="2548"/>
                      <a:pt x="631" y="2334"/>
                    </a:cubicBezTo>
                    <a:cubicBezTo>
                      <a:pt x="810" y="2132"/>
                      <a:pt x="953" y="1894"/>
                      <a:pt x="1048" y="1632"/>
                    </a:cubicBezTo>
                    <a:cubicBezTo>
                      <a:pt x="1143" y="1358"/>
                      <a:pt x="1203" y="1084"/>
                      <a:pt x="1203" y="810"/>
                    </a:cubicBezTo>
                    <a:cubicBezTo>
                      <a:pt x="1203" y="536"/>
                      <a:pt x="1167" y="262"/>
                      <a:pt x="1048" y="1"/>
                    </a:cubicBezTo>
                    <a:close/>
                  </a:path>
                </a:pathLst>
              </a:custGeom>
              <a:solidFill>
                <a:srgbClr val="2C40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0"/>
              <p:cNvSpPr/>
              <p:nvPr/>
            </p:nvSpPr>
            <p:spPr>
              <a:xfrm>
                <a:off x="3100375" y="3994675"/>
                <a:ext cx="47650" cy="39075"/>
              </a:xfrm>
              <a:custGeom>
                <a:rect b="b" l="l" r="r" t="t"/>
                <a:pathLst>
                  <a:path extrusionOk="0" h="1563" w="1906">
                    <a:moveTo>
                      <a:pt x="1" y="0"/>
                    </a:moveTo>
                    <a:lnTo>
                      <a:pt x="1" y="0"/>
                    </a:lnTo>
                    <a:cubicBezTo>
                      <a:pt x="24" y="238"/>
                      <a:pt x="96" y="453"/>
                      <a:pt x="215" y="643"/>
                    </a:cubicBezTo>
                    <a:cubicBezTo>
                      <a:pt x="334" y="834"/>
                      <a:pt x="477" y="1012"/>
                      <a:pt x="655" y="1155"/>
                    </a:cubicBezTo>
                    <a:cubicBezTo>
                      <a:pt x="822" y="1298"/>
                      <a:pt x="1036" y="1405"/>
                      <a:pt x="1239" y="1477"/>
                    </a:cubicBezTo>
                    <a:cubicBezTo>
                      <a:pt x="1396" y="1529"/>
                      <a:pt x="1565" y="1562"/>
                      <a:pt x="1729" y="1562"/>
                    </a:cubicBezTo>
                    <a:cubicBezTo>
                      <a:pt x="1789" y="1562"/>
                      <a:pt x="1848" y="1558"/>
                      <a:pt x="1906" y="1548"/>
                    </a:cubicBezTo>
                    <a:cubicBezTo>
                      <a:pt x="1727" y="1405"/>
                      <a:pt x="1572" y="1286"/>
                      <a:pt x="1417" y="1155"/>
                    </a:cubicBezTo>
                    <a:lnTo>
                      <a:pt x="953" y="774"/>
                    </a:lnTo>
                    <a:lnTo>
                      <a:pt x="501" y="405"/>
                    </a:lnTo>
                    <a:cubicBezTo>
                      <a:pt x="346" y="274"/>
                      <a:pt x="179" y="14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0"/>
              <p:cNvSpPr/>
              <p:nvPr/>
            </p:nvSpPr>
            <p:spPr>
              <a:xfrm>
                <a:off x="3074175" y="4052425"/>
                <a:ext cx="94400" cy="65500"/>
              </a:xfrm>
              <a:custGeom>
                <a:rect b="b" l="l" r="r" t="t"/>
                <a:pathLst>
                  <a:path extrusionOk="0" h="2620" w="3776">
                    <a:moveTo>
                      <a:pt x="1" y="0"/>
                    </a:moveTo>
                    <a:lnTo>
                      <a:pt x="1" y="0"/>
                    </a:lnTo>
                    <a:cubicBezTo>
                      <a:pt x="25" y="214"/>
                      <a:pt x="108" y="405"/>
                      <a:pt x="215" y="583"/>
                    </a:cubicBezTo>
                    <a:cubicBezTo>
                      <a:pt x="322" y="762"/>
                      <a:pt x="429" y="941"/>
                      <a:pt x="548" y="1107"/>
                    </a:cubicBezTo>
                    <a:cubicBezTo>
                      <a:pt x="775" y="1441"/>
                      <a:pt x="1049" y="1774"/>
                      <a:pt x="1394" y="2024"/>
                    </a:cubicBezTo>
                    <a:cubicBezTo>
                      <a:pt x="1739" y="2262"/>
                      <a:pt x="2120" y="2453"/>
                      <a:pt x="2537" y="2548"/>
                    </a:cubicBezTo>
                    <a:cubicBezTo>
                      <a:pt x="2752" y="2592"/>
                      <a:pt x="2973" y="2620"/>
                      <a:pt x="3195" y="2620"/>
                    </a:cubicBezTo>
                    <a:cubicBezTo>
                      <a:pt x="3390" y="2620"/>
                      <a:pt x="3585" y="2598"/>
                      <a:pt x="3775" y="2548"/>
                    </a:cubicBezTo>
                    <a:cubicBezTo>
                      <a:pt x="3370" y="2453"/>
                      <a:pt x="3001" y="2357"/>
                      <a:pt x="2644" y="2203"/>
                    </a:cubicBezTo>
                    <a:cubicBezTo>
                      <a:pt x="2299" y="2060"/>
                      <a:pt x="1965" y="1881"/>
                      <a:pt x="1668" y="1655"/>
                    </a:cubicBezTo>
                    <a:cubicBezTo>
                      <a:pt x="1346" y="1429"/>
                      <a:pt x="1096" y="1167"/>
                      <a:pt x="810" y="881"/>
                    </a:cubicBezTo>
                    <a:cubicBezTo>
                      <a:pt x="679" y="726"/>
                      <a:pt x="537" y="583"/>
                      <a:pt x="394" y="452"/>
                    </a:cubicBezTo>
                    <a:cubicBezTo>
                      <a:pt x="251" y="310"/>
                      <a:pt x="108" y="167"/>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0"/>
              <p:cNvSpPr/>
              <p:nvPr/>
            </p:nvSpPr>
            <p:spPr>
              <a:xfrm>
                <a:off x="3016150" y="4150350"/>
                <a:ext cx="161350" cy="63750"/>
              </a:xfrm>
              <a:custGeom>
                <a:rect b="b" l="l" r="r" t="t"/>
                <a:pathLst>
                  <a:path extrusionOk="0" h="2550" w="6454">
                    <a:moveTo>
                      <a:pt x="0" y="0"/>
                    </a:moveTo>
                    <a:lnTo>
                      <a:pt x="0" y="0"/>
                    </a:lnTo>
                    <a:cubicBezTo>
                      <a:pt x="131" y="703"/>
                      <a:pt x="560" y="1334"/>
                      <a:pt x="1131" y="1786"/>
                    </a:cubicBezTo>
                    <a:cubicBezTo>
                      <a:pt x="1679" y="2227"/>
                      <a:pt x="2405" y="2512"/>
                      <a:pt x="3155" y="2548"/>
                    </a:cubicBezTo>
                    <a:cubicBezTo>
                      <a:pt x="3189" y="2549"/>
                      <a:pt x="3223" y="2550"/>
                      <a:pt x="3256" y="2550"/>
                    </a:cubicBezTo>
                    <a:cubicBezTo>
                      <a:pt x="3960" y="2550"/>
                      <a:pt x="4647" y="2314"/>
                      <a:pt x="5215" y="1905"/>
                    </a:cubicBezTo>
                    <a:cubicBezTo>
                      <a:pt x="5810" y="1488"/>
                      <a:pt x="6275" y="881"/>
                      <a:pt x="6453" y="191"/>
                    </a:cubicBezTo>
                    <a:lnTo>
                      <a:pt x="6453" y="191"/>
                    </a:lnTo>
                    <a:cubicBezTo>
                      <a:pt x="6096" y="798"/>
                      <a:pt x="5596" y="1274"/>
                      <a:pt x="5024" y="1596"/>
                    </a:cubicBezTo>
                    <a:cubicBezTo>
                      <a:pt x="4496" y="1899"/>
                      <a:pt x="3883" y="2086"/>
                      <a:pt x="3276" y="2086"/>
                    </a:cubicBezTo>
                    <a:cubicBezTo>
                      <a:pt x="3239" y="2086"/>
                      <a:pt x="3203" y="2085"/>
                      <a:pt x="3167" y="2084"/>
                    </a:cubicBezTo>
                    <a:cubicBezTo>
                      <a:pt x="2524" y="2072"/>
                      <a:pt x="1881" y="1846"/>
                      <a:pt x="1334" y="1488"/>
                    </a:cubicBezTo>
                    <a:cubicBezTo>
                      <a:pt x="786" y="1131"/>
                      <a:pt x="322" y="619"/>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0"/>
              <p:cNvSpPr/>
              <p:nvPr/>
            </p:nvSpPr>
            <p:spPr>
              <a:xfrm>
                <a:off x="3023875" y="4247075"/>
                <a:ext cx="175950" cy="82175"/>
              </a:xfrm>
              <a:custGeom>
                <a:rect b="b" l="l" r="r" t="t"/>
                <a:pathLst>
                  <a:path extrusionOk="0" h="3287" w="7038">
                    <a:moveTo>
                      <a:pt x="7037" y="1"/>
                    </a:moveTo>
                    <a:cubicBezTo>
                      <a:pt x="6787" y="679"/>
                      <a:pt x="6299" y="1215"/>
                      <a:pt x="5739" y="1679"/>
                    </a:cubicBezTo>
                    <a:cubicBezTo>
                      <a:pt x="5180" y="2120"/>
                      <a:pt x="4561" y="2477"/>
                      <a:pt x="3894" y="2680"/>
                    </a:cubicBezTo>
                    <a:cubicBezTo>
                      <a:pt x="3495" y="2801"/>
                      <a:pt x="3083" y="2866"/>
                      <a:pt x="2671" y="2866"/>
                    </a:cubicBezTo>
                    <a:cubicBezTo>
                      <a:pt x="2395" y="2866"/>
                      <a:pt x="2118" y="2837"/>
                      <a:pt x="1846" y="2775"/>
                    </a:cubicBezTo>
                    <a:cubicBezTo>
                      <a:pt x="1156" y="2632"/>
                      <a:pt x="524" y="2287"/>
                      <a:pt x="1" y="1775"/>
                    </a:cubicBezTo>
                    <a:lnTo>
                      <a:pt x="1" y="1775"/>
                    </a:lnTo>
                    <a:cubicBezTo>
                      <a:pt x="370" y="2430"/>
                      <a:pt x="1025" y="2906"/>
                      <a:pt x="1751" y="3120"/>
                    </a:cubicBezTo>
                    <a:cubicBezTo>
                      <a:pt x="2120" y="3239"/>
                      <a:pt x="2513" y="3287"/>
                      <a:pt x="2906" y="3287"/>
                    </a:cubicBezTo>
                    <a:cubicBezTo>
                      <a:pt x="3275" y="3287"/>
                      <a:pt x="3656" y="3215"/>
                      <a:pt x="4037" y="3108"/>
                    </a:cubicBezTo>
                    <a:cubicBezTo>
                      <a:pt x="4775" y="2882"/>
                      <a:pt x="5442" y="2465"/>
                      <a:pt x="5978" y="1953"/>
                    </a:cubicBezTo>
                    <a:cubicBezTo>
                      <a:pt x="6513" y="1429"/>
                      <a:pt x="6978" y="739"/>
                      <a:pt x="70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0"/>
              <p:cNvSpPr/>
              <p:nvPr/>
            </p:nvSpPr>
            <p:spPr>
              <a:xfrm>
                <a:off x="3031325" y="4336375"/>
                <a:ext cx="186050" cy="112650"/>
              </a:xfrm>
              <a:custGeom>
                <a:rect b="b" l="l" r="r" t="t"/>
                <a:pathLst>
                  <a:path extrusionOk="0" h="4506" w="7442">
                    <a:moveTo>
                      <a:pt x="7442" y="1"/>
                    </a:moveTo>
                    <a:cubicBezTo>
                      <a:pt x="7096" y="786"/>
                      <a:pt x="6751" y="1596"/>
                      <a:pt x="6275" y="2275"/>
                    </a:cubicBezTo>
                    <a:cubicBezTo>
                      <a:pt x="5799" y="2977"/>
                      <a:pt x="5179" y="3537"/>
                      <a:pt x="4417" y="3822"/>
                    </a:cubicBezTo>
                    <a:cubicBezTo>
                      <a:pt x="3985" y="3985"/>
                      <a:pt x="3525" y="4070"/>
                      <a:pt x="3065" y="4070"/>
                    </a:cubicBezTo>
                    <a:cubicBezTo>
                      <a:pt x="2715" y="4070"/>
                      <a:pt x="2364" y="4021"/>
                      <a:pt x="2024" y="3918"/>
                    </a:cubicBezTo>
                    <a:cubicBezTo>
                      <a:pt x="1239" y="3680"/>
                      <a:pt x="524" y="3168"/>
                      <a:pt x="0" y="2465"/>
                    </a:cubicBezTo>
                    <a:lnTo>
                      <a:pt x="0" y="2465"/>
                    </a:lnTo>
                    <a:cubicBezTo>
                      <a:pt x="357" y="3275"/>
                      <a:pt x="1060" y="3930"/>
                      <a:pt x="1905" y="4251"/>
                    </a:cubicBezTo>
                    <a:cubicBezTo>
                      <a:pt x="2324" y="4422"/>
                      <a:pt x="2772" y="4506"/>
                      <a:pt x="3224" y="4506"/>
                    </a:cubicBezTo>
                    <a:cubicBezTo>
                      <a:pt x="3683" y="4506"/>
                      <a:pt x="4146" y="4419"/>
                      <a:pt x="4584" y="4251"/>
                    </a:cubicBezTo>
                    <a:cubicBezTo>
                      <a:pt x="5001" y="4073"/>
                      <a:pt x="5418" y="3834"/>
                      <a:pt x="5739" y="3525"/>
                    </a:cubicBezTo>
                    <a:cubicBezTo>
                      <a:pt x="6072" y="3215"/>
                      <a:pt x="6358" y="2858"/>
                      <a:pt x="6573" y="2465"/>
                    </a:cubicBezTo>
                    <a:cubicBezTo>
                      <a:pt x="7025" y="1691"/>
                      <a:pt x="7275" y="846"/>
                      <a:pt x="74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0"/>
              <p:cNvSpPr/>
              <p:nvPr/>
            </p:nvSpPr>
            <p:spPr>
              <a:xfrm>
                <a:off x="3160500" y="4048125"/>
                <a:ext cx="27400" cy="71275"/>
              </a:xfrm>
              <a:custGeom>
                <a:rect b="b" l="l" r="r" t="t"/>
                <a:pathLst>
                  <a:path extrusionOk="0" h="2851" w="1096">
                    <a:moveTo>
                      <a:pt x="135" y="0"/>
                    </a:moveTo>
                    <a:cubicBezTo>
                      <a:pt x="130" y="0"/>
                      <a:pt x="124" y="2"/>
                      <a:pt x="120" y="5"/>
                    </a:cubicBezTo>
                    <a:cubicBezTo>
                      <a:pt x="1" y="113"/>
                      <a:pt x="12" y="1303"/>
                      <a:pt x="143" y="2851"/>
                    </a:cubicBezTo>
                    <a:cubicBezTo>
                      <a:pt x="453" y="2851"/>
                      <a:pt x="786" y="2803"/>
                      <a:pt x="1096" y="2732"/>
                    </a:cubicBezTo>
                    <a:cubicBezTo>
                      <a:pt x="683" y="1173"/>
                      <a:pt x="282" y="0"/>
                      <a:pt x="1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0"/>
              <p:cNvSpPr/>
              <p:nvPr/>
            </p:nvSpPr>
            <p:spPr>
              <a:xfrm>
                <a:off x="3164075" y="4116400"/>
                <a:ext cx="32475" cy="36000"/>
              </a:xfrm>
              <a:custGeom>
                <a:rect b="b" l="l" r="r" t="t"/>
                <a:pathLst>
                  <a:path extrusionOk="0" h="1440" w="1299">
                    <a:moveTo>
                      <a:pt x="953" y="1"/>
                    </a:moveTo>
                    <a:cubicBezTo>
                      <a:pt x="643" y="72"/>
                      <a:pt x="334" y="120"/>
                      <a:pt x="0" y="120"/>
                    </a:cubicBezTo>
                    <a:cubicBezTo>
                      <a:pt x="36" y="525"/>
                      <a:pt x="72" y="953"/>
                      <a:pt x="120" y="1406"/>
                    </a:cubicBezTo>
                    <a:cubicBezTo>
                      <a:pt x="273" y="1429"/>
                      <a:pt x="426" y="1440"/>
                      <a:pt x="579" y="1440"/>
                    </a:cubicBezTo>
                    <a:cubicBezTo>
                      <a:pt x="819" y="1440"/>
                      <a:pt x="1058" y="1414"/>
                      <a:pt x="1298" y="1370"/>
                    </a:cubicBezTo>
                    <a:cubicBezTo>
                      <a:pt x="1191" y="894"/>
                      <a:pt x="1072" y="430"/>
                      <a:pt x="9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0"/>
              <p:cNvSpPr/>
              <p:nvPr/>
            </p:nvSpPr>
            <p:spPr>
              <a:xfrm>
                <a:off x="3166750" y="4150650"/>
                <a:ext cx="36350" cy="34375"/>
              </a:xfrm>
              <a:custGeom>
                <a:rect b="b" l="l" r="r" t="t"/>
                <a:pathLst>
                  <a:path extrusionOk="0" h="1375" w="1454">
                    <a:moveTo>
                      <a:pt x="1179" y="0"/>
                    </a:moveTo>
                    <a:cubicBezTo>
                      <a:pt x="940" y="44"/>
                      <a:pt x="695" y="70"/>
                      <a:pt x="455" y="70"/>
                    </a:cubicBezTo>
                    <a:cubicBezTo>
                      <a:pt x="301" y="70"/>
                      <a:pt x="149" y="59"/>
                      <a:pt x="1" y="36"/>
                    </a:cubicBezTo>
                    <a:lnTo>
                      <a:pt x="1" y="36"/>
                    </a:lnTo>
                    <a:cubicBezTo>
                      <a:pt x="48" y="464"/>
                      <a:pt x="108" y="905"/>
                      <a:pt x="167" y="1357"/>
                    </a:cubicBezTo>
                    <a:cubicBezTo>
                      <a:pt x="319" y="1366"/>
                      <a:pt x="476" y="1374"/>
                      <a:pt x="631" y="1374"/>
                    </a:cubicBezTo>
                    <a:cubicBezTo>
                      <a:pt x="696" y="1374"/>
                      <a:pt x="759" y="1373"/>
                      <a:pt x="822" y="1369"/>
                    </a:cubicBezTo>
                    <a:cubicBezTo>
                      <a:pt x="1025" y="1369"/>
                      <a:pt x="1251" y="1322"/>
                      <a:pt x="1453" y="1286"/>
                    </a:cubicBezTo>
                    <a:cubicBezTo>
                      <a:pt x="1370" y="845"/>
                      <a:pt x="1275" y="417"/>
                      <a:pt x="1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0"/>
              <p:cNvSpPr/>
              <p:nvPr/>
            </p:nvSpPr>
            <p:spPr>
              <a:xfrm>
                <a:off x="3170925" y="4183075"/>
                <a:ext cx="40200" cy="44675"/>
              </a:xfrm>
              <a:custGeom>
                <a:rect b="b" l="l" r="r" t="t"/>
                <a:pathLst>
                  <a:path extrusionOk="0" h="1787" w="1608">
                    <a:moveTo>
                      <a:pt x="1310" y="1"/>
                    </a:moveTo>
                    <a:cubicBezTo>
                      <a:pt x="1096" y="49"/>
                      <a:pt x="869" y="72"/>
                      <a:pt x="667" y="84"/>
                    </a:cubicBezTo>
                    <a:cubicBezTo>
                      <a:pt x="441" y="84"/>
                      <a:pt x="215" y="84"/>
                      <a:pt x="0" y="60"/>
                    </a:cubicBezTo>
                    <a:lnTo>
                      <a:pt x="0" y="60"/>
                    </a:lnTo>
                    <a:cubicBezTo>
                      <a:pt x="72" y="656"/>
                      <a:pt x="155" y="1239"/>
                      <a:pt x="262" y="1787"/>
                    </a:cubicBezTo>
                    <a:lnTo>
                      <a:pt x="631" y="1787"/>
                    </a:lnTo>
                    <a:cubicBezTo>
                      <a:pt x="965" y="1775"/>
                      <a:pt x="1286" y="1715"/>
                      <a:pt x="1608" y="1608"/>
                    </a:cubicBezTo>
                    <a:cubicBezTo>
                      <a:pt x="1524" y="1084"/>
                      <a:pt x="1429" y="549"/>
                      <a:pt x="13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0"/>
              <p:cNvSpPr/>
              <p:nvPr/>
            </p:nvSpPr>
            <p:spPr>
              <a:xfrm>
                <a:off x="3177775" y="4222975"/>
                <a:ext cx="43175" cy="86800"/>
              </a:xfrm>
              <a:custGeom>
                <a:rect b="b" l="l" r="r" t="t"/>
                <a:pathLst>
                  <a:path extrusionOk="0" h="3472" w="1727">
                    <a:moveTo>
                      <a:pt x="1346" y="0"/>
                    </a:moveTo>
                    <a:lnTo>
                      <a:pt x="1346" y="0"/>
                    </a:lnTo>
                    <a:cubicBezTo>
                      <a:pt x="1036" y="96"/>
                      <a:pt x="703" y="155"/>
                      <a:pt x="381" y="179"/>
                    </a:cubicBezTo>
                    <a:cubicBezTo>
                      <a:pt x="322" y="184"/>
                      <a:pt x="267" y="187"/>
                      <a:pt x="214" y="187"/>
                    </a:cubicBezTo>
                    <a:cubicBezTo>
                      <a:pt x="140" y="187"/>
                      <a:pt x="70" y="181"/>
                      <a:pt x="0" y="167"/>
                    </a:cubicBezTo>
                    <a:lnTo>
                      <a:pt x="0" y="167"/>
                    </a:lnTo>
                    <a:cubicBezTo>
                      <a:pt x="321" y="1991"/>
                      <a:pt x="742" y="3472"/>
                      <a:pt x="1219" y="3472"/>
                    </a:cubicBezTo>
                    <a:cubicBezTo>
                      <a:pt x="1237" y="3472"/>
                      <a:pt x="1256" y="3469"/>
                      <a:pt x="1274" y="3465"/>
                    </a:cubicBezTo>
                    <a:cubicBezTo>
                      <a:pt x="1727" y="3358"/>
                      <a:pt x="1655" y="1846"/>
                      <a:pt x="13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0"/>
              <p:cNvSpPr/>
              <p:nvPr/>
            </p:nvSpPr>
            <p:spPr>
              <a:xfrm>
                <a:off x="3275100" y="4528075"/>
                <a:ext cx="272375" cy="227125"/>
              </a:xfrm>
              <a:custGeom>
                <a:rect b="b" l="l" r="r" t="t"/>
                <a:pathLst>
                  <a:path extrusionOk="0" h="9085" w="10895">
                    <a:moveTo>
                      <a:pt x="10895" y="0"/>
                    </a:moveTo>
                    <a:lnTo>
                      <a:pt x="10895" y="0"/>
                    </a:lnTo>
                    <a:cubicBezTo>
                      <a:pt x="8478" y="1572"/>
                      <a:pt x="5382" y="1869"/>
                      <a:pt x="3072" y="3596"/>
                    </a:cubicBezTo>
                    <a:cubicBezTo>
                      <a:pt x="1465" y="4798"/>
                      <a:pt x="0" y="7013"/>
                      <a:pt x="36" y="9085"/>
                    </a:cubicBezTo>
                    <a:cubicBezTo>
                      <a:pt x="370" y="8573"/>
                      <a:pt x="917" y="8239"/>
                      <a:pt x="1501" y="8061"/>
                    </a:cubicBezTo>
                    <a:cubicBezTo>
                      <a:pt x="2144" y="7870"/>
                      <a:pt x="2810" y="7823"/>
                      <a:pt x="3465" y="7704"/>
                    </a:cubicBezTo>
                    <a:cubicBezTo>
                      <a:pt x="5418" y="7346"/>
                      <a:pt x="7216" y="6287"/>
                      <a:pt x="8466" y="4763"/>
                    </a:cubicBezTo>
                    <a:cubicBezTo>
                      <a:pt x="9597" y="3370"/>
                      <a:pt x="10252" y="1667"/>
                      <a:pt x="108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0"/>
              <p:cNvSpPr/>
              <p:nvPr/>
            </p:nvSpPr>
            <p:spPr>
              <a:xfrm>
                <a:off x="3099775" y="4536100"/>
                <a:ext cx="185775" cy="233700"/>
              </a:xfrm>
              <a:custGeom>
                <a:rect b="b" l="l" r="r" t="t"/>
                <a:pathLst>
                  <a:path extrusionOk="0" h="9348" w="7431">
                    <a:moveTo>
                      <a:pt x="36" y="1"/>
                    </a:moveTo>
                    <a:lnTo>
                      <a:pt x="36" y="1"/>
                    </a:lnTo>
                    <a:cubicBezTo>
                      <a:pt x="1" y="1310"/>
                      <a:pt x="96" y="2680"/>
                      <a:pt x="798" y="3787"/>
                    </a:cubicBezTo>
                    <a:cubicBezTo>
                      <a:pt x="1560" y="4954"/>
                      <a:pt x="2882" y="5632"/>
                      <a:pt x="4085" y="6347"/>
                    </a:cubicBezTo>
                    <a:cubicBezTo>
                      <a:pt x="5299" y="7061"/>
                      <a:pt x="6537" y="7990"/>
                      <a:pt x="6871" y="9347"/>
                    </a:cubicBezTo>
                    <a:cubicBezTo>
                      <a:pt x="7430" y="7216"/>
                      <a:pt x="6728" y="4942"/>
                      <a:pt x="4954" y="3620"/>
                    </a:cubicBezTo>
                    <a:cubicBezTo>
                      <a:pt x="4132" y="3013"/>
                      <a:pt x="3168" y="2656"/>
                      <a:pt x="2263" y="2180"/>
                    </a:cubicBezTo>
                    <a:cubicBezTo>
                      <a:pt x="1370" y="1703"/>
                      <a:pt x="382" y="965"/>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5" name="Google Shape;3185;p70"/>
            <p:cNvGrpSpPr/>
            <p:nvPr/>
          </p:nvGrpSpPr>
          <p:grpSpPr>
            <a:xfrm flipH="1" rot="-7194550">
              <a:off x="8139977" y="-349640"/>
              <a:ext cx="494120" cy="900640"/>
              <a:chOff x="-214625" y="3943775"/>
              <a:chExt cx="458725" cy="836125"/>
            </a:xfrm>
          </p:grpSpPr>
          <p:sp>
            <p:nvSpPr>
              <p:cNvPr id="3186" name="Google Shape;3186;p70"/>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0"/>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0"/>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0"/>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0"/>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0"/>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0"/>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0"/>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0"/>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0"/>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0"/>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0"/>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8" name="Google Shape;3198;p70"/>
            <p:cNvSpPr/>
            <p:nvPr/>
          </p:nvSpPr>
          <p:spPr>
            <a:xfrm rot="2131633">
              <a:off x="7683251" y="484062"/>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9" name="Google Shape;3199;p70"/>
            <p:cNvGrpSpPr/>
            <p:nvPr/>
          </p:nvGrpSpPr>
          <p:grpSpPr>
            <a:xfrm rot="2353602">
              <a:off x="7224623" y="-351122"/>
              <a:ext cx="398298" cy="1156460"/>
              <a:chOff x="708100" y="7068850"/>
              <a:chExt cx="645350" cy="1873775"/>
            </a:xfrm>
          </p:grpSpPr>
          <p:sp>
            <p:nvSpPr>
              <p:cNvPr id="3200" name="Google Shape;3200;p70"/>
              <p:cNvSpPr/>
              <p:nvPr/>
            </p:nvSpPr>
            <p:spPr>
              <a:xfrm>
                <a:off x="895925" y="7068850"/>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0"/>
              <p:cNvSpPr/>
              <p:nvPr/>
            </p:nvSpPr>
            <p:spPr>
              <a:xfrm>
                <a:off x="708100" y="7244775"/>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946"/>
                                        </p:tgtEl>
                                        <p:attrNameLst>
                                          <p:attrName>style.visibility</p:attrName>
                                        </p:attrNameLst>
                                      </p:cBhvr>
                                      <p:to>
                                        <p:strVal val="visible"/>
                                      </p:to>
                                    </p:set>
                                    <p:animEffect filter="fade" transition="in">
                                      <p:cBhvr>
                                        <p:cTn dur="1000"/>
                                        <p:tgtEl>
                                          <p:spTgt spid="294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947"/>
                                        </p:tgtEl>
                                        <p:attrNameLst>
                                          <p:attrName>style.visibility</p:attrName>
                                        </p:attrNameLst>
                                      </p:cBhvr>
                                      <p:to>
                                        <p:strVal val="visible"/>
                                      </p:to>
                                    </p:set>
                                    <p:animEffect filter="fade" transition="in">
                                      <p:cBhvr>
                                        <p:cTn dur="1000"/>
                                        <p:tgtEl>
                                          <p:spTgt spid="294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5" name="Shape 3205"/>
        <p:cNvGrpSpPr/>
        <p:nvPr/>
      </p:nvGrpSpPr>
      <p:grpSpPr>
        <a:xfrm>
          <a:off x="0" y="0"/>
          <a:ext cx="0" cy="0"/>
          <a:chOff x="0" y="0"/>
          <a:chExt cx="0" cy="0"/>
        </a:xfrm>
      </p:grpSpPr>
      <p:sp>
        <p:nvSpPr>
          <p:cNvPr id="3206" name="Google Shape;3206;p71"/>
          <p:cNvSpPr txBox="1"/>
          <p:nvPr>
            <p:ph type="title"/>
          </p:nvPr>
        </p:nvSpPr>
        <p:spPr>
          <a:xfrm>
            <a:off x="4461075" y="1186500"/>
            <a:ext cx="3729900" cy="1108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HOW BOTTLES CAN HURT THE ENVIRONMENT</a:t>
            </a:r>
            <a:endParaRPr/>
          </a:p>
        </p:txBody>
      </p:sp>
      <p:sp>
        <p:nvSpPr>
          <p:cNvPr id="3207" name="Google Shape;3207;p71"/>
          <p:cNvSpPr txBox="1"/>
          <p:nvPr>
            <p:ph idx="1" type="subTitle"/>
          </p:nvPr>
        </p:nvSpPr>
        <p:spPr>
          <a:xfrm>
            <a:off x="4462115" y="2294700"/>
            <a:ext cx="3729000" cy="166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a:t>
            </a:r>
            <a:r>
              <a:rPr lang="en"/>
              <a:t>Mercury</a:t>
            </a:r>
            <a:r>
              <a:rPr lang="en"/>
              <a:t>, and its atmosphere is extremely poisonous. It’s the second-brightest natural object in the night sky after the Moon</a:t>
            </a:r>
            <a:endParaRPr/>
          </a:p>
        </p:txBody>
      </p:sp>
      <p:grpSp>
        <p:nvGrpSpPr>
          <p:cNvPr id="3208" name="Google Shape;3208;p71"/>
          <p:cNvGrpSpPr/>
          <p:nvPr/>
        </p:nvGrpSpPr>
        <p:grpSpPr>
          <a:xfrm>
            <a:off x="-138254" y="66566"/>
            <a:ext cx="4506947" cy="5441753"/>
            <a:chOff x="-138254" y="66566"/>
            <a:chExt cx="4506947" cy="5441753"/>
          </a:xfrm>
        </p:grpSpPr>
        <p:sp>
          <p:nvSpPr>
            <p:cNvPr id="3209" name="Google Shape;3209;p71"/>
            <p:cNvSpPr/>
            <p:nvPr/>
          </p:nvSpPr>
          <p:spPr>
            <a:xfrm>
              <a:off x="533800" y="547175"/>
              <a:ext cx="3261300" cy="32613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1"/>
            <p:cNvSpPr/>
            <p:nvPr/>
          </p:nvSpPr>
          <p:spPr>
            <a:xfrm>
              <a:off x="2441780" y="1512650"/>
              <a:ext cx="1140415" cy="455895"/>
            </a:xfrm>
            <a:custGeom>
              <a:rect b="b" l="l" r="r" t="t"/>
              <a:pathLst>
                <a:path extrusionOk="0" h="5228" w="9038">
                  <a:moveTo>
                    <a:pt x="5252" y="1"/>
                  </a:moveTo>
                  <a:cubicBezTo>
                    <a:pt x="4156" y="1"/>
                    <a:pt x="3430" y="1870"/>
                    <a:pt x="3085" y="3096"/>
                  </a:cubicBezTo>
                  <a:cubicBezTo>
                    <a:pt x="3047" y="3228"/>
                    <a:pt x="2934" y="3293"/>
                    <a:pt x="2820" y="3293"/>
                  </a:cubicBezTo>
                  <a:cubicBezTo>
                    <a:pt x="2716" y="3293"/>
                    <a:pt x="2612" y="3240"/>
                    <a:pt x="2561" y="3132"/>
                  </a:cubicBezTo>
                  <a:cubicBezTo>
                    <a:pt x="2394" y="2727"/>
                    <a:pt x="2156" y="2358"/>
                    <a:pt x="1787" y="2322"/>
                  </a:cubicBezTo>
                  <a:cubicBezTo>
                    <a:pt x="1762" y="2320"/>
                    <a:pt x="1737" y="2319"/>
                    <a:pt x="1712" y="2319"/>
                  </a:cubicBezTo>
                  <a:cubicBezTo>
                    <a:pt x="506" y="2319"/>
                    <a:pt x="36" y="5014"/>
                    <a:pt x="3" y="5216"/>
                  </a:cubicBezTo>
                  <a:lnTo>
                    <a:pt x="8752" y="5216"/>
                  </a:lnTo>
                  <a:cubicBezTo>
                    <a:pt x="8752" y="5216"/>
                    <a:pt x="9038" y="3049"/>
                    <a:pt x="7990" y="2811"/>
                  </a:cubicBezTo>
                  <a:cubicBezTo>
                    <a:pt x="7923" y="2794"/>
                    <a:pt x="7858" y="2787"/>
                    <a:pt x="7795" y="2787"/>
                  </a:cubicBezTo>
                  <a:cubicBezTo>
                    <a:pt x="7347" y="2787"/>
                    <a:pt x="6977" y="3165"/>
                    <a:pt x="6716" y="3561"/>
                  </a:cubicBezTo>
                  <a:cubicBezTo>
                    <a:pt x="6673" y="3621"/>
                    <a:pt x="6614" y="3647"/>
                    <a:pt x="6555" y="3647"/>
                  </a:cubicBezTo>
                  <a:cubicBezTo>
                    <a:pt x="6451" y="3647"/>
                    <a:pt x="6351" y="3564"/>
                    <a:pt x="6359" y="3442"/>
                  </a:cubicBezTo>
                  <a:cubicBezTo>
                    <a:pt x="6442" y="2144"/>
                    <a:pt x="6395" y="1"/>
                    <a:pt x="5252" y="1"/>
                  </a:cubicBezTo>
                  <a:close/>
                  <a:moveTo>
                    <a:pt x="1" y="5216"/>
                  </a:moveTo>
                  <a:lnTo>
                    <a:pt x="1" y="5228"/>
                  </a:lnTo>
                  <a:cubicBezTo>
                    <a:pt x="1" y="5228"/>
                    <a:pt x="2" y="5223"/>
                    <a:pt x="3" y="52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1" name="Google Shape;3211;p71"/>
            <p:cNvGrpSpPr/>
            <p:nvPr/>
          </p:nvGrpSpPr>
          <p:grpSpPr>
            <a:xfrm flipH="1" rot="-1404092">
              <a:off x="266880" y="3568311"/>
              <a:ext cx="1246708" cy="1765021"/>
              <a:chOff x="3473625" y="1895800"/>
              <a:chExt cx="552200" cy="781775"/>
            </a:xfrm>
          </p:grpSpPr>
          <p:sp>
            <p:nvSpPr>
              <p:cNvPr id="3212" name="Google Shape;3212;p71"/>
              <p:cNvSpPr/>
              <p:nvPr/>
            </p:nvSpPr>
            <p:spPr>
              <a:xfrm>
                <a:off x="3720700" y="2262325"/>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1"/>
              <p:cNvSpPr/>
              <p:nvPr/>
            </p:nvSpPr>
            <p:spPr>
              <a:xfrm>
                <a:off x="3473625" y="2142025"/>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1"/>
              <p:cNvSpPr/>
              <p:nvPr/>
            </p:nvSpPr>
            <p:spPr>
              <a:xfrm>
                <a:off x="3541500" y="2169450"/>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1"/>
              <p:cNvSpPr/>
              <p:nvPr/>
            </p:nvSpPr>
            <p:spPr>
              <a:xfrm>
                <a:off x="3759675" y="2187775"/>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1"/>
              <p:cNvSpPr/>
              <p:nvPr/>
            </p:nvSpPr>
            <p:spPr>
              <a:xfrm>
                <a:off x="3766525" y="2205450"/>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1"/>
              <p:cNvSpPr/>
              <p:nvPr/>
            </p:nvSpPr>
            <p:spPr>
              <a:xfrm>
                <a:off x="3652225" y="1895800"/>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1"/>
              <p:cNvSpPr/>
              <p:nvPr/>
            </p:nvSpPr>
            <p:spPr>
              <a:xfrm>
                <a:off x="3716225" y="1915800"/>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9" name="Google Shape;3219;p71"/>
            <p:cNvGrpSpPr/>
            <p:nvPr/>
          </p:nvGrpSpPr>
          <p:grpSpPr>
            <a:xfrm>
              <a:off x="1177070" y="680783"/>
              <a:ext cx="1974756" cy="4506504"/>
              <a:chOff x="5116700" y="3265700"/>
              <a:chExt cx="691175" cy="1577300"/>
            </a:xfrm>
          </p:grpSpPr>
          <p:sp>
            <p:nvSpPr>
              <p:cNvPr id="3220" name="Google Shape;3220;p71"/>
              <p:cNvSpPr/>
              <p:nvPr/>
            </p:nvSpPr>
            <p:spPr>
              <a:xfrm>
                <a:off x="5176525" y="4352450"/>
                <a:ext cx="599500" cy="486100"/>
              </a:xfrm>
              <a:custGeom>
                <a:rect b="b" l="l" r="r" t="t"/>
                <a:pathLst>
                  <a:path extrusionOk="0" h="19444" w="23980">
                    <a:moveTo>
                      <a:pt x="11419" y="1"/>
                    </a:moveTo>
                    <a:cubicBezTo>
                      <a:pt x="11419" y="1"/>
                      <a:pt x="18420" y="691"/>
                      <a:pt x="18598" y="679"/>
                    </a:cubicBezTo>
                    <a:cubicBezTo>
                      <a:pt x="18777" y="679"/>
                      <a:pt x="20265" y="2298"/>
                      <a:pt x="20170" y="3072"/>
                    </a:cubicBezTo>
                    <a:lnTo>
                      <a:pt x="23980" y="18931"/>
                    </a:lnTo>
                    <a:lnTo>
                      <a:pt x="11181" y="19443"/>
                    </a:lnTo>
                    <a:lnTo>
                      <a:pt x="1" y="18931"/>
                    </a:lnTo>
                    <a:lnTo>
                      <a:pt x="2715" y="3120"/>
                    </a:lnTo>
                    <a:cubicBezTo>
                      <a:pt x="2608" y="2346"/>
                      <a:pt x="4049" y="679"/>
                      <a:pt x="4227" y="679"/>
                    </a:cubicBezTo>
                    <a:cubicBezTo>
                      <a:pt x="4430" y="691"/>
                      <a:pt x="11419" y="1"/>
                      <a:pt x="114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1"/>
              <p:cNvSpPr/>
              <p:nvPr/>
            </p:nvSpPr>
            <p:spPr>
              <a:xfrm>
                <a:off x="5258075" y="4545325"/>
                <a:ext cx="47650" cy="297100"/>
              </a:xfrm>
              <a:custGeom>
                <a:rect b="b" l="l" r="r" t="t"/>
                <a:pathLst>
                  <a:path extrusionOk="0" h="11884" w="1906">
                    <a:moveTo>
                      <a:pt x="1549" y="167"/>
                    </a:moveTo>
                    <a:cubicBezTo>
                      <a:pt x="1561" y="84"/>
                      <a:pt x="1656" y="1"/>
                      <a:pt x="1739" y="25"/>
                    </a:cubicBezTo>
                    <a:cubicBezTo>
                      <a:pt x="1834" y="36"/>
                      <a:pt x="1906" y="120"/>
                      <a:pt x="1894" y="215"/>
                    </a:cubicBezTo>
                    <a:lnTo>
                      <a:pt x="358" y="11716"/>
                    </a:lnTo>
                    <a:cubicBezTo>
                      <a:pt x="346" y="11800"/>
                      <a:pt x="251" y="11883"/>
                      <a:pt x="168" y="11871"/>
                    </a:cubicBezTo>
                    <a:cubicBezTo>
                      <a:pt x="72" y="11847"/>
                      <a:pt x="1" y="11764"/>
                      <a:pt x="13" y="1166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1"/>
              <p:cNvSpPr/>
              <p:nvPr/>
            </p:nvSpPr>
            <p:spPr>
              <a:xfrm>
                <a:off x="5615275" y="4586400"/>
                <a:ext cx="42575" cy="256325"/>
              </a:xfrm>
              <a:custGeom>
                <a:rect b="b" l="l" r="r" t="t"/>
                <a:pathLst>
                  <a:path extrusionOk="0" h="10253" w="1703">
                    <a:moveTo>
                      <a:pt x="12" y="203"/>
                    </a:moveTo>
                    <a:cubicBezTo>
                      <a:pt x="0" y="120"/>
                      <a:pt x="72" y="25"/>
                      <a:pt x="167" y="13"/>
                    </a:cubicBezTo>
                    <a:cubicBezTo>
                      <a:pt x="250" y="1"/>
                      <a:pt x="346" y="72"/>
                      <a:pt x="358" y="168"/>
                    </a:cubicBezTo>
                    <a:lnTo>
                      <a:pt x="1679" y="10050"/>
                    </a:lnTo>
                    <a:cubicBezTo>
                      <a:pt x="1703" y="10133"/>
                      <a:pt x="1620" y="10228"/>
                      <a:pt x="1536" y="10240"/>
                    </a:cubicBezTo>
                    <a:cubicBezTo>
                      <a:pt x="1441" y="10252"/>
                      <a:pt x="1358" y="10181"/>
                      <a:pt x="1346" y="1008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1"/>
              <p:cNvSpPr/>
              <p:nvPr/>
            </p:nvSpPr>
            <p:spPr>
              <a:xfrm>
                <a:off x="5455425" y="4585525"/>
                <a:ext cx="18200" cy="257475"/>
              </a:xfrm>
              <a:custGeom>
                <a:rect b="b" l="l" r="r" t="t"/>
                <a:pathLst>
                  <a:path extrusionOk="0" h="10299" w="728">
                    <a:moveTo>
                      <a:pt x="1" y="179"/>
                    </a:moveTo>
                    <a:cubicBezTo>
                      <a:pt x="1" y="95"/>
                      <a:pt x="72" y="0"/>
                      <a:pt x="156" y="0"/>
                    </a:cubicBezTo>
                    <a:cubicBezTo>
                      <a:pt x="251" y="0"/>
                      <a:pt x="334" y="83"/>
                      <a:pt x="334" y="167"/>
                    </a:cubicBezTo>
                    <a:lnTo>
                      <a:pt x="727" y="10120"/>
                    </a:lnTo>
                    <a:cubicBezTo>
                      <a:pt x="727" y="10216"/>
                      <a:pt x="656" y="10299"/>
                      <a:pt x="560" y="10299"/>
                    </a:cubicBezTo>
                    <a:cubicBezTo>
                      <a:pt x="477" y="10299"/>
                      <a:pt x="382" y="10228"/>
                      <a:pt x="382" y="1014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1"/>
              <p:cNvSpPr/>
              <p:nvPr/>
            </p:nvSpPr>
            <p:spPr>
              <a:xfrm>
                <a:off x="5202425" y="3616650"/>
                <a:ext cx="463775" cy="345000"/>
              </a:xfrm>
              <a:custGeom>
                <a:rect b="b" l="l" r="r" t="t"/>
                <a:pathLst>
                  <a:path extrusionOk="0" h="13800" w="18551">
                    <a:moveTo>
                      <a:pt x="4561" y="405"/>
                    </a:moveTo>
                    <a:cubicBezTo>
                      <a:pt x="4561" y="405"/>
                      <a:pt x="5084" y="2060"/>
                      <a:pt x="2632" y="4787"/>
                    </a:cubicBezTo>
                    <a:cubicBezTo>
                      <a:pt x="155" y="7501"/>
                      <a:pt x="0" y="10275"/>
                      <a:pt x="4251" y="12049"/>
                    </a:cubicBezTo>
                    <a:cubicBezTo>
                      <a:pt x="8525" y="13800"/>
                      <a:pt x="16086" y="12359"/>
                      <a:pt x="17324" y="10335"/>
                    </a:cubicBezTo>
                    <a:cubicBezTo>
                      <a:pt x="18550" y="8311"/>
                      <a:pt x="17765" y="5406"/>
                      <a:pt x="16824" y="3656"/>
                    </a:cubicBezTo>
                    <a:cubicBezTo>
                      <a:pt x="15907" y="1893"/>
                      <a:pt x="16133" y="0"/>
                      <a:pt x="161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1"/>
              <p:cNvSpPr/>
              <p:nvPr/>
            </p:nvSpPr>
            <p:spPr>
              <a:xfrm>
                <a:off x="5623600" y="4016700"/>
                <a:ext cx="179525" cy="379225"/>
              </a:xfrm>
              <a:custGeom>
                <a:rect b="b" l="l" r="r" t="t"/>
                <a:pathLst>
                  <a:path extrusionOk="0" h="15169" w="7181">
                    <a:moveTo>
                      <a:pt x="5513" y="0"/>
                    </a:moveTo>
                    <a:lnTo>
                      <a:pt x="6109" y="8347"/>
                    </a:lnTo>
                    <a:cubicBezTo>
                      <a:pt x="6109" y="8347"/>
                      <a:pt x="6942" y="9930"/>
                      <a:pt x="7061" y="11085"/>
                    </a:cubicBezTo>
                    <a:cubicBezTo>
                      <a:pt x="7180" y="12264"/>
                      <a:pt x="6680" y="15169"/>
                      <a:pt x="6680" y="15169"/>
                    </a:cubicBezTo>
                    <a:lnTo>
                      <a:pt x="2858" y="13669"/>
                    </a:lnTo>
                    <a:lnTo>
                      <a:pt x="1" y="2691"/>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1"/>
              <p:cNvSpPr/>
              <p:nvPr/>
            </p:nvSpPr>
            <p:spPr>
              <a:xfrm>
                <a:off x="5122050" y="4016700"/>
                <a:ext cx="179525" cy="379225"/>
              </a:xfrm>
              <a:custGeom>
                <a:rect b="b" l="l" r="r" t="t"/>
                <a:pathLst>
                  <a:path extrusionOk="0" h="15169" w="7181">
                    <a:moveTo>
                      <a:pt x="1668" y="0"/>
                    </a:moveTo>
                    <a:lnTo>
                      <a:pt x="1072" y="8347"/>
                    </a:lnTo>
                    <a:cubicBezTo>
                      <a:pt x="1072" y="8347"/>
                      <a:pt x="239" y="9930"/>
                      <a:pt x="120" y="11085"/>
                    </a:cubicBezTo>
                    <a:cubicBezTo>
                      <a:pt x="1" y="12264"/>
                      <a:pt x="501" y="15169"/>
                      <a:pt x="501" y="15169"/>
                    </a:cubicBezTo>
                    <a:lnTo>
                      <a:pt x="4323" y="13669"/>
                    </a:lnTo>
                    <a:lnTo>
                      <a:pt x="7180" y="2691"/>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1"/>
              <p:cNvSpPr/>
              <p:nvPr/>
            </p:nvSpPr>
            <p:spPr>
              <a:xfrm>
                <a:off x="5356025" y="3635400"/>
                <a:ext cx="213125" cy="273575"/>
              </a:xfrm>
              <a:custGeom>
                <a:rect b="b" l="l" r="r" t="t"/>
                <a:pathLst>
                  <a:path extrusionOk="0" h="10943" w="8525">
                    <a:moveTo>
                      <a:pt x="4227" y="0"/>
                    </a:moveTo>
                    <a:lnTo>
                      <a:pt x="4227" y="0"/>
                    </a:lnTo>
                    <a:cubicBezTo>
                      <a:pt x="5536" y="0"/>
                      <a:pt x="6596" y="1072"/>
                      <a:pt x="6596" y="2370"/>
                    </a:cubicBezTo>
                    <a:lnTo>
                      <a:pt x="6596" y="6001"/>
                    </a:lnTo>
                    <a:cubicBezTo>
                      <a:pt x="6608" y="6156"/>
                      <a:pt x="6679" y="6930"/>
                      <a:pt x="7084" y="7132"/>
                    </a:cubicBezTo>
                    <a:cubicBezTo>
                      <a:pt x="7215" y="7204"/>
                      <a:pt x="7799" y="7347"/>
                      <a:pt x="8525" y="7525"/>
                    </a:cubicBezTo>
                    <a:lnTo>
                      <a:pt x="8525" y="10942"/>
                    </a:lnTo>
                    <a:lnTo>
                      <a:pt x="0" y="10942"/>
                    </a:lnTo>
                    <a:lnTo>
                      <a:pt x="0" y="7513"/>
                    </a:lnTo>
                    <a:cubicBezTo>
                      <a:pt x="703" y="7335"/>
                      <a:pt x="1250" y="7192"/>
                      <a:pt x="1381" y="7132"/>
                    </a:cubicBezTo>
                    <a:cubicBezTo>
                      <a:pt x="1786" y="6930"/>
                      <a:pt x="1857" y="6156"/>
                      <a:pt x="1869" y="6001"/>
                    </a:cubicBezTo>
                    <a:lnTo>
                      <a:pt x="1869" y="2370"/>
                    </a:lnTo>
                    <a:cubicBezTo>
                      <a:pt x="1857" y="1060"/>
                      <a:pt x="2929" y="0"/>
                      <a:pt x="4227"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1"/>
              <p:cNvSpPr/>
              <p:nvPr/>
            </p:nvSpPr>
            <p:spPr>
              <a:xfrm>
                <a:off x="5547700" y="3580625"/>
                <a:ext cx="75925" cy="75625"/>
              </a:xfrm>
              <a:custGeom>
                <a:rect b="b" l="l" r="r" t="t"/>
                <a:pathLst>
                  <a:path extrusionOk="0" h="3025" w="3037">
                    <a:moveTo>
                      <a:pt x="1727" y="1"/>
                    </a:moveTo>
                    <a:cubicBezTo>
                      <a:pt x="1763" y="1"/>
                      <a:pt x="1799" y="13"/>
                      <a:pt x="1822" y="13"/>
                    </a:cubicBezTo>
                    <a:lnTo>
                      <a:pt x="1822" y="13"/>
                    </a:lnTo>
                    <a:lnTo>
                      <a:pt x="1822" y="13"/>
                    </a:lnTo>
                    <a:cubicBezTo>
                      <a:pt x="2501" y="167"/>
                      <a:pt x="3001" y="763"/>
                      <a:pt x="3013" y="1477"/>
                    </a:cubicBezTo>
                    <a:cubicBezTo>
                      <a:pt x="3037" y="2310"/>
                      <a:pt x="2358" y="2989"/>
                      <a:pt x="1525" y="3001"/>
                    </a:cubicBezTo>
                    <a:cubicBezTo>
                      <a:pt x="691" y="3025"/>
                      <a:pt x="13" y="2346"/>
                      <a:pt x="1" y="1513"/>
                    </a:cubicBezTo>
                    <a:cubicBezTo>
                      <a:pt x="1" y="1025"/>
                      <a:pt x="215" y="596"/>
                      <a:pt x="560" y="322"/>
                    </a:cubicBezTo>
                    <a:cubicBezTo>
                      <a:pt x="513" y="775"/>
                      <a:pt x="596" y="1322"/>
                      <a:pt x="1156" y="1382"/>
                    </a:cubicBezTo>
                    <a:lnTo>
                      <a:pt x="1144" y="525"/>
                    </a:lnTo>
                    <a:cubicBezTo>
                      <a:pt x="1156" y="155"/>
                      <a:pt x="1489" y="1"/>
                      <a:pt x="1727"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1"/>
              <p:cNvSpPr/>
              <p:nvPr/>
            </p:nvSpPr>
            <p:spPr>
              <a:xfrm>
                <a:off x="5300050" y="3580625"/>
                <a:ext cx="76525" cy="75625"/>
              </a:xfrm>
              <a:custGeom>
                <a:rect b="b" l="l" r="r" t="t"/>
                <a:pathLst>
                  <a:path extrusionOk="0" h="3025" w="3061">
                    <a:moveTo>
                      <a:pt x="1334" y="1"/>
                    </a:moveTo>
                    <a:cubicBezTo>
                      <a:pt x="1287" y="1"/>
                      <a:pt x="1251" y="13"/>
                      <a:pt x="1227" y="13"/>
                    </a:cubicBezTo>
                    <a:lnTo>
                      <a:pt x="1227" y="13"/>
                    </a:lnTo>
                    <a:lnTo>
                      <a:pt x="1227" y="13"/>
                    </a:lnTo>
                    <a:cubicBezTo>
                      <a:pt x="560" y="155"/>
                      <a:pt x="36" y="751"/>
                      <a:pt x="25" y="1465"/>
                    </a:cubicBezTo>
                    <a:cubicBezTo>
                      <a:pt x="1" y="2299"/>
                      <a:pt x="656" y="2977"/>
                      <a:pt x="1489" y="3013"/>
                    </a:cubicBezTo>
                    <a:cubicBezTo>
                      <a:pt x="2322" y="3025"/>
                      <a:pt x="3013" y="2370"/>
                      <a:pt x="3037" y="1537"/>
                    </a:cubicBezTo>
                    <a:cubicBezTo>
                      <a:pt x="3061" y="1060"/>
                      <a:pt x="2834" y="608"/>
                      <a:pt x="2489" y="334"/>
                    </a:cubicBezTo>
                    <a:cubicBezTo>
                      <a:pt x="2525" y="775"/>
                      <a:pt x="2441" y="1322"/>
                      <a:pt x="1882" y="1370"/>
                    </a:cubicBezTo>
                    <a:lnTo>
                      <a:pt x="1906" y="513"/>
                    </a:lnTo>
                    <a:cubicBezTo>
                      <a:pt x="1894" y="167"/>
                      <a:pt x="1572" y="1"/>
                      <a:pt x="1334"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1"/>
              <p:cNvSpPr/>
              <p:nvPr/>
            </p:nvSpPr>
            <p:spPr>
              <a:xfrm>
                <a:off x="5332500" y="3396375"/>
                <a:ext cx="258400" cy="375675"/>
              </a:xfrm>
              <a:custGeom>
                <a:rect b="b" l="l" r="r" t="t"/>
                <a:pathLst>
                  <a:path extrusionOk="0" h="15027" w="10336">
                    <a:moveTo>
                      <a:pt x="5168" y="15026"/>
                    </a:moveTo>
                    <a:cubicBezTo>
                      <a:pt x="2358" y="15026"/>
                      <a:pt x="0" y="11550"/>
                      <a:pt x="0" y="8799"/>
                    </a:cubicBezTo>
                    <a:lnTo>
                      <a:pt x="0" y="5168"/>
                    </a:lnTo>
                    <a:cubicBezTo>
                      <a:pt x="0" y="2322"/>
                      <a:pt x="2322" y="1"/>
                      <a:pt x="5168" y="1"/>
                    </a:cubicBezTo>
                    <a:lnTo>
                      <a:pt x="5168" y="1"/>
                    </a:lnTo>
                    <a:cubicBezTo>
                      <a:pt x="8013" y="1"/>
                      <a:pt x="10335" y="2322"/>
                      <a:pt x="10335" y="5168"/>
                    </a:cubicBezTo>
                    <a:lnTo>
                      <a:pt x="10335" y="8740"/>
                    </a:lnTo>
                    <a:cubicBezTo>
                      <a:pt x="10335" y="11728"/>
                      <a:pt x="8287" y="15026"/>
                      <a:pt x="5168" y="15026"/>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1"/>
              <p:cNvSpPr/>
              <p:nvPr/>
            </p:nvSpPr>
            <p:spPr>
              <a:xfrm>
                <a:off x="5239025" y="3807150"/>
                <a:ext cx="446225" cy="579250"/>
              </a:xfrm>
              <a:custGeom>
                <a:rect b="b" l="l" r="r" t="t"/>
                <a:pathLst>
                  <a:path extrusionOk="0" h="23170" w="17849">
                    <a:moveTo>
                      <a:pt x="11693" y="215"/>
                    </a:moveTo>
                    <a:cubicBezTo>
                      <a:pt x="11693" y="215"/>
                      <a:pt x="10693" y="1643"/>
                      <a:pt x="8931" y="1643"/>
                    </a:cubicBezTo>
                    <a:cubicBezTo>
                      <a:pt x="7192" y="1643"/>
                      <a:pt x="6180" y="215"/>
                      <a:pt x="6180" y="215"/>
                    </a:cubicBezTo>
                    <a:cubicBezTo>
                      <a:pt x="5990" y="0"/>
                      <a:pt x="5633" y="143"/>
                      <a:pt x="4859" y="405"/>
                    </a:cubicBezTo>
                    <a:cubicBezTo>
                      <a:pt x="4097" y="679"/>
                      <a:pt x="2501" y="917"/>
                      <a:pt x="811" y="1274"/>
                    </a:cubicBezTo>
                    <a:cubicBezTo>
                      <a:pt x="632" y="1298"/>
                      <a:pt x="465" y="1346"/>
                      <a:pt x="310" y="1381"/>
                    </a:cubicBezTo>
                    <a:cubicBezTo>
                      <a:pt x="334" y="1417"/>
                      <a:pt x="1239" y="3679"/>
                      <a:pt x="358" y="9918"/>
                    </a:cubicBezTo>
                    <a:lnTo>
                      <a:pt x="1144" y="11002"/>
                    </a:lnTo>
                    <a:lnTo>
                      <a:pt x="1525" y="12657"/>
                    </a:lnTo>
                    <a:lnTo>
                      <a:pt x="1" y="14383"/>
                    </a:lnTo>
                    <a:cubicBezTo>
                      <a:pt x="37" y="14502"/>
                      <a:pt x="72" y="14597"/>
                      <a:pt x="120" y="14705"/>
                    </a:cubicBezTo>
                    <a:cubicBezTo>
                      <a:pt x="632" y="16086"/>
                      <a:pt x="1168" y="17443"/>
                      <a:pt x="1192" y="17741"/>
                    </a:cubicBezTo>
                    <a:cubicBezTo>
                      <a:pt x="1251" y="18288"/>
                      <a:pt x="1049" y="21479"/>
                      <a:pt x="1227" y="21955"/>
                    </a:cubicBezTo>
                    <a:cubicBezTo>
                      <a:pt x="1406" y="22432"/>
                      <a:pt x="1442" y="22717"/>
                      <a:pt x="1882" y="22956"/>
                    </a:cubicBezTo>
                    <a:cubicBezTo>
                      <a:pt x="2323" y="23170"/>
                      <a:pt x="3692" y="22932"/>
                      <a:pt x="5013" y="22753"/>
                    </a:cubicBezTo>
                    <a:cubicBezTo>
                      <a:pt x="6347" y="22575"/>
                      <a:pt x="8931" y="22575"/>
                      <a:pt x="8931" y="22575"/>
                    </a:cubicBezTo>
                    <a:cubicBezTo>
                      <a:pt x="8931" y="22575"/>
                      <a:pt x="11526" y="22575"/>
                      <a:pt x="12848" y="22753"/>
                    </a:cubicBezTo>
                    <a:cubicBezTo>
                      <a:pt x="14169" y="22944"/>
                      <a:pt x="15539" y="23170"/>
                      <a:pt x="15991" y="22956"/>
                    </a:cubicBezTo>
                    <a:cubicBezTo>
                      <a:pt x="16432" y="22729"/>
                      <a:pt x="16479" y="22432"/>
                      <a:pt x="16646" y="21955"/>
                    </a:cubicBezTo>
                    <a:cubicBezTo>
                      <a:pt x="16824" y="21479"/>
                      <a:pt x="16610" y="18276"/>
                      <a:pt x="16670" y="17741"/>
                    </a:cubicBezTo>
                    <a:cubicBezTo>
                      <a:pt x="16705" y="17455"/>
                      <a:pt x="17194" y="16205"/>
                      <a:pt x="17682" y="14883"/>
                    </a:cubicBezTo>
                    <a:cubicBezTo>
                      <a:pt x="17741" y="14716"/>
                      <a:pt x="17801" y="14562"/>
                      <a:pt x="17848" y="14383"/>
                    </a:cubicBezTo>
                    <a:lnTo>
                      <a:pt x="16324" y="12657"/>
                    </a:lnTo>
                    <a:lnTo>
                      <a:pt x="16705" y="11002"/>
                    </a:lnTo>
                    <a:lnTo>
                      <a:pt x="17491" y="9918"/>
                    </a:lnTo>
                    <a:cubicBezTo>
                      <a:pt x="16610" y="3679"/>
                      <a:pt x="17515" y="1429"/>
                      <a:pt x="17539" y="1405"/>
                    </a:cubicBezTo>
                    <a:cubicBezTo>
                      <a:pt x="17384" y="1358"/>
                      <a:pt x="17205" y="1310"/>
                      <a:pt x="17039" y="1286"/>
                    </a:cubicBezTo>
                    <a:cubicBezTo>
                      <a:pt x="15336" y="941"/>
                      <a:pt x="13753" y="703"/>
                      <a:pt x="12991" y="417"/>
                    </a:cubicBezTo>
                    <a:cubicBezTo>
                      <a:pt x="12241" y="119"/>
                      <a:pt x="11883" y="0"/>
                      <a:pt x="11693" y="21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1"/>
              <p:cNvSpPr/>
              <p:nvPr/>
            </p:nvSpPr>
            <p:spPr>
              <a:xfrm>
                <a:off x="5355725" y="3807150"/>
                <a:ext cx="213425" cy="87525"/>
              </a:xfrm>
              <a:custGeom>
                <a:rect b="b" l="l" r="r" t="t"/>
                <a:pathLst>
                  <a:path extrusionOk="0" h="3501" w="8537">
                    <a:moveTo>
                      <a:pt x="7025" y="215"/>
                    </a:moveTo>
                    <a:cubicBezTo>
                      <a:pt x="7025" y="215"/>
                      <a:pt x="6025" y="1643"/>
                      <a:pt x="4263" y="1643"/>
                    </a:cubicBezTo>
                    <a:cubicBezTo>
                      <a:pt x="2524" y="1643"/>
                      <a:pt x="1512" y="215"/>
                      <a:pt x="1512" y="215"/>
                    </a:cubicBezTo>
                    <a:cubicBezTo>
                      <a:pt x="1322" y="0"/>
                      <a:pt x="965" y="143"/>
                      <a:pt x="191" y="405"/>
                    </a:cubicBezTo>
                    <a:cubicBezTo>
                      <a:pt x="131" y="417"/>
                      <a:pt x="72" y="453"/>
                      <a:pt x="0" y="465"/>
                    </a:cubicBezTo>
                    <a:cubicBezTo>
                      <a:pt x="607" y="2239"/>
                      <a:pt x="2286" y="3501"/>
                      <a:pt x="4263" y="3501"/>
                    </a:cubicBezTo>
                    <a:cubicBezTo>
                      <a:pt x="6251" y="3501"/>
                      <a:pt x="7930" y="2215"/>
                      <a:pt x="8537" y="465"/>
                    </a:cubicBezTo>
                    <a:cubicBezTo>
                      <a:pt x="8466" y="453"/>
                      <a:pt x="8406" y="417"/>
                      <a:pt x="8346" y="405"/>
                    </a:cubicBezTo>
                    <a:cubicBezTo>
                      <a:pt x="7573" y="119"/>
                      <a:pt x="7215" y="0"/>
                      <a:pt x="7025" y="21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1"/>
              <p:cNvSpPr/>
              <p:nvPr/>
            </p:nvSpPr>
            <p:spPr>
              <a:xfrm>
                <a:off x="5497700" y="3892575"/>
                <a:ext cx="162250" cy="267325"/>
              </a:xfrm>
              <a:custGeom>
                <a:rect b="b" l="l" r="r" t="t"/>
                <a:pathLst>
                  <a:path extrusionOk="0" h="10693" w="6490">
                    <a:moveTo>
                      <a:pt x="1191" y="0"/>
                    </a:moveTo>
                    <a:lnTo>
                      <a:pt x="965" y="477"/>
                    </a:lnTo>
                    <a:lnTo>
                      <a:pt x="286" y="1262"/>
                    </a:lnTo>
                    <a:cubicBezTo>
                      <a:pt x="286" y="1262"/>
                      <a:pt x="36" y="1798"/>
                      <a:pt x="250" y="2239"/>
                    </a:cubicBezTo>
                    <a:cubicBezTo>
                      <a:pt x="489" y="2691"/>
                      <a:pt x="1727" y="4406"/>
                      <a:pt x="1727" y="4406"/>
                    </a:cubicBezTo>
                    <a:cubicBezTo>
                      <a:pt x="1727" y="4406"/>
                      <a:pt x="1346" y="4799"/>
                      <a:pt x="1644" y="5430"/>
                    </a:cubicBezTo>
                    <a:lnTo>
                      <a:pt x="346" y="6644"/>
                    </a:lnTo>
                    <a:cubicBezTo>
                      <a:pt x="346" y="6644"/>
                      <a:pt x="0" y="6870"/>
                      <a:pt x="120" y="7382"/>
                    </a:cubicBezTo>
                    <a:cubicBezTo>
                      <a:pt x="239" y="7882"/>
                      <a:pt x="1001" y="10216"/>
                      <a:pt x="1001" y="10216"/>
                    </a:cubicBezTo>
                    <a:cubicBezTo>
                      <a:pt x="1001" y="10216"/>
                      <a:pt x="1227" y="10692"/>
                      <a:pt x="1846" y="10430"/>
                    </a:cubicBezTo>
                    <a:cubicBezTo>
                      <a:pt x="2477" y="10180"/>
                      <a:pt x="5906" y="8632"/>
                      <a:pt x="5906" y="8632"/>
                    </a:cubicBezTo>
                    <a:cubicBezTo>
                      <a:pt x="5906" y="8632"/>
                      <a:pt x="6489" y="8180"/>
                      <a:pt x="6239" y="7454"/>
                    </a:cubicBezTo>
                    <a:cubicBezTo>
                      <a:pt x="5989" y="6727"/>
                      <a:pt x="5346" y="4299"/>
                      <a:pt x="5346" y="4299"/>
                    </a:cubicBezTo>
                    <a:lnTo>
                      <a:pt x="4858" y="1096"/>
                    </a:lnTo>
                    <a:cubicBezTo>
                      <a:pt x="4858" y="1096"/>
                      <a:pt x="4751" y="572"/>
                      <a:pt x="4418" y="453"/>
                    </a:cubicBezTo>
                    <a:cubicBezTo>
                      <a:pt x="4096" y="358"/>
                      <a:pt x="2215" y="0"/>
                      <a:pt x="2215" y="0"/>
                    </a:cubicBez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1"/>
              <p:cNvSpPr/>
              <p:nvPr/>
            </p:nvSpPr>
            <p:spPr>
              <a:xfrm>
                <a:off x="5629850" y="3999125"/>
                <a:ext cx="30400" cy="114625"/>
              </a:xfrm>
              <a:custGeom>
                <a:rect b="b" l="l" r="r" t="t"/>
                <a:pathLst>
                  <a:path extrusionOk="0" h="4585" w="1216">
                    <a:moveTo>
                      <a:pt x="620" y="4382"/>
                    </a:moveTo>
                    <a:lnTo>
                      <a:pt x="620" y="4382"/>
                    </a:lnTo>
                    <a:cubicBezTo>
                      <a:pt x="644" y="4382"/>
                      <a:pt x="1215" y="3930"/>
                      <a:pt x="965" y="3204"/>
                    </a:cubicBezTo>
                    <a:cubicBezTo>
                      <a:pt x="715" y="2477"/>
                      <a:pt x="72" y="48"/>
                      <a:pt x="72" y="48"/>
                    </a:cubicBezTo>
                    <a:lnTo>
                      <a:pt x="72" y="1"/>
                    </a:lnTo>
                    <a:lnTo>
                      <a:pt x="72" y="3620"/>
                    </a:lnTo>
                    <a:cubicBezTo>
                      <a:pt x="84" y="3620"/>
                      <a:pt x="1" y="4585"/>
                      <a:pt x="620" y="4382"/>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1"/>
              <p:cNvSpPr/>
              <p:nvPr/>
            </p:nvSpPr>
            <p:spPr>
              <a:xfrm>
                <a:off x="5506625" y="4028300"/>
                <a:ext cx="70875" cy="30400"/>
              </a:xfrm>
              <a:custGeom>
                <a:rect b="b" l="l" r="r" t="t"/>
                <a:pathLst>
                  <a:path extrusionOk="0" h="1216" w="2835">
                    <a:moveTo>
                      <a:pt x="1298" y="1"/>
                    </a:moveTo>
                    <a:lnTo>
                      <a:pt x="1" y="1215"/>
                    </a:lnTo>
                    <a:cubicBezTo>
                      <a:pt x="1" y="1215"/>
                      <a:pt x="2787" y="310"/>
                      <a:pt x="2811" y="179"/>
                    </a:cubicBezTo>
                    <a:cubicBezTo>
                      <a:pt x="2834" y="48"/>
                      <a:pt x="2715" y="13"/>
                      <a:pt x="2715" y="13"/>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1"/>
              <p:cNvSpPr/>
              <p:nvPr/>
            </p:nvSpPr>
            <p:spPr>
              <a:xfrm>
                <a:off x="5502175" y="3941100"/>
                <a:ext cx="75625" cy="61625"/>
              </a:xfrm>
              <a:custGeom>
                <a:rect b="b" l="l" r="r" t="t"/>
                <a:pathLst>
                  <a:path extrusionOk="0" h="2465" w="3025">
                    <a:moveTo>
                      <a:pt x="0" y="0"/>
                    </a:moveTo>
                    <a:cubicBezTo>
                      <a:pt x="12" y="107"/>
                      <a:pt x="48" y="203"/>
                      <a:pt x="95" y="298"/>
                    </a:cubicBezTo>
                    <a:cubicBezTo>
                      <a:pt x="322" y="750"/>
                      <a:pt x="1560" y="2465"/>
                      <a:pt x="1560" y="2465"/>
                    </a:cubicBezTo>
                    <a:lnTo>
                      <a:pt x="2429" y="2381"/>
                    </a:lnTo>
                    <a:cubicBezTo>
                      <a:pt x="2965" y="2346"/>
                      <a:pt x="3024" y="2131"/>
                      <a:pt x="2560" y="1691"/>
                    </a:cubicBezTo>
                    <a:cubicBezTo>
                      <a:pt x="2215" y="1357"/>
                      <a:pt x="0" y="0"/>
                      <a:pt x="0" y="0"/>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1"/>
              <p:cNvSpPr/>
              <p:nvPr/>
            </p:nvSpPr>
            <p:spPr>
              <a:xfrm>
                <a:off x="5508425" y="3860425"/>
                <a:ext cx="46750" cy="44075"/>
              </a:xfrm>
              <a:custGeom>
                <a:rect b="b" l="l" r="r" t="t"/>
                <a:pathLst>
                  <a:path extrusionOk="0" h="1763" w="1870">
                    <a:moveTo>
                      <a:pt x="155" y="417"/>
                    </a:moveTo>
                    <a:lnTo>
                      <a:pt x="1286" y="36"/>
                    </a:lnTo>
                    <a:cubicBezTo>
                      <a:pt x="1369" y="1"/>
                      <a:pt x="1476" y="48"/>
                      <a:pt x="1512" y="143"/>
                    </a:cubicBezTo>
                    <a:lnTo>
                      <a:pt x="1834" y="1120"/>
                    </a:lnTo>
                    <a:cubicBezTo>
                      <a:pt x="1869" y="1203"/>
                      <a:pt x="1822" y="1310"/>
                      <a:pt x="1715" y="1334"/>
                    </a:cubicBezTo>
                    <a:lnTo>
                      <a:pt x="583" y="1727"/>
                    </a:lnTo>
                    <a:cubicBezTo>
                      <a:pt x="500" y="1763"/>
                      <a:pt x="393" y="1715"/>
                      <a:pt x="357" y="1608"/>
                    </a:cubicBezTo>
                    <a:lnTo>
                      <a:pt x="36" y="643"/>
                    </a:lnTo>
                    <a:cubicBezTo>
                      <a:pt x="0" y="548"/>
                      <a:pt x="60" y="453"/>
                      <a:pt x="155" y="41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1"/>
              <p:cNvSpPr/>
              <p:nvPr/>
            </p:nvSpPr>
            <p:spPr>
              <a:xfrm>
                <a:off x="5128000" y="3841975"/>
                <a:ext cx="158675" cy="240225"/>
              </a:xfrm>
              <a:custGeom>
                <a:rect b="b" l="l" r="r" t="t"/>
                <a:pathLst>
                  <a:path extrusionOk="0" h="9609" w="6347">
                    <a:moveTo>
                      <a:pt x="4763" y="0"/>
                    </a:moveTo>
                    <a:cubicBezTo>
                      <a:pt x="4763" y="0"/>
                      <a:pt x="3108" y="477"/>
                      <a:pt x="2346" y="1560"/>
                    </a:cubicBezTo>
                    <a:cubicBezTo>
                      <a:pt x="1727" y="2465"/>
                      <a:pt x="1203" y="4584"/>
                      <a:pt x="799" y="5846"/>
                    </a:cubicBezTo>
                    <a:cubicBezTo>
                      <a:pt x="632" y="6382"/>
                      <a:pt x="537" y="6727"/>
                      <a:pt x="84" y="7108"/>
                    </a:cubicBezTo>
                    <a:cubicBezTo>
                      <a:pt x="84" y="7108"/>
                      <a:pt x="1" y="7323"/>
                      <a:pt x="191" y="7573"/>
                    </a:cubicBezTo>
                    <a:cubicBezTo>
                      <a:pt x="370" y="7823"/>
                      <a:pt x="2680" y="9537"/>
                      <a:pt x="5609" y="9609"/>
                    </a:cubicBezTo>
                    <a:cubicBezTo>
                      <a:pt x="5597" y="9597"/>
                      <a:pt x="6347" y="2798"/>
                      <a:pt x="47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1"/>
              <p:cNvSpPr/>
              <p:nvPr/>
            </p:nvSpPr>
            <p:spPr>
              <a:xfrm>
                <a:off x="5637900" y="3841975"/>
                <a:ext cx="158975" cy="240225"/>
              </a:xfrm>
              <a:custGeom>
                <a:rect b="b" l="l" r="r" t="t"/>
                <a:pathLst>
                  <a:path extrusionOk="0" h="9609" w="6359">
                    <a:moveTo>
                      <a:pt x="1596" y="0"/>
                    </a:moveTo>
                    <a:cubicBezTo>
                      <a:pt x="1596" y="0"/>
                      <a:pt x="3251" y="477"/>
                      <a:pt x="4013" y="1560"/>
                    </a:cubicBezTo>
                    <a:cubicBezTo>
                      <a:pt x="4632" y="2465"/>
                      <a:pt x="5156" y="4584"/>
                      <a:pt x="5561" y="5846"/>
                    </a:cubicBezTo>
                    <a:cubicBezTo>
                      <a:pt x="5715" y="6382"/>
                      <a:pt x="5822" y="6727"/>
                      <a:pt x="6275" y="7108"/>
                    </a:cubicBezTo>
                    <a:cubicBezTo>
                      <a:pt x="6275" y="7108"/>
                      <a:pt x="6358" y="7323"/>
                      <a:pt x="6168" y="7573"/>
                    </a:cubicBezTo>
                    <a:cubicBezTo>
                      <a:pt x="5989" y="7823"/>
                      <a:pt x="3679" y="9537"/>
                      <a:pt x="750" y="9609"/>
                    </a:cubicBezTo>
                    <a:cubicBezTo>
                      <a:pt x="762" y="9597"/>
                      <a:pt x="0" y="2798"/>
                      <a:pt x="15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1"/>
              <p:cNvSpPr/>
              <p:nvPr/>
            </p:nvSpPr>
            <p:spPr>
              <a:xfrm>
                <a:off x="5607525" y="3946150"/>
                <a:ext cx="104225" cy="196775"/>
              </a:xfrm>
              <a:custGeom>
                <a:rect b="b" l="l" r="r" t="t"/>
                <a:pathLst>
                  <a:path extrusionOk="0" h="7871" w="4169">
                    <a:moveTo>
                      <a:pt x="1180" y="60"/>
                    </a:moveTo>
                    <a:lnTo>
                      <a:pt x="846" y="131"/>
                    </a:lnTo>
                    <a:lnTo>
                      <a:pt x="406" y="655"/>
                    </a:lnTo>
                    <a:cubicBezTo>
                      <a:pt x="406" y="655"/>
                      <a:pt x="203" y="917"/>
                      <a:pt x="287" y="1322"/>
                    </a:cubicBezTo>
                    <a:cubicBezTo>
                      <a:pt x="358" y="1727"/>
                      <a:pt x="703" y="2691"/>
                      <a:pt x="703" y="2691"/>
                    </a:cubicBezTo>
                    <a:cubicBezTo>
                      <a:pt x="703" y="2691"/>
                      <a:pt x="846" y="3049"/>
                      <a:pt x="1334" y="3156"/>
                    </a:cubicBezTo>
                    <a:lnTo>
                      <a:pt x="1013" y="3465"/>
                    </a:lnTo>
                    <a:cubicBezTo>
                      <a:pt x="1013" y="3465"/>
                      <a:pt x="751" y="3703"/>
                      <a:pt x="953" y="4072"/>
                    </a:cubicBezTo>
                    <a:cubicBezTo>
                      <a:pt x="1144" y="4430"/>
                      <a:pt x="1322" y="4942"/>
                      <a:pt x="1322" y="4942"/>
                    </a:cubicBezTo>
                    <a:cubicBezTo>
                      <a:pt x="1322" y="4942"/>
                      <a:pt x="1025" y="4977"/>
                      <a:pt x="965" y="5061"/>
                    </a:cubicBezTo>
                    <a:cubicBezTo>
                      <a:pt x="906" y="5132"/>
                      <a:pt x="144" y="6680"/>
                      <a:pt x="144" y="6680"/>
                    </a:cubicBezTo>
                    <a:cubicBezTo>
                      <a:pt x="144" y="6680"/>
                      <a:pt x="1" y="6966"/>
                      <a:pt x="263" y="7109"/>
                    </a:cubicBezTo>
                    <a:cubicBezTo>
                      <a:pt x="537" y="7263"/>
                      <a:pt x="1406" y="7871"/>
                      <a:pt x="2537" y="7811"/>
                    </a:cubicBezTo>
                    <a:cubicBezTo>
                      <a:pt x="2858" y="7751"/>
                      <a:pt x="2930" y="7656"/>
                      <a:pt x="3001" y="7382"/>
                    </a:cubicBezTo>
                    <a:cubicBezTo>
                      <a:pt x="3156" y="6882"/>
                      <a:pt x="3335" y="5716"/>
                      <a:pt x="3335" y="5716"/>
                    </a:cubicBezTo>
                    <a:cubicBezTo>
                      <a:pt x="3335" y="5716"/>
                      <a:pt x="3370" y="5501"/>
                      <a:pt x="3180" y="5394"/>
                    </a:cubicBezTo>
                    <a:lnTo>
                      <a:pt x="3894" y="4096"/>
                    </a:lnTo>
                    <a:cubicBezTo>
                      <a:pt x="3894" y="4096"/>
                      <a:pt x="4168" y="3775"/>
                      <a:pt x="3930" y="3418"/>
                    </a:cubicBezTo>
                    <a:cubicBezTo>
                      <a:pt x="3692" y="3060"/>
                      <a:pt x="3299" y="2656"/>
                      <a:pt x="3299" y="2656"/>
                    </a:cubicBezTo>
                    <a:lnTo>
                      <a:pt x="3275" y="763"/>
                    </a:lnTo>
                    <a:cubicBezTo>
                      <a:pt x="3275" y="763"/>
                      <a:pt x="3275" y="203"/>
                      <a:pt x="2442" y="108"/>
                    </a:cubicBezTo>
                    <a:cubicBezTo>
                      <a:pt x="1632" y="1"/>
                      <a:pt x="1180" y="60"/>
                      <a:pt x="1180" y="60"/>
                    </a:cubicBez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1"/>
              <p:cNvSpPr/>
              <p:nvPr/>
            </p:nvSpPr>
            <p:spPr>
              <a:xfrm>
                <a:off x="5648025" y="3946750"/>
                <a:ext cx="40500" cy="13125"/>
              </a:xfrm>
              <a:custGeom>
                <a:rect b="b" l="l" r="r" t="t"/>
                <a:pathLst>
                  <a:path extrusionOk="0" h="525" w="1620">
                    <a:moveTo>
                      <a:pt x="1619" y="524"/>
                    </a:moveTo>
                    <a:cubicBezTo>
                      <a:pt x="1548" y="346"/>
                      <a:pt x="1346" y="119"/>
                      <a:pt x="845" y="60"/>
                    </a:cubicBezTo>
                    <a:cubicBezTo>
                      <a:pt x="512" y="12"/>
                      <a:pt x="226" y="0"/>
                      <a:pt x="12" y="0"/>
                    </a:cubicBezTo>
                    <a:lnTo>
                      <a:pt x="0" y="274"/>
                    </a:ln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1"/>
              <p:cNvSpPr/>
              <p:nvPr/>
            </p:nvSpPr>
            <p:spPr>
              <a:xfrm>
                <a:off x="5629275" y="4019375"/>
                <a:ext cx="39300" cy="20550"/>
              </a:xfrm>
              <a:custGeom>
                <a:rect b="b" l="l" r="r" t="t"/>
                <a:pathLst>
                  <a:path extrusionOk="0" h="822" w="1572">
                    <a:moveTo>
                      <a:pt x="464" y="227"/>
                    </a:moveTo>
                    <a:lnTo>
                      <a:pt x="143" y="536"/>
                    </a:lnTo>
                    <a:cubicBezTo>
                      <a:pt x="143" y="536"/>
                      <a:pt x="24" y="643"/>
                      <a:pt x="0" y="822"/>
                    </a:cubicBezTo>
                    <a:cubicBezTo>
                      <a:pt x="405" y="524"/>
                      <a:pt x="1072" y="322"/>
                      <a:pt x="1572" y="0"/>
                    </a:cubicBezTo>
                    <a:cubicBezTo>
                      <a:pt x="1048" y="250"/>
                      <a:pt x="464" y="227"/>
                      <a:pt x="464" y="227"/>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1"/>
              <p:cNvSpPr/>
              <p:nvPr/>
            </p:nvSpPr>
            <p:spPr>
              <a:xfrm>
                <a:off x="5631950" y="4069675"/>
                <a:ext cx="29175" cy="11050"/>
              </a:xfrm>
              <a:custGeom>
                <a:rect b="b" l="l" r="r" t="t"/>
                <a:pathLst>
                  <a:path extrusionOk="0" h="442" w="1167">
                    <a:moveTo>
                      <a:pt x="357" y="1"/>
                    </a:moveTo>
                    <a:cubicBezTo>
                      <a:pt x="357" y="1"/>
                      <a:pt x="72" y="36"/>
                      <a:pt x="0" y="120"/>
                    </a:cubicBezTo>
                    <a:lnTo>
                      <a:pt x="1167" y="441"/>
                    </a:ln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1"/>
              <p:cNvSpPr/>
              <p:nvPr/>
            </p:nvSpPr>
            <p:spPr>
              <a:xfrm>
                <a:off x="5670625" y="4048250"/>
                <a:ext cx="34850" cy="33650"/>
              </a:xfrm>
              <a:custGeom>
                <a:rect b="b" l="l" r="r" t="t"/>
                <a:pathLst>
                  <a:path extrusionOk="0" h="1346" w="1394">
                    <a:moveTo>
                      <a:pt x="692" y="1298"/>
                    </a:moveTo>
                    <a:lnTo>
                      <a:pt x="1394" y="0"/>
                    </a:lnTo>
                    <a:lnTo>
                      <a:pt x="1" y="1346"/>
                    </a:ln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1"/>
              <p:cNvSpPr/>
              <p:nvPr/>
            </p:nvSpPr>
            <p:spPr>
              <a:xfrm>
                <a:off x="5673025" y="3973825"/>
                <a:ext cx="17575" cy="38425"/>
              </a:xfrm>
              <a:custGeom>
                <a:rect b="b" l="l" r="r" t="t"/>
                <a:pathLst>
                  <a:path extrusionOk="0" h="1537" w="703">
                    <a:moveTo>
                      <a:pt x="703" y="1537"/>
                    </a:moveTo>
                    <a:lnTo>
                      <a:pt x="667" y="1"/>
                    </a:lnTo>
                    <a:cubicBezTo>
                      <a:pt x="524" y="215"/>
                      <a:pt x="286" y="525"/>
                      <a:pt x="179" y="679"/>
                    </a:cubicBezTo>
                    <a:cubicBezTo>
                      <a:pt x="0" y="918"/>
                      <a:pt x="179" y="1060"/>
                      <a:pt x="179" y="1060"/>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1"/>
              <p:cNvSpPr/>
              <p:nvPr/>
            </p:nvSpPr>
            <p:spPr>
              <a:xfrm>
                <a:off x="5627475" y="3927700"/>
                <a:ext cx="42300" cy="26225"/>
              </a:xfrm>
              <a:custGeom>
                <a:rect b="b" l="l" r="r" t="t"/>
                <a:pathLst>
                  <a:path extrusionOk="0" h="1049" w="1692">
                    <a:moveTo>
                      <a:pt x="1691" y="762"/>
                    </a:moveTo>
                    <a:cubicBezTo>
                      <a:pt x="1691" y="893"/>
                      <a:pt x="1310" y="1036"/>
                      <a:pt x="870" y="1036"/>
                    </a:cubicBezTo>
                    <a:cubicBezTo>
                      <a:pt x="405" y="1048"/>
                      <a:pt x="36" y="941"/>
                      <a:pt x="36" y="810"/>
                    </a:cubicBezTo>
                    <a:lnTo>
                      <a:pt x="1" y="48"/>
                    </a:lnTo>
                    <a:lnTo>
                      <a:pt x="166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1"/>
              <p:cNvSpPr/>
              <p:nvPr/>
            </p:nvSpPr>
            <p:spPr>
              <a:xfrm>
                <a:off x="5627475" y="3922350"/>
                <a:ext cx="41400" cy="12800"/>
              </a:xfrm>
              <a:custGeom>
                <a:rect b="b" l="l" r="r" t="t"/>
                <a:pathLst>
                  <a:path extrusionOk="0" h="512" w="1656">
                    <a:moveTo>
                      <a:pt x="1" y="274"/>
                    </a:moveTo>
                    <a:cubicBezTo>
                      <a:pt x="1" y="143"/>
                      <a:pt x="382" y="12"/>
                      <a:pt x="822" y="12"/>
                    </a:cubicBezTo>
                    <a:cubicBezTo>
                      <a:pt x="1286" y="0"/>
                      <a:pt x="1656" y="95"/>
                      <a:pt x="1656" y="238"/>
                    </a:cubicBezTo>
                    <a:cubicBezTo>
                      <a:pt x="1656" y="369"/>
                      <a:pt x="1286" y="500"/>
                      <a:pt x="834" y="500"/>
                    </a:cubicBezTo>
                    <a:cubicBezTo>
                      <a:pt x="382" y="512"/>
                      <a:pt x="1" y="417"/>
                      <a:pt x="1" y="27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1"/>
              <p:cNvSpPr/>
              <p:nvPr/>
            </p:nvSpPr>
            <p:spPr>
              <a:xfrm>
                <a:off x="5378050" y="3541350"/>
                <a:ext cx="49425" cy="23825"/>
              </a:xfrm>
              <a:custGeom>
                <a:rect b="b" l="l" r="r" t="t"/>
                <a:pathLst>
                  <a:path extrusionOk="0" h="953" w="1977">
                    <a:moveTo>
                      <a:pt x="1810" y="417"/>
                    </a:moveTo>
                    <a:cubicBezTo>
                      <a:pt x="1917" y="452"/>
                      <a:pt x="1977" y="595"/>
                      <a:pt x="1917" y="691"/>
                    </a:cubicBezTo>
                    <a:cubicBezTo>
                      <a:pt x="1869" y="798"/>
                      <a:pt x="1738" y="857"/>
                      <a:pt x="1631" y="798"/>
                    </a:cubicBezTo>
                    <a:cubicBezTo>
                      <a:pt x="1631" y="798"/>
                      <a:pt x="976" y="488"/>
                      <a:pt x="357" y="893"/>
                    </a:cubicBezTo>
                    <a:cubicBezTo>
                      <a:pt x="250" y="953"/>
                      <a:pt x="119" y="917"/>
                      <a:pt x="60" y="810"/>
                    </a:cubicBezTo>
                    <a:cubicBezTo>
                      <a:pt x="0" y="714"/>
                      <a:pt x="24" y="572"/>
                      <a:pt x="131" y="512"/>
                    </a:cubicBezTo>
                    <a:cubicBezTo>
                      <a:pt x="953" y="0"/>
                      <a:pt x="1810" y="393"/>
                      <a:pt x="1810" y="4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1"/>
              <p:cNvSpPr/>
              <p:nvPr/>
            </p:nvSpPr>
            <p:spPr>
              <a:xfrm>
                <a:off x="5504850" y="3541925"/>
                <a:ext cx="49725" cy="23250"/>
              </a:xfrm>
              <a:custGeom>
                <a:rect b="b" l="l" r="r" t="t"/>
                <a:pathLst>
                  <a:path extrusionOk="0" h="930" w="1989">
                    <a:moveTo>
                      <a:pt x="1846" y="477"/>
                    </a:moveTo>
                    <a:cubicBezTo>
                      <a:pt x="1953" y="537"/>
                      <a:pt x="1989" y="668"/>
                      <a:pt x="1929" y="775"/>
                    </a:cubicBezTo>
                    <a:cubicBezTo>
                      <a:pt x="1869" y="882"/>
                      <a:pt x="1739" y="930"/>
                      <a:pt x="1631" y="870"/>
                    </a:cubicBezTo>
                    <a:cubicBezTo>
                      <a:pt x="1631" y="870"/>
                      <a:pt x="1012" y="513"/>
                      <a:pt x="357" y="846"/>
                    </a:cubicBezTo>
                    <a:cubicBezTo>
                      <a:pt x="250" y="906"/>
                      <a:pt x="119" y="870"/>
                      <a:pt x="60" y="763"/>
                    </a:cubicBezTo>
                    <a:cubicBezTo>
                      <a:pt x="0" y="656"/>
                      <a:pt x="48" y="525"/>
                      <a:pt x="143" y="465"/>
                    </a:cubicBezTo>
                    <a:cubicBezTo>
                      <a:pt x="1024" y="1"/>
                      <a:pt x="1846" y="477"/>
                      <a:pt x="1846" y="47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1"/>
              <p:cNvSpPr/>
              <p:nvPr/>
            </p:nvSpPr>
            <p:spPr>
              <a:xfrm>
                <a:off x="5450375" y="3616350"/>
                <a:ext cx="21750" cy="33950"/>
              </a:xfrm>
              <a:custGeom>
                <a:rect b="b" l="l" r="r" t="t"/>
                <a:pathLst>
                  <a:path extrusionOk="0" h="1358" w="870">
                    <a:moveTo>
                      <a:pt x="596" y="370"/>
                    </a:moveTo>
                    <a:cubicBezTo>
                      <a:pt x="691" y="643"/>
                      <a:pt x="870" y="1143"/>
                      <a:pt x="858" y="1227"/>
                    </a:cubicBezTo>
                    <a:cubicBezTo>
                      <a:pt x="834" y="1322"/>
                      <a:pt x="262" y="1358"/>
                      <a:pt x="108" y="1191"/>
                    </a:cubicBezTo>
                    <a:cubicBezTo>
                      <a:pt x="0" y="1084"/>
                      <a:pt x="143" y="667"/>
                      <a:pt x="238" y="405"/>
                    </a:cubicBezTo>
                    <a:cubicBezTo>
                      <a:pt x="381" y="12"/>
                      <a:pt x="465" y="0"/>
                      <a:pt x="596" y="37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1"/>
              <p:cNvSpPr/>
              <p:nvPr/>
            </p:nvSpPr>
            <p:spPr>
              <a:xfrm>
                <a:off x="5278325" y="3265700"/>
                <a:ext cx="422100" cy="343225"/>
              </a:xfrm>
              <a:custGeom>
                <a:rect b="b" l="l" r="r" t="t"/>
                <a:pathLst>
                  <a:path extrusionOk="0" h="13729" w="16884">
                    <a:moveTo>
                      <a:pt x="2775" y="11586"/>
                    </a:moveTo>
                    <a:lnTo>
                      <a:pt x="2239" y="13729"/>
                    </a:lnTo>
                    <a:lnTo>
                      <a:pt x="2144" y="13717"/>
                    </a:lnTo>
                    <a:cubicBezTo>
                      <a:pt x="2144" y="13717"/>
                      <a:pt x="2096" y="12550"/>
                      <a:pt x="1572" y="12860"/>
                    </a:cubicBezTo>
                    <a:lnTo>
                      <a:pt x="1513" y="12895"/>
                    </a:lnTo>
                    <a:lnTo>
                      <a:pt x="1501" y="12824"/>
                    </a:lnTo>
                    <a:cubicBezTo>
                      <a:pt x="1501" y="12824"/>
                      <a:pt x="917" y="10621"/>
                      <a:pt x="691" y="8978"/>
                    </a:cubicBezTo>
                    <a:cubicBezTo>
                      <a:pt x="572" y="8145"/>
                      <a:pt x="691" y="7538"/>
                      <a:pt x="1084" y="7180"/>
                    </a:cubicBezTo>
                    <a:cubicBezTo>
                      <a:pt x="1155" y="7109"/>
                      <a:pt x="1239" y="7049"/>
                      <a:pt x="1346" y="7002"/>
                    </a:cubicBezTo>
                    <a:cubicBezTo>
                      <a:pt x="1" y="3323"/>
                      <a:pt x="6049" y="1632"/>
                      <a:pt x="9478" y="3954"/>
                    </a:cubicBezTo>
                    <a:cubicBezTo>
                      <a:pt x="9502" y="3966"/>
                      <a:pt x="9514" y="4013"/>
                      <a:pt x="9549" y="3989"/>
                    </a:cubicBezTo>
                    <a:cubicBezTo>
                      <a:pt x="9573" y="3989"/>
                      <a:pt x="9561" y="3954"/>
                      <a:pt x="9573" y="3930"/>
                    </a:cubicBezTo>
                    <a:cubicBezTo>
                      <a:pt x="12824" y="1"/>
                      <a:pt x="16884" y="5621"/>
                      <a:pt x="14038" y="9073"/>
                    </a:cubicBezTo>
                    <a:cubicBezTo>
                      <a:pt x="13812" y="10705"/>
                      <a:pt x="13240" y="12824"/>
                      <a:pt x="13240" y="12824"/>
                    </a:cubicBezTo>
                    <a:lnTo>
                      <a:pt x="13228" y="12895"/>
                    </a:lnTo>
                    <a:lnTo>
                      <a:pt x="13169" y="12860"/>
                    </a:lnTo>
                    <a:cubicBezTo>
                      <a:pt x="12633" y="12538"/>
                      <a:pt x="12597" y="13705"/>
                      <a:pt x="12597" y="13717"/>
                    </a:cubicBezTo>
                    <a:lnTo>
                      <a:pt x="12490" y="13729"/>
                    </a:lnTo>
                    <a:lnTo>
                      <a:pt x="11966" y="11586"/>
                    </a:lnTo>
                    <a:cubicBezTo>
                      <a:pt x="11883" y="11526"/>
                      <a:pt x="11490" y="11217"/>
                      <a:pt x="11169" y="10728"/>
                    </a:cubicBezTo>
                    <a:cubicBezTo>
                      <a:pt x="8633" y="11324"/>
                      <a:pt x="5573" y="9252"/>
                      <a:pt x="5418" y="9085"/>
                    </a:cubicBezTo>
                    <a:cubicBezTo>
                      <a:pt x="5215" y="8907"/>
                      <a:pt x="5061" y="9121"/>
                      <a:pt x="5061" y="9121"/>
                    </a:cubicBezTo>
                    <a:cubicBezTo>
                      <a:pt x="4799" y="9990"/>
                      <a:pt x="4656" y="11002"/>
                      <a:pt x="2775" y="1158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1"/>
              <p:cNvSpPr/>
              <p:nvPr/>
            </p:nvSpPr>
            <p:spPr>
              <a:xfrm>
                <a:off x="5383100" y="3586875"/>
                <a:ext cx="35150" cy="29500"/>
              </a:xfrm>
              <a:custGeom>
                <a:rect b="b" l="l" r="r" t="t"/>
                <a:pathLst>
                  <a:path extrusionOk="0" h="1180" w="1406">
                    <a:moveTo>
                      <a:pt x="834" y="1179"/>
                    </a:moveTo>
                    <a:cubicBezTo>
                      <a:pt x="524" y="1179"/>
                      <a:pt x="274" y="929"/>
                      <a:pt x="274" y="620"/>
                    </a:cubicBezTo>
                    <a:cubicBezTo>
                      <a:pt x="274" y="572"/>
                      <a:pt x="274" y="525"/>
                      <a:pt x="286" y="501"/>
                    </a:cubicBezTo>
                    <a:lnTo>
                      <a:pt x="227" y="465"/>
                    </a:lnTo>
                    <a:cubicBezTo>
                      <a:pt x="155" y="441"/>
                      <a:pt x="96" y="406"/>
                      <a:pt x="36" y="346"/>
                    </a:cubicBezTo>
                    <a:cubicBezTo>
                      <a:pt x="1" y="322"/>
                      <a:pt x="1" y="275"/>
                      <a:pt x="36" y="239"/>
                    </a:cubicBezTo>
                    <a:cubicBezTo>
                      <a:pt x="60" y="215"/>
                      <a:pt x="108" y="215"/>
                      <a:pt x="132" y="239"/>
                    </a:cubicBezTo>
                    <a:cubicBezTo>
                      <a:pt x="191" y="298"/>
                      <a:pt x="274" y="334"/>
                      <a:pt x="334" y="346"/>
                    </a:cubicBezTo>
                    <a:lnTo>
                      <a:pt x="334" y="346"/>
                    </a:lnTo>
                    <a:cubicBezTo>
                      <a:pt x="274" y="298"/>
                      <a:pt x="191" y="263"/>
                      <a:pt x="155" y="167"/>
                    </a:cubicBezTo>
                    <a:cubicBezTo>
                      <a:pt x="132" y="144"/>
                      <a:pt x="155" y="96"/>
                      <a:pt x="179" y="84"/>
                    </a:cubicBezTo>
                    <a:cubicBezTo>
                      <a:pt x="215" y="60"/>
                      <a:pt x="251" y="84"/>
                      <a:pt x="274" y="108"/>
                    </a:cubicBezTo>
                    <a:cubicBezTo>
                      <a:pt x="310" y="179"/>
                      <a:pt x="358" y="227"/>
                      <a:pt x="417" y="263"/>
                    </a:cubicBezTo>
                    <a:lnTo>
                      <a:pt x="417" y="263"/>
                    </a:lnTo>
                    <a:cubicBezTo>
                      <a:pt x="370" y="227"/>
                      <a:pt x="334" y="167"/>
                      <a:pt x="310" y="108"/>
                    </a:cubicBezTo>
                    <a:cubicBezTo>
                      <a:pt x="298" y="60"/>
                      <a:pt x="322" y="36"/>
                      <a:pt x="358" y="25"/>
                    </a:cubicBezTo>
                    <a:cubicBezTo>
                      <a:pt x="405" y="1"/>
                      <a:pt x="429" y="36"/>
                      <a:pt x="441" y="60"/>
                    </a:cubicBezTo>
                    <a:cubicBezTo>
                      <a:pt x="465" y="108"/>
                      <a:pt x="489" y="155"/>
                      <a:pt x="524" y="167"/>
                    </a:cubicBezTo>
                    <a:cubicBezTo>
                      <a:pt x="608" y="108"/>
                      <a:pt x="715" y="84"/>
                      <a:pt x="834" y="84"/>
                    </a:cubicBezTo>
                    <a:cubicBezTo>
                      <a:pt x="1144" y="84"/>
                      <a:pt x="1394" y="334"/>
                      <a:pt x="1394" y="644"/>
                    </a:cubicBezTo>
                    <a:cubicBezTo>
                      <a:pt x="1405" y="929"/>
                      <a:pt x="1144" y="1179"/>
                      <a:pt x="834" y="117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1"/>
              <p:cNvSpPr/>
              <p:nvPr/>
            </p:nvSpPr>
            <p:spPr>
              <a:xfrm>
                <a:off x="5505450" y="3586875"/>
                <a:ext cx="35125" cy="29500"/>
              </a:xfrm>
              <a:custGeom>
                <a:rect b="b" l="l" r="r" t="t"/>
                <a:pathLst>
                  <a:path extrusionOk="0" h="1180" w="1405">
                    <a:moveTo>
                      <a:pt x="572" y="1179"/>
                    </a:moveTo>
                    <a:cubicBezTo>
                      <a:pt x="881" y="1179"/>
                      <a:pt x="1131" y="929"/>
                      <a:pt x="1131" y="620"/>
                    </a:cubicBezTo>
                    <a:cubicBezTo>
                      <a:pt x="1131" y="572"/>
                      <a:pt x="1131" y="525"/>
                      <a:pt x="1119" y="501"/>
                    </a:cubicBezTo>
                    <a:lnTo>
                      <a:pt x="1179" y="465"/>
                    </a:lnTo>
                    <a:cubicBezTo>
                      <a:pt x="1250" y="441"/>
                      <a:pt x="1310" y="406"/>
                      <a:pt x="1369" y="346"/>
                    </a:cubicBezTo>
                    <a:cubicBezTo>
                      <a:pt x="1405" y="322"/>
                      <a:pt x="1405" y="275"/>
                      <a:pt x="1369" y="239"/>
                    </a:cubicBezTo>
                    <a:cubicBezTo>
                      <a:pt x="1345" y="215"/>
                      <a:pt x="1298" y="215"/>
                      <a:pt x="1274" y="239"/>
                    </a:cubicBezTo>
                    <a:cubicBezTo>
                      <a:pt x="1214" y="298"/>
                      <a:pt x="1131" y="334"/>
                      <a:pt x="1072" y="346"/>
                    </a:cubicBezTo>
                    <a:lnTo>
                      <a:pt x="1072" y="346"/>
                    </a:lnTo>
                    <a:cubicBezTo>
                      <a:pt x="1131" y="298"/>
                      <a:pt x="1214" y="263"/>
                      <a:pt x="1250" y="167"/>
                    </a:cubicBezTo>
                    <a:cubicBezTo>
                      <a:pt x="1274" y="144"/>
                      <a:pt x="1250" y="96"/>
                      <a:pt x="1226" y="84"/>
                    </a:cubicBezTo>
                    <a:cubicBezTo>
                      <a:pt x="1191" y="60"/>
                      <a:pt x="1155" y="84"/>
                      <a:pt x="1131" y="108"/>
                    </a:cubicBezTo>
                    <a:cubicBezTo>
                      <a:pt x="1095" y="179"/>
                      <a:pt x="1048" y="227"/>
                      <a:pt x="988" y="263"/>
                    </a:cubicBezTo>
                    <a:lnTo>
                      <a:pt x="988" y="263"/>
                    </a:lnTo>
                    <a:cubicBezTo>
                      <a:pt x="1036" y="227"/>
                      <a:pt x="1072" y="167"/>
                      <a:pt x="1095" y="108"/>
                    </a:cubicBezTo>
                    <a:cubicBezTo>
                      <a:pt x="1107" y="60"/>
                      <a:pt x="1072" y="36"/>
                      <a:pt x="1048" y="25"/>
                    </a:cubicBezTo>
                    <a:cubicBezTo>
                      <a:pt x="1000" y="1"/>
                      <a:pt x="976" y="36"/>
                      <a:pt x="953" y="60"/>
                    </a:cubicBezTo>
                    <a:cubicBezTo>
                      <a:pt x="941" y="108"/>
                      <a:pt x="917" y="155"/>
                      <a:pt x="881" y="167"/>
                    </a:cubicBezTo>
                    <a:cubicBezTo>
                      <a:pt x="798" y="108"/>
                      <a:pt x="691" y="84"/>
                      <a:pt x="572" y="84"/>
                    </a:cubicBezTo>
                    <a:cubicBezTo>
                      <a:pt x="262" y="84"/>
                      <a:pt x="0" y="334"/>
                      <a:pt x="0" y="644"/>
                    </a:cubicBezTo>
                    <a:cubicBezTo>
                      <a:pt x="0" y="929"/>
                      <a:pt x="262" y="1179"/>
                      <a:pt x="572" y="117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1"/>
              <p:cNvSpPr/>
              <p:nvPr/>
            </p:nvSpPr>
            <p:spPr>
              <a:xfrm>
                <a:off x="5204200" y="3928300"/>
                <a:ext cx="151550" cy="251525"/>
              </a:xfrm>
              <a:custGeom>
                <a:rect b="b" l="l" r="r" t="t"/>
                <a:pathLst>
                  <a:path extrusionOk="0" h="10061" w="6062">
                    <a:moveTo>
                      <a:pt x="4966" y="0"/>
                    </a:moveTo>
                    <a:lnTo>
                      <a:pt x="5180" y="441"/>
                    </a:lnTo>
                    <a:lnTo>
                      <a:pt x="5823" y="1191"/>
                    </a:lnTo>
                    <a:cubicBezTo>
                      <a:pt x="5823" y="1191"/>
                      <a:pt x="6061" y="1691"/>
                      <a:pt x="5835" y="2108"/>
                    </a:cubicBezTo>
                    <a:cubicBezTo>
                      <a:pt x="5609" y="2524"/>
                      <a:pt x="4454" y="4132"/>
                      <a:pt x="4454" y="4132"/>
                    </a:cubicBezTo>
                    <a:cubicBezTo>
                      <a:pt x="4454" y="4132"/>
                      <a:pt x="4811" y="4501"/>
                      <a:pt x="4537" y="5096"/>
                    </a:cubicBezTo>
                    <a:lnTo>
                      <a:pt x="5740" y="6251"/>
                    </a:lnTo>
                    <a:cubicBezTo>
                      <a:pt x="5740" y="6251"/>
                      <a:pt x="6049" y="6453"/>
                      <a:pt x="5954" y="6930"/>
                    </a:cubicBezTo>
                    <a:cubicBezTo>
                      <a:pt x="5847" y="7406"/>
                      <a:pt x="5132" y="9608"/>
                      <a:pt x="5132" y="9608"/>
                    </a:cubicBezTo>
                    <a:cubicBezTo>
                      <a:pt x="5132" y="9608"/>
                      <a:pt x="4918" y="10061"/>
                      <a:pt x="4347" y="9799"/>
                    </a:cubicBezTo>
                    <a:cubicBezTo>
                      <a:pt x="3763" y="9561"/>
                      <a:pt x="537" y="8108"/>
                      <a:pt x="537" y="8108"/>
                    </a:cubicBezTo>
                    <a:cubicBezTo>
                      <a:pt x="537" y="8108"/>
                      <a:pt x="1" y="7692"/>
                      <a:pt x="227" y="7001"/>
                    </a:cubicBezTo>
                    <a:cubicBezTo>
                      <a:pt x="465" y="6322"/>
                      <a:pt x="1061" y="4048"/>
                      <a:pt x="1061" y="4048"/>
                    </a:cubicBezTo>
                    <a:lnTo>
                      <a:pt x="1513" y="1036"/>
                    </a:lnTo>
                    <a:cubicBezTo>
                      <a:pt x="1513" y="1036"/>
                      <a:pt x="1620" y="548"/>
                      <a:pt x="1918" y="441"/>
                    </a:cubicBezTo>
                    <a:cubicBezTo>
                      <a:pt x="2227" y="334"/>
                      <a:pt x="3989" y="12"/>
                      <a:pt x="3989" y="12"/>
                    </a:cubicBez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1"/>
              <p:cNvSpPr/>
              <p:nvPr/>
            </p:nvSpPr>
            <p:spPr>
              <a:xfrm>
                <a:off x="5204200" y="4028300"/>
                <a:ext cx="28300" cy="107775"/>
              </a:xfrm>
              <a:custGeom>
                <a:rect b="b" l="l" r="r" t="t"/>
                <a:pathLst>
                  <a:path extrusionOk="0" h="4311" w="1132">
                    <a:moveTo>
                      <a:pt x="549" y="4108"/>
                    </a:moveTo>
                    <a:lnTo>
                      <a:pt x="549" y="4108"/>
                    </a:lnTo>
                    <a:cubicBezTo>
                      <a:pt x="537" y="4108"/>
                      <a:pt x="1" y="3692"/>
                      <a:pt x="227" y="3001"/>
                    </a:cubicBezTo>
                    <a:cubicBezTo>
                      <a:pt x="465" y="2322"/>
                      <a:pt x="1061" y="48"/>
                      <a:pt x="1061" y="48"/>
                    </a:cubicBezTo>
                    <a:lnTo>
                      <a:pt x="1061" y="1"/>
                    </a:lnTo>
                    <a:lnTo>
                      <a:pt x="1061" y="3394"/>
                    </a:lnTo>
                    <a:cubicBezTo>
                      <a:pt x="1061" y="3394"/>
                      <a:pt x="1132" y="4311"/>
                      <a:pt x="549" y="4108"/>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1"/>
              <p:cNvSpPr/>
              <p:nvPr/>
            </p:nvSpPr>
            <p:spPr>
              <a:xfrm>
                <a:off x="5281900" y="4055700"/>
                <a:ext cx="66400" cy="28875"/>
              </a:xfrm>
              <a:custGeom>
                <a:rect b="b" l="l" r="r" t="t"/>
                <a:pathLst>
                  <a:path extrusionOk="0" h="1155" w="2656">
                    <a:moveTo>
                      <a:pt x="1441" y="0"/>
                    </a:moveTo>
                    <a:lnTo>
                      <a:pt x="2656" y="1155"/>
                    </a:lnTo>
                    <a:cubicBezTo>
                      <a:pt x="2656" y="1155"/>
                      <a:pt x="36" y="298"/>
                      <a:pt x="12" y="179"/>
                    </a:cubicBezTo>
                    <a:cubicBezTo>
                      <a:pt x="0" y="60"/>
                      <a:pt x="119" y="36"/>
                      <a:pt x="119" y="36"/>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1"/>
              <p:cNvSpPr/>
              <p:nvPr/>
            </p:nvSpPr>
            <p:spPr>
              <a:xfrm>
                <a:off x="5281600" y="3973825"/>
                <a:ext cx="71175" cy="57775"/>
              </a:xfrm>
              <a:custGeom>
                <a:rect b="b" l="l" r="r" t="t"/>
                <a:pathLst>
                  <a:path extrusionOk="0" h="2311" w="2847">
                    <a:moveTo>
                      <a:pt x="2846" y="1"/>
                    </a:moveTo>
                    <a:cubicBezTo>
                      <a:pt x="2822" y="96"/>
                      <a:pt x="2798" y="203"/>
                      <a:pt x="2751" y="287"/>
                    </a:cubicBezTo>
                    <a:cubicBezTo>
                      <a:pt x="2525" y="703"/>
                      <a:pt x="1370" y="2311"/>
                      <a:pt x="1370" y="2311"/>
                    </a:cubicBezTo>
                    <a:lnTo>
                      <a:pt x="560" y="2251"/>
                    </a:lnTo>
                    <a:cubicBezTo>
                      <a:pt x="60" y="2203"/>
                      <a:pt x="1" y="2013"/>
                      <a:pt x="429" y="1596"/>
                    </a:cubicBezTo>
                    <a:cubicBezTo>
                      <a:pt x="763" y="1275"/>
                      <a:pt x="2822" y="1"/>
                      <a:pt x="2846" y="1"/>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1"/>
              <p:cNvSpPr/>
              <p:nvPr/>
            </p:nvSpPr>
            <p:spPr>
              <a:xfrm>
                <a:off x="5302725" y="3898525"/>
                <a:ext cx="43500" cy="40800"/>
              </a:xfrm>
              <a:custGeom>
                <a:rect b="b" l="l" r="r" t="t"/>
                <a:pathLst>
                  <a:path extrusionOk="0" h="1632" w="1740">
                    <a:moveTo>
                      <a:pt x="1608" y="382"/>
                    </a:moveTo>
                    <a:lnTo>
                      <a:pt x="549" y="24"/>
                    </a:lnTo>
                    <a:cubicBezTo>
                      <a:pt x="465" y="1"/>
                      <a:pt x="370" y="36"/>
                      <a:pt x="346" y="131"/>
                    </a:cubicBezTo>
                    <a:lnTo>
                      <a:pt x="37" y="1036"/>
                    </a:lnTo>
                    <a:cubicBezTo>
                      <a:pt x="1" y="1132"/>
                      <a:pt x="48" y="1215"/>
                      <a:pt x="132" y="1251"/>
                    </a:cubicBezTo>
                    <a:lnTo>
                      <a:pt x="1191" y="1608"/>
                    </a:lnTo>
                    <a:cubicBezTo>
                      <a:pt x="1287" y="1632"/>
                      <a:pt x="1370" y="1584"/>
                      <a:pt x="1406" y="1501"/>
                    </a:cubicBezTo>
                    <a:lnTo>
                      <a:pt x="1715" y="596"/>
                    </a:lnTo>
                    <a:cubicBezTo>
                      <a:pt x="1739" y="501"/>
                      <a:pt x="1703" y="417"/>
                      <a:pt x="1608" y="38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1"/>
              <p:cNvSpPr/>
              <p:nvPr/>
            </p:nvSpPr>
            <p:spPr>
              <a:xfrm>
                <a:off x="5323575" y="4009250"/>
                <a:ext cx="75325" cy="111650"/>
              </a:xfrm>
              <a:custGeom>
                <a:rect b="b" l="l" r="r" t="t"/>
                <a:pathLst>
                  <a:path extrusionOk="0" h="4466" w="3013">
                    <a:moveTo>
                      <a:pt x="2060" y="1"/>
                    </a:moveTo>
                    <a:cubicBezTo>
                      <a:pt x="2060" y="1"/>
                      <a:pt x="1429" y="251"/>
                      <a:pt x="1048" y="870"/>
                    </a:cubicBezTo>
                    <a:cubicBezTo>
                      <a:pt x="655" y="1477"/>
                      <a:pt x="60" y="3203"/>
                      <a:pt x="36" y="3501"/>
                    </a:cubicBezTo>
                    <a:cubicBezTo>
                      <a:pt x="0" y="3811"/>
                      <a:pt x="48" y="4263"/>
                      <a:pt x="167" y="4358"/>
                    </a:cubicBezTo>
                    <a:cubicBezTo>
                      <a:pt x="286" y="4465"/>
                      <a:pt x="1131" y="4180"/>
                      <a:pt x="1131" y="4180"/>
                    </a:cubicBezTo>
                    <a:lnTo>
                      <a:pt x="2608" y="2453"/>
                    </a:lnTo>
                    <a:cubicBezTo>
                      <a:pt x="2608" y="2477"/>
                      <a:pt x="3013" y="477"/>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1"/>
              <p:cNvSpPr/>
              <p:nvPr/>
            </p:nvSpPr>
            <p:spPr>
              <a:xfrm>
                <a:off x="5329825" y="4008650"/>
                <a:ext cx="148850" cy="127425"/>
              </a:xfrm>
              <a:custGeom>
                <a:rect b="b" l="l" r="r" t="t"/>
                <a:pathLst>
                  <a:path extrusionOk="0" h="5097" w="5954">
                    <a:moveTo>
                      <a:pt x="2239" y="1"/>
                    </a:moveTo>
                    <a:lnTo>
                      <a:pt x="3429" y="1668"/>
                    </a:lnTo>
                    <a:cubicBezTo>
                      <a:pt x="3429" y="1668"/>
                      <a:pt x="3751" y="1549"/>
                      <a:pt x="3810" y="1882"/>
                    </a:cubicBezTo>
                    <a:lnTo>
                      <a:pt x="5596" y="2120"/>
                    </a:lnTo>
                    <a:cubicBezTo>
                      <a:pt x="5596" y="2120"/>
                      <a:pt x="5942" y="2108"/>
                      <a:pt x="5942" y="2477"/>
                    </a:cubicBezTo>
                    <a:cubicBezTo>
                      <a:pt x="5953" y="2858"/>
                      <a:pt x="5834" y="4716"/>
                      <a:pt x="5834" y="4716"/>
                    </a:cubicBezTo>
                    <a:cubicBezTo>
                      <a:pt x="5834" y="4716"/>
                      <a:pt x="5811" y="5013"/>
                      <a:pt x="5513" y="5061"/>
                    </a:cubicBezTo>
                    <a:cubicBezTo>
                      <a:pt x="5215" y="5097"/>
                      <a:pt x="4525" y="5073"/>
                      <a:pt x="4525" y="5073"/>
                    </a:cubicBezTo>
                    <a:cubicBezTo>
                      <a:pt x="4525" y="5073"/>
                      <a:pt x="4156" y="5025"/>
                      <a:pt x="4108" y="4668"/>
                    </a:cubicBezTo>
                    <a:lnTo>
                      <a:pt x="0" y="4632"/>
                    </a:lnTo>
                    <a:lnTo>
                      <a:pt x="679" y="4025"/>
                    </a:lnTo>
                    <a:lnTo>
                      <a:pt x="1453" y="2787"/>
                    </a:lnTo>
                    <a:lnTo>
                      <a:pt x="2001" y="1465"/>
                    </a:ln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1"/>
              <p:cNvSpPr/>
              <p:nvPr/>
            </p:nvSpPr>
            <p:spPr>
              <a:xfrm>
                <a:off x="5424775" y="4055700"/>
                <a:ext cx="27700" cy="38400"/>
              </a:xfrm>
              <a:custGeom>
                <a:rect b="b" l="l" r="r" t="t"/>
                <a:pathLst>
                  <a:path extrusionOk="0" h="1536" w="1108">
                    <a:moveTo>
                      <a:pt x="0" y="0"/>
                    </a:moveTo>
                    <a:lnTo>
                      <a:pt x="1108" y="155"/>
                    </a:lnTo>
                    <a:cubicBezTo>
                      <a:pt x="453" y="417"/>
                      <a:pt x="334" y="1536"/>
                      <a:pt x="334" y="153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1"/>
              <p:cNvSpPr/>
              <p:nvPr/>
            </p:nvSpPr>
            <p:spPr>
              <a:xfrm>
                <a:off x="5432500" y="4107475"/>
                <a:ext cx="27725" cy="28600"/>
              </a:xfrm>
              <a:custGeom>
                <a:rect b="b" l="l" r="r" t="t"/>
                <a:pathLst>
                  <a:path extrusionOk="0" h="1144" w="1109">
                    <a:moveTo>
                      <a:pt x="1108" y="1132"/>
                    </a:moveTo>
                    <a:cubicBezTo>
                      <a:pt x="799" y="1144"/>
                      <a:pt x="418" y="1120"/>
                      <a:pt x="418" y="1120"/>
                    </a:cubicBezTo>
                    <a:cubicBezTo>
                      <a:pt x="418" y="1120"/>
                      <a:pt x="49" y="1072"/>
                      <a:pt x="1" y="715"/>
                    </a:cubicBezTo>
                    <a:lnTo>
                      <a:pt x="84" y="1"/>
                    </a:lnTo>
                    <a:cubicBezTo>
                      <a:pt x="61" y="1"/>
                      <a:pt x="358" y="810"/>
                      <a:pt x="1108" y="11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1"/>
              <p:cNvSpPr/>
              <p:nvPr/>
            </p:nvSpPr>
            <p:spPr>
              <a:xfrm>
                <a:off x="5329825" y="4055100"/>
                <a:ext cx="58950" cy="69975"/>
              </a:xfrm>
              <a:custGeom>
                <a:rect b="b" l="l" r="r" t="t"/>
                <a:pathLst>
                  <a:path extrusionOk="0" h="2799" w="2358">
                    <a:moveTo>
                      <a:pt x="2358" y="2798"/>
                    </a:moveTo>
                    <a:lnTo>
                      <a:pt x="0" y="2786"/>
                    </a:lnTo>
                    <a:lnTo>
                      <a:pt x="679" y="2167"/>
                    </a:lnTo>
                    <a:lnTo>
                      <a:pt x="1453" y="941"/>
                    </a:lnTo>
                    <a:lnTo>
                      <a:pt x="1774" y="167"/>
                    </a:lnTo>
                    <a:lnTo>
                      <a:pt x="1989" y="0"/>
                    </a:lnTo>
                    <a:lnTo>
                      <a:pt x="2024" y="2250"/>
                    </a:lnTo>
                    <a:cubicBezTo>
                      <a:pt x="2001" y="2250"/>
                      <a:pt x="2060" y="2548"/>
                      <a:pt x="2358" y="279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1"/>
              <p:cNvSpPr/>
              <p:nvPr/>
            </p:nvSpPr>
            <p:spPr>
              <a:xfrm>
                <a:off x="5303925" y="3989900"/>
                <a:ext cx="98550" cy="156300"/>
              </a:xfrm>
              <a:custGeom>
                <a:rect b="b" l="l" r="r" t="t"/>
                <a:pathLst>
                  <a:path extrusionOk="0" h="6252" w="3942">
                    <a:moveTo>
                      <a:pt x="1834" y="2001"/>
                    </a:moveTo>
                    <a:cubicBezTo>
                      <a:pt x="1715" y="2180"/>
                      <a:pt x="1608" y="2370"/>
                      <a:pt x="1513" y="2572"/>
                    </a:cubicBezTo>
                    <a:cubicBezTo>
                      <a:pt x="1417" y="2787"/>
                      <a:pt x="1334" y="3013"/>
                      <a:pt x="1263" y="3215"/>
                    </a:cubicBezTo>
                    <a:cubicBezTo>
                      <a:pt x="501" y="5573"/>
                      <a:pt x="1298" y="5394"/>
                      <a:pt x="2191" y="3430"/>
                    </a:cubicBezTo>
                    <a:cubicBezTo>
                      <a:pt x="2275" y="3215"/>
                      <a:pt x="2382" y="2977"/>
                      <a:pt x="2489" y="2739"/>
                    </a:cubicBezTo>
                    <a:cubicBezTo>
                      <a:pt x="2572" y="2537"/>
                      <a:pt x="2644" y="2322"/>
                      <a:pt x="2727" y="2144"/>
                    </a:cubicBezTo>
                    <a:cubicBezTo>
                      <a:pt x="3394" y="298"/>
                      <a:pt x="2513" y="906"/>
                      <a:pt x="1834" y="2001"/>
                    </a:cubicBezTo>
                    <a:close/>
                    <a:moveTo>
                      <a:pt x="1143" y="2394"/>
                    </a:moveTo>
                    <a:cubicBezTo>
                      <a:pt x="1251" y="2180"/>
                      <a:pt x="1370" y="1965"/>
                      <a:pt x="1489" y="1775"/>
                    </a:cubicBezTo>
                    <a:cubicBezTo>
                      <a:pt x="2513" y="132"/>
                      <a:pt x="3941" y="1"/>
                      <a:pt x="3120" y="2299"/>
                    </a:cubicBezTo>
                    <a:cubicBezTo>
                      <a:pt x="3048" y="2501"/>
                      <a:pt x="2965" y="2703"/>
                      <a:pt x="2882" y="2906"/>
                    </a:cubicBezTo>
                    <a:cubicBezTo>
                      <a:pt x="2787" y="3144"/>
                      <a:pt x="2679" y="3382"/>
                      <a:pt x="2584" y="3608"/>
                    </a:cubicBezTo>
                    <a:cubicBezTo>
                      <a:pt x="1370" y="6252"/>
                      <a:pt x="0" y="5835"/>
                      <a:pt x="893" y="3096"/>
                    </a:cubicBezTo>
                    <a:cubicBezTo>
                      <a:pt x="953" y="2858"/>
                      <a:pt x="1036" y="2620"/>
                      <a:pt x="1143" y="239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1"/>
              <p:cNvSpPr/>
              <p:nvPr/>
            </p:nvSpPr>
            <p:spPr>
              <a:xfrm>
                <a:off x="5323575" y="4005075"/>
                <a:ext cx="55375" cy="114325"/>
              </a:xfrm>
              <a:custGeom>
                <a:rect b="b" l="l" r="r" t="t"/>
                <a:pathLst>
                  <a:path extrusionOk="0" h="4573" w="2215">
                    <a:moveTo>
                      <a:pt x="1084" y="2168"/>
                    </a:moveTo>
                    <a:cubicBezTo>
                      <a:pt x="1179" y="1954"/>
                      <a:pt x="1298" y="1763"/>
                      <a:pt x="1393" y="1584"/>
                    </a:cubicBezTo>
                    <a:cubicBezTo>
                      <a:pt x="1667" y="1168"/>
                      <a:pt x="1953" y="822"/>
                      <a:pt x="2179" y="656"/>
                    </a:cubicBezTo>
                    <a:cubicBezTo>
                      <a:pt x="2215" y="1"/>
                      <a:pt x="1584" y="549"/>
                      <a:pt x="1048" y="1406"/>
                    </a:cubicBezTo>
                    <a:cubicBezTo>
                      <a:pt x="929" y="1584"/>
                      <a:pt x="822" y="1775"/>
                      <a:pt x="727" y="1989"/>
                    </a:cubicBezTo>
                    <a:cubicBezTo>
                      <a:pt x="631" y="2192"/>
                      <a:pt x="548" y="2418"/>
                      <a:pt x="477" y="2620"/>
                    </a:cubicBezTo>
                    <a:cubicBezTo>
                      <a:pt x="0" y="4097"/>
                      <a:pt x="131" y="4573"/>
                      <a:pt x="524" y="4240"/>
                    </a:cubicBezTo>
                    <a:cubicBezTo>
                      <a:pt x="524" y="3978"/>
                      <a:pt x="608" y="3501"/>
                      <a:pt x="822" y="2811"/>
                    </a:cubicBezTo>
                    <a:cubicBezTo>
                      <a:pt x="893" y="2597"/>
                      <a:pt x="989" y="2370"/>
                      <a:pt x="1084" y="2168"/>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1"/>
              <p:cNvSpPr/>
              <p:nvPr/>
            </p:nvSpPr>
            <p:spPr>
              <a:xfrm>
                <a:off x="5436975" y="3982475"/>
                <a:ext cx="120575" cy="54775"/>
              </a:xfrm>
              <a:custGeom>
                <a:rect b="b" l="l" r="r" t="t"/>
                <a:pathLst>
                  <a:path extrusionOk="0" h="2191" w="4823">
                    <a:moveTo>
                      <a:pt x="4823" y="726"/>
                    </a:moveTo>
                    <a:cubicBezTo>
                      <a:pt x="4823" y="726"/>
                      <a:pt x="4346" y="238"/>
                      <a:pt x="3656" y="119"/>
                    </a:cubicBezTo>
                    <a:cubicBezTo>
                      <a:pt x="2953" y="0"/>
                      <a:pt x="1120" y="107"/>
                      <a:pt x="822" y="179"/>
                    </a:cubicBezTo>
                    <a:cubicBezTo>
                      <a:pt x="524" y="274"/>
                      <a:pt x="120" y="476"/>
                      <a:pt x="60" y="643"/>
                    </a:cubicBezTo>
                    <a:cubicBezTo>
                      <a:pt x="1" y="786"/>
                      <a:pt x="584" y="1465"/>
                      <a:pt x="584" y="1465"/>
                    </a:cubicBezTo>
                    <a:lnTo>
                      <a:pt x="2739" y="2179"/>
                    </a:lnTo>
                    <a:cubicBezTo>
                      <a:pt x="2739" y="2191"/>
                      <a:pt x="4751" y="1798"/>
                      <a:pt x="4823" y="72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1"/>
              <p:cNvSpPr/>
              <p:nvPr/>
            </p:nvSpPr>
            <p:spPr>
              <a:xfrm>
                <a:off x="5433400" y="4002100"/>
                <a:ext cx="128625" cy="138150"/>
              </a:xfrm>
              <a:custGeom>
                <a:rect b="b" l="l" r="r" t="t"/>
                <a:pathLst>
                  <a:path extrusionOk="0" h="5526" w="5145">
                    <a:moveTo>
                      <a:pt x="5144" y="334"/>
                    </a:moveTo>
                    <a:lnTo>
                      <a:pt x="4061" y="2061"/>
                    </a:lnTo>
                    <a:cubicBezTo>
                      <a:pt x="4061" y="2061"/>
                      <a:pt x="4299" y="2323"/>
                      <a:pt x="4001" y="2501"/>
                    </a:cubicBezTo>
                    <a:lnTo>
                      <a:pt x="4466" y="4251"/>
                    </a:lnTo>
                    <a:cubicBezTo>
                      <a:pt x="4466" y="4251"/>
                      <a:pt x="4608" y="4549"/>
                      <a:pt x="4275" y="4692"/>
                    </a:cubicBezTo>
                    <a:cubicBezTo>
                      <a:pt x="3930" y="4847"/>
                      <a:pt x="2156" y="5442"/>
                      <a:pt x="2156" y="5442"/>
                    </a:cubicBezTo>
                    <a:cubicBezTo>
                      <a:pt x="2156" y="5442"/>
                      <a:pt x="1870" y="5525"/>
                      <a:pt x="1715" y="5263"/>
                    </a:cubicBezTo>
                    <a:cubicBezTo>
                      <a:pt x="1549" y="4990"/>
                      <a:pt x="1322" y="4370"/>
                      <a:pt x="1322" y="4370"/>
                    </a:cubicBezTo>
                    <a:cubicBezTo>
                      <a:pt x="1322" y="4370"/>
                      <a:pt x="1215" y="4013"/>
                      <a:pt x="1537" y="3811"/>
                    </a:cubicBezTo>
                    <a:lnTo>
                      <a:pt x="1" y="1"/>
                    </a:lnTo>
                    <a:lnTo>
                      <a:pt x="822" y="394"/>
                    </a:lnTo>
                    <a:lnTo>
                      <a:pt x="2263" y="644"/>
                    </a:lnTo>
                    <a:lnTo>
                      <a:pt x="3704" y="644"/>
                    </a:ln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1"/>
              <p:cNvSpPr/>
              <p:nvPr/>
            </p:nvSpPr>
            <p:spPr>
              <a:xfrm>
                <a:off x="5501575" y="4064625"/>
                <a:ext cx="39000" cy="26800"/>
              </a:xfrm>
              <a:custGeom>
                <a:rect b="b" l="l" r="r" t="t"/>
                <a:pathLst>
                  <a:path extrusionOk="0" h="1072" w="1560">
                    <a:moveTo>
                      <a:pt x="1274" y="0"/>
                    </a:moveTo>
                    <a:lnTo>
                      <a:pt x="1560" y="1072"/>
                    </a:lnTo>
                    <a:cubicBezTo>
                      <a:pt x="1048" y="572"/>
                      <a:pt x="0" y="881"/>
                      <a:pt x="0" y="88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1"/>
              <p:cNvSpPr/>
              <p:nvPr/>
            </p:nvSpPr>
            <p:spPr>
              <a:xfrm>
                <a:off x="5463775" y="4092600"/>
                <a:ext cx="25025" cy="35150"/>
              </a:xfrm>
              <a:custGeom>
                <a:rect b="b" l="l" r="r" t="t"/>
                <a:pathLst>
                  <a:path extrusionOk="0" h="1406" w="1001">
                    <a:moveTo>
                      <a:pt x="357" y="1405"/>
                    </a:moveTo>
                    <a:cubicBezTo>
                      <a:pt x="226" y="1120"/>
                      <a:pt x="107" y="762"/>
                      <a:pt x="107" y="762"/>
                    </a:cubicBezTo>
                    <a:cubicBezTo>
                      <a:pt x="107" y="762"/>
                      <a:pt x="0" y="405"/>
                      <a:pt x="322" y="215"/>
                    </a:cubicBezTo>
                    <a:lnTo>
                      <a:pt x="1000" y="0"/>
                    </a:lnTo>
                    <a:cubicBezTo>
                      <a:pt x="1000" y="0"/>
                      <a:pt x="381" y="584"/>
                      <a:pt x="357" y="140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1"/>
              <p:cNvSpPr/>
              <p:nvPr/>
            </p:nvSpPr>
            <p:spPr>
              <a:xfrm>
                <a:off x="5433400" y="4002700"/>
                <a:ext cx="83075" cy="54500"/>
              </a:xfrm>
              <a:custGeom>
                <a:rect b="b" l="l" r="r" t="t"/>
                <a:pathLst>
                  <a:path extrusionOk="0" h="2180" w="3323">
                    <a:moveTo>
                      <a:pt x="882" y="2180"/>
                    </a:moveTo>
                    <a:lnTo>
                      <a:pt x="1" y="1"/>
                    </a:lnTo>
                    <a:lnTo>
                      <a:pt x="822" y="382"/>
                    </a:lnTo>
                    <a:lnTo>
                      <a:pt x="2263" y="632"/>
                    </a:lnTo>
                    <a:lnTo>
                      <a:pt x="3096" y="632"/>
                    </a:lnTo>
                    <a:lnTo>
                      <a:pt x="3323" y="775"/>
                    </a:lnTo>
                    <a:lnTo>
                      <a:pt x="1263" y="1668"/>
                    </a:lnTo>
                    <a:cubicBezTo>
                      <a:pt x="1263" y="1668"/>
                      <a:pt x="1001" y="1810"/>
                      <a:pt x="882" y="218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1"/>
              <p:cNvSpPr/>
              <p:nvPr/>
            </p:nvSpPr>
            <p:spPr>
              <a:xfrm>
                <a:off x="5413175" y="3976500"/>
                <a:ext cx="172350" cy="45575"/>
              </a:xfrm>
              <a:custGeom>
                <a:rect b="b" l="l" r="r" t="t"/>
                <a:pathLst>
                  <a:path extrusionOk="0" h="1823" w="6894">
                    <a:moveTo>
                      <a:pt x="4263" y="513"/>
                    </a:moveTo>
                    <a:cubicBezTo>
                      <a:pt x="4048" y="465"/>
                      <a:pt x="3834" y="453"/>
                      <a:pt x="3608" y="430"/>
                    </a:cubicBezTo>
                    <a:cubicBezTo>
                      <a:pt x="3370" y="418"/>
                      <a:pt x="3143" y="430"/>
                      <a:pt x="2917" y="453"/>
                    </a:cubicBezTo>
                    <a:cubicBezTo>
                      <a:pt x="464" y="644"/>
                      <a:pt x="929" y="1299"/>
                      <a:pt x="3072" y="1382"/>
                    </a:cubicBezTo>
                    <a:cubicBezTo>
                      <a:pt x="3310" y="1406"/>
                      <a:pt x="3548" y="1406"/>
                      <a:pt x="3810" y="1406"/>
                    </a:cubicBezTo>
                    <a:cubicBezTo>
                      <a:pt x="4036" y="1406"/>
                      <a:pt x="4263" y="1406"/>
                      <a:pt x="4453" y="1382"/>
                    </a:cubicBezTo>
                    <a:cubicBezTo>
                      <a:pt x="6418" y="1299"/>
                      <a:pt x="5525" y="727"/>
                      <a:pt x="4263" y="513"/>
                    </a:cubicBezTo>
                    <a:close/>
                    <a:moveTo>
                      <a:pt x="3620" y="13"/>
                    </a:moveTo>
                    <a:cubicBezTo>
                      <a:pt x="3858" y="37"/>
                      <a:pt x="4096" y="49"/>
                      <a:pt x="4334" y="96"/>
                    </a:cubicBezTo>
                    <a:cubicBezTo>
                      <a:pt x="6239" y="430"/>
                      <a:pt x="6894" y="1692"/>
                      <a:pt x="4465" y="1799"/>
                    </a:cubicBezTo>
                    <a:cubicBezTo>
                      <a:pt x="4251" y="1823"/>
                      <a:pt x="4024" y="1823"/>
                      <a:pt x="3810" y="1823"/>
                    </a:cubicBezTo>
                    <a:cubicBezTo>
                      <a:pt x="3548" y="1823"/>
                      <a:pt x="3298" y="1799"/>
                      <a:pt x="3060" y="1799"/>
                    </a:cubicBezTo>
                    <a:cubicBezTo>
                      <a:pt x="143" y="1680"/>
                      <a:pt x="0" y="251"/>
                      <a:pt x="2893" y="37"/>
                    </a:cubicBezTo>
                    <a:cubicBezTo>
                      <a:pt x="3131" y="1"/>
                      <a:pt x="3370" y="1"/>
                      <a:pt x="3620" y="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1"/>
              <p:cNvSpPr/>
              <p:nvPr/>
            </p:nvSpPr>
            <p:spPr>
              <a:xfrm>
                <a:off x="5437575" y="3987225"/>
                <a:ext cx="125325" cy="21450"/>
              </a:xfrm>
              <a:custGeom>
                <a:rect b="b" l="l" r="r" t="t"/>
                <a:pathLst>
                  <a:path extrusionOk="0" h="858" w="5013">
                    <a:moveTo>
                      <a:pt x="2584" y="405"/>
                    </a:moveTo>
                    <a:cubicBezTo>
                      <a:pt x="2810" y="417"/>
                      <a:pt x="3036" y="441"/>
                      <a:pt x="3239" y="477"/>
                    </a:cubicBezTo>
                    <a:cubicBezTo>
                      <a:pt x="3727" y="572"/>
                      <a:pt x="4168" y="703"/>
                      <a:pt x="4382" y="858"/>
                    </a:cubicBezTo>
                    <a:cubicBezTo>
                      <a:pt x="5013" y="644"/>
                      <a:pt x="4263" y="263"/>
                      <a:pt x="3275" y="96"/>
                    </a:cubicBezTo>
                    <a:cubicBezTo>
                      <a:pt x="3060" y="48"/>
                      <a:pt x="2834" y="36"/>
                      <a:pt x="2620" y="24"/>
                    </a:cubicBezTo>
                    <a:cubicBezTo>
                      <a:pt x="2382" y="1"/>
                      <a:pt x="2155" y="24"/>
                      <a:pt x="1929" y="36"/>
                    </a:cubicBezTo>
                    <a:cubicBezTo>
                      <a:pt x="381" y="155"/>
                      <a:pt x="0" y="453"/>
                      <a:pt x="453" y="691"/>
                    </a:cubicBezTo>
                    <a:cubicBezTo>
                      <a:pt x="715" y="584"/>
                      <a:pt x="1167" y="477"/>
                      <a:pt x="1905" y="429"/>
                    </a:cubicBezTo>
                    <a:cubicBezTo>
                      <a:pt x="2108" y="393"/>
                      <a:pt x="2346" y="393"/>
                      <a:pt x="2584" y="405"/>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1"/>
              <p:cNvSpPr/>
              <p:nvPr/>
            </p:nvSpPr>
            <p:spPr>
              <a:xfrm>
                <a:off x="5432500" y="3659500"/>
                <a:ext cx="58075" cy="34275"/>
              </a:xfrm>
              <a:custGeom>
                <a:rect b="b" l="l" r="r" t="t"/>
                <a:pathLst>
                  <a:path extrusionOk="0" h="1371" w="2323">
                    <a:moveTo>
                      <a:pt x="2323" y="215"/>
                    </a:moveTo>
                    <a:cubicBezTo>
                      <a:pt x="2323" y="846"/>
                      <a:pt x="1811" y="1370"/>
                      <a:pt x="1168" y="1370"/>
                    </a:cubicBezTo>
                    <a:cubicBezTo>
                      <a:pt x="525" y="1370"/>
                      <a:pt x="1" y="846"/>
                      <a:pt x="1" y="215"/>
                    </a:cubicBezTo>
                    <a:cubicBezTo>
                      <a:pt x="1" y="96"/>
                      <a:pt x="96" y="1"/>
                      <a:pt x="215" y="1"/>
                    </a:cubicBezTo>
                    <a:lnTo>
                      <a:pt x="2108" y="1"/>
                    </a:lnTo>
                    <a:cubicBezTo>
                      <a:pt x="2239" y="1"/>
                      <a:pt x="2323" y="108"/>
                      <a:pt x="2323" y="21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1"/>
              <p:cNvSpPr/>
              <p:nvPr/>
            </p:nvSpPr>
            <p:spPr>
              <a:xfrm>
                <a:off x="5441150" y="3659500"/>
                <a:ext cx="41400" cy="9250"/>
              </a:xfrm>
              <a:custGeom>
                <a:rect b="b" l="l" r="r" t="t"/>
                <a:pathLst>
                  <a:path extrusionOk="0" h="370" w="1656">
                    <a:moveTo>
                      <a:pt x="0" y="1"/>
                    </a:moveTo>
                    <a:lnTo>
                      <a:pt x="1655" y="1"/>
                    </a:lnTo>
                    <a:lnTo>
                      <a:pt x="1655" y="191"/>
                    </a:lnTo>
                    <a:cubicBezTo>
                      <a:pt x="1655" y="298"/>
                      <a:pt x="1560" y="370"/>
                      <a:pt x="1477" y="370"/>
                    </a:cubicBezTo>
                    <a:lnTo>
                      <a:pt x="191" y="370"/>
                    </a:lnTo>
                    <a:cubicBezTo>
                      <a:pt x="96" y="370"/>
                      <a:pt x="0" y="287"/>
                      <a:pt x="0" y="1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1"/>
              <p:cNvSpPr/>
              <p:nvPr/>
            </p:nvSpPr>
            <p:spPr>
              <a:xfrm>
                <a:off x="5178900" y="4097350"/>
                <a:ext cx="567075" cy="398300"/>
              </a:xfrm>
              <a:custGeom>
                <a:rect b="b" l="l" r="r" t="t"/>
                <a:pathLst>
                  <a:path extrusionOk="0" h="15932" w="22683">
                    <a:moveTo>
                      <a:pt x="822" y="15931"/>
                    </a:moveTo>
                    <a:lnTo>
                      <a:pt x="21861" y="15931"/>
                    </a:lnTo>
                    <a:cubicBezTo>
                      <a:pt x="22313" y="15931"/>
                      <a:pt x="22682" y="15562"/>
                      <a:pt x="22682" y="15110"/>
                    </a:cubicBezTo>
                    <a:lnTo>
                      <a:pt x="22682" y="822"/>
                    </a:lnTo>
                    <a:cubicBezTo>
                      <a:pt x="22682" y="382"/>
                      <a:pt x="22313" y="1"/>
                      <a:pt x="21861" y="1"/>
                    </a:cubicBezTo>
                    <a:lnTo>
                      <a:pt x="822" y="1"/>
                    </a:lnTo>
                    <a:cubicBezTo>
                      <a:pt x="370" y="1"/>
                      <a:pt x="1" y="382"/>
                      <a:pt x="1" y="822"/>
                    </a:cubicBezTo>
                    <a:lnTo>
                      <a:pt x="1" y="15110"/>
                    </a:lnTo>
                    <a:cubicBezTo>
                      <a:pt x="1" y="15562"/>
                      <a:pt x="370" y="15931"/>
                      <a:pt x="822" y="1593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1"/>
              <p:cNvSpPr/>
              <p:nvPr/>
            </p:nvSpPr>
            <p:spPr>
              <a:xfrm>
                <a:off x="5178900" y="4373575"/>
                <a:ext cx="567075" cy="122075"/>
              </a:xfrm>
              <a:custGeom>
                <a:rect b="b" l="l" r="r" t="t"/>
                <a:pathLst>
                  <a:path extrusionOk="0" h="4883" w="22683">
                    <a:moveTo>
                      <a:pt x="822" y="4882"/>
                    </a:moveTo>
                    <a:lnTo>
                      <a:pt x="21861" y="4882"/>
                    </a:lnTo>
                    <a:cubicBezTo>
                      <a:pt x="22313" y="4882"/>
                      <a:pt x="22682" y="4513"/>
                      <a:pt x="22682" y="4061"/>
                    </a:cubicBezTo>
                    <a:lnTo>
                      <a:pt x="22682" y="1"/>
                    </a:lnTo>
                    <a:lnTo>
                      <a:pt x="20706" y="1751"/>
                    </a:lnTo>
                    <a:lnTo>
                      <a:pt x="19956" y="1953"/>
                    </a:lnTo>
                    <a:lnTo>
                      <a:pt x="18622" y="4394"/>
                    </a:lnTo>
                    <a:lnTo>
                      <a:pt x="3239" y="3001"/>
                    </a:lnTo>
                    <a:lnTo>
                      <a:pt x="1918" y="1513"/>
                    </a:lnTo>
                    <a:lnTo>
                      <a:pt x="1" y="191"/>
                    </a:lnTo>
                    <a:lnTo>
                      <a:pt x="1" y="4049"/>
                    </a:lnTo>
                    <a:cubicBezTo>
                      <a:pt x="1" y="4513"/>
                      <a:pt x="370" y="4882"/>
                      <a:pt x="822" y="488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1"/>
              <p:cNvSpPr/>
              <p:nvPr/>
            </p:nvSpPr>
            <p:spPr>
              <a:xfrm>
                <a:off x="5116700" y="4301550"/>
                <a:ext cx="144375" cy="207800"/>
              </a:xfrm>
              <a:custGeom>
                <a:rect b="b" l="l" r="r" t="t"/>
                <a:pathLst>
                  <a:path extrusionOk="0" h="8312" w="5775">
                    <a:moveTo>
                      <a:pt x="2489" y="727"/>
                    </a:moveTo>
                    <a:lnTo>
                      <a:pt x="2489" y="262"/>
                    </a:lnTo>
                    <a:cubicBezTo>
                      <a:pt x="2489" y="155"/>
                      <a:pt x="2275" y="36"/>
                      <a:pt x="2084" y="24"/>
                    </a:cubicBezTo>
                    <a:cubicBezTo>
                      <a:pt x="1894" y="1"/>
                      <a:pt x="1715" y="167"/>
                      <a:pt x="1715" y="751"/>
                    </a:cubicBezTo>
                    <a:cubicBezTo>
                      <a:pt x="1715" y="1334"/>
                      <a:pt x="1679" y="2013"/>
                      <a:pt x="1620" y="2167"/>
                    </a:cubicBezTo>
                    <a:cubicBezTo>
                      <a:pt x="1584" y="2310"/>
                      <a:pt x="1024" y="2739"/>
                      <a:pt x="810" y="2965"/>
                    </a:cubicBezTo>
                    <a:cubicBezTo>
                      <a:pt x="584" y="3191"/>
                      <a:pt x="179" y="3620"/>
                      <a:pt x="572" y="4132"/>
                    </a:cubicBezTo>
                    <a:cubicBezTo>
                      <a:pt x="572" y="4132"/>
                      <a:pt x="0" y="4799"/>
                      <a:pt x="667" y="5454"/>
                    </a:cubicBezTo>
                    <a:cubicBezTo>
                      <a:pt x="667" y="5454"/>
                      <a:pt x="655" y="5799"/>
                      <a:pt x="751" y="5954"/>
                    </a:cubicBezTo>
                    <a:cubicBezTo>
                      <a:pt x="834" y="6120"/>
                      <a:pt x="1477" y="6728"/>
                      <a:pt x="1477" y="6728"/>
                    </a:cubicBezTo>
                    <a:cubicBezTo>
                      <a:pt x="1477" y="6728"/>
                      <a:pt x="1655" y="7371"/>
                      <a:pt x="1774" y="7549"/>
                    </a:cubicBezTo>
                    <a:cubicBezTo>
                      <a:pt x="1905" y="7728"/>
                      <a:pt x="2787" y="8144"/>
                      <a:pt x="3013" y="8216"/>
                    </a:cubicBezTo>
                    <a:cubicBezTo>
                      <a:pt x="3227" y="8311"/>
                      <a:pt x="4084" y="7918"/>
                      <a:pt x="4180" y="7823"/>
                    </a:cubicBezTo>
                    <a:cubicBezTo>
                      <a:pt x="4287" y="7716"/>
                      <a:pt x="4215" y="7347"/>
                      <a:pt x="3906" y="7204"/>
                    </a:cubicBezTo>
                    <a:cubicBezTo>
                      <a:pt x="3906" y="7204"/>
                      <a:pt x="5120" y="6716"/>
                      <a:pt x="5370" y="6597"/>
                    </a:cubicBezTo>
                    <a:cubicBezTo>
                      <a:pt x="5608" y="6489"/>
                      <a:pt x="5418" y="6156"/>
                      <a:pt x="5418" y="6156"/>
                    </a:cubicBezTo>
                    <a:cubicBezTo>
                      <a:pt x="5418" y="6156"/>
                      <a:pt x="5656" y="6120"/>
                      <a:pt x="5715" y="5882"/>
                    </a:cubicBezTo>
                    <a:cubicBezTo>
                      <a:pt x="5775" y="5656"/>
                      <a:pt x="5656" y="5382"/>
                      <a:pt x="5239" y="5275"/>
                    </a:cubicBezTo>
                    <a:cubicBezTo>
                      <a:pt x="5239" y="5275"/>
                      <a:pt x="5370" y="4727"/>
                      <a:pt x="4799" y="4525"/>
                    </a:cubicBezTo>
                    <a:cubicBezTo>
                      <a:pt x="4215" y="4346"/>
                      <a:pt x="3799" y="4227"/>
                      <a:pt x="3799" y="4227"/>
                    </a:cubicBezTo>
                    <a:lnTo>
                      <a:pt x="2477" y="3858"/>
                    </a:lnTo>
                    <a:lnTo>
                      <a:pt x="2477" y="727"/>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1"/>
              <p:cNvSpPr/>
              <p:nvPr/>
            </p:nvSpPr>
            <p:spPr>
              <a:xfrm>
                <a:off x="5153300" y="4359900"/>
                <a:ext cx="25625" cy="38125"/>
              </a:xfrm>
              <a:custGeom>
                <a:rect b="b" l="l" r="r" t="t"/>
                <a:pathLst>
                  <a:path extrusionOk="0" h="1525" w="1025">
                    <a:moveTo>
                      <a:pt x="1025" y="1524"/>
                    </a:moveTo>
                    <a:lnTo>
                      <a:pt x="1025" y="0"/>
                    </a:lnTo>
                    <a:cubicBezTo>
                      <a:pt x="1025" y="0"/>
                      <a:pt x="870" y="572"/>
                      <a:pt x="656" y="738"/>
                    </a:cubicBezTo>
                    <a:cubicBezTo>
                      <a:pt x="430" y="905"/>
                      <a:pt x="275" y="834"/>
                      <a:pt x="203" y="798"/>
                    </a:cubicBezTo>
                    <a:cubicBezTo>
                      <a:pt x="144" y="750"/>
                      <a:pt x="37" y="715"/>
                      <a:pt x="13" y="750"/>
                    </a:cubicBezTo>
                    <a:cubicBezTo>
                      <a:pt x="1" y="798"/>
                      <a:pt x="25" y="846"/>
                      <a:pt x="25" y="8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1"/>
              <p:cNvSpPr/>
              <p:nvPr/>
            </p:nvSpPr>
            <p:spPr>
              <a:xfrm>
                <a:off x="5131275" y="4404550"/>
                <a:ext cx="121175" cy="83950"/>
              </a:xfrm>
              <a:custGeom>
                <a:rect b="b" l="l" r="r" t="t"/>
                <a:pathLst>
                  <a:path extrusionOk="0" fill="none" h="3358" w="4847">
                    <a:moveTo>
                      <a:pt x="1" y="0"/>
                    </a:moveTo>
                    <a:lnTo>
                      <a:pt x="1013" y="750"/>
                    </a:lnTo>
                    <a:cubicBezTo>
                      <a:pt x="1013" y="750"/>
                      <a:pt x="1203" y="869"/>
                      <a:pt x="1561" y="929"/>
                    </a:cubicBezTo>
                    <a:cubicBezTo>
                      <a:pt x="1918" y="988"/>
                      <a:pt x="4668" y="1167"/>
                      <a:pt x="4668" y="1167"/>
                    </a:cubicBezTo>
                    <a:moveTo>
                      <a:pt x="906" y="2619"/>
                    </a:moveTo>
                    <a:cubicBezTo>
                      <a:pt x="1692" y="3167"/>
                      <a:pt x="2323" y="3358"/>
                      <a:pt x="3347" y="3096"/>
                    </a:cubicBezTo>
                    <a:moveTo>
                      <a:pt x="108" y="1322"/>
                    </a:moveTo>
                    <a:lnTo>
                      <a:pt x="1418" y="1988"/>
                    </a:lnTo>
                    <a:cubicBezTo>
                      <a:pt x="1418" y="1988"/>
                      <a:pt x="1739" y="2143"/>
                      <a:pt x="2132" y="2119"/>
                    </a:cubicBezTo>
                    <a:cubicBezTo>
                      <a:pt x="2525" y="2108"/>
                      <a:pt x="4847" y="2024"/>
                      <a:pt x="4847" y="2024"/>
                    </a:cubicBezTo>
                  </a:path>
                </a:pathLst>
              </a:custGeom>
              <a:no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1"/>
              <p:cNvSpPr/>
              <p:nvPr/>
            </p:nvSpPr>
            <p:spPr>
              <a:xfrm>
                <a:off x="5663500" y="4301550"/>
                <a:ext cx="144375" cy="207800"/>
              </a:xfrm>
              <a:custGeom>
                <a:rect b="b" l="l" r="r" t="t"/>
                <a:pathLst>
                  <a:path extrusionOk="0" h="8312" w="5775">
                    <a:moveTo>
                      <a:pt x="3298" y="727"/>
                    </a:moveTo>
                    <a:lnTo>
                      <a:pt x="3298" y="262"/>
                    </a:lnTo>
                    <a:cubicBezTo>
                      <a:pt x="3298" y="155"/>
                      <a:pt x="3501" y="36"/>
                      <a:pt x="3703" y="24"/>
                    </a:cubicBezTo>
                    <a:cubicBezTo>
                      <a:pt x="3894" y="1"/>
                      <a:pt x="4072" y="167"/>
                      <a:pt x="4072" y="751"/>
                    </a:cubicBezTo>
                    <a:cubicBezTo>
                      <a:pt x="4072" y="1334"/>
                      <a:pt x="4096" y="2013"/>
                      <a:pt x="4156" y="2167"/>
                    </a:cubicBezTo>
                    <a:cubicBezTo>
                      <a:pt x="4203" y="2310"/>
                      <a:pt x="4751" y="2739"/>
                      <a:pt x="4977" y="2965"/>
                    </a:cubicBezTo>
                    <a:cubicBezTo>
                      <a:pt x="5203" y="3191"/>
                      <a:pt x="5608" y="3620"/>
                      <a:pt x="5215" y="4132"/>
                    </a:cubicBezTo>
                    <a:cubicBezTo>
                      <a:pt x="5215" y="4132"/>
                      <a:pt x="5775" y="4799"/>
                      <a:pt x="5108" y="5454"/>
                    </a:cubicBezTo>
                    <a:cubicBezTo>
                      <a:pt x="5108" y="5454"/>
                      <a:pt x="5120" y="5799"/>
                      <a:pt x="5037" y="5954"/>
                    </a:cubicBezTo>
                    <a:cubicBezTo>
                      <a:pt x="4953" y="6120"/>
                      <a:pt x="4310" y="6728"/>
                      <a:pt x="4310" y="6728"/>
                    </a:cubicBezTo>
                    <a:cubicBezTo>
                      <a:pt x="4310" y="6728"/>
                      <a:pt x="4132" y="7371"/>
                      <a:pt x="4013" y="7549"/>
                    </a:cubicBezTo>
                    <a:cubicBezTo>
                      <a:pt x="3870" y="7728"/>
                      <a:pt x="3001" y="8144"/>
                      <a:pt x="2774" y="8216"/>
                    </a:cubicBezTo>
                    <a:cubicBezTo>
                      <a:pt x="2548" y="8311"/>
                      <a:pt x="1703" y="7918"/>
                      <a:pt x="1596" y="7823"/>
                    </a:cubicBezTo>
                    <a:cubicBezTo>
                      <a:pt x="1489" y="7716"/>
                      <a:pt x="1572" y="7347"/>
                      <a:pt x="1881" y="7204"/>
                    </a:cubicBezTo>
                    <a:cubicBezTo>
                      <a:pt x="1881" y="7204"/>
                      <a:pt x="655" y="6716"/>
                      <a:pt x="405" y="6597"/>
                    </a:cubicBezTo>
                    <a:cubicBezTo>
                      <a:pt x="167" y="6489"/>
                      <a:pt x="357" y="6156"/>
                      <a:pt x="357" y="6156"/>
                    </a:cubicBezTo>
                    <a:cubicBezTo>
                      <a:pt x="357" y="6156"/>
                      <a:pt x="119" y="6120"/>
                      <a:pt x="60" y="5882"/>
                    </a:cubicBezTo>
                    <a:cubicBezTo>
                      <a:pt x="0" y="5656"/>
                      <a:pt x="119" y="5382"/>
                      <a:pt x="536" y="5275"/>
                    </a:cubicBezTo>
                    <a:cubicBezTo>
                      <a:pt x="536" y="5275"/>
                      <a:pt x="405" y="4727"/>
                      <a:pt x="988" y="4525"/>
                    </a:cubicBezTo>
                    <a:cubicBezTo>
                      <a:pt x="1572" y="4346"/>
                      <a:pt x="1989" y="4227"/>
                      <a:pt x="1989" y="4227"/>
                    </a:cubicBezTo>
                    <a:lnTo>
                      <a:pt x="3310" y="3858"/>
                    </a:lnTo>
                    <a:lnTo>
                      <a:pt x="3310" y="727"/>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1"/>
              <p:cNvSpPr/>
              <p:nvPr/>
            </p:nvSpPr>
            <p:spPr>
              <a:xfrm>
                <a:off x="5745950" y="4359900"/>
                <a:ext cx="25625" cy="38125"/>
              </a:xfrm>
              <a:custGeom>
                <a:rect b="b" l="l" r="r" t="t"/>
                <a:pathLst>
                  <a:path extrusionOk="0" h="1525" w="1025">
                    <a:moveTo>
                      <a:pt x="0" y="1524"/>
                    </a:moveTo>
                    <a:lnTo>
                      <a:pt x="0" y="0"/>
                    </a:lnTo>
                    <a:cubicBezTo>
                      <a:pt x="0" y="0"/>
                      <a:pt x="143" y="572"/>
                      <a:pt x="369" y="738"/>
                    </a:cubicBezTo>
                    <a:cubicBezTo>
                      <a:pt x="596" y="905"/>
                      <a:pt x="738" y="834"/>
                      <a:pt x="822" y="798"/>
                    </a:cubicBezTo>
                    <a:cubicBezTo>
                      <a:pt x="881" y="750"/>
                      <a:pt x="977" y="715"/>
                      <a:pt x="1012" y="750"/>
                    </a:cubicBezTo>
                    <a:cubicBezTo>
                      <a:pt x="1024" y="798"/>
                      <a:pt x="1000" y="846"/>
                      <a:pt x="1000" y="8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1"/>
              <p:cNvSpPr/>
              <p:nvPr/>
            </p:nvSpPr>
            <p:spPr>
              <a:xfrm>
                <a:off x="5672125" y="4404550"/>
                <a:ext cx="121475" cy="83950"/>
              </a:xfrm>
              <a:custGeom>
                <a:rect b="b" l="l" r="r" t="t"/>
                <a:pathLst>
                  <a:path extrusionOk="0" fill="none" h="3358" w="4859">
                    <a:moveTo>
                      <a:pt x="4858" y="0"/>
                    </a:moveTo>
                    <a:lnTo>
                      <a:pt x="3846" y="750"/>
                    </a:lnTo>
                    <a:cubicBezTo>
                      <a:pt x="3846" y="750"/>
                      <a:pt x="3656" y="869"/>
                      <a:pt x="3299" y="929"/>
                    </a:cubicBezTo>
                    <a:cubicBezTo>
                      <a:pt x="2929" y="988"/>
                      <a:pt x="179" y="1167"/>
                      <a:pt x="179" y="1167"/>
                    </a:cubicBezTo>
                    <a:moveTo>
                      <a:pt x="3953" y="2619"/>
                    </a:moveTo>
                    <a:cubicBezTo>
                      <a:pt x="3156" y="3167"/>
                      <a:pt x="2537" y="3358"/>
                      <a:pt x="1513" y="3096"/>
                    </a:cubicBezTo>
                    <a:moveTo>
                      <a:pt x="4751" y="1322"/>
                    </a:moveTo>
                    <a:lnTo>
                      <a:pt x="3441" y="1988"/>
                    </a:lnTo>
                    <a:cubicBezTo>
                      <a:pt x="3441" y="1988"/>
                      <a:pt x="3120" y="2143"/>
                      <a:pt x="2727" y="2119"/>
                    </a:cubicBezTo>
                    <a:cubicBezTo>
                      <a:pt x="2322" y="2108"/>
                      <a:pt x="1" y="2024"/>
                      <a:pt x="1" y="2024"/>
                    </a:cubicBezTo>
                  </a:path>
                </a:pathLst>
              </a:custGeom>
              <a:no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1"/>
              <p:cNvSpPr/>
              <p:nvPr/>
            </p:nvSpPr>
            <p:spPr>
              <a:xfrm>
                <a:off x="5385775" y="4183375"/>
                <a:ext cx="76825" cy="102425"/>
              </a:xfrm>
              <a:custGeom>
                <a:rect b="b" l="l" r="r" t="t"/>
                <a:pathLst>
                  <a:path extrusionOk="0" h="4097" w="3073">
                    <a:moveTo>
                      <a:pt x="1977" y="3977"/>
                    </a:moveTo>
                    <a:lnTo>
                      <a:pt x="3037" y="2263"/>
                    </a:lnTo>
                    <a:cubicBezTo>
                      <a:pt x="3049" y="2203"/>
                      <a:pt x="3073" y="2084"/>
                      <a:pt x="2989" y="1953"/>
                    </a:cubicBezTo>
                    <a:lnTo>
                      <a:pt x="1858" y="120"/>
                    </a:lnTo>
                    <a:lnTo>
                      <a:pt x="1858" y="120"/>
                    </a:lnTo>
                    <a:cubicBezTo>
                      <a:pt x="1858" y="120"/>
                      <a:pt x="1787" y="1"/>
                      <a:pt x="1691" y="120"/>
                    </a:cubicBezTo>
                    <a:lnTo>
                      <a:pt x="48" y="2799"/>
                    </a:lnTo>
                    <a:cubicBezTo>
                      <a:pt x="1" y="2894"/>
                      <a:pt x="13" y="2989"/>
                      <a:pt x="108" y="3037"/>
                    </a:cubicBezTo>
                    <a:lnTo>
                      <a:pt x="1727" y="4037"/>
                    </a:lnTo>
                    <a:cubicBezTo>
                      <a:pt x="1810" y="4097"/>
                      <a:pt x="1930" y="4061"/>
                      <a:pt x="1977" y="39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1"/>
              <p:cNvSpPr/>
              <p:nvPr/>
            </p:nvSpPr>
            <p:spPr>
              <a:xfrm>
                <a:off x="5434900" y="4165825"/>
                <a:ext cx="113425" cy="114025"/>
              </a:xfrm>
              <a:custGeom>
                <a:rect b="b" l="l" r="r" t="t"/>
                <a:pathLst>
                  <a:path extrusionOk="0" h="4561" w="4537">
                    <a:moveTo>
                      <a:pt x="1870" y="3548"/>
                    </a:moveTo>
                    <a:lnTo>
                      <a:pt x="24" y="536"/>
                    </a:lnTo>
                    <a:cubicBezTo>
                      <a:pt x="0" y="500"/>
                      <a:pt x="12" y="429"/>
                      <a:pt x="60" y="405"/>
                    </a:cubicBezTo>
                    <a:lnTo>
                      <a:pt x="2072" y="36"/>
                    </a:lnTo>
                    <a:cubicBezTo>
                      <a:pt x="2191" y="24"/>
                      <a:pt x="2346" y="0"/>
                      <a:pt x="2381" y="72"/>
                    </a:cubicBezTo>
                    <a:lnTo>
                      <a:pt x="3775" y="2358"/>
                    </a:lnTo>
                    <a:cubicBezTo>
                      <a:pt x="3822" y="2417"/>
                      <a:pt x="3894" y="2441"/>
                      <a:pt x="3977" y="2393"/>
                    </a:cubicBezTo>
                    <a:cubicBezTo>
                      <a:pt x="4108" y="2310"/>
                      <a:pt x="4251" y="2215"/>
                      <a:pt x="4382" y="2132"/>
                    </a:cubicBezTo>
                    <a:cubicBezTo>
                      <a:pt x="4417" y="2120"/>
                      <a:pt x="4465" y="2120"/>
                      <a:pt x="4489" y="2132"/>
                    </a:cubicBezTo>
                    <a:cubicBezTo>
                      <a:pt x="4525" y="2155"/>
                      <a:pt x="4537" y="2191"/>
                      <a:pt x="4525" y="2239"/>
                    </a:cubicBezTo>
                    <a:lnTo>
                      <a:pt x="3870" y="4156"/>
                    </a:lnTo>
                    <a:cubicBezTo>
                      <a:pt x="3727" y="4560"/>
                      <a:pt x="3822" y="4489"/>
                      <a:pt x="3405" y="4418"/>
                    </a:cubicBezTo>
                    <a:lnTo>
                      <a:pt x="1429" y="4156"/>
                    </a:lnTo>
                    <a:cubicBezTo>
                      <a:pt x="1381" y="4156"/>
                      <a:pt x="1358" y="4120"/>
                      <a:pt x="1358" y="4084"/>
                    </a:cubicBezTo>
                    <a:cubicBezTo>
                      <a:pt x="1334" y="4037"/>
                      <a:pt x="1369" y="4001"/>
                      <a:pt x="1393" y="3977"/>
                    </a:cubicBezTo>
                    <a:cubicBezTo>
                      <a:pt x="1536" y="3882"/>
                      <a:pt x="1679" y="3798"/>
                      <a:pt x="1810" y="3727"/>
                    </a:cubicBezTo>
                    <a:cubicBezTo>
                      <a:pt x="1905" y="3691"/>
                      <a:pt x="1917" y="3620"/>
                      <a:pt x="1870" y="354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1"/>
              <p:cNvSpPr/>
              <p:nvPr/>
            </p:nvSpPr>
            <p:spPr>
              <a:xfrm>
                <a:off x="5509900" y="4270600"/>
                <a:ext cx="87825" cy="76825"/>
              </a:xfrm>
              <a:custGeom>
                <a:rect b="b" l="l" r="r" t="t"/>
                <a:pathLst>
                  <a:path extrusionOk="0" h="3073" w="3513">
                    <a:moveTo>
                      <a:pt x="48" y="1096"/>
                    </a:moveTo>
                    <a:lnTo>
                      <a:pt x="929" y="2917"/>
                    </a:lnTo>
                    <a:cubicBezTo>
                      <a:pt x="977" y="2953"/>
                      <a:pt x="1060" y="3048"/>
                      <a:pt x="1215" y="3048"/>
                    </a:cubicBezTo>
                    <a:lnTo>
                      <a:pt x="3370" y="3072"/>
                    </a:lnTo>
                    <a:lnTo>
                      <a:pt x="3370" y="3072"/>
                    </a:lnTo>
                    <a:cubicBezTo>
                      <a:pt x="3382" y="3072"/>
                      <a:pt x="3513" y="3072"/>
                      <a:pt x="3453" y="2941"/>
                    </a:cubicBezTo>
                    <a:lnTo>
                      <a:pt x="2084" y="119"/>
                    </a:lnTo>
                    <a:cubicBezTo>
                      <a:pt x="2048" y="24"/>
                      <a:pt x="1941" y="0"/>
                      <a:pt x="1846" y="24"/>
                    </a:cubicBezTo>
                    <a:lnTo>
                      <a:pt x="143" y="858"/>
                    </a:lnTo>
                    <a:cubicBezTo>
                      <a:pt x="48" y="905"/>
                      <a:pt x="1" y="1012"/>
                      <a:pt x="48" y="10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1"/>
              <p:cNvSpPr/>
              <p:nvPr/>
            </p:nvSpPr>
            <p:spPr>
              <a:xfrm>
                <a:off x="5461675" y="4332500"/>
                <a:ext cx="137550" cy="93800"/>
              </a:xfrm>
              <a:custGeom>
                <a:rect b="b" l="l" r="r" t="t"/>
                <a:pathLst>
                  <a:path extrusionOk="0" h="3752" w="5502">
                    <a:moveTo>
                      <a:pt x="1894" y="763"/>
                    </a:moveTo>
                    <a:lnTo>
                      <a:pt x="5418" y="822"/>
                    </a:lnTo>
                    <a:cubicBezTo>
                      <a:pt x="5478" y="822"/>
                      <a:pt x="5501" y="870"/>
                      <a:pt x="5501" y="929"/>
                    </a:cubicBezTo>
                    <a:lnTo>
                      <a:pt x="4728" y="2823"/>
                    </a:lnTo>
                    <a:cubicBezTo>
                      <a:pt x="4692" y="2918"/>
                      <a:pt x="4597" y="3073"/>
                      <a:pt x="4525" y="3073"/>
                    </a:cubicBezTo>
                    <a:lnTo>
                      <a:pt x="1846" y="3025"/>
                    </a:lnTo>
                    <a:cubicBezTo>
                      <a:pt x="1763" y="3025"/>
                      <a:pt x="1703" y="3085"/>
                      <a:pt x="1703" y="3156"/>
                    </a:cubicBezTo>
                    <a:cubicBezTo>
                      <a:pt x="1703" y="3323"/>
                      <a:pt x="1703" y="3489"/>
                      <a:pt x="1691" y="3656"/>
                    </a:cubicBezTo>
                    <a:cubicBezTo>
                      <a:pt x="1691" y="3692"/>
                      <a:pt x="1668" y="3727"/>
                      <a:pt x="1632" y="3739"/>
                    </a:cubicBezTo>
                    <a:cubicBezTo>
                      <a:pt x="1584" y="3751"/>
                      <a:pt x="1561" y="3739"/>
                      <a:pt x="1525" y="3716"/>
                    </a:cubicBezTo>
                    <a:lnTo>
                      <a:pt x="263" y="2120"/>
                    </a:lnTo>
                    <a:cubicBezTo>
                      <a:pt x="1" y="1787"/>
                      <a:pt x="13" y="1906"/>
                      <a:pt x="275" y="1584"/>
                    </a:cubicBezTo>
                    <a:lnTo>
                      <a:pt x="1572" y="48"/>
                    </a:lnTo>
                    <a:cubicBezTo>
                      <a:pt x="1608" y="25"/>
                      <a:pt x="1644" y="1"/>
                      <a:pt x="1680" y="25"/>
                    </a:cubicBezTo>
                    <a:cubicBezTo>
                      <a:pt x="1727" y="37"/>
                      <a:pt x="1739" y="60"/>
                      <a:pt x="1739" y="108"/>
                    </a:cubicBezTo>
                    <a:cubicBezTo>
                      <a:pt x="1739" y="275"/>
                      <a:pt x="1739" y="441"/>
                      <a:pt x="1727" y="596"/>
                    </a:cubicBezTo>
                    <a:cubicBezTo>
                      <a:pt x="1751" y="703"/>
                      <a:pt x="1811" y="751"/>
                      <a:pt x="1894" y="76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1"/>
              <p:cNvSpPr/>
              <p:nvPr/>
            </p:nvSpPr>
            <p:spPr>
              <a:xfrm>
                <a:off x="5370600" y="4349475"/>
                <a:ext cx="88125" cy="57475"/>
              </a:xfrm>
              <a:custGeom>
                <a:rect b="b" l="l" r="r" t="t"/>
                <a:pathLst>
                  <a:path extrusionOk="0" h="2299" w="3525">
                    <a:moveTo>
                      <a:pt x="3346" y="60"/>
                    </a:moveTo>
                    <a:lnTo>
                      <a:pt x="1334" y="0"/>
                    </a:lnTo>
                    <a:cubicBezTo>
                      <a:pt x="1274" y="12"/>
                      <a:pt x="1155" y="60"/>
                      <a:pt x="1084" y="191"/>
                    </a:cubicBezTo>
                    <a:lnTo>
                      <a:pt x="60" y="2084"/>
                    </a:lnTo>
                    <a:lnTo>
                      <a:pt x="60" y="2084"/>
                    </a:lnTo>
                    <a:cubicBezTo>
                      <a:pt x="60" y="2084"/>
                      <a:pt x="0" y="2215"/>
                      <a:pt x="131" y="2215"/>
                    </a:cubicBezTo>
                    <a:lnTo>
                      <a:pt x="3275" y="2298"/>
                    </a:lnTo>
                    <a:cubicBezTo>
                      <a:pt x="3370" y="2298"/>
                      <a:pt x="3453" y="2227"/>
                      <a:pt x="3453" y="2120"/>
                    </a:cubicBezTo>
                    <a:lnTo>
                      <a:pt x="3513" y="227"/>
                    </a:lnTo>
                    <a:cubicBezTo>
                      <a:pt x="3525" y="143"/>
                      <a:pt x="3453" y="60"/>
                      <a:pt x="3346" y="6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1"/>
              <p:cNvSpPr/>
              <p:nvPr/>
            </p:nvSpPr>
            <p:spPr>
              <a:xfrm>
                <a:off x="5324750" y="4270000"/>
                <a:ext cx="102725" cy="133675"/>
              </a:xfrm>
              <a:custGeom>
                <a:rect b="b" l="l" r="r" t="t"/>
                <a:pathLst>
                  <a:path extrusionOk="0" h="5347" w="4109">
                    <a:moveTo>
                      <a:pt x="3299" y="2191"/>
                    </a:moveTo>
                    <a:lnTo>
                      <a:pt x="1620" y="5287"/>
                    </a:lnTo>
                    <a:cubicBezTo>
                      <a:pt x="1596" y="5334"/>
                      <a:pt x="1537" y="5346"/>
                      <a:pt x="1489" y="5334"/>
                    </a:cubicBezTo>
                    <a:lnTo>
                      <a:pt x="156" y="3763"/>
                    </a:lnTo>
                    <a:cubicBezTo>
                      <a:pt x="84" y="3680"/>
                      <a:pt x="1" y="3549"/>
                      <a:pt x="49" y="3465"/>
                    </a:cubicBezTo>
                    <a:lnTo>
                      <a:pt x="1323" y="1120"/>
                    </a:lnTo>
                    <a:cubicBezTo>
                      <a:pt x="1346" y="1048"/>
                      <a:pt x="1334" y="965"/>
                      <a:pt x="1263" y="929"/>
                    </a:cubicBezTo>
                    <a:cubicBezTo>
                      <a:pt x="1108" y="858"/>
                      <a:pt x="965" y="762"/>
                      <a:pt x="834" y="691"/>
                    </a:cubicBezTo>
                    <a:cubicBezTo>
                      <a:pt x="799" y="667"/>
                      <a:pt x="775" y="632"/>
                      <a:pt x="787" y="584"/>
                    </a:cubicBezTo>
                    <a:cubicBezTo>
                      <a:pt x="787" y="536"/>
                      <a:pt x="811" y="512"/>
                      <a:pt x="858" y="512"/>
                    </a:cubicBezTo>
                    <a:lnTo>
                      <a:pt x="2858" y="120"/>
                    </a:lnTo>
                    <a:cubicBezTo>
                      <a:pt x="3275" y="48"/>
                      <a:pt x="3168" y="0"/>
                      <a:pt x="3335" y="393"/>
                    </a:cubicBezTo>
                    <a:lnTo>
                      <a:pt x="4085" y="2251"/>
                    </a:lnTo>
                    <a:cubicBezTo>
                      <a:pt x="4109" y="2298"/>
                      <a:pt x="4085" y="2322"/>
                      <a:pt x="4061" y="2358"/>
                    </a:cubicBezTo>
                    <a:cubicBezTo>
                      <a:pt x="4025" y="2382"/>
                      <a:pt x="3990" y="2382"/>
                      <a:pt x="3954" y="2370"/>
                    </a:cubicBezTo>
                    <a:cubicBezTo>
                      <a:pt x="3811" y="2298"/>
                      <a:pt x="3656" y="2203"/>
                      <a:pt x="3525" y="2132"/>
                    </a:cubicBezTo>
                    <a:cubicBezTo>
                      <a:pt x="3406" y="2108"/>
                      <a:pt x="3347" y="2120"/>
                      <a:pt x="3299" y="21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1"/>
              <p:cNvSpPr/>
              <p:nvPr/>
            </p:nvSpPr>
            <p:spPr>
              <a:xfrm>
                <a:off x="5124150" y="4299775"/>
                <a:ext cx="54775" cy="107775"/>
              </a:xfrm>
              <a:custGeom>
                <a:rect b="b" l="l" r="r" t="t"/>
                <a:pathLst>
                  <a:path extrusionOk="0" h="4311" w="2191">
                    <a:moveTo>
                      <a:pt x="2191" y="286"/>
                    </a:moveTo>
                    <a:cubicBezTo>
                      <a:pt x="2191" y="274"/>
                      <a:pt x="2179" y="274"/>
                      <a:pt x="2191" y="286"/>
                    </a:cubicBezTo>
                    <a:cubicBezTo>
                      <a:pt x="2036" y="203"/>
                      <a:pt x="1941" y="167"/>
                      <a:pt x="1846" y="167"/>
                    </a:cubicBezTo>
                    <a:cubicBezTo>
                      <a:pt x="1798" y="167"/>
                      <a:pt x="1762" y="179"/>
                      <a:pt x="1727" y="203"/>
                    </a:cubicBezTo>
                    <a:cubicBezTo>
                      <a:pt x="1703" y="226"/>
                      <a:pt x="1655" y="262"/>
                      <a:pt x="1619" y="298"/>
                    </a:cubicBezTo>
                    <a:cubicBezTo>
                      <a:pt x="1548" y="417"/>
                      <a:pt x="1524" y="595"/>
                      <a:pt x="1524" y="822"/>
                    </a:cubicBezTo>
                    <a:cubicBezTo>
                      <a:pt x="1524" y="1119"/>
                      <a:pt x="1524" y="1453"/>
                      <a:pt x="1500" y="1715"/>
                    </a:cubicBezTo>
                    <a:cubicBezTo>
                      <a:pt x="1488" y="1988"/>
                      <a:pt x="1465" y="2191"/>
                      <a:pt x="1441" y="2262"/>
                    </a:cubicBezTo>
                    <a:cubicBezTo>
                      <a:pt x="1405" y="2381"/>
                      <a:pt x="1131" y="2619"/>
                      <a:pt x="893" y="2834"/>
                    </a:cubicBezTo>
                    <a:cubicBezTo>
                      <a:pt x="774" y="2941"/>
                      <a:pt x="667" y="3024"/>
                      <a:pt x="595" y="3096"/>
                    </a:cubicBezTo>
                    <a:cubicBezTo>
                      <a:pt x="488" y="3203"/>
                      <a:pt x="345" y="3358"/>
                      <a:pt x="274" y="3548"/>
                    </a:cubicBezTo>
                    <a:cubicBezTo>
                      <a:pt x="191" y="3727"/>
                      <a:pt x="191" y="3917"/>
                      <a:pt x="357" y="4143"/>
                    </a:cubicBezTo>
                    <a:cubicBezTo>
                      <a:pt x="393" y="4191"/>
                      <a:pt x="393" y="4251"/>
                      <a:pt x="345" y="4274"/>
                    </a:cubicBezTo>
                    <a:cubicBezTo>
                      <a:pt x="298" y="4310"/>
                      <a:pt x="238" y="4310"/>
                      <a:pt x="214" y="4263"/>
                    </a:cubicBezTo>
                    <a:cubicBezTo>
                      <a:pt x="0" y="3977"/>
                      <a:pt x="0" y="3715"/>
                      <a:pt x="95" y="3489"/>
                    </a:cubicBezTo>
                    <a:cubicBezTo>
                      <a:pt x="179" y="3262"/>
                      <a:pt x="345" y="3096"/>
                      <a:pt x="464" y="2977"/>
                    </a:cubicBezTo>
                    <a:cubicBezTo>
                      <a:pt x="536" y="2905"/>
                      <a:pt x="643" y="2822"/>
                      <a:pt x="762" y="2715"/>
                    </a:cubicBezTo>
                    <a:cubicBezTo>
                      <a:pt x="988" y="2524"/>
                      <a:pt x="1238" y="2298"/>
                      <a:pt x="1250" y="2227"/>
                    </a:cubicBezTo>
                    <a:cubicBezTo>
                      <a:pt x="1262" y="2167"/>
                      <a:pt x="1298" y="1965"/>
                      <a:pt x="1310" y="1715"/>
                    </a:cubicBezTo>
                    <a:cubicBezTo>
                      <a:pt x="1322" y="1453"/>
                      <a:pt x="1346" y="1131"/>
                      <a:pt x="1322" y="834"/>
                    </a:cubicBezTo>
                    <a:cubicBezTo>
                      <a:pt x="1322" y="584"/>
                      <a:pt x="1369" y="381"/>
                      <a:pt x="1465" y="226"/>
                    </a:cubicBezTo>
                    <a:cubicBezTo>
                      <a:pt x="1500" y="155"/>
                      <a:pt x="1548" y="107"/>
                      <a:pt x="1619" y="60"/>
                    </a:cubicBezTo>
                    <a:cubicBezTo>
                      <a:pt x="1679" y="24"/>
                      <a:pt x="1762" y="0"/>
                      <a:pt x="1846" y="0"/>
                    </a:cubicBezTo>
                    <a:cubicBezTo>
                      <a:pt x="1953" y="0"/>
                      <a:pt x="2060" y="36"/>
                      <a:pt x="2191" y="95"/>
                    </a:cubicBezTo>
                    <a:lnTo>
                      <a:pt x="2191" y="28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1"/>
              <p:cNvSpPr/>
              <p:nvPr/>
            </p:nvSpPr>
            <p:spPr>
              <a:xfrm>
                <a:off x="5745950" y="4298875"/>
                <a:ext cx="55375" cy="107475"/>
              </a:xfrm>
              <a:custGeom>
                <a:rect b="b" l="l" r="r" t="t"/>
                <a:pathLst>
                  <a:path extrusionOk="0" h="4299" w="2215">
                    <a:moveTo>
                      <a:pt x="48" y="310"/>
                    </a:moveTo>
                    <a:cubicBezTo>
                      <a:pt x="24" y="322"/>
                      <a:pt x="12" y="322"/>
                      <a:pt x="0" y="322"/>
                    </a:cubicBezTo>
                    <a:lnTo>
                      <a:pt x="0" y="119"/>
                    </a:lnTo>
                    <a:cubicBezTo>
                      <a:pt x="131" y="36"/>
                      <a:pt x="262" y="0"/>
                      <a:pt x="369" y="0"/>
                    </a:cubicBezTo>
                    <a:cubicBezTo>
                      <a:pt x="465" y="0"/>
                      <a:pt x="536" y="12"/>
                      <a:pt x="596" y="60"/>
                    </a:cubicBezTo>
                    <a:cubicBezTo>
                      <a:pt x="655" y="96"/>
                      <a:pt x="715" y="143"/>
                      <a:pt x="762" y="215"/>
                    </a:cubicBezTo>
                    <a:cubicBezTo>
                      <a:pt x="846" y="369"/>
                      <a:pt x="893" y="596"/>
                      <a:pt x="893" y="834"/>
                    </a:cubicBezTo>
                    <a:cubicBezTo>
                      <a:pt x="893" y="1131"/>
                      <a:pt x="893" y="1441"/>
                      <a:pt x="905" y="1703"/>
                    </a:cubicBezTo>
                    <a:cubicBezTo>
                      <a:pt x="917" y="1965"/>
                      <a:pt x="941" y="2155"/>
                      <a:pt x="965" y="2215"/>
                    </a:cubicBezTo>
                    <a:cubicBezTo>
                      <a:pt x="1000" y="2286"/>
                      <a:pt x="1239" y="2513"/>
                      <a:pt x="1453" y="2703"/>
                    </a:cubicBezTo>
                    <a:cubicBezTo>
                      <a:pt x="1572" y="2810"/>
                      <a:pt x="1679" y="2894"/>
                      <a:pt x="1750" y="2977"/>
                    </a:cubicBezTo>
                    <a:cubicBezTo>
                      <a:pt x="1870" y="3084"/>
                      <a:pt x="2036" y="3251"/>
                      <a:pt x="2131" y="3477"/>
                    </a:cubicBezTo>
                    <a:cubicBezTo>
                      <a:pt x="2215" y="3703"/>
                      <a:pt x="2215" y="3965"/>
                      <a:pt x="2012" y="4251"/>
                    </a:cubicBezTo>
                    <a:cubicBezTo>
                      <a:pt x="1977" y="4299"/>
                      <a:pt x="1917" y="4299"/>
                      <a:pt x="1870" y="4263"/>
                    </a:cubicBezTo>
                    <a:cubicBezTo>
                      <a:pt x="1834" y="4239"/>
                      <a:pt x="1834" y="4179"/>
                      <a:pt x="1858" y="4132"/>
                    </a:cubicBezTo>
                    <a:cubicBezTo>
                      <a:pt x="2024" y="3906"/>
                      <a:pt x="2024" y="3703"/>
                      <a:pt x="1953" y="3537"/>
                    </a:cubicBezTo>
                    <a:cubicBezTo>
                      <a:pt x="1870" y="3358"/>
                      <a:pt x="1727" y="3191"/>
                      <a:pt x="1620" y="3096"/>
                    </a:cubicBezTo>
                    <a:cubicBezTo>
                      <a:pt x="1548" y="3013"/>
                      <a:pt x="1441" y="2929"/>
                      <a:pt x="1322" y="2822"/>
                    </a:cubicBezTo>
                    <a:cubicBezTo>
                      <a:pt x="1084" y="2620"/>
                      <a:pt x="810" y="2382"/>
                      <a:pt x="774" y="2263"/>
                    </a:cubicBezTo>
                    <a:cubicBezTo>
                      <a:pt x="738" y="2179"/>
                      <a:pt x="727" y="1965"/>
                      <a:pt x="715" y="1703"/>
                    </a:cubicBezTo>
                    <a:cubicBezTo>
                      <a:pt x="691" y="1441"/>
                      <a:pt x="679" y="1108"/>
                      <a:pt x="691" y="810"/>
                    </a:cubicBezTo>
                    <a:cubicBezTo>
                      <a:pt x="691" y="608"/>
                      <a:pt x="667" y="417"/>
                      <a:pt x="596" y="298"/>
                    </a:cubicBezTo>
                    <a:cubicBezTo>
                      <a:pt x="560" y="250"/>
                      <a:pt x="536" y="215"/>
                      <a:pt x="500" y="191"/>
                    </a:cubicBezTo>
                    <a:cubicBezTo>
                      <a:pt x="477" y="179"/>
                      <a:pt x="429" y="155"/>
                      <a:pt x="369" y="155"/>
                    </a:cubicBezTo>
                    <a:cubicBezTo>
                      <a:pt x="286" y="191"/>
                      <a:pt x="179" y="239"/>
                      <a:pt x="48" y="31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1"/>
              <p:cNvSpPr/>
              <p:nvPr/>
            </p:nvSpPr>
            <p:spPr>
              <a:xfrm>
                <a:off x="5441150" y="3675875"/>
                <a:ext cx="41700" cy="17900"/>
              </a:xfrm>
              <a:custGeom>
                <a:rect b="b" l="l" r="r" t="t"/>
                <a:pathLst>
                  <a:path extrusionOk="0" h="716" w="1668">
                    <a:moveTo>
                      <a:pt x="1667" y="358"/>
                    </a:moveTo>
                    <a:cubicBezTo>
                      <a:pt x="1453" y="584"/>
                      <a:pt x="1155" y="715"/>
                      <a:pt x="834" y="715"/>
                    </a:cubicBezTo>
                    <a:cubicBezTo>
                      <a:pt x="512" y="715"/>
                      <a:pt x="215" y="584"/>
                      <a:pt x="0" y="358"/>
                    </a:cubicBezTo>
                    <a:cubicBezTo>
                      <a:pt x="215" y="132"/>
                      <a:pt x="512" y="1"/>
                      <a:pt x="834" y="1"/>
                    </a:cubicBezTo>
                    <a:cubicBezTo>
                      <a:pt x="1167" y="1"/>
                      <a:pt x="1465" y="132"/>
                      <a:pt x="1667" y="358"/>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2" name="Google Shape;3292;p71"/>
            <p:cNvGrpSpPr/>
            <p:nvPr/>
          </p:nvGrpSpPr>
          <p:grpSpPr>
            <a:xfrm rot="859620">
              <a:off x="2827910" y="2812463"/>
              <a:ext cx="1247388" cy="2528064"/>
              <a:chOff x="1803775" y="5029925"/>
              <a:chExt cx="655775" cy="1329050"/>
            </a:xfrm>
          </p:grpSpPr>
          <p:sp>
            <p:nvSpPr>
              <p:cNvPr id="3293" name="Google Shape;3293;p71"/>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1"/>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1"/>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1"/>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1"/>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1"/>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1"/>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1"/>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1"/>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1"/>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1"/>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4" name="Google Shape;3304;p71"/>
            <p:cNvSpPr/>
            <p:nvPr/>
          </p:nvSpPr>
          <p:spPr>
            <a:xfrm>
              <a:off x="-138240" y="99850"/>
              <a:ext cx="1703030" cy="680803"/>
            </a:xfrm>
            <a:custGeom>
              <a:rect b="b" l="l" r="r" t="t"/>
              <a:pathLst>
                <a:path extrusionOk="0" h="5228" w="9038">
                  <a:moveTo>
                    <a:pt x="5252" y="1"/>
                  </a:moveTo>
                  <a:cubicBezTo>
                    <a:pt x="4156" y="1"/>
                    <a:pt x="3430" y="1870"/>
                    <a:pt x="3085" y="3096"/>
                  </a:cubicBezTo>
                  <a:cubicBezTo>
                    <a:pt x="3047" y="3228"/>
                    <a:pt x="2934" y="3293"/>
                    <a:pt x="2820" y="3293"/>
                  </a:cubicBezTo>
                  <a:cubicBezTo>
                    <a:pt x="2716" y="3293"/>
                    <a:pt x="2612" y="3240"/>
                    <a:pt x="2561" y="3132"/>
                  </a:cubicBezTo>
                  <a:cubicBezTo>
                    <a:pt x="2394" y="2727"/>
                    <a:pt x="2156" y="2358"/>
                    <a:pt x="1787" y="2322"/>
                  </a:cubicBezTo>
                  <a:cubicBezTo>
                    <a:pt x="1762" y="2320"/>
                    <a:pt x="1737" y="2319"/>
                    <a:pt x="1712" y="2319"/>
                  </a:cubicBezTo>
                  <a:cubicBezTo>
                    <a:pt x="506" y="2319"/>
                    <a:pt x="36" y="5014"/>
                    <a:pt x="3" y="5216"/>
                  </a:cubicBezTo>
                  <a:lnTo>
                    <a:pt x="8752" y="5216"/>
                  </a:lnTo>
                  <a:cubicBezTo>
                    <a:pt x="8752" y="5216"/>
                    <a:pt x="9038" y="3049"/>
                    <a:pt x="7990" y="2811"/>
                  </a:cubicBezTo>
                  <a:cubicBezTo>
                    <a:pt x="7923" y="2794"/>
                    <a:pt x="7858" y="2787"/>
                    <a:pt x="7795" y="2787"/>
                  </a:cubicBezTo>
                  <a:cubicBezTo>
                    <a:pt x="7347" y="2787"/>
                    <a:pt x="6977" y="3165"/>
                    <a:pt x="6716" y="3561"/>
                  </a:cubicBezTo>
                  <a:cubicBezTo>
                    <a:pt x="6673" y="3621"/>
                    <a:pt x="6614" y="3647"/>
                    <a:pt x="6555" y="3647"/>
                  </a:cubicBezTo>
                  <a:cubicBezTo>
                    <a:pt x="6451" y="3647"/>
                    <a:pt x="6351" y="3564"/>
                    <a:pt x="6359" y="3442"/>
                  </a:cubicBezTo>
                  <a:cubicBezTo>
                    <a:pt x="6442" y="2144"/>
                    <a:pt x="6395" y="1"/>
                    <a:pt x="5252" y="1"/>
                  </a:cubicBezTo>
                  <a:close/>
                  <a:moveTo>
                    <a:pt x="1" y="5216"/>
                  </a:moveTo>
                  <a:lnTo>
                    <a:pt x="1" y="5228"/>
                  </a:lnTo>
                  <a:cubicBezTo>
                    <a:pt x="1" y="5228"/>
                    <a:pt x="2" y="5223"/>
                    <a:pt x="3" y="52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5" name="Google Shape;3305;p71"/>
            <p:cNvGrpSpPr/>
            <p:nvPr/>
          </p:nvGrpSpPr>
          <p:grpSpPr>
            <a:xfrm rot="1958397">
              <a:off x="3384815" y="85192"/>
              <a:ext cx="460988" cy="1338534"/>
              <a:chOff x="6512944" y="2975654"/>
              <a:chExt cx="1594853" cy="4630848"/>
            </a:xfrm>
          </p:grpSpPr>
          <p:grpSp>
            <p:nvGrpSpPr>
              <p:cNvPr id="3306" name="Google Shape;3306;p71"/>
              <p:cNvGrpSpPr/>
              <p:nvPr/>
            </p:nvGrpSpPr>
            <p:grpSpPr>
              <a:xfrm>
                <a:off x="6512944" y="2975654"/>
                <a:ext cx="1594853" cy="4630848"/>
                <a:chOff x="1460575" y="5630575"/>
                <a:chExt cx="645350" cy="1873775"/>
              </a:xfrm>
            </p:grpSpPr>
            <p:sp>
              <p:nvSpPr>
                <p:cNvPr id="3307" name="Google Shape;3307;p71"/>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1"/>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9" name="Google Shape;3309;p71"/>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0" name="Google Shape;3310;p71"/>
            <p:cNvGrpSpPr/>
            <p:nvPr/>
          </p:nvGrpSpPr>
          <p:grpSpPr>
            <a:xfrm flipH="1" rot="-1958250">
              <a:off x="217760" y="1119773"/>
              <a:ext cx="505672" cy="1468278"/>
              <a:chOff x="6512944" y="2975654"/>
              <a:chExt cx="1594853" cy="4630848"/>
            </a:xfrm>
          </p:grpSpPr>
          <p:grpSp>
            <p:nvGrpSpPr>
              <p:cNvPr id="3311" name="Google Shape;3311;p71"/>
              <p:cNvGrpSpPr/>
              <p:nvPr/>
            </p:nvGrpSpPr>
            <p:grpSpPr>
              <a:xfrm>
                <a:off x="6512944" y="2975654"/>
                <a:ext cx="1594853" cy="4630848"/>
                <a:chOff x="1460575" y="5630575"/>
                <a:chExt cx="645350" cy="1873775"/>
              </a:xfrm>
            </p:grpSpPr>
            <p:sp>
              <p:nvSpPr>
                <p:cNvPr id="3312" name="Google Shape;3312;p71"/>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1"/>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4" name="Google Shape;3314;p71"/>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15" name="Google Shape;3315;p71"/>
          <p:cNvGrpSpPr/>
          <p:nvPr/>
        </p:nvGrpSpPr>
        <p:grpSpPr>
          <a:xfrm rot="-1938451">
            <a:off x="6958748" y="4136857"/>
            <a:ext cx="442898" cy="748884"/>
            <a:chOff x="4774877" y="116629"/>
            <a:chExt cx="576785" cy="975095"/>
          </a:xfrm>
        </p:grpSpPr>
        <p:sp>
          <p:nvSpPr>
            <p:cNvPr id="3316" name="Google Shape;3316;p71"/>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1"/>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1"/>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1"/>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1"/>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1"/>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2" name="Google Shape;3322;p71"/>
          <p:cNvGrpSpPr/>
          <p:nvPr/>
        </p:nvGrpSpPr>
        <p:grpSpPr>
          <a:xfrm flipH="1" rot="832836">
            <a:off x="5091285" y="308220"/>
            <a:ext cx="442869" cy="748912"/>
            <a:chOff x="4774877" y="116629"/>
            <a:chExt cx="576785" cy="975095"/>
          </a:xfrm>
        </p:grpSpPr>
        <p:sp>
          <p:nvSpPr>
            <p:cNvPr id="3323" name="Google Shape;3323;p71"/>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1"/>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1"/>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1"/>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1"/>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1"/>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206"/>
                                        </p:tgtEl>
                                        <p:attrNameLst>
                                          <p:attrName>style.visibility</p:attrName>
                                        </p:attrNameLst>
                                      </p:cBhvr>
                                      <p:to>
                                        <p:strVal val="visible"/>
                                      </p:to>
                                    </p:set>
                                    <p:animEffect filter="fade" transition="in">
                                      <p:cBhvr>
                                        <p:cTn dur="1000"/>
                                        <p:tgtEl>
                                          <p:spTgt spid="320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207"/>
                                        </p:tgtEl>
                                        <p:attrNameLst>
                                          <p:attrName>style.visibility</p:attrName>
                                        </p:attrNameLst>
                                      </p:cBhvr>
                                      <p:to>
                                        <p:strVal val="visible"/>
                                      </p:to>
                                    </p:set>
                                    <p:animEffect filter="fade" transition="in">
                                      <p:cBhvr>
                                        <p:cTn dur="1000"/>
                                        <p:tgtEl>
                                          <p:spTgt spid="320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32" name="Shape 3332"/>
        <p:cNvGrpSpPr/>
        <p:nvPr/>
      </p:nvGrpSpPr>
      <p:grpSpPr>
        <a:xfrm>
          <a:off x="0" y="0"/>
          <a:ext cx="0" cy="0"/>
          <a:chOff x="0" y="0"/>
          <a:chExt cx="0" cy="0"/>
        </a:xfrm>
      </p:grpSpPr>
      <p:sp>
        <p:nvSpPr>
          <p:cNvPr id="3333" name="Google Shape;3333;p72"/>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PROOF OF CONCEPTS</a:t>
            </a:r>
            <a:endParaRPr/>
          </a:p>
        </p:txBody>
      </p:sp>
      <p:sp>
        <p:nvSpPr>
          <p:cNvPr id="3334" name="Google Shape;3334;p72"/>
          <p:cNvSpPr txBox="1"/>
          <p:nvPr>
            <p:ph idx="1" type="subTitle"/>
          </p:nvPr>
        </p:nvSpPr>
        <p:spPr>
          <a:xfrm>
            <a:off x="1186075" y="3629482"/>
            <a:ext cx="2948400" cy="92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planet in the Solar System</a:t>
            </a:r>
            <a:endParaRPr/>
          </a:p>
        </p:txBody>
      </p:sp>
      <p:sp>
        <p:nvSpPr>
          <p:cNvPr id="3335" name="Google Shape;3335;p72"/>
          <p:cNvSpPr txBox="1"/>
          <p:nvPr>
            <p:ph idx="2" type="subTitle"/>
          </p:nvPr>
        </p:nvSpPr>
        <p:spPr>
          <a:xfrm>
            <a:off x="5025829" y="3629482"/>
            <a:ext cx="2933400" cy="92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a:t>
            </a:r>
            <a:r>
              <a:rPr lang="en"/>
              <a:t>has a beautiful name and is the second planet from the Sun. It’s terribly hot!</a:t>
            </a:r>
            <a:endParaRPr/>
          </a:p>
        </p:txBody>
      </p:sp>
      <p:sp>
        <p:nvSpPr>
          <p:cNvPr id="3336" name="Google Shape;3336;p72"/>
          <p:cNvSpPr txBox="1"/>
          <p:nvPr>
            <p:ph idx="3" type="title"/>
          </p:nvPr>
        </p:nvSpPr>
        <p:spPr>
          <a:xfrm>
            <a:off x="1189284" y="3311600"/>
            <a:ext cx="29454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CONCEPT 1</a:t>
            </a:r>
            <a:endParaRPr/>
          </a:p>
        </p:txBody>
      </p:sp>
      <p:sp>
        <p:nvSpPr>
          <p:cNvPr id="3337" name="Google Shape;3337;p72"/>
          <p:cNvSpPr txBox="1"/>
          <p:nvPr>
            <p:ph idx="4" type="title"/>
          </p:nvPr>
        </p:nvSpPr>
        <p:spPr>
          <a:xfrm>
            <a:off x="5010837" y="3311600"/>
            <a:ext cx="29484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CONCEPT 2</a:t>
            </a:r>
            <a:endParaRPr/>
          </a:p>
        </p:txBody>
      </p:sp>
      <p:grpSp>
        <p:nvGrpSpPr>
          <p:cNvPr id="3338" name="Google Shape;3338;p72"/>
          <p:cNvGrpSpPr/>
          <p:nvPr/>
        </p:nvGrpSpPr>
        <p:grpSpPr>
          <a:xfrm>
            <a:off x="1081193" y="1550198"/>
            <a:ext cx="3171909" cy="1522039"/>
            <a:chOff x="1081193" y="1550198"/>
            <a:chExt cx="3171909" cy="1522039"/>
          </a:xfrm>
        </p:grpSpPr>
        <p:grpSp>
          <p:nvGrpSpPr>
            <p:cNvPr id="3339" name="Google Shape;3339;p72"/>
            <p:cNvGrpSpPr/>
            <p:nvPr/>
          </p:nvGrpSpPr>
          <p:grpSpPr>
            <a:xfrm>
              <a:off x="2111074" y="1550198"/>
              <a:ext cx="1098506" cy="1522039"/>
              <a:chOff x="5008950" y="2372450"/>
              <a:chExt cx="948050" cy="1313575"/>
            </a:xfrm>
          </p:grpSpPr>
          <p:sp>
            <p:nvSpPr>
              <p:cNvPr id="3340" name="Google Shape;3340;p72"/>
              <p:cNvSpPr/>
              <p:nvPr/>
            </p:nvSpPr>
            <p:spPr>
              <a:xfrm>
                <a:off x="5270850" y="2514775"/>
                <a:ext cx="224200" cy="452400"/>
              </a:xfrm>
              <a:custGeom>
                <a:rect b="b" l="l" r="r" t="t"/>
                <a:pathLst>
                  <a:path extrusionOk="0" h="18096" w="8968">
                    <a:moveTo>
                      <a:pt x="2865" y="0"/>
                    </a:moveTo>
                    <a:cubicBezTo>
                      <a:pt x="2098" y="0"/>
                      <a:pt x="1331" y="149"/>
                      <a:pt x="621" y="463"/>
                    </a:cubicBezTo>
                    <a:cubicBezTo>
                      <a:pt x="454" y="534"/>
                      <a:pt x="300" y="618"/>
                      <a:pt x="133" y="713"/>
                    </a:cubicBezTo>
                    <a:cubicBezTo>
                      <a:pt x="1" y="774"/>
                      <a:pt x="86" y="957"/>
                      <a:pt x="202" y="957"/>
                    </a:cubicBezTo>
                    <a:cubicBezTo>
                      <a:pt x="222" y="957"/>
                      <a:pt x="243" y="951"/>
                      <a:pt x="264" y="939"/>
                    </a:cubicBezTo>
                    <a:cubicBezTo>
                      <a:pt x="1052" y="474"/>
                      <a:pt x="1949" y="254"/>
                      <a:pt x="2851" y="254"/>
                    </a:cubicBezTo>
                    <a:cubicBezTo>
                      <a:pt x="3379" y="254"/>
                      <a:pt x="3909" y="330"/>
                      <a:pt x="4419" y="475"/>
                    </a:cubicBezTo>
                    <a:cubicBezTo>
                      <a:pt x="5788" y="844"/>
                      <a:pt x="7038" y="1689"/>
                      <a:pt x="7800" y="2904"/>
                    </a:cubicBezTo>
                    <a:cubicBezTo>
                      <a:pt x="8658" y="4273"/>
                      <a:pt x="8693" y="5952"/>
                      <a:pt x="8408" y="7499"/>
                    </a:cubicBezTo>
                    <a:cubicBezTo>
                      <a:pt x="8098" y="9190"/>
                      <a:pt x="7467" y="10797"/>
                      <a:pt x="7027" y="12464"/>
                    </a:cubicBezTo>
                    <a:cubicBezTo>
                      <a:pt x="6586" y="14060"/>
                      <a:pt x="6324" y="15774"/>
                      <a:pt x="6765" y="17393"/>
                    </a:cubicBezTo>
                    <a:cubicBezTo>
                      <a:pt x="6824" y="17608"/>
                      <a:pt x="6884" y="17798"/>
                      <a:pt x="6967" y="18001"/>
                    </a:cubicBezTo>
                    <a:cubicBezTo>
                      <a:pt x="6991" y="18067"/>
                      <a:pt x="7044" y="18096"/>
                      <a:pt x="7097" y="18096"/>
                    </a:cubicBezTo>
                    <a:cubicBezTo>
                      <a:pt x="7176" y="18096"/>
                      <a:pt x="7253" y="18030"/>
                      <a:pt x="7217" y="17929"/>
                    </a:cubicBezTo>
                    <a:cubicBezTo>
                      <a:pt x="6574" y="16274"/>
                      <a:pt x="6765" y="14524"/>
                      <a:pt x="7181" y="12857"/>
                    </a:cubicBezTo>
                    <a:cubicBezTo>
                      <a:pt x="7622" y="11143"/>
                      <a:pt x="8289" y="9476"/>
                      <a:pt x="8634" y="7738"/>
                    </a:cubicBezTo>
                    <a:cubicBezTo>
                      <a:pt x="8943" y="6154"/>
                      <a:pt x="8967" y="4451"/>
                      <a:pt x="8170" y="2999"/>
                    </a:cubicBezTo>
                    <a:cubicBezTo>
                      <a:pt x="7467" y="1737"/>
                      <a:pt x="6229" y="796"/>
                      <a:pt x="4883" y="344"/>
                    </a:cubicBezTo>
                    <a:cubicBezTo>
                      <a:pt x="4237" y="119"/>
                      <a:pt x="3551" y="0"/>
                      <a:pt x="28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2"/>
              <p:cNvSpPr/>
              <p:nvPr/>
            </p:nvSpPr>
            <p:spPr>
              <a:xfrm>
                <a:off x="5404225" y="2508150"/>
                <a:ext cx="303500" cy="401800"/>
              </a:xfrm>
              <a:custGeom>
                <a:rect b="b" l="l" r="r" t="t"/>
                <a:pathLst>
                  <a:path extrusionOk="0" h="16072" w="12140">
                    <a:moveTo>
                      <a:pt x="9697" y="0"/>
                    </a:moveTo>
                    <a:cubicBezTo>
                      <a:pt x="9580" y="0"/>
                      <a:pt x="9462" y="5"/>
                      <a:pt x="9347" y="13"/>
                    </a:cubicBezTo>
                    <a:cubicBezTo>
                      <a:pt x="7895" y="97"/>
                      <a:pt x="6549" y="728"/>
                      <a:pt x="5406" y="1621"/>
                    </a:cubicBezTo>
                    <a:cubicBezTo>
                      <a:pt x="4073" y="2657"/>
                      <a:pt x="3013" y="4038"/>
                      <a:pt x="2192" y="5526"/>
                    </a:cubicBezTo>
                    <a:cubicBezTo>
                      <a:pt x="1346" y="7074"/>
                      <a:pt x="715" y="8776"/>
                      <a:pt x="394" y="10515"/>
                    </a:cubicBezTo>
                    <a:cubicBezTo>
                      <a:pt x="84" y="12122"/>
                      <a:pt x="1" y="13825"/>
                      <a:pt x="334" y="15432"/>
                    </a:cubicBezTo>
                    <a:cubicBezTo>
                      <a:pt x="382" y="15611"/>
                      <a:pt x="418" y="15801"/>
                      <a:pt x="465" y="15980"/>
                    </a:cubicBezTo>
                    <a:cubicBezTo>
                      <a:pt x="484" y="16044"/>
                      <a:pt x="532" y="16071"/>
                      <a:pt x="582" y="16071"/>
                    </a:cubicBezTo>
                    <a:cubicBezTo>
                      <a:pt x="662" y="16071"/>
                      <a:pt x="744" y="16003"/>
                      <a:pt x="715" y="15908"/>
                    </a:cubicBezTo>
                    <a:cubicBezTo>
                      <a:pt x="299" y="14396"/>
                      <a:pt x="299" y="12789"/>
                      <a:pt x="525" y="11265"/>
                    </a:cubicBezTo>
                    <a:cubicBezTo>
                      <a:pt x="763" y="9574"/>
                      <a:pt x="1287" y="7931"/>
                      <a:pt x="2025" y="6407"/>
                    </a:cubicBezTo>
                    <a:cubicBezTo>
                      <a:pt x="2739" y="4919"/>
                      <a:pt x="3692" y="3538"/>
                      <a:pt x="4906" y="2407"/>
                    </a:cubicBezTo>
                    <a:cubicBezTo>
                      <a:pt x="5942" y="1442"/>
                      <a:pt x="7180" y="644"/>
                      <a:pt x="8597" y="383"/>
                    </a:cubicBezTo>
                    <a:cubicBezTo>
                      <a:pt x="8911" y="320"/>
                      <a:pt x="9267" y="277"/>
                      <a:pt x="9624" y="277"/>
                    </a:cubicBezTo>
                    <a:cubicBezTo>
                      <a:pt x="10555" y="277"/>
                      <a:pt x="11501" y="566"/>
                      <a:pt x="11776" y="1537"/>
                    </a:cubicBezTo>
                    <a:cubicBezTo>
                      <a:pt x="11824" y="1716"/>
                      <a:pt x="11848" y="1895"/>
                      <a:pt x="11871" y="2073"/>
                    </a:cubicBezTo>
                    <a:cubicBezTo>
                      <a:pt x="11877" y="2149"/>
                      <a:pt x="11943" y="2188"/>
                      <a:pt x="12008" y="2188"/>
                    </a:cubicBezTo>
                    <a:cubicBezTo>
                      <a:pt x="12074" y="2188"/>
                      <a:pt x="12139" y="2146"/>
                      <a:pt x="12133" y="2061"/>
                    </a:cubicBezTo>
                    <a:cubicBezTo>
                      <a:pt x="12110" y="1371"/>
                      <a:pt x="11836" y="752"/>
                      <a:pt x="11240" y="383"/>
                    </a:cubicBezTo>
                    <a:cubicBezTo>
                      <a:pt x="10791" y="99"/>
                      <a:pt x="10237" y="0"/>
                      <a:pt x="96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2"/>
              <p:cNvSpPr/>
              <p:nvPr/>
            </p:nvSpPr>
            <p:spPr>
              <a:xfrm>
                <a:off x="5234875" y="2915850"/>
                <a:ext cx="236775" cy="270100"/>
              </a:xfrm>
              <a:custGeom>
                <a:rect b="b" l="l" r="r" t="t"/>
                <a:pathLst>
                  <a:path extrusionOk="0" h="10804" w="9471">
                    <a:moveTo>
                      <a:pt x="4116" y="0"/>
                    </a:moveTo>
                    <a:cubicBezTo>
                      <a:pt x="3852" y="0"/>
                      <a:pt x="3589" y="34"/>
                      <a:pt x="3334" y="112"/>
                    </a:cubicBezTo>
                    <a:cubicBezTo>
                      <a:pt x="2560" y="338"/>
                      <a:pt x="1989" y="922"/>
                      <a:pt x="1548" y="1577"/>
                    </a:cubicBezTo>
                    <a:cubicBezTo>
                      <a:pt x="1167" y="2136"/>
                      <a:pt x="834" y="2732"/>
                      <a:pt x="572" y="3363"/>
                    </a:cubicBezTo>
                    <a:cubicBezTo>
                      <a:pt x="298" y="3958"/>
                      <a:pt x="0" y="4684"/>
                      <a:pt x="95" y="5351"/>
                    </a:cubicBezTo>
                    <a:cubicBezTo>
                      <a:pt x="107" y="5482"/>
                      <a:pt x="155" y="5601"/>
                      <a:pt x="215" y="5720"/>
                    </a:cubicBezTo>
                    <a:cubicBezTo>
                      <a:pt x="231" y="5756"/>
                      <a:pt x="261" y="5772"/>
                      <a:pt x="295" y="5772"/>
                    </a:cubicBezTo>
                    <a:cubicBezTo>
                      <a:pt x="382" y="5772"/>
                      <a:pt x="489" y="5668"/>
                      <a:pt x="429" y="5565"/>
                    </a:cubicBezTo>
                    <a:cubicBezTo>
                      <a:pt x="310" y="5327"/>
                      <a:pt x="322" y="5041"/>
                      <a:pt x="369" y="4791"/>
                    </a:cubicBezTo>
                    <a:cubicBezTo>
                      <a:pt x="429" y="4446"/>
                      <a:pt x="524" y="4113"/>
                      <a:pt x="667" y="3791"/>
                    </a:cubicBezTo>
                    <a:cubicBezTo>
                      <a:pt x="917" y="3148"/>
                      <a:pt x="1238" y="2541"/>
                      <a:pt x="1596" y="1958"/>
                    </a:cubicBezTo>
                    <a:cubicBezTo>
                      <a:pt x="1989" y="1350"/>
                      <a:pt x="2465" y="755"/>
                      <a:pt x="3132" y="458"/>
                    </a:cubicBezTo>
                    <a:cubicBezTo>
                      <a:pt x="3447" y="319"/>
                      <a:pt x="3779" y="259"/>
                      <a:pt x="4114" y="259"/>
                    </a:cubicBezTo>
                    <a:cubicBezTo>
                      <a:pt x="4525" y="259"/>
                      <a:pt x="4941" y="349"/>
                      <a:pt x="5334" y="493"/>
                    </a:cubicBezTo>
                    <a:cubicBezTo>
                      <a:pt x="6477" y="886"/>
                      <a:pt x="7263" y="1815"/>
                      <a:pt x="7739" y="2910"/>
                    </a:cubicBezTo>
                    <a:cubicBezTo>
                      <a:pt x="8251" y="4101"/>
                      <a:pt x="8442" y="5411"/>
                      <a:pt x="8608" y="6696"/>
                    </a:cubicBezTo>
                    <a:cubicBezTo>
                      <a:pt x="8751" y="7899"/>
                      <a:pt x="8835" y="9137"/>
                      <a:pt x="9097" y="10340"/>
                    </a:cubicBezTo>
                    <a:cubicBezTo>
                      <a:pt x="9132" y="10471"/>
                      <a:pt x="9156" y="10590"/>
                      <a:pt x="9192" y="10709"/>
                    </a:cubicBezTo>
                    <a:cubicBezTo>
                      <a:pt x="9206" y="10775"/>
                      <a:pt x="9256" y="10804"/>
                      <a:pt x="9308" y="10804"/>
                    </a:cubicBezTo>
                    <a:cubicBezTo>
                      <a:pt x="9387" y="10804"/>
                      <a:pt x="9471" y="10738"/>
                      <a:pt x="9442" y="10637"/>
                    </a:cubicBezTo>
                    <a:cubicBezTo>
                      <a:pt x="9109" y="9411"/>
                      <a:pt x="9037" y="8149"/>
                      <a:pt x="8894" y="6899"/>
                    </a:cubicBezTo>
                    <a:cubicBezTo>
                      <a:pt x="8728" y="5565"/>
                      <a:pt x="8549" y="4196"/>
                      <a:pt x="8037" y="2946"/>
                    </a:cubicBezTo>
                    <a:cubicBezTo>
                      <a:pt x="7561" y="1779"/>
                      <a:pt x="6775" y="779"/>
                      <a:pt x="5584" y="303"/>
                    </a:cubicBezTo>
                    <a:cubicBezTo>
                      <a:pt x="5124" y="123"/>
                      <a:pt x="4618" y="0"/>
                      <a:pt x="41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2"/>
              <p:cNvSpPr/>
              <p:nvPr/>
            </p:nvSpPr>
            <p:spPr>
              <a:xfrm>
                <a:off x="5364050" y="2728000"/>
                <a:ext cx="202850" cy="643300"/>
              </a:xfrm>
              <a:custGeom>
                <a:rect b="b" l="l" r="r" t="t"/>
                <a:pathLst>
                  <a:path extrusionOk="0" h="25732" w="8114">
                    <a:moveTo>
                      <a:pt x="4801" y="0"/>
                    </a:moveTo>
                    <a:cubicBezTo>
                      <a:pt x="4142" y="0"/>
                      <a:pt x="3485" y="297"/>
                      <a:pt x="2977" y="721"/>
                    </a:cubicBezTo>
                    <a:cubicBezTo>
                      <a:pt x="2346" y="1256"/>
                      <a:pt x="1929" y="2018"/>
                      <a:pt x="1632" y="2792"/>
                    </a:cubicBezTo>
                    <a:cubicBezTo>
                      <a:pt x="989" y="4459"/>
                      <a:pt x="822" y="6257"/>
                      <a:pt x="620" y="8031"/>
                    </a:cubicBezTo>
                    <a:cubicBezTo>
                      <a:pt x="322" y="10722"/>
                      <a:pt x="96" y="13425"/>
                      <a:pt x="48" y="16127"/>
                    </a:cubicBezTo>
                    <a:cubicBezTo>
                      <a:pt x="1" y="18973"/>
                      <a:pt x="167" y="21818"/>
                      <a:pt x="643" y="24616"/>
                    </a:cubicBezTo>
                    <a:cubicBezTo>
                      <a:pt x="703" y="24950"/>
                      <a:pt x="763" y="25295"/>
                      <a:pt x="834" y="25640"/>
                    </a:cubicBezTo>
                    <a:cubicBezTo>
                      <a:pt x="848" y="25705"/>
                      <a:pt x="894" y="25732"/>
                      <a:pt x="943" y="25732"/>
                    </a:cubicBezTo>
                    <a:cubicBezTo>
                      <a:pt x="1022" y="25732"/>
                      <a:pt x="1111" y="25664"/>
                      <a:pt x="1096" y="25569"/>
                    </a:cubicBezTo>
                    <a:cubicBezTo>
                      <a:pt x="536" y="22854"/>
                      <a:pt x="322" y="20104"/>
                      <a:pt x="298" y="17330"/>
                    </a:cubicBezTo>
                    <a:cubicBezTo>
                      <a:pt x="286" y="14615"/>
                      <a:pt x="465" y="11889"/>
                      <a:pt x="751" y="9174"/>
                    </a:cubicBezTo>
                    <a:cubicBezTo>
                      <a:pt x="929" y="7424"/>
                      <a:pt x="1072" y="5626"/>
                      <a:pt x="1536" y="3911"/>
                    </a:cubicBezTo>
                    <a:cubicBezTo>
                      <a:pt x="1763" y="3090"/>
                      <a:pt x="2060" y="2268"/>
                      <a:pt x="2548" y="1578"/>
                    </a:cubicBezTo>
                    <a:cubicBezTo>
                      <a:pt x="3013" y="923"/>
                      <a:pt x="3751" y="363"/>
                      <a:pt x="4573" y="280"/>
                    </a:cubicBezTo>
                    <a:cubicBezTo>
                      <a:pt x="4629" y="275"/>
                      <a:pt x="4685" y="273"/>
                      <a:pt x="4740" y="273"/>
                    </a:cubicBezTo>
                    <a:cubicBezTo>
                      <a:pt x="5473" y="273"/>
                      <a:pt x="6070" y="703"/>
                      <a:pt x="6513" y="1256"/>
                    </a:cubicBezTo>
                    <a:cubicBezTo>
                      <a:pt x="7049" y="1911"/>
                      <a:pt x="7382" y="2721"/>
                      <a:pt x="7656" y="3519"/>
                    </a:cubicBezTo>
                    <a:cubicBezTo>
                      <a:pt x="7716" y="3697"/>
                      <a:pt x="7775" y="3900"/>
                      <a:pt x="7823" y="4078"/>
                    </a:cubicBezTo>
                    <a:cubicBezTo>
                      <a:pt x="7847" y="4139"/>
                      <a:pt x="7900" y="4167"/>
                      <a:pt x="7953" y="4167"/>
                    </a:cubicBezTo>
                    <a:cubicBezTo>
                      <a:pt x="8034" y="4167"/>
                      <a:pt x="8114" y="4103"/>
                      <a:pt x="8085" y="3995"/>
                    </a:cubicBezTo>
                    <a:cubicBezTo>
                      <a:pt x="7859" y="3185"/>
                      <a:pt x="7549" y="2364"/>
                      <a:pt x="7109" y="1637"/>
                    </a:cubicBezTo>
                    <a:cubicBezTo>
                      <a:pt x="6692" y="959"/>
                      <a:pt x="6108" y="292"/>
                      <a:pt x="5323" y="66"/>
                    </a:cubicBezTo>
                    <a:cubicBezTo>
                      <a:pt x="5151" y="21"/>
                      <a:pt x="4976" y="0"/>
                      <a:pt x="48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2"/>
              <p:cNvSpPr/>
              <p:nvPr/>
            </p:nvSpPr>
            <p:spPr>
              <a:xfrm>
                <a:off x="5122350" y="3154375"/>
                <a:ext cx="668575" cy="531650"/>
              </a:xfrm>
              <a:custGeom>
                <a:rect b="b" l="l" r="r" t="t"/>
                <a:pathLst>
                  <a:path extrusionOk="0" h="21266" w="26743">
                    <a:moveTo>
                      <a:pt x="5668" y="1"/>
                    </a:moveTo>
                    <a:lnTo>
                      <a:pt x="2668" y="10264"/>
                    </a:lnTo>
                    <a:cubicBezTo>
                      <a:pt x="2668" y="10264"/>
                      <a:pt x="1" y="20539"/>
                      <a:pt x="8895" y="21218"/>
                    </a:cubicBezTo>
                    <a:lnTo>
                      <a:pt x="8895" y="21265"/>
                    </a:lnTo>
                    <a:lnTo>
                      <a:pt x="17860" y="21265"/>
                    </a:lnTo>
                    <a:lnTo>
                      <a:pt x="17860" y="21218"/>
                    </a:lnTo>
                    <a:cubicBezTo>
                      <a:pt x="26742" y="20539"/>
                      <a:pt x="24075" y="10264"/>
                      <a:pt x="24075" y="10264"/>
                    </a:cubicBezTo>
                    <a:lnTo>
                      <a:pt x="21075" y="1"/>
                    </a:ln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2"/>
              <p:cNvSpPr/>
              <p:nvPr/>
            </p:nvSpPr>
            <p:spPr>
              <a:xfrm>
                <a:off x="5271775" y="2752775"/>
                <a:ext cx="473900" cy="481700"/>
              </a:xfrm>
              <a:custGeom>
                <a:rect b="b" l="l" r="r" t="t"/>
                <a:pathLst>
                  <a:path extrusionOk="0" h="19268" w="18956">
                    <a:moveTo>
                      <a:pt x="7143" y="4677"/>
                    </a:moveTo>
                    <a:cubicBezTo>
                      <a:pt x="7314" y="4677"/>
                      <a:pt x="7484" y="4742"/>
                      <a:pt x="7609" y="4873"/>
                    </a:cubicBezTo>
                    <a:lnTo>
                      <a:pt x="7883" y="5135"/>
                    </a:lnTo>
                    <a:cubicBezTo>
                      <a:pt x="8133" y="5409"/>
                      <a:pt x="8133" y="5826"/>
                      <a:pt x="7883" y="6076"/>
                    </a:cubicBezTo>
                    <a:cubicBezTo>
                      <a:pt x="7752" y="6201"/>
                      <a:pt x="7579" y="6263"/>
                      <a:pt x="7408" y="6263"/>
                    </a:cubicBezTo>
                    <a:cubicBezTo>
                      <a:pt x="7237" y="6263"/>
                      <a:pt x="7067" y="6201"/>
                      <a:pt x="6942" y="6076"/>
                    </a:cubicBezTo>
                    <a:lnTo>
                      <a:pt x="6668" y="5802"/>
                    </a:lnTo>
                    <a:cubicBezTo>
                      <a:pt x="6418" y="5552"/>
                      <a:pt x="6418" y="5123"/>
                      <a:pt x="6668" y="4873"/>
                    </a:cubicBezTo>
                    <a:cubicBezTo>
                      <a:pt x="6799" y="4742"/>
                      <a:pt x="6972" y="4677"/>
                      <a:pt x="7143" y="4677"/>
                    </a:cubicBezTo>
                    <a:close/>
                    <a:moveTo>
                      <a:pt x="6430" y="9823"/>
                    </a:moveTo>
                    <a:cubicBezTo>
                      <a:pt x="6552" y="9823"/>
                      <a:pt x="6674" y="9868"/>
                      <a:pt x="6763" y="9957"/>
                    </a:cubicBezTo>
                    <a:lnTo>
                      <a:pt x="6954" y="10148"/>
                    </a:lnTo>
                    <a:cubicBezTo>
                      <a:pt x="7144" y="10326"/>
                      <a:pt x="7144" y="10624"/>
                      <a:pt x="6954" y="10826"/>
                    </a:cubicBezTo>
                    <a:cubicBezTo>
                      <a:pt x="6865" y="10916"/>
                      <a:pt x="6743" y="10960"/>
                      <a:pt x="6620" y="10960"/>
                    </a:cubicBezTo>
                    <a:cubicBezTo>
                      <a:pt x="6498" y="10960"/>
                      <a:pt x="6376" y="10916"/>
                      <a:pt x="6287" y="10826"/>
                    </a:cubicBezTo>
                    <a:lnTo>
                      <a:pt x="6097" y="10624"/>
                    </a:lnTo>
                    <a:cubicBezTo>
                      <a:pt x="5918" y="10445"/>
                      <a:pt x="5918" y="10136"/>
                      <a:pt x="6097" y="9957"/>
                    </a:cubicBezTo>
                    <a:cubicBezTo>
                      <a:pt x="6186" y="9868"/>
                      <a:pt x="6308" y="9823"/>
                      <a:pt x="6430" y="9823"/>
                    </a:cubicBezTo>
                    <a:close/>
                    <a:moveTo>
                      <a:pt x="11594" y="8948"/>
                    </a:moveTo>
                    <a:cubicBezTo>
                      <a:pt x="11886" y="8948"/>
                      <a:pt x="12181" y="9058"/>
                      <a:pt x="12407" y="9278"/>
                    </a:cubicBezTo>
                    <a:cubicBezTo>
                      <a:pt x="12836" y="9719"/>
                      <a:pt x="12836" y="10445"/>
                      <a:pt x="12407" y="10886"/>
                    </a:cubicBezTo>
                    <a:lnTo>
                      <a:pt x="11943" y="11338"/>
                    </a:lnTo>
                    <a:cubicBezTo>
                      <a:pt x="11728" y="11558"/>
                      <a:pt x="11437" y="11669"/>
                      <a:pt x="11143" y="11669"/>
                    </a:cubicBezTo>
                    <a:cubicBezTo>
                      <a:pt x="10850" y="11669"/>
                      <a:pt x="10555" y="11558"/>
                      <a:pt x="10335" y="11338"/>
                    </a:cubicBezTo>
                    <a:cubicBezTo>
                      <a:pt x="9907" y="10910"/>
                      <a:pt x="9907" y="10183"/>
                      <a:pt x="10335" y="9731"/>
                    </a:cubicBezTo>
                    <a:lnTo>
                      <a:pt x="10800" y="9278"/>
                    </a:lnTo>
                    <a:cubicBezTo>
                      <a:pt x="11014" y="9058"/>
                      <a:pt x="11303" y="8948"/>
                      <a:pt x="11594" y="8948"/>
                    </a:cubicBezTo>
                    <a:close/>
                    <a:moveTo>
                      <a:pt x="13461" y="10877"/>
                    </a:moveTo>
                    <a:cubicBezTo>
                      <a:pt x="13577" y="10877"/>
                      <a:pt x="13693" y="10916"/>
                      <a:pt x="13776" y="10993"/>
                    </a:cubicBezTo>
                    <a:cubicBezTo>
                      <a:pt x="13931" y="11160"/>
                      <a:pt x="13931" y="11445"/>
                      <a:pt x="13776" y="11624"/>
                    </a:cubicBezTo>
                    <a:lnTo>
                      <a:pt x="13598" y="11803"/>
                    </a:lnTo>
                    <a:cubicBezTo>
                      <a:pt x="13514" y="11886"/>
                      <a:pt x="13398" y="11928"/>
                      <a:pt x="13282" y="11928"/>
                    </a:cubicBezTo>
                    <a:cubicBezTo>
                      <a:pt x="13166" y="11928"/>
                      <a:pt x="13050" y="11886"/>
                      <a:pt x="12967" y="11803"/>
                    </a:cubicBezTo>
                    <a:cubicBezTo>
                      <a:pt x="12800" y="11636"/>
                      <a:pt x="12800" y="11338"/>
                      <a:pt x="12967" y="11183"/>
                    </a:cubicBezTo>
                    <a:lnTo>
                      <a:pt x="13145" y="10993"/>
                    </a:lnTo>
                    <a:cubicBezTo>
                      <a:pt x="13228" y="10916"/>
                      <a:pt x="13345" y="10877"/>
                      <a:pt x="13461" y="10877"/>
                    </a:cubicBezTo>
                    <a:close/>
                    <a:moveTo>
                      <a:pt x="5159" y="0"/>
                    </a:moveTo>
                    <a:cubicBezTo>
                      <a:pt x="3569" y="0"/>
                      <a:pt x="2112" y="939"/>
                      <a:pt x="1489" y="3051"/>
                    </a:cubicBezTo>
                    <a:cubicBezTo>
                      <a:pt x="1" y="8695"/>
                      <a:pt x="5061" y="16053"/>
                      <a:pt x="9418" y="19268"/>
                    </a:cubicBezTo>
                    <a:lnTo>
                      <a:pt x="9502" y="19268"/>
                    </a:lnTo>
                    <a:cubicBezTo>
                      <a:pt x="13895" y="16041"/>
                      <a:pt x="18955" y="8683"/>
                      <a:pt x="17443" y="3051"/>
                    </a:cubicBezTo>
                    <a:cubicBezTo>
                      <a:pt x="16827" y="939"/>
                      <a:pt x="15369" y="0"/>
                      <a:pt x="13779" y="0"/>
                    </a:cubicBezTo>
                    <a:cubicBezTo>
                      <a:pt x="12421" y="0"/>
                      <a:pt x="10967" y="685"/>
                      <a:pt x="9859" y="1908"/>
                    </a:cubicBezTo>
                    <a:lnTo>
                      <a:pt x="9085" y="1908"/>
                    </a:lnTo>
                    <a:cubicBezTo>
                      <a:pt x="7972" y="685"/>
                      <a:pt x="6517" y="0"/>
                      <a:pt x="51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2"/>
              <p:cNvSpPr/>
              <p:nvPr/>
            </p:nvSpPr>
            <p:spPr>
              <a:xfrm>
                <a:off x="5505150" y="2786250"/>
                <a:ext cx="6850" cy="434675"/>
              </a:xfrm>
              <a:custGeom>
                <a:rect b="b" l="l" r="r" t="t"/>
                <a:pathLst>
                  <a:path extrusionOk="0" h="17387" w="274">
                    <a:moveTo>
                      <a:pt x="137" y="1"/>
                    </a:moveTo>
                    <a:cubicBezTo>
                      <a:pt x="69" y="1"/>
                      <a:pt x="0" y="40"/>
                      <a:pt x="0" y="117"/>
                    </a:cubicBezTo>
                    <a:lnTo>
                      <a:pt x="0" y="6749"/>
                    </a:lnTo>
                    <a:lnTo>
                      <a:pt x="0" y="13440"/>
                    </a:lnTo>
                    <a:lnTo>
                      <a:pt x="0" y="17262"/>
                    </a:lnTo>
                    <a:cubicBezTo>
                      <a:pt x="0" y="17345"/>
                      <a:pt x="69" y="17387"/>
                      <a:pt x="137" y="17387"/>
                    </a:cubicBezTo>
                    <a:cubicBezTo>
                      <a:pt x="205" y="17387"/>
                      <a:pt x="274" y="17345"/>
                      <a:pt x="274" y="17262"/>
                    </a:cubicBezTo>
                    <a:lnTo>
                      <a:pt x="274" y="10511"/>
                    </a:lnTo>
                    <a:lnTo>
                      <a:pt x="274" y="3856"/>
                    </a:lnTo>
                    <a:lnTo>
                      <a:pt x="274" y="117"/>
                    </a:lnTo>
                    <a:cubicBezTo>
                      <a:pt x="274" y="40"/>
                      <a:pt x="205" y="1"/>
                      <a:pt x="1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2"/>
              <p:cNvSpPr/>
              <p:nvPr/>
            </p:nvSpPr>
            <p:spPr>
              <a:xfrm>
                <a:off x="5336525" y="2830025"/>
                <a:ext cx="175375" cy="106050"/>
              </a:xfrm>
              <a:custGeom>
                <a:rect b="b" l="l" r="r" t="t"/>
                <a:pathLst>
                  <a:path extrusionOk="0" h="4242" w="7015">
                    <a:moveTo>
                      <a:pt x="4725" y="0"/>
                    </a:moveTo>
                    <a:cubicBezTo>
                      <a:pt x="3122" y="0"/>
                      <a:pt x="1521" y="604"/>
                      <a:pt x="649" y="2021"/>
                    </a:cubicBezTo>
                    <a:cubicBezTo>
                      <a:pt x="256" y="2652"/>
                      <a:pt x="66" y="3390"/>
                      <a:pt x="6" y="4117"/>
                    </a:cubicBezTo>
                    <a:cubicBezTo>
                      <a:pt x="0" y="4200"/>
                      <a:pt x="63" y="4242"/>
                      <a:pt x="128" y="4242"/>
                    </a:cubicBezTo>
                    <a:cubicBezTo>
                      <a:pt x="194" y="4242"/>
                      <a:pt x="262" y="4200"/>
                      <a:pt x="268" y="4117"/>
                    </a:cubicBezTo>
                    <a:cubicBezTo>
                      <a:pt x="363" y="2926"/>
                      <a:pt x="863" y="1795"/>
                      <a:pt x="1864" y="1093"/>
                    </a:cubicBezTo>
                    <a:cubicBezTo>
                      <a:pt x="2683" y="502"/>
                      <a:pt x="3704" y="253"/>
                      <a:pt x="4704" y="253"/>
                    </a:cubicBezTo>
                    <a:cubicBezTo>
                      <a:pt x="4793" y="253"/>
                      <a:pt x="4882" y="255"/>
                      <a:pt x="4971" y="259"/>
                    </a:cubicBezTo>
                    <a:cubicBezTo>
                      <a:pt x="5602" y="295"/>
                      <a:pt x="6221" y="414"/>
                      <a:pt x="6840" y="616"/>
                    </a:cubicBezTo>
                    <a:cubicBezTo>
                      <a:pt x="6854" y="623"/>
                      <a:pt x="6867" y="625"/>
                      <a:pt x="6879" y="625"/>
                    </a:cubicBezTo>
                    <a:cubicBezTo>
                      <a:pt x="6981" y="625"/>
                      <a:pt x="7015" y="420"/>
                      <a:pt x="6876" y="366"/>
                    </a:cubicBezTo>
                    <a:cubicBezTo>
                      <a:pt x="6206" y="129"/>
                      <a:pt x="5465" y="0"/>
                      <a:pt x="47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2"/>
              <p:cNvSpPr/>
              <p:nvPr/>
            </p:nvSpPr>
            <p:spPr>
              <a:xfrm>
                <a:off x="5505250" y="2830100"/>
                <a:ext cx="176125" cy="105975"/>
              </a:xfrm>
              <a:custGeom>
                <a:rect b="b" l="l" r="r" t="t"/>
                <a:pathLst>
                  <a:path extrusionOk="0" h="4239" w="7045">
                    <a:moveTo>
                      <a:pt x="2358" y="1"/>
                    </a:moveTo>
                    <a:cubicBezTo>
                      <a:pt x="2273" y="1"/>
                      <a:pt x="2188" y="3"/>
                      <a:pt x="2104" y="6"/>
                    </a:cubicBezTo>
                    <a:cubicBezTo>
                      <a:pt x="1437" y="18"/>
                      <a:pt x="782" y="149"/>
                      <a:pt x="139" y="375"/>
                    </a:cubicBezTo>
                    <a:cubicBezTo>
                      <a:pt x="0" y="418"/>
                      <a:pt x="43" y="622"/>
                      <a:pt x="173" y="622"/>
                    </a:cubicBezTo>
                    <a:cubicBezTo>
                      <a:pt x="188" y="622"/>
                      <a:pt x="205" y="620"/>
                      <a:pt x="222" y="613"/>
                    </a:cubicBezTo>
                    <a:cubicBezTo>
                      <a:pt x="870" y="385"/>
                      <a:pt x="1594" y="258"/>
                      <a:pt x="2319" y="258"/>
                    </a:cubicBezTo>
                    <a:cubicBezTo>
                      <a:pt x="3819" y="258"/>
                      <a:pt x="5321" y="801"/>
                      <a:pt x="6140" y="2102"/>
                    </a:cubicBezTo>
                    <a:cubicBezTo>
                      <a:pt x="6533" y="2697"/>
                      <a:pt x="6711" y="3399"/>
                      <a:pt x="6771" y="4114"/>
                    </a:cubicBezTo>
                    <a:cubicBezTo>
                      <a:pt x="6777" y="4197"/>
                      <a:pt x="6848" y="4239"/>
                      <a:pt x="6915" y="4239"/>
                    </a:cubicBezTo>
                    <a:cubicBezTo>
                      <a:pt x="6982" y="4239"/>
                      <a:pt x="7045" y="4197"/>
                      <a:pt x="7033" y="4114"/>
                    </a:cubicBezTo>
                    <a:cubicBezTo>
                      <a:pt x="6949" y="2852"/>
                      <a:pt x="6414" y="1673"/>
                      <a:pt x="5366" y="911"/>
                    </a:cubicBezTo>
                    <a:cubicBezTo>
                      <a:pt x="4516" y="282"/>
                      <a:pt x="3432" y="1"/>
                      <a:pt x="23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2"/>
              <p:cNvSpPr/>
              <p:nvPr/>
            </p:nvSpPr>
            <p:spPr>
              <a:xfrm>
                <a:off x="5373725" y="2940350"/>
                <a:ext cx="139250" cy="105875"/>
              </a:xfrm>
              <a:custGeom>
                <a:rect b="b" l="l" r="r" t="t"/>
                <a:pathLst>
                  <a:path extrusionOk="0" h="4235" w="5570">
                    <a:moveTo>
                      <a:pt x="3677" y="1"/>
                    </a:moveTo>
                    <a:cubicBezTo>
                      <a:pt x="3342" y="1"/>
                      <a:pt x="3009" y="43"/>
                      <a:pt x="2685" y="132"/>
                    </a:cubicBezTo>
                    <a:cubicBezTo>
                      <a:pt x="1721" y="394"/>
                      <a:pt x="947" y="1097"/>
                      <a:pt x="507" y="1990"/>
                    </a:cubicBezTo>
                    <a:cubicBezTo>
                      <a:pt x="185" y="2645"/>
                      <a:pt x="54" y="3371"/>
                      <a:pt x="6" y="4109"/>
                    </a:cubicBezTo>
                    <a:cubicBezTo>
                      <a:pt x="0" y="4192"/>
                      <a:pt x="63" y="4234"/>
                      <a:pt x="128" y="4234"/>
                    </a:cubicBezTo>
                    <a:cubicBezTo>
                      <a:pt x="194" y="4234"/>
                      <a:pt x="262" y="4192"/>
                      <a:pt x="268" y="4109"/>
                    </a:cubicBezTo>
                    <a:cubicBezTo>
                      <a:pt x="328" y="3002"/>
                      <a:pt x="661" y="1859"/>
                      <a:pt x="1495" y="1097"/>
                    </a:cubicBezTo>
                    <a:cubicBezTo>
                      <a:pt x="2092" y="544"/>
                      <a:pt x="2883" y="258"/>
                      <a:pt x="3689" y="258"/>
                    </a:cubicBezTo>
                    <a:cubicBezTo>
                      <a:pt x="3751" y="258"/>
                      <a:pt x="3814" y="260"/>
                      <a:pt x="3876" y="263"/>
                    </a:cubicBezTo>
                    <a:cubicBezTo>
                      <a:pt x="4364" y="299"/>
                      <a:pt x="4840" y="418"/>
                      <a:pt x="5293" y="609"/>
                    </a:cubicBezTo>
                    <a:cubicBezTo>
                      <a:pt x="5313" y="618"/>
                      <a:pt x="5332" y="622"/>
                      <a:pt x="5351" y="622"/>
                    </a:cubicBezTo>
                    <a:cubicBezTo>
                      <a:pt x="5479" y="622"/>
                      <a:pt x="5569" y="434"/>
                      <a:pt x="5424" y="382"/>
                    </a:cubicBezTo>
                    <a:cubicBezTo>
                      <a:pt x="4880" y="137"/>
                      <a:pt x="4278" y="1"/>
                      <a:pt x="36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2"/>
              <p:cNvSpPr/>
              <p:nvPr/>
            </p:nvSpPr>
            <p:spPr>
              <a:xfrm>
                <a:off x="5504475" y="2939750"/>
                <a:ext cx="139100" cy="106475"/>
              </a:xfrm>
              <a:custGeom>
                <a:rect b="b" l="l" r="r" t="t"/>
                <a:pathLst>
                  <a:path extrusionOk="0" h="4259" w="5564">
                    <a:moveTo>
                      <a:pt x="1795" y="0"/>
                    </a:moveTo>
                    <a:cubicBezTo>
                      <a:pt x="1761" y="0"/>
                      <a:pt x="1728" y="1"/>
                      <a:pt x="1694" y="2"/>
                    </a:cubicBezTo>
                    <a:cubicBezTo>
                      <a:pt x="1158" y="37"/>
                      <a:pt x="634" y="168"/>
                      <a:pt x="146" y="394"/>
                    </a:cubicBezTo>
                    <a:cubicBezTo>
                      <a:pt x="1" y="457"/>
                      <a:pt x="91" y="646"/>
                      <a:pt x="211" y="646"/>
                    </a:cubicBezTo>
                    <a:cubicBezTo>
                      <a:pt x="229" y="646"/>
                      <a:pt x="247" y="642"/>
                      <a:pt x="265" y="633"/>
                    </a:cubicBezTo>
                    <a:cubicBezTo>
                      <a:pt x="766" y="405"/>
                      <a:pt x="1319" y="279"/>
                      <a:pt x="1871" y="279"/>
                    </a:cubicBezTo>
                    <a:cubicBezTo>
                      <a:pt x="2185" y="279"/>
                      <a:pt x="2499" y="320"/>
                      <a:pt x="2801" y="406"/>
                    </a:cubicBezTo>
                    <a:cubicBezTo>
                      <a:pt x="3706" y="668"/>
                      <a:pt x="4409" y="1323"/>
                      <a:pt x="4825" y="2157"/>
                    </a:cubicBezTo>
                    <a:cubicBezTo>
                      <a:pt x="5123" y="2764"/>
                      <a:pt x="5254" y="3454"/>
                      <a:pt x="5302" y="4133"/>
                    </a:cubicBezTo>
                    <a:cubicBezTo>
                      <a:pt x="5308" y="4216"/>
                      <a:pt x="5373" y="4258"/>
                      <a:pt x="5437" y="4258"/>
                    </a:cubicBezTo>
                    <a:cubicBezTo>
                      <a:pt x="5501" y="4258"/>
                      <a:pt x="5564" y="4216"/>
                      <a:pt x="5564" y="4133"/>
                    </a:cubicBezTo>
                    <a:cubicBezTo>
                      <a:pt x="5492" y="2954"/>
                      <a:pt x="5147" y="1752"/>
                      <a:pt x="4266" y="930"/>
                    </a:cubicBezTo>
                    <a:cubicBezTo>
                      <a:pt x="3600" y="310"/>
                      <a:pt x="2701" y="0"/>
                      <a:pt x="17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2"/>
              <p:cNvSpPr/>
              <p:nvPr/>
            </p:nvSpPr>
            <p:spPr>
              <a:xfrm>
                <a:off x="5415700" y="3060050"/>
                <a:ext cx="97350" cy="73975"/>
              </a:xfrm>
              <a:custGeom>
                <a:rect b="b" l="l" r="r" t="t"/>
                <a:pathLst>
                  <a:path extrusionOk="0" h="2959" w="3894">
                    <a:moveTo>
                      <a:pt x="2551" y="1"/>
                    </a:moveTo>
                    <a:cubicBezTo>
                      <a:pt x="2321" y="1"/>
                      <a:pt x="2090" y="31"/>
                      <a:pt x="1864" y="95"/>
                    </a:cubicBezTo>
                    <a:cubicBezTo>
                      <a:pt x="1197" y="285"/>
                      <a:pt x="661" y="762"/>
                      <a:pt x="363" y="1369"/>
                    </a:cubicBezTo>
                    <a:cubicBezTo>
                      <a:pt x="137" y="1833"/>
                      <a:pt x="42" y="2321"/>
                      <a:pt x="6" y="2833"/>
                    </a:cubicBezTo>
                    <a:cubicBezTo>
                      <a:pt x="0" y="2917"/>
                      <a:pt x="63" y="2958"/>
                      <a:pt x="130" y="2958"/>
                    </a:cubicBezTo>
                    <a:cubicBezTo>
                      <a:pt x="197" y="2958"/>
                      <a:pt x="268" y="2917"/>
                      <a:pt x="280" y="2833"/>
                    </a:cubicBezTo>
                    <a:cubicBezTo>
                      <a:pt x="316" y="2083"/>
                      <a:pt x="542" y="1321"/>
                      <a:pt x="1090" y="809"/>
                    </a:cubicBezTo>
                    <a:cubicBezTo>
                      <a:pt x="1517" y="417"/>
                      <a:pt x="2055" y="237"/>
                      <a:pt x="2619" y="237"/>
                    </a:cubicBezTo>
                    <a:cubicBezTo>
                      <a:pt x="2637" y="237"/>
                      <a:pt x="2655" y="237"/>
                      <a:pt x="2673" y="238"/>
                    </a:cubicBezTo>
                    <a:cubicBezTo>
                      <a:pt x="2995" y="262"/>
                      <a:pt x="3328" y="333"/>
                      <a:pt x="3626" y="464"/>
                    </a:cubicBezTo>
                    <a:cubicBezTo>
                      <a:pt x="3656" y="483"/>
                      <a:pt x="3684" y="491"/>
                      <a:pt x="3711" y="491"/>
                    </a:cubicBezTo>
                    <a:cubicBezTo>
                      <a:pt x="3830" y="491"/>
                      <a:pt x="3893" y="322"/>
                      <a:pt x="3757" y="274"/>
                    </a:cubicBezTo>
                    <a:cubicBezTo>
                      <a:pt x="3375" y="98"/>
                      <a:pt x="2963" y="1"/>
                      <a:pt x="25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2"/>
              <p:cNvSpPr/>
              <p:nvPr/>
            </p:nvSpPr>
            <p:spPr>
              <a:xfrm>
                <a:off x="5504100" y="3059975"/>
                <a:ext cx="97350" cy="74350"/>
              </a:xfrm>
              <a:custGeom>
                <a:rect b="b" l="l" r="r" t="t"/>
                <a:pathLst>
                  <a:path extrusionOk="0" h="2974" w="3894">
                    <a:moveTo>
                      <a:pt x="1303" y="1"/>
                    </a:moveTo>
                    <a:cubicBezTo>
                      <a:pt x="1271" y="1"/>
                      <a:pt x="1240" y="2"/>
                      <a:pt x="1209" y="3"/>
                    </a:cubicBezTo>
                    <a:cubicBezTo>
                      <a:pt x="828" y="27"/>
                      <a:pt x="471" y="110"/>
                      <a:pt x="125" y="277"/>
                    </a:cubicBezTo>
                    <a:cubicBezTo>
                      <a:pt x="1" y="328"/>
                      <a:pt x="84" y="516"/>
                      <a:pt x="210" y="516"/>
                    </a:cubicBezTo>
                    <a:cubicBezTo>
                      <a:pt x="229" y="516"/>
                      <a:pt x="248" y="512"/>
                      <a:pt x="268" y="503"/>
                    </a:cubicBezTo>
                    <a:cubicBezTo>
                      <a:pt x="603" y="350"/>
                      <a:pt x="972" y="271"/>
                      <a:pt x="1338" y="271"/>
                    </a:cubicBezTo>
                    <a:cubicBezTo>
                      <a:pt x="1544" y="271"/>
                      <a:pt x="1750" y="296"/>
                      <a:pt x="1947" y="348"/>
                    </a:cubicBezTo>
                    <a:cubicBezTo>
                      <a:pt x="2542" y="515"/>
                      <a:pt x="3019" y="943"/>
                      <a:pt x="3293" y="1491"/>
                    </a:cubicBezTo>
                    <a:cubicBezTo>
                      <a:pt x="3495" y="1908"/>
                      <a:pt x="3590" y="2384"/>
                      <a:pt x="3614" y="2848"/>
                    </a:cubicBezTo>
                    <a:cubicBezTo>
                      <a:pt x="3620" y="2932"/>
                      <a:pt x="3691" y="2973"/>
                      <a:pt x="3760" y="2973"/>
                    </a:cubicBezTo>
                    <a:cubicBezTo>
                      <a:pt x="3828" y="2973"/>
                      <a:pt x="3894" y="2932"/>
                      <a:pt x="3888" y="2848"/>
                    </a:cubicBezTo>
                    <a:cubicBezTo>
                      <a:pt x="3840" y="2051"/>
                      <a:pt x="3602" y="1217"/>
                      <a:pt x="2995" y="646"/>
                    </a:cubicBezTo>
                    <a:cubicBezTo>
                      <a:pt x="2530" y="226"/>
                      <a:pt x="1925" y="1"/>
                      <a:pt x="13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2"/>
              <p:cNvSpPr/>
              <p:nvPr/>
            </p:nvSpPr>
            <p:spPr>
              <a:xfrm>
                <a:off x="5044075" y="2372450"/>
                <a:ext cx="467950" cy="485800"/>
              </a:xfrm>
              <a:custGeom>
                <a:rect b="b" l="l" r="r" t="t"/>
                <a:pathLst>
                  <a:path extrusionOk="0" h="19432" w="18718">
                    <a:moveTo>
                      <a:pt x="7862" y="5438"/>
                    </a:moveTo>
                    <a:cubicBezTo>
                      <a:pt x="8146" y="5438"/>
                      <a:pt x="8413" y="5635"/>
                      <a:pt x="8501" y="5930"/>
                    </a:cubicBezTo>
                    <a:cubicBezTo>
                      <a:pt x="8537" y="6049"/>
                      <a:pt x="8573" y="6168"/>
                      <a:pt x="8609" y="6287"/>
                    </a:cubicBezTo>
                    <a:cubicBezTo>
                      <a:pt x="8716" y="6632"/>
                      <a:pt x="8501" y="7001"/>
                      <a:pt x="8144" y="7108"/>
                    </a:cubicBezTo>
                    <a:cubicBezTo>
                      <a:pt x="8087" y="7124"/>
                      <a:pt x="8028" y="7132"/>
                      <a:pt x="7971" y="7132"/>
                    </a:cubicBezTo>
                    <a:cubicBezTo>
                      <a:pt x="7683" y="7132"/>
                      <a:pt x="7412" y="6942"/>
                      <a:pt x="7323" y="6644"/>
                    </a:cubicBezTo>
                    <a:cubicBezTo>
                      <a:pt x="7299" y="6525"/>
                      <a:pt x="7251" y="6406"/>
                      <a:pt x="7227" y="6287"/>
                    </a:cubicBezTo>
                    <a:cubicBezTo>
                      <a:pt x="7120" y="5942"/>
                      <a:pt x="7323" y="5572"/>
                      <a:pt x="7680" y="5465"/>
                    </a:cubicBezTo>
                    <a:cubicBezTo>
                      <a:pt x="7740" y="5446"/>
                      <a:pt x="7802" y="5438"/>
                      <a:pt x="7862" y="5438"/>
                    </a:cubicBezTo>
                    <a:close/>
                    <a:moveTo>
                      <a:pt x="4831" y="9586"/>
                    </a:moveTo>
                    <a:cubicBezTo>
                      <a:pt x="5036" y="9586"/>
                      <a:pt x="5228" y="9726"/>
                      <a:pt x="5287" y="9930"/>
                    </a:cubicBezTo>
                    <a:cubicBezTo>
                      <a:pt x="5322" y="10025"/>
                      <a:pt x="5334" y="10109"/>
                      <a:pt x="5358" y="10180"/>
                    </a:cubicBezTo>
                    <a:cubicBezTo>
                      <a:pt x="5441" y="10442"/>
                      <a:pt x="5287" y="10704"/>
                      <a:pt x="5037" y="10775"/>
                    </a:cubicBezTo>
                    <a:cubicBezTo>
                      <a:pt x="4990" y="10791"/>
                      <a:pt x="4943" y="10798"/>
                      <a:pt x="4897" y="10798"/>
                    </a:cubicBezTo>
                    <a:cubicBezTo>
                      <a:pt x="4692" y="10798"/>
                      <a:pt x="4500" y="10658"/>
                      <a:pt x="4441" y="10454"/>
                    </a:cubicBezTo>
                    <a:cubicBezTo>
                      <a:pt x="4406" y="10359"/>
                      <a:pt x="4394" y="10275"/>
                      <a:pt x="4370" y="10204"/>
                    </a:cubicBezTo>
                    <a:cubicBezTo>
                      <a:pt x="4287" y="9942"/>
                      <a:pt x="4441" y="9680"/>
                      <a:pt x="4691" y="9609"/>
                    </a:cubicBezTo>
                    <a:cubicBezTo>
                      <a:pt x="4738" y="9593"/>
                      <a:pt x="4785" y="9586"/>
                      <a:pt x="4831" y="9586"/>
                    </a:cubicBezTo>
                    <a:close/>
                    <a:moveTo>
                      <a:pt x="9404" y="11275"/>
                    </a:moveTo>
                    <a:cubicBezTo>
                      <a:pt x="9907" y="11275"/>
                      <a:pt x="10385" y="11608"/>
                      <a:pt x="10525" y="12109"/>
                    </a:cubicBezTo>
                    <a:cubicBezTo>
                      <a:pt x="10692" y="12704"/>
                      <a:pt x="10335" y="13335"/>
                      <a:pt x="9740" y="13502"/>
                    </a:cubicBezTo>
                    <a:lnTo>
                      <a:pt x="9109" y="13681"/>
                    </a:lnTo>
                    <a:cubicBezTo>
                      <a:pt x="9009" y="13708"/>
                      <a:pt x="8909" y="13722"/>
                      <a:pt x="8810" y="13722"/>
                    </a:cubicBezTo>
                    <a:cubicBezTo>
                      <a:pt x="8316" y="13722"/>
                      <a:pt x="7854" y="13391"/>
                      <a:pt x="7716" y="12895"/>
                    </a:cubicBezTo>
                    <a:cubicBezTo>
                      <a:pt x="7549" y="12299"/>
                      <a:pt x="7906" y="11657"/>
                      <a:pt x="8501" y="11490"/>
                    </a:cubicBezTo>
                    <a:lnTo>
                      <a:pt x="9121" y="11311"/>
                    </a:lnTo>
                    <a:cubicBezTo>
                      <a:pt x="9214" y="11287"/>
                      <a:pt x="9310" y="11275"/>
                      <a:pt x="9404" y="11275"/>
                    </a:cubicBezTo>
                    <a:close/>
                    <a:moveTo>
                      <a:pt x="10450" y="13940"/>
                    </a:moveTo>
                    <a:cubicBezTo>
                      <a:pt x="10646" y="13940"/>
                      <a:pt x="10823" y="14064"/>
                      <a:pt x="10883" y="14264"/>
                    </a:cubicBezTo>
                    <a:cubicBezTo>
                      <a:pt x="10942" y="14502"/>
                      <a:pt x="10811" y="14752"/>
                      <a:pt x="10573" y="14812"/>
                    </a:cubicBezTo>
                    <a:cubicBezTo>
                      <a:pt x="10502" y="14847"/>
                      <a:pt x="10406" y="14859"/>
                      <a:pt x="10335" y="14883"/>
                    </a:cubicBezTo>
                    <a:cubicBezTo>
                      <a:pt x="10296" y="14893"/>
                      <a:pt x="10258" y="14897"/>
                      <a:pt x="10220" y="14897"/>
                    </a:cubicBezTo>
                    <a:cubicBezTo>
                      <a:pt x="10024" y="14897"/>
                      <a:pt x="9847" y="14773"/>
                      <a:pt x="9787" y="14574"/>
                    </a:cubicBezTo>
                    <a:cubicBezTo>
                      <a:pt x="9728" y="14335"/>
                      <a:pt x="9859" y="14097"/>
                      <a:pt x="10097" y="14026"/>
                    </a:cubicBezTo>
                    <a:cubicBezTo>
                      <a:pt x="10168" y="13990"/>
                      <a:pt x="10264" y="13978"/>
                      <a:pt x="10335" y="13954"/>
                    </a:cubicBezTo>
                    <a:cubicBezTo>
                      <a:pt x="10374" y="13945"/>
                      <a:pt x="10412" y="13940"/>
                      <a:pt x="10450" y="13940"/>
                    </a:cubicBezTo>
                    <a:close/>
                    <a:moveTo>
                      <a:pt x="7008" y="1"/>
                    </a:moveTo>
                    <a:cubicBezTo>
                      <a:pt x="6046" y="1"/>
                      <a:pt x="5030" y="408"/>
                      <a:pt x="4072" y="1346"/>
                    </a:cubicBezTo>
                    <a:cubicBezTo>
                      <a:pt x="0" y="5525"/>
                      <a:pt x="810" y="14431"/>
                      <a:pt x="3036" y="19384"/>
                    </a:cubicBezTo>
                    <a:lnTo>
                      <a:pt x="3120" y="19431"/>
                    </a:lnTo>
                    <a:cubicBezTo>
                      <a:pt x="8501" y="18729"/>
                      <a:pt x="16526" y="14788"/>
                      <a:pt x="17979" y="9144"/>
                    </a:cubicBezTo>
                    <a:cubicBezTo>
                      <a:pt x="18718" y="5939"/>
                      <a:pt x="16549" y="4103"/>
                      <a:pt x="13897" y="4103"/>
                    </a:cubicBezTo>
                    <a:cubicBezTo>
                      <a:pt x="13258" y="4103"/>
                      <a:pt x="12591" y="4210"/>
                      <a:pt x="11930" y="4429"/>
                    </a:cubicBezTo>
                    <a:lnTo>
                      <a:pt x="11252" y="4048"/>
                    </a:lnTo>
                    <a:cubicBezTo>
                      <a:pt x="10716" y="1705"/>
                      <a:pt x="8976" y="1"/>
                      <a:pt x="70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2"/>
              <p:cNvSpPr/>
              <p:nvPr/>
            </p:nvSpPr>
            <p:spPr>
              <a:xfrm>
                <a:off x="5124875" y="2465425"/>
                <a:ext cx="218525" cy="380075"/>
              </a:xfrm>
              <a:custGeom>
                <a:rect b="b" l="l" r="r" t="t"/>
                <a:pathLst>
                  <a:path extrusionOk="0" h="15203" w="8741">
                    <a:moveTo>
                      <a:pt x="8564" y="0"/>
                    </a:moveTo>
                    <a:cubicBezTo>
                      <a:pt x="8525" y="0"/>
                      <a:pt x="8486" y="20"/>
                      <a:pt x="8460" y="67"/>
                    </a:cubicBezTo>
                    <a:cubicBezTo>
                      <a:pt x="7365" y="1984"/>
                      <a:pt x="6293" y="3925"/>
                      <a:pt x="5210" y="5842"/>
                    </a:cubicBezTo>
                    <a:cubicBezTo>
                      <a:pt x="4126" y="7795"/>
                      <a:pt x="3019" y="9723"/>
                      <a:pt x="1936" y="11676"/>
                    </a:cubicBezTo>
                    <a:cubicBezTo>
                      <a:pt x="1317" y="12795"/>
                      <a:pt x="685" y="13891"/>
                      <a:pt x="66" y="15010"/>
                    </a:cubicBezTo>
                    <a:cubicBezTo>
                      <a:pt x="0" y="15109"/>
                      <a:pt x="95" y="15203"/>
                      <a:pt x="183" y="15203"/>
                    </a:cubicBezTo>
                    <a:cubicBezTo>
                      <a:pt x="221" y="15203"/>
                      <a:pt x="259" y="15184"/>
                      <a:pt x="281" y="15141"/>
                    </a:cubicBezTo>
                    <a:lnTo>
                      <a:pt x="3591" y="9247"/>
                    </a:lnTo>
                    <a:lnTo>
                      <a:pt x="6853" y="3437"/>
                    </a:lnTo>
                    <a:cubicBezTo>
                      <a:pt x="7460" y="2353"/>
                      <a:pt x="8067" y="1270"/>
                      <a:pt x="8675" y="198"/>
                    </a:cubicBezTo>
                    <a:cubicBezTo>
                      <a:pt x="8741" y="99"/>
                      <a:pt x="8652" y="0"/>
                      <a:pt x="85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2"/>
              <p:cNvSpPr/>
              <p:nvPr/>
            </p:nvSpPr>
            <p:spPr>
              <a:xfrm>
                <a:off x="5117425" y="2459300"/>
                <a:ext cx="199325" cy="58475"/>
              </a:xfrm>
              <a:custGeom>
                <a:rect b="b" l="l" r="r" t="t"/>
                <a:pathLst>
                  <a:path extrusionOk="0" h="2339" w="7973">
                    <a:moveTo>
                      <a:pt x="3571" y="1"/>
                    </a:moveTo>
                    <a:cubicBezTo>
                      <a:pt x="2911" y="1"/>
                      <a:pt x="2254" y="151"/>
                      <a:pt x="1638" y="491"/>
                    </a:cubicBezTo>
                    <a:cubicBezTo>
                      <a:pt x="983" y="848"/>
                      <a:pt x="460" y="1396"/>
                      <a:pt x="67" y="2003"/>
                    </a:cubicBezTo>
                    <a:cubicBezTo>
                      <a:pt x="0" y="2111"/>
                      <a:pt x="91" y="2202"/>
                      <a:pt x="180" y="2202"/>
                    </a:cubicBezTo>
                    <a:cubicBezTo>
                      <a:pt x="218" y="2202"/>
                      <a:pt x="256" y="2185"/>
                      <a:pt x="281" y="2146"/>
                    </a:cubicBezTo>
                    <a:cubicBezTo>
                      <a:pt x="960" y="1146"/>
                      <a:pt x="1948" y="396"/>
                      <a:pt x="3162" y="277"/>
                    </a:cubicBezTo>
                    <a:cubicBezTo>
                      <a:pt x="3286" y="266"/>
                      <a:pt x="3410" y="261"/>
                      <a:pt x="3533" y="261"/>
                    </a:cubicBezTo>
                    <a:cubicBezTo>
                      <a:pt x="4493" y="261"/>
                      <a:pt x="5447" y="580"/>
                      <a:pt x="6270" y="1086"/>
                    </a:cubicBezTo>
                    <a:cubicBezTo>
                      <a:pt x="6806" y="1408"/>
                      <a:pt x="7294" y="1825"/>
                      <a:pt x="7711" y="2301"/>
                    </a:cubicBezTo>
                    <a:cubicBezTo>
                      <a:pt x="7734" y="2327"/>
                      <a:pt x="7762" y="2339"/>
                      <a:pt x="7789" y="2339"/>
                    </a:cubicBezTo>
                    <a:cubicBezTo>
                      <a:pt x="7883" y="2339"/>
                      <a:pt x="7972" y="2203"/>
                      <a:pt x="7889" y="2110"/>
                    </a:cubicBezTo>
                    <a:cubicBezTo>
                      <a:pt x="6831" y="908"/>
                      <a:pt x="5194" y="1"/>
                      <a:pt x="35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2"/>
              <p:cNvSpPr/>
              <p:nvPr/>
            </p:nvSpPr>
            <p:spPr>
              <a:xfrm>
                <a:off x="5309250" y="2512550"/>
                <a:ext cx="125975" cy="167750"/>
              </a:xfrm>
              <a:custGeom>
                <a:rect b="b" l="l" r="r" t="t"/>
                <a:pathLst>
                  <a:path extrusionOk="0" h="6710" w="5039">
                    <a:moveTo>
                      <a:pt x="198" y="1"/>
                    </a:moveTo>
                    <a:cubicBezTo>
                      <a:pt x="63" y="1"/>
                      <a:pt x="1" y="221"/>
                      <a:pt x="157" y="254"/>
                    </a:cubicBezTo>
                    <a:cubicBezTo>
                      <a:pt x="2240" y="623"/>
                      <a:pt x="4479" y="2159"/>
                      <a:pt x="4598" y="4445"/>
                    </a:cubicBezTo>
                    <a:cubicBezTo>
                      <a:pt x="4633" y="5160"/>
                      <a:pt x="4455" y="5862"/>
                      <a:pt x="4157" y="6517"/>
                    </a:cubicBezTo>
                    <a:cubicBezTo>
                      <a:pt x="4107" y="6616"/>
                      <a:pt x="4207" y="6710"/>
                      <a:pt x="4293" y="6710"/>
                    </a:cubicBezTo>
                    <a:cubicBezTo>
                      <a:pt x="4330" y="6710"/>
                      <a:pt x="4365" y="6691"/>
                      <a:pt x="4383" y="6648"/>
                    </a:cubicBezTo>
                    <a:cubicBezTo>
                      <a:pt x="4919" y="5505"/>
                      <a:pt x="5038" y="4231"/>
                      <a:pt x="4514" y="3064"/>
                    </a:cubicBezTo>
                    <a:cubicBezTo>
                      <a:pt x="4038" y="2004"/>
                      <a:pt x="3133" y="1183"/>
                      <a:pt x="2121" y="647"/>
                    </a:cubicBezTo>
                    <a:cubicBezTo>
                      <a:pt x="1526" y="338"/>
                      <a:pt x="883" y="111"/>
                      <a:pt x="228" y="4"/>
                    </a:cubicBezTo>
                    <a:cubicBezTo>
                      <a:pt x="218" y="2"/>
                      <a:pt x="208" y="1"/>
                      <a:pt x="1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2"/>
              <p:cNvSpPr/>
              <p:nvPr/>
            </p:nvSpPr>
            <p:spPr>
              <a:xfrm>
                <a:off x="5096200" y="2568050"/>
                <a:ext cx="166800" cy="61050"/>
              </a:xfrm>
              <a:custGeom>
                <a:rect b="b" l="l" r="r" t="t"/>
                <a:pathLst>
                  <a:path extrusionOk="0" h="2442" w="6672">
                    <a:moveTo>
                      <a:pt x="3564" y="0"/>
                    </a:moveTo>
                    <a:cubicBezTo>
                      <a:pt x="2845" y="0"/>
                      <a:pt x="2138" y="234"/>
                      <a:pt x="1535" y="654"/>
                    </a:cubicBezTo>
                    <a:cubicBezTo>
                      <a:pt x="928" y="1070"/>
                      <a:pt x="451" y="1630"/>
                      <a:pt x="58" y="2237"/>
                    </a:cubicBezTo>
                    <a:cubicBezTo>
                      <a:pt x="0" y="2345"/>
                      <a:pt x="87" y="2441"/>
                      <a:pt x="177" y="2441"/>
                    </a:cubicBezTo>
                    <a:cubicBezTo>
                      <a:pt x="216" y="2441"/>
                      <a:pt x="256" y="2423"/>
                      <a:pt x="285" y="2380"/>
                    </a:cubicBezTo>
                    <a:cubicBezTo>
                      <a:pt x="880" y="1451"/>
                      <a:pt x="1725" y="618"/>
                      <a:pt x="2833" y="332"/>
                    </a:cubicBezTo>
                    <a:cubicBezTo>
                      <a:pt x="3066" y="276"/>
                      <a:pt x="3304" y="249"/>
                      <a:pt x="3542" y="249"/>
                    </a:cubicBezTo>
                    <a:cubicBezTo>
                      <a:pt x="4164" y="249"/>
                      <a:pt x="4784" y="433"/>
                      <a:pt x="5309" y="761"/>
                    </a:cubicBezTo>
                    <a:cubicBezTo>
                      <a:pt x="5726" y="1023"/>
                      <a:pt x="6083" y="1356"/>
                      <a:pt x="6381" y="1761"/>
                    </a:cubicBezTo>
                    <a:cubicBezTo>
                      <a:pt x="6411" y="1810"/>
                      <a:pt x="6455" y="1831"/>
                      <a:pt x="6497" y="1831"/>
                    </a:cubicBezTo>
                    <a:cubicBezTo>
                      <a:pt x="6588" y="1831"/>
                      <a:pt x="6672" y="1739"/>
                      <a:pt x="6607" y="1642"/>
                    </a:cubicBezTo>
                    <a:cubicBezTo>
                      <a:pt x="6059" y="904"/>
                      <a:pt x="5273" y="308"/>
                      <a:pt x="4345" y="94"/>
                    </a:cubicBezTo>
                    <a:cubicBezTo>
                      <a:pt x="4086" y="31"/>
                      <a:pt x="3824" y="0"/>
                      <a:pt x="35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2"/>
              <p:cNvSpPr/>
              <p:nvPr/>
            </p:nvSpPr>
            <p:spPr>
              <a:xfrm>
                <a:off x="5255425" y="2608475"/>
                <a:ext cx="96450" cy="149225"/>
              </a:xfrm>
              <a:custGeom>
                <a:rect b="b" l="l" r="r" t="t"/>
                <a:pathLst>
                  <a:path extrusionOk="0" h="5969" w="3858">
                    <a:moveTo>
                      <a:pt x="155" y="1"/>
                    </a:moveTo>
                    <a:cubicBezTo>
                      <a:pt x="1" y="1"/>
                      <a:pt x="27" y="239"/>
                      <a:pt x="178" y="251"/>
                    </a:cubicBezTo>
                    <a:cubicBezTo>
                      <a:pt x="1048" y="322"/>
                      <a:pt x="1881" y="680"/>
                      <a:pt x="2488" y="1299"/>
                    </a:cubicBezTo>
                    <a:cubicBezTo>
                      <a:pt x="3143" y="1965"/>
                      <a:pt x="3453" y="2870"/>
                      <a:pt x="3393" y="3799"/>
                    </a:cubicBezTo>
                    <a:cubicBezTo>
                      <a:pt x="3357" y="4478"/>
                      <a:pt x="3131" y="5144"/>
                      <a:pt x="2833" y="5775"/>
                    </a:cubicBezTo>
                    <a:cubicBezTo>
                      <a:pt x="2784" y="5875"/>
                      <a:pt x="2872" y="5968"/>
                      <a:pt x="2958" y="5968"/>
                    </a:cubicBezTo>
                    <a:cubicBezTo>
                      <a:pt x="2997" y="5968"/>
                      <a:pt x="3034" y="5950"/>
                      <a:pt x="3060" y="5906"/>
                    </a:cubicBezTo>
                    <a:cubicBezTo>
                      <a:pt x="3560" y="4847"/>
                      <a:pt x="3857" y="3632"/>
                      <a:pt x="3500" y="2477"/>
                    </a:cubicBezTo>
                    <a:cubicBezTo>
                      <a:pt x="3214" y="1573"/>
                      <a:pt x="2548" y="846"/>
                      <a:pt x="1702" y="418"/>
                    </a:cubicBezTo>
                    <a:cubicBezTo>
                      <a:pt x="1226" y="180"/>
                      <a:pt x="702" y="37"/>
                      <a:pt x="166" y="1"/>
                    </a:cubicBezTo>
                    <a:cubicBezTo>
                      <a:pt x="163" y="1"/>
                      <a:pt x="159" y="1"/>
                      <a:pt x="1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2"/>
              <p:cNvSpPr/>
              <p:nvPr/>
            </p:nvSpPr>
            <p:spPr>
              <a:xfrm>
                <a:off x="5089450" y="2682775"/>
                <a:ext cx="116725" cy="43800"/>
              </a:xfrm>
              <a:custGeom>
                <a:rect b="b" l="l" r="r" t="t"/>
                <a:pathLst>
                  <a:path extrusionOk="0" h="1752" w="4669">
                    <a:moveTo>
                      <a:pt x="2488" y="1"/>
                    </a:moveTo>
                    <a:cubicBezTo>
                      <a:pt x="1982" y="1"/>
                      <a:pt x="1491" y="165"/>
                      <a:pt x="1079" y="446"/>
                    </a:cubicBezTo>
                    <a:cubicBezTo>
                      <a:pt x="662" y="732"/>
                      <a:pt x="328" y="1125"/>
                      <a:pt x="67" y="1553"/>
                    </a:cubicBezTo>
                    <a:cubicBezTo>
                      <a:pt x="1" y="1652"/>
                      <a:pt x="89" y="1751"/>
                      <a:pt x="181" y="1751"/>
                    </a:cubicBezTo>
                    <a:cubicBezTo>
                      <a:pt x="222" y="1751"/>
                      <a:pt x="263" y="1732"/>
                      <a:pt x="293" y="1684"/>
                    </a:cubicBezTo>
                    <a:cubicBezTo>
                      <a:pt x="777" y="929"/>
                      <a:pt x="1506" y="267"/>
                      <a:pt x="2470" y="267"/>
                    </a:cubicBezTo>
                    <a:cubicBezTo>
                      <a:pt x="2478" y="267"/>
                      <a:pt x="2487" y="267"/>
                      <a:pt x="2495" y="267"/>
                    </a:cubicBezTo>
                    <a:cubicBezTo>
                      <a:pt x="3234" y="267"/>
                      <a:pt x="3936" y="684"/>
                      <a:pt x="4365" y="1279"/>
                    </a:cubicBezTo>
                    <a:cubicBezTo>
                      <a:pt x="4394" y="1312"/>
                      <a:pt x="4433" y="1326"/>
                      <a:pt x="4471" y="1326"/>
                    </a:cubicBezTo>
                    <a:cubicBezTo>
                      <a:pt x="4571" y="1326"/>
                      <a:pt x="4668" y="1231"/>
                      <a:pt x="4591" y="1137"/>
                    </a:cubicBezTo>
                    <a:cubicBezTo>
                      <a:pt x="4198" y="613"/>
                      <a:pt x="3650" y="208"/>
                      <a:pt x="3031" y="65"/>
                    </a:cubicBezTo>
                    <a:cubicBezTo>
                      <a:pt x="2850" y="21"/>
                      <a:pt x="2668" y="1"/>
                      <a:pt x="24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2"/>
              <p:cNvSpPr/>
              <p:nvPr/>
            </p:nvSpPr>
            <p:spPr>
              <a:xfrm>
                <a:off x="5198250" y="2709975"/>
                <a:ext cx="67600" cy="103975"/>
              </a:xfrm>
              <a:custGeom>
                <a:rect b="b" l="l" r="r" t="t"/>
                <a:pathLst>
                  <a:path extrusionOk="0" h="4159" w="2704">
                    <a:moveTo>
                      <a:pt x="134" y="1"/>
                    </a:moveTo>
                    <a:cubicBezTo>
                      <a:pt x="1" y="1"/>
                      <a:pt x="4" y="252"/>
                      <a:pt x="167" y="275"/>
                    </a:cubicBezTo>
                    <a:cubicBezTo>
                      <a:pt x="894" y="334"/>
                      <a:pt x="1620" y="715"/>
                      <a:pt x="2013" y="1346"/>
                    </a:cubicBezTo>
                    <a:cubicBezTo>
                      <a:pt x="2513" y="2156"/>
                      <a:pt x="2334" y="3144"/>
                      <a:pt x="1930" y="3966"/>
                    </a:cubicBezTo>
                    <a:cubicBezTo>
                      <a:pt x="1880" y="4065"/>
                      <a:pt x="1974" y="4158"/>
                      <a:pt x="2060" y="4158"/>
                    </a:cubicBezTo>
                    <a:cubicBezTo>
                      <a:pt x="2098" y="4158"/>
                      <a:pt x="2134" y="4140"/>
                      <a:pt x="2156" y="4097"/>
                    </a:cubicBezTo>
                    <a:cubicBezTo>
                      <a:pt x="2513" y="3370"/>
                      <a:pt x="2703" y="2525"/>
                      <a:pt x="2453" y="1727"/>
                    </a:cubicBezTo>
                    <a:cubicBezTo>
                      <a:pt x="2263" y="1108"/>
                      <a:pt x="1787" y="584"/>
                      <a:pt x="1203" y="299"/>
                    </a:cubicBezTo>
                    <a:cubicBezTo>
                      <a:pt x="882" y="132"/>
                      <a:pt x="525" y="49"/>
                      <a:pt x="144" y="1"/>
                    </a:cubicBezTo>
                    <a:cubicBezTo>
                      <a:pt x="140" y="1"/>
                      <a:pt x="137" y="1"/>
                      <a:pt x="1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2"/>
              <p:cNvSpPr/>
              <p:nvPr/>
            </p:nvSpPr>
            <p:spPr>
              <a:xfrm>
                <a:off x="5008950" y="2895500"/>
                <a:ext cx="378025" cy="391975"/>
              </a:xfrm>
              <a:custGeom>
                <a:rect b="b" l="l" r="r" t="t"/>
                <a:pathLst>
                  <a:path extrusionOk="0" h="15679" w="15121">
                    <a:moveTo>
                      <a:pt x="6344" y="4397"/>
                    </a:moveTo>
                    <a:cubicBezTo>
                      <a:pt x="6581" y="4397"/>
                      <a:pt x="6799" y="4545"/>
                      <a:pt x="6858" y="4784"/>
                    </a:cubicBezTo>
                    <a:cubicBezTo>
                      <a:pt x="6882" y="4891"/>
                      <a:pt x="6918" y="4974"/>
                      <a:pt x="6942" y="5082"/>
                    </a:cubicBezTo>
                    <a:cubicBezTo>
                      <a:pt x="7025" y="5355"/>
                      <a:pt x="6858" y="5665"/>
                      <a:pt x="6573" y="5736"/>
                    </a:cubicBezTo>
                    <a:cubicBezTo>
                      <a:pt x="6526" y="5748"/>
                      <a:pt x="6479" y="5754"/>
                      <a:pt x="6433" y="5754"/>
                    </a:cubicBezTo>
                    <a:cubicBezTo>
                      <a:pt x="6196" y="5754"/>
                      <a:pt x="5978" y="5606"/>
                      <a:pt x="5918" y="5367"/>
                    </a:cubicBezTo>
                    <a:cubicBezTo>
                      <a:pt x="5894" y="5260"/>
                      <a:pt x="5858" y="5177"/>
                      <a:pt x="5834" y="5070"/>
                    </a:cubicBezTo>
                    <a:cubicBezTo>
                      <a:pt x="5751" y="4784"/>
                      <a:pt x="5918" y="4486"/>
                      <a:pt x="6204" y="4415"/>
                    </a:cubicBezTo>
                    <a:cubicBezTo>
                      <a:pt x="6250" y="4403"/>
                      <a:pt x="6297" y="4397"/>
                      <a:pt x="6344" y="4397"/>
                    </a:cubicBezTo>
                    <a:close/>
                    <a:moveTo>
                      <a:pt x="3896" y="7745"/>
                    </a:moveTo>
                    <a:cubicBezTo>
                      <a:pt x="4067" y="7745"/>
                      <a:pt x="4214" y="7857"/>
                      <a:pt x="4263" y="8034"/>
                    </a:cubicBezTo>
                    <a:cubicBezTo>
                      <a:pt x="4275" y="8106"/>
                      <a:pt x="4310" y="8165"/>
                      <a:pt x="4322" y="8237"/>
                    </a:cubicBezTo>
                    <a:cubicBezTo>
                      <a:pt x="4370" y="8427"/>
                      <a:pt x="4251" y="8653"/>
                      <a:pt x="4060" y="8713"/>
                    </a:cubicBezTo>
                    <a:cubicBezTo>
                      <a:pt x="4023" y="8723"/>
                      <a:pt x="3986" y="8728"/>
                      <a:pt x="3950" y="8728"/>
                    </a:cubicBezTo>
                    <a:cubicBezTo>
                      <a:pt x="3780" y="8728"/>
                      <a:pt x="3633" y="8618"/>
                      <a:pt x="3584" y="8451"/>
                    </a:cubicBezTo>
                    <a:cubicBezTo>
                      <a:pt x="3572" y="8368"/>
                      <a:pt x="3537" y="8308"/>
                      <a:pt x="3525" y="8237"/>
                    </a:cubicBezTo>
                    <a:cubicBezTo>
                      <a:pt x="3465" y="8034"/>
                      <a:pt x="3584" y="7820"/>
                      <a:pt x="3787" y="7760"/>
                    </a:cubicBezTo>
                    <a:cubicBezTo>
                      <a:pt x="3824" y="7750"/>
                      <a:pt x="3861" y="7745"/>
                      <a:pt x="3896" y="7745"/>
                    </a:cubicBezTo>
                    <a:close/>
                    <a:moveTo>
                      <a:pt x="7595" y="9110"/>
                    </a:moveTo>
                    <a:cubicBezTo>
                      <a:pt x="7996" y="9110"/>
                      <a:pt x="8380" y="9376"/>
                      <a:pt x="8490" y="9784"/>
                    </a:cubicBezTo>
                    <a:cubicBezTo>
                      <a:pt x="8632" y="10261"/>
                      <a:pt x="8335" y="10785"/>
                      <a:pt x="7859" y="10916"/>
                    </a:cubicBezTo>
                    <a:cubicBezTo>
                      <a:pt x="7692" y="10963"/>
                      <a:pt x="7525" y="11011"/>
                      <a:pt x="7347" y="11047"/>
                    </a:cubicBezTo>
                    <a:cubicBezTo>
                      <a:pt x="7266" y="11069"/>
                      <a:pt x="7185" y="11079"/>
                      <a:pt x="7104" y="11079"/>
                    </a:cubicBezTo>
                    <a:cubicBezTo>
                      <a:pt x="6705" y="11079"/>
                      <a:pt x="6324" y="10821"/>
                      <a:pt x="6215" y="10415"/>
                    </a:cubicBezTo>
                    <a:cubicBezTo>
                      <a:pt x="6084" y="9939"/>
                      <a:pt x="6370" y="9415"/>
                      <a:pt x="6858" y="9284"/>
                    </a:cubicBezTo>
                    <a:cubicBezTo>
                      <a:pt x="7025" y="9237"/>
                      <a:pt x="7180" y="9189"/>
                      <a:pt x="7358" y="9142"/>
                    </a:cubicBezTo>
                    <a:cubicBezTo>
                      <a:pt x="7437" y="9120"/>
                      <a:pt x="7516" y="9110"/>
                      <a:pt x="7595" y="9110"/>
                    </a:cubicBezTo>
                    <a:close/>
                    <a:moveTo>
                      <a:pt x="8447" y="11257"/>
                    </a:moveTo>
                    <a:cubicBezTo>
                      <a:pt x="8600" y="11257"/>
                      <a:pt x="8738" y="11366"/>
                      <a:pt x="8787" y="11523"/>
                    </a:cubicBezTo>
                    <a:cubicBezTo>
                      <a:pt x="8835" y="11725"/>
                      <a:pt x="8716" y="11928"/>
                      <a:pt x="8537" y="11975"/>
                    </a:cubicBezTo>
                    <a:cubicBezTo>
                      <a:pt x="8478" y="11987"/>
                      <a:pt x="8406" y="11999"/>
                      <a:pt x="8347" y="12035"/>
                    </a:cubicBezTo>
                    <a:cubicBezTo>
                      <a:pt x="8313" y="12045"/>
                      <a:pt x="8280" y="12050"/>
                      <a:pt x="8246" y="12050"/>
                    </a:cubicBezTo>
                    <a:cubicBezTo>
                      <a:pt x="8090" y="12050"/>
                      <a:pt x="7943" y="11940"/>
                      <a:pt x="7894" y="11773"/>
                    </a:cubicBezTo>
                    <a:cubicBezTo>
                      <a:pt x="7835" y="11582"/>
                      <a:pt x="7954" y="11392"/>
                      <a:pt x="8156" y="11332"/>
                    </a:cubicBezTo>
                    <a:cubicBezTo>
                      <a:pt x="8216" y="11320"/>
                      <a:pt x="8287" y="11297"/>
                      <a:pt x="8347" y="11273"/>
                    </a:cubicBezTo>
                    <a:cubicBezTo>
                      <a:pt x="8380" y="11262"/>
                      <a:pt x="8414" y="11257"/>
                      <a:pt x="8447" y="11257"/>
                    </a:cubicBezTo>
                    <a:close/>
                    <a:moveTo>
                      <a:pt x="5647" y="1"/>
                    </a:moveTo>
                    <a:cubicBezTo>
                      <a:pt x="4872" y="1"/>
                      <a:pt x="4055" y="328"/>
                      <a:pt x="3287" y="1081"/>
                    </a:cubicBezTo>
                    <a:cubicBezTo>
                      <a:pt x="0" y="4462"/>
                      <a:pt x="643" y="11666"/>
                      <a:pt x="2453" y="15654"/>
                    </a:cubicBezTo>
                    <a:lnTo>
                      <a:pt x="2513" y="15678"/>
                    </a:lnTo>
                    <a:cubicBezTo>
                      <a:pt x="6858" y="15142"/>
                      <a:pt x="13347" y="11963"/>
                      <a:pt x="14526" y="7391"/>
                    </a:cubicBezTo>
                    <a:cubicBezTo>
                      <a:pt x="15120" y="4804"/>
                      <a:pt x="13370" y="3312"/>
                      <a:pt x="11224" y="3312"/>
                    </a:cubicBezTo>
                    <a:cubicBezTo>
                      <a:pt x="10704" y="3312"/>
                      <a:pt x="10160" y="3400"/>
                      <a:pt x="9621" y="3581"/>
                    </a:cubicBezTo>
                    <a:lnTo>
                      <a:pt x="9085" y="3284"/>
                    </a:lnTo>
                    <a:cubicBezTo>
                      <a:pt x="8645" y="1379"/>
                      <a:pt x="7236" y="1"/>
                      <a:pt x="56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2"/>
              <p:cNvSpPr/>
              <p:nvPr/>
            </p:nvSpPr>
            <p:spPr>
              <a:xfrm>
                <a:off x="5073075" y="2969950"/>
                <a:ext cx="178450" cy="308775"/>
              </a:xfrm>
              <a:custGeom>
                <a:rect b="b" l="l" r="r" t="t"/>
                <a:pathLst>
                  <a:path extrusionOk="0" h="12351" w="7138">
                    <a:moveTo>
                      <a:pt x="6952" y="1"/>
                    </a:moveTo>
                    <a:cubicBezTo>
                      <a:pt x="6913" y="1"/>
                      <a:pt x="6875" y="20"/>
                      <a:pt x="6853" y="68"/>
                    </a:cubicBezTo>
                    <a:cubicBezTo>
                      <a:pt x="5091" y="3187"/>
                      <a:pt x="3341" y="6330"/>
                      <a:pt x="1579" y="9462"/>
                    </a:cubicBezTo>
                    <a:cubicBezTo>
                      <a:pt x="1079" y="10355"/>
                      <a:pt x="567" y="11259"/>
                      <a:pt x="67" y="12152"/>
                    </a:cubicBezTo>
                    <a:cubicBezTo>
                      <a:pt x="1" y="12251"/>
                      <a:pt x="95" y="12350"/>
                      <a:pt x="182" y="12350"/>
                    </a:cubicBezTo>
                    <a:cubicBezTo>
                      <a:pt x="221" y="12350"/>
                      <a:pt x="259" y="12331"/>
                      <a:pt x="281" y="12283"/>
                    </a:cubicBezTo>
                    <a:cubicBezTo>
                      <a:pt x="2055" y="9128"/>
                      <a:pt x="3829" y="5985"/>
                      <a:pt x="5603" y="2830"/>
                    </a:cubicBezTo>
                    <a:lnTo>
                      <a:pt x="7079" y="199"/>
                    </a:lnTo>
                    <a:cubicBezTo>
                      <a:pt x="7137" y="100"/>
                      <a:pt x="7041" y="1"/>
                      <a:pt x="69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2"/>
              <p:cNvSpPr/>
              <p:nvPr/>
            </p:nvSpPr>
            <p:spPr>
              <a:xfrm>
                <a:off x="5066825" y="2964800"/>
                <a:ext cx="163175" cy="48850"/>
              </a:xfrm>
              <a:custGeom>
                <a:rect b="b" l="l" r="r" t="t"/>
                <a:pathLst>
                  <a:path extrusionOk="0" h="1954" w="6527">
                    <a:moveTo>
                      <a:pt x="2929" y="1"/>
                    </a:moveTo>
                    <a:cubicBezTo>
                      <a:pt x="2391" y="1"/>
                      <a:pt x="1855" y="124"/>
                      <a:pt x="1353" y="405"/>
                    </a:cubicBezTo>
                    <a:cubicBezTo>
                      <a:pt x="817" y="702"/>
                      <a:pt x="400" y="1131"/>
                      <a:pt x="67" y="1643"/>
                    </a:cubicBezTo>
                    <a:cubicBezTo>
                      <a:pt x="0" y="1742"/>
                      <a:pt x="90" y="1830"/>
                      <a:pt x="179" y="1830"/>
                    </a:cubicBezTo>
                    <a:cubicBezTo>
                      <a:pt x="217" y="1830"/>
                      <a:pt x="256" y="1813"/>
                      <a:pt x="281" y="1774"/>
                    </a:cubicBezTo>
                    <a:cubicBezTo>
                      <a:pt x="817" y="964"/>
                      <a:pt x="1626" y="369"/>
                      <a:pt x="2591" y="285"/>
                    </a:cubicBezTo>
                    <a:cubicBezTo>
                      <a:pt x="2705" y="273"/>
                      <a:pt x="2819" y="267"/>
                      <a:pt x="2933" y="267"/>
                    </a:cubicBezTo>
                    <a:cubicBezTo>
                      <a:pt x="3698" y="267"/>
                      <a:pt x="4448" y="536"/>
                      <a:pt x="5091" y="940"/>
                    </a:cubicBezTo>
                    <a:cubicBezTo>
                      <a:pt x="5520" y="1202"/>
                      <a:pt x="5913" y="1536"/>
                      <a:pt x="6234" y="1905"/>
                    </a:cubicBezTo>
                    <a:cubicBezTo>
                      <a:pt x="6263" y="1939"/>
                      <a:pt x="6297" y="1954"/>
                      <a:pt x="6330" y="1954"/>
                    </a:cubicBezTo>
                    <a:cubicBezTo>
                      <a:pt x="6432" y="1954"/>
                      <a:pt x="6527" y="1813"/>
                      <a:pt x="6436" y="1714"/>
                    </a:cubicBezTo>
                    <a:cubicBezTo>
                      <a:pt x="5567" y="735"/>
                      <a:pt x="4242" y="1"/>
                      <a:pt x="2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2"/>
              <p:cNvSpPr/>
              <p:nvPr/>
            </p:nvSpPr>
            <p:spPr>
              <a:xfrm>
                <a:off x="5222250" y="3007900"/>
                <a:ext cx="103725" cy="136875"/>
              </a:xfrm>
              <a:custGeom>
                <a:rect b="b" l="l" r="r" t="t"/>
                <a:pathLst>
                  <a:path extrusionOk="0" h="5475" w="4149">
                    <a:moveTo>
                      <a:pt x="197" y="1"/>
                    </a:moveTo>
                    <a:cubicBezTo>
                      <a:pt x="48" y="1"/>
                      <a:pt x="1" y="230"/>
                      <a:pt x="160" y="264"/>
                    </a:cubicBezTo>
                    <a:cubicBezTo>
                      <a:pt x="1839" y="562"/>
                      <a:pt x="3637" y="1788"/>
                      <a:pt x="3732" y="3633"/>
                    </a:cubicBezTo>
                    <a:cubicBezTo>
                      <a:pt x="3756" y="4205"/>
                      <a:pt x="3625" y="4765"/>
                      <a:pt x="3387" y="5277"/>
                    </a:cubicBezTo>
                    <a:cubicBezTo>
                      <a:pt x="3337" y="5376"/>
                      <a:pt x="3436" y="5475"/>
                      <a:pt x="3521" y="5475"/>
                    </a:cubicBezTo>
                    <a:cubicBezTo>
                      <a:pt x="3559" y="5475"/>
                      <a:pt x="3594" y="5455"/>
                      <a:pt x="3613" y="5408"/>
                    </a:cubicBezTo>
                    <a:cubicBezTo>
                      <a:pt x="4041" y="4467"/>
                      <a:pt x="4149" y="3443"/>
                      <a:pt x="3708" y="2491"/>
                    </a:cubicBezTo>
                    <a:cubicBezTo>
                      <a:pt x="3327" y="1633"/>
                      <a:pt x="2577" y="955"/>
                      <a:pt x="1743" y="526"/>
                    </a:cubicBezTo>
                    <a:cubicBezTo>
                      <a:pt x="1267" y="276"/>
                      <a:pt x="755" y="97"/>
                      <a:pt x="219" y="2"/>
                    </a:cubicBezTo>
                    <a:cubicBezTo>
                      <a:pt x="212" y="1"/>
                      <a:pt x="205" y="1"/>
                      <a:pt x="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2"/>
              <p:cNvSpPr/>
              <p:nvPr/>
            </p:nvSpPr>
            <p:spPr>
              <a:xfrm>
                <a:off x="5049750" y="3053150"/>
                <a:ext cx="137025" cy="50700"/>
              </a:xfrm>
              <a:custGeom>
                <a:rect b="b" l="l" r="r" t="t"/>
                <a:pathLst>
                  <a:path extrusionOk="0" h="2028" w="5481">
                    <a:moveTo>
                      <a:pt x="2918" y="0"/>
                    </a:moveTo>
                    <a:cubicBezTo>
                      <a:pt x="2322" y="0"/>
                      <a:pt x="1743" y="194"/>
                      <a:pt x="1250" y="538"/>
                    </a:cubicBezTo>
                    <a:cubicBezTo>
                      <a:pt x="762" y="871"/>
                      <a:pt x="369" y="1323"/>
                      <a:pt x="59" y="1823"/>
                    </a:cubicBezTo>
                    <a:cubicBezTo>
                      <a:pt x="1" y="1931"/>
                      <a:pt x="88" y="2028"/>
                      <a:pt x="178" y="2028"/>
                    </a:cubicBezTo>
                    <a:cubicBezTo>
                      <a:pt x="217" y="2028"/>
                      <a:pt x="256" y="2010"/>
                      <a:pt x="285" y="1966"/>
                    </a:cubicBezTo>
                    <a:cubicBezTo>
                      <a:pt x="762" y="1216"/>
                      <a:pt x="1428" y="550"/>
                      <a:pt x="2321" y="323"/>
                    </a:cubicBezTo>
                    <a:cubicBezTo>
                      <a:pt x="2510" y="278"/>
                      <a:pt x="2700" y="256"/>
                      <a:pt x="2889" y="256"/>
                    </a:cubicBezTo>
                    <a:cubicBezTo>
                      <a:pt x="3393" y="256"/>
                      <a:pt x="3889" y="409"/>
                      <a:pt x="4322" y="669"/>
                    </a:cubicBezTo>
                    <a:cubicBezTo>
                      <a:pt x="4643" y="871"/>
                      <a:pt x="4941" y="1145"/>
                      <a:pt x="5179" y="1466"/>
                    </a:cubicBezTo>
                    <a:cubicBezTo>
                      <a:pt x="5207" y="1505"/>
                      <a:pt x="5247" y="1521"/>
                      <a:pt x="5287" y="1521"/>
                    </a:cubicBezTo>
                    <a:cubicBezTo>
                      <a:pt x="5384" y="1521"/>
                      <a:pt x="5481" y="1428"/>
                      <a:pt x="5405" y="1335"/>
                    </a:cubicBezTo>
                    <a:cubicBezTo>
                      <a:pt x="4941" y="728"/>
                      <a:pt x="4298" y="252"/>
                      <a:pt x="3548" y="73"/>
                    </a:cubicBezTo>
                    <a:cubicBezTo>
                      <a:pt x="3338" y="24"/>
                      <a:pt x="3127" y="0"/>
                      <a:pt x="29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2"/>
              <p:cNvSpPr/>
              <p:nvPr/>
            </p:nvSpPr>
            <p:spPr>
              <a:xfrm>
                <a:off x="5178900" y="3085325"/>
                <a:ext cx="79500" cy="122325"/>
              </a:xfrm>
              <a:custGeom>
                <a:rect b="b" l="l" r="r" t="t"/>
                <a:pathLst>
                  <a:path extrusionOk="0" h="4893" w="3180">
                    <a:moveTo>
                      <a:pt x="168" y="0"/>
                    </a:moveTo>
                    <a:cubicBezTo>
                      <a:pt x="1" y="0"/>
                      <a:pt x="4" y="263"/>
                      <a:pt x="168" y="275"/>
                    </a:cubicBezTo>
                    <a:cubicBezTo>
                      <a:pt x="846" y="334"/>
                      <a:pt x="1537" y="608"/>
                      <a:pt x="2025" y="1108"/>
                    </a:cubicBezTo>
                    <a:cubicBezTo>
                      <a:pt x="2549" y="1632"/>
                      <a:pt x="2799" y="2358"/>
                      <a:pt x="2751" y="3096"/>
                    </a:cubicBezTo>
                    <a:cubicBezTo>
                      <a:pt x="2727" y="3656"/>
                      <a:pt x="2549" y="4204"/>
                      <a:pt x="2311" y="4692"/>
                    </a:cubicBezTo>
                    <a:cubicBezTo>
                      <a:pt x="2254" y="4798"/>
                      <a:pt x="2341" y="4892"/>
                      <a:pt x="2425" y="4892"/>
                    </a:cubicBezTo>
                    <a:cubicBezTo>
                      <a:pt x="2464" y="4892"/>
                      <a:pt x="2502" y="4872"/>
                      <a:pt x="2525" y="4823"/>
                    </a:cubicBezTo>
                    <a:cubicBezTo>
                      <a:pt x="2942" y="3965"/>
                      <a:pt x="3180" y="2965"/>
                      <a:pt x="2882" y="2025"/>
                    </a:cubicBezTo>
                    <a:cubicBezTo>
                      <a:pt x="2644" y="1298"/>
                      <a:pt x="2108" y="691"/>
                      <a:pt x="1430" y="346"/>
                    </a:cubicBezTo>
                    <a:cubicBezTo>
                      <a:pt x="1037" y="155"/>
                      <a:pt x="608" y="36"/>
                      <a:pt x="179" y="1"/>
                    </a:cubicBezTo>
                    <a:cubicBezTo>
                      <a:pt x="176" y="0"/>
                      <a:pt x="17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2"/>
              <p:cNvSpPr/>
              <p:nvPr/>
            </p:nvSpPr>
            <p:spPr>
              <a:xfrm>
                <a:off x="5044500" y="3145450"/>
                <a:ext cx="96150" cy="36525"/>
              </a:xfrm>
              <a:custGeom>
                <a:rect b="b" l="l" r="r" t="t"/>
                <a:pathLst>
                  <a:path extrusionOk="0" h="1461" w="3846">
                    <a:moveTo>
                      <a:pt x="2043" y="1"/>
                    </a:moveTo>
                    <a:cubicBezTo>
                      <a:pt x="1174" y="1"/>
                      <a:pt x="507" y="572"/>
                      <a:pt x="67" y="1263"/>
                    </a:cubicBezTo>
                    <a:cubicBezTo>
                      <a:pt x="1" y="1362"/>
                      <a:pt x="89" y="1461"/>
                      <a:pt x="177" y="1461"/>
                    </a:cubicBezTo>
                    <a:cubicBezTo>
                      <a:pt x="216" y="1461"/>
                      <a:pt x="255" y="1441"/>
                      <a:pt x="281" y="1394"/>
                    </a:cubicBezTo>
                    <a:cubicBezTo>
                      <a:pt x="670" y="793"/>
                      <a:pt x="1268" y="263"/>
                      <a:pt x="2018" y="263"/>
                    </a:cubicBezTo>
                    <a:cubicBezTo>
                      <a:pt x="2026" y="263"/>
                      <a:pt x="2035" y="263"/>
                      <a:pt x="2043" y="263"/>
                    </a:cubicBezTo>
                    <a:cubicBezTo>
                      <a:pt x="2638" y="263"/>
                      <a:pt x="3186" y="596"/>
                      <a:pt x="3543" y="1072"/>
                    </a:cubicBezTo>
                    <a:cubicBezTo>
                      <a:pt x="3571" y="1110"/>
                      <a:pt x="3611" y="1126"/>
                      <a:pt x="3650" y="1126"/>
                    </a:cubicBezTo>
                    <a:cubicBezTo>
                      <a:pt x="3748" y="1126"/>
                      <a:pt x="3846" y="1031"/>
                      <a:pt x="3770" y="929"/>
                    </a:cubicBezTo>
                    <a:cubicBezTo>
                      <a:pt x="3365" y="382"/>
                      <a:pt x="2734" y="1"/>
                      <a:pt x="20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2"/>
              <p:cNvSpPr/>
              <p:nvPr/>
            </p:nvSpPr>
            <p:spPr>
              <a:xfrm>
                <a:off x="5132475" y="3167475"/>
                <a:ext cx="57475" cy="85525"/>
              </a:xfrm>
              <a:custGeom>
                <a:rect b="b" l="l" r="r" t="t"/>
                <a:pathLst>
                  <a:path extrusionOk="0" h="3421" w="2299">
                    <a:moveTo>
                      <a:pt x="146" y="0"/>
                    </a:moveTo>
                    <a:cubicBezTo>
                      <a:pt x="1" y="0"/>
                      <a:pt x="4" y="263"/>
                      <a:pt x="155" y="275"/>
                    </a:cubicBezTo>
                    <a:cubicBezTo>
                      <a:pt x="739" y="334"/>
                      <a:pt x="1322" y="632"/>
                      <a:pt x="1632" y="1144"/>
                    </a:cubicBezTo>
                    <a:cubicBezTo>
                      <a:pt x="2036" y="1787"/>
                      <a:pt x="1882" y="2573"/>
                      <a:pt x="1572" y="3227"/>
                    </a:cubicBezTo>
                    <a:cubicBezTo>
                      <a:pt x="1522" y="3327"/>
                      <a:pt x="1616" y="3420"/>
                      <a:pt x="1702" y="3420"/>
                    </a:cubicBezTo>
                    <a:cubicBezTo>
                      <a:pt x="1740" y="3420"/>
                      <a:pt x="1776" y="3402"/>
                      <a:pt x="1798" y="3358"/>
                    </a:cubicBezTo>
                    <a:cubicBezTo>
                      <a:pt x="2156" y="2608"/>
                      <a:pt x="2298" y="1739"/>
                      <a:pt x="1858" y="1001"/>
                    </a:cubicBezTo>
                    <a:cubicBezTo>
                      <a:pt x="1501" y="406"/>
                      <a:pt x="846" y="84"/>
                      <a:pt x="155" y="1"/>
                    </a:cubicBezTo>
                    <a:cubicBezTo>
                      <a:pt x="152" y="1"/>
                      <a:pt x="149" y="0"/>
                      <a:pt x="1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2"/>
              <p:cNvSpPr/>
              <p:nvPr/>
            </p:nvSpPr>
            <p:spPr>
              <a:xfrm>
                <a:off x="5550725" y="2431325"/>
                <a:ext cx="378300" cy="392100"/>
              </a:xfrm>
              <a:custGeom>
                <a:rect b="b" l="l" r="r" t="t"/>
                <a:pathLst>
                  <a:path extrusionOk="0" h="15684" w="15132">
                    <a:moveTo>
                      <a:pt x="8794" y="4403"/>
                    </a:moveTo>
                    <a:cubicBezTo>
                      <a:pt x="8839" y="4403"/>
                      <a:pt x="8884" y="4409"/>
                      <a:pt x="8928" y="4420"/>
                    </a:cubicBezTo>
                    <a:cubicBezTo>
                      <a:pt x="9202" y="4491"/>
                      <a:pt x="9369" y="4789"/>
                      <a:pt x="9298" y="5075"/>
                    </a:cubicBezTo>
                    <a:cubicBezTo>
                      <a:pt x="9262" y="5182"/>
                      <a:pt x="9238" y="5265"/>
                      <a:pt x="9202" y="5372"/>
                    </a:cubicBezTo>
                    <a:cubicBezTo>
                      <a:pt x="9143" y="5608"/>
                      <a:pt x="8930" y="5763"/>
                      <a:pt x="8697" y="5763"/>
                    </a:cubicBezTo>
                    <a:cubicBezTo>
                      <a:pt x="8648" y="5763"/>
                      <a:pt x="8597" y="5756"/>
                      <a:pt x="8547" y="5742"/>
                    </a:cubicBezTo>
                    <a:cubicBezTo>
                      <a:pt x="8274" y="5670"/>
                      <a:pt x="8107" y="5372"/>
                      <a:pt x="8178" y="5087"/>
                    </a:cubicBezTo>
                    <a:cubicBezTo>
                      <a:pt x="8214" y="4991"/>
                      <a:pt x="8238" y="4896"/>
                      <a:pt x="8274" y="4789"/>
                    </a:cubicBezTo>
                    <a:cubicBezTo>
                      <a:pt x="8334" y="4558"/>
                      <a:pt x="8555" y="4403"/>
                      <a:pt x="8794" y="4403"/>
                    </a:cubicBezTo>
                    <a:close/>
                    <a:moveTo>
                      <a:pt x="11240" y="7750"/>
                    </a:moveTo>
                    <a:cubicBezTo>
                      <a:pt x="11275" y="7750"/>
                      <a:pt x="11310" y="7755"/>
                      <a:pt x="11345" y="7766"/>
                    </a:cubicBezTo>
                    <a:cubicBezTo>
                      <a:pt x="11560" y="7825"/>
                      <a:pt x="11679" y="8039"/>
                      <a:pt x="11619" y="8242"/>
                    </a:cubicBezTo>
                    <a:cubicBezTo>
                      <a:pt x="11607" y="8325"/>
                      <a:pt x="11572" y="8385"/>
                      <a:pt x="11560" y="8456"/>
                    </a:cubicBezTo>
                    <a:cubicBezTo>
                      <a:pt x="11511" y="8623"/>
                      <a:pt x="11356" y="8733"/>
                      <a:pt x="11190" y="8733"/>
                    </a:cubicBezTo>
                    <a:cubicBezTo>
                      <a:pt x="11155" y="8733"/>
                      <a:pt x="11119" y="8729"/>
                      <a:pt x="11083" y="8718"/>
                    </a:cubicBezTo>
                    <a:cubicBezTo>
                      <a:pt x="10869" y="8659"/>
                      <a:pt x="10750" y="8456"/>
                      <a:pt x="10810" y="8242"/>
                    </a:cubicBezTo>
                    <a:cubicBezTo>
                      <a:pt x="10833" y="8170"/>
                      <a:pt x="10857" y="8111"/>
                      <a:pt x="10869" y="8039"/>
                    </a:cubicBezTo>
                    <a:cubicBezTo>
                      <a:pt x="10918" y="7862"/>
                      <a:pt x="11073" y="7750"/>
                      <a:pt x="11240" y="7750"/>
                    </a:cubicBezTo>
                    <a:close/>
                    <a:moveTo>
                      <a:pt x="7516" y="9123"/>
                    </a:moveTo>
                    <a:cubicBezTo>
                      <a:pt x="7598" y="9123"/>
                      <a:pt x="7680" y="9134"/>
                      <a:pt x="7762" y="9159"/>
                    </a:cubicBezTo>
                    <a:cubicBezTo>
                      <a:pt x="7928" y="9194"/>
                      <a:pt x="8095" y="9242"/>
                      <a:pt x="8274" y="9290"/>
                    </a:cubicBezTo>
                    <a:cubicBezTo>
                      <a:pt x="8750" y="9421"/>
                      <a:pt x="9048" y="9944"/>
                      <a:pt x="8905" y="10421"/>
                    </a:cubicBezTo>
                    <a:cubicBezTo>
                      <a:pt x="8795" y="10821"/>
                      <a:pt x="8408" y="11095"/>
                      <a:pt x="8004" y="11095"/>
                    </a:cubicBezTo>
                    <a:cubicBezTo>
                      <a:pt x="7927" y="11095"/>
                      <a:pt x="7850" y="11085"/>
                      <a:pt x="7774" y="11064"/>
                    </a:cubicBezTo>
                    <a:cubicBezTo>
                      <a:pt x="7619" y="11016"/>
                      <a:pt x="7452" y="10968"/>
                      <a:pt x="7273" y="10921"/>
                    </a:cubicBezTo>
                    <a:cubicBezTo>
                      <a:pt x="6797" y="10790"/>
                      <a:pt x="6500" y="10266"/>
                      <a:pt x="6631" y="9790"/>
                    </a:cubicBezTo>
                    <a:cubicBezTo>
                      <a:pt x="6739" y="9395"/>
                      <a:pt x="7118" y="9123"/>
                      <a:pt x="7516" y="9123"/>
                    </a:cubicBezTo>
                    <a:close/>
                    <a:moveTo>
                      <a:pt x="6706" y="11290"/>
                    </a:moveTo>
                    <a:cubicBezTo>
                      <a:pt x="6736" y="11290"/>
                      <a:pt x="6767" y="11294"/>
                      <a:pt x="6797" y="11302"/>
                    </a:cubicBezTo>
                    <a:cubicBezTo>
                      <a:pt x="6857" y="11314"/>
                      <a:pt x="6928" y="11326"/>
                      <a:pt x="6988" y="11361"/>
                    </a:cubicBezTo>
                    <a:cubicBezTo>
                      <a:pt x="7178" y="11421"/>
                      <a:pt x="7285" y="11611"/>
                      <a:pt x="7238" y="11802"/>
                    </a:cubicBezTo>
                    <a:cubicBezTo>
                      <a:pt x="7188" y="11962"/>
                      <a:pt x="7045" y="12063"/>
                      <a:pt x="6888" y="12063"/>
                    </a:cubicBezTo>
                    <a:cubicBezTo>
                      <a:pt x="6858" y="12063"/>
                      <a:pt x="6828" y="12059"/>
                      <a:pt x="6797" y="12052"/>
                    </a:cubicBezTo>
                    <a:cubicBezTo>
                      <a:pt x="6738" y="12040"/>
                      <a:pt x="6666" y="12028"/>
                      <a:pt x="6607" y="11992"/>
                    </a:cubicBezTo>
                    <a:cubicBezTo>
                      <a:pt x="6404" y="11933"/>
                      <a:pt x="6285" y="11742"/>
                      <a:pt x="6345" y="11552"/>
                    </a:cubicBezTo>
                    <a:cubicBezTo>
                      <a:pt x="6395" y="11392"/>
                      <a:pt x="6546" y="11290"/>
                      <a:pt x="6706" y="11290"/>
                    </a:cubicBezTo>
                    <a:close/>
                    <a:moveTo>
                      <a:pt x="9472" y="1"/>
                    </a:moveTo>
                    <a:cubicBezTo>
                      <a:pt x="7879" y="1"/>
                      <a:pt x="6475" y="1384"/>
                      <a:pt x="6035" y="3289"/>
                    </a:cubicBezTo>
                    <a:lnTo>
                      <a:pt x="5499" y="3587"/>
                    </a:lnTo>
                    <a:cubicBezTo>
                      <a:pt x="4969" y="3412"/>
                      <a:pt x="4434" y="3327"/>
                      <a:pt x="3920" y="3327"/>
                    </a:cubicBezTo>
                    <a:cubicBezTo>
                      <a:pt x="1769" y="3327"/>
                      <a:pt x="0" y="4811"/>
                      <a:pt x="606" y="7397"/>
                    </a:cubicBezTo>
                    <a:cubicBezTo>
                      <a:pt x="1785" y="11968"/>
                      <a:pt x="8274" y="15147"/>
                      <a:pt x="12619" y="15683"/>
                    </a:cubicBezTo>
                    <a:lnTo>
                      <a:pt x="12679" y="15659"/>
                    </a:lnTo>
                    <a:cubicBezTo>
                      <a:pt x="14477" y="11647"/>
                      <a:pt x="15132" y="4468"/>
                      <a:pt x="11845" y="1086"/>
                    </a:cubicBezTo>
                    <a:cubicBezTo>
                      <a:pt x="11069" y="329"/>
                      <a:pt x="10248" y="1"/>
                      <a:pt x="94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2"/>
              <p:cNvSpPr/>
              <p:nvPr/>
            </p:nvSpPr>
            <p:spPr>
              <a:xfrm>
                <a:off x="5686250" y="2506350"/>
                <a:ext cx="178450" cy="308775"/>
              </a:xfrm>
              <a:custGeom>
                <a:rect b="b" l="l" r="r" t="t"/>
                <a:pathLst>
                  <a:path extrusionOk="0" h="12351" w="7138">
                    <a:moveTo>
                      <a:pt x="188" y="0"/>
                    </a:moveTo>
                    <a:cubicBezTo>
                      <a:pt x="96" y="0"/>
                      <a:pt x="0" y="97"/>
                      <a:pt x="67" y="205"/>
                    </a:cubicBezTo>
                    <a:cubicBezTo>
                      <a:pt x="1817" y="3324"/>
                      <a:pt x="3579" y="6467"/>
                      <a:pt x="5329" y="9587"/>
                    </a:cubicBezTo>
                    <a:cubicBezTo>
                      <a:pt x="5841" y="10480"/>
                      <a:pt x="6341" y="11396"/>
                      <a:pt x="6853" y="12289"/>
                    </a:cubicBezTo>
                    <a:cubicBezTo>
                      <a:pt x="6878" y="12333"/>
                      <a:pt x="6917" y="12351"/>
                      <a:pt x="6956" y="12351"/>
                    </a:cubicBezTo>
                    <a:cubicBezTo>
                      <a:pt x="7045" y="12351"/>
                      <a:pt x="7137" y="12254"/>
                      <a:pt x="7079" y="12146"/>
                    </a:cubicBezTo>
                    <a:cubicBezTo>
                      <a:pt x="5305" y="8991"/>
                      <a:pt x="3531" y="5860"/>
                      <a:pt x="1757" y="2705"/>
                    </a:cubicBezTo>
                    <a:lnTo>
                      <a:pt x="293" y="62"/>
                    </a:lnTo>
                    <a:cubicBezTo>
                      <a:pt x="268" y="18"/>
                      <a:pt x="228" y="0"/>
                      <a:pt x="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2"/>
              <p:cNvSpPr/>
              <p:nvPr/>
            </p:nvSpPr>
            <p:spPr>
              <a:xfrm>
                <a:off x="5707950" y="2500950"/>
                <a:ext cx="163375" cy="48825"/>
              </a:xfrm>
              <a:custGeom>
                <a:rect b="b" l="l" r="r" t="t"/>
                <a:pathLst>
                  <a:path extrusionOk="0" h="1953" w="6535">
                    <a:moveTo>
                      <a:pt x="3588" y="1"/>
                    </a:moveTo>
                    <a:cubicBezTo>
                      <a:pt x="2792" y="1"/>
                      <a:pt x="2007" y="267"/>
                      <a:pt x="1342" y="671"/>
                    </a:cubicBezTo>
                    <a:cubicBezTo>
                      <a:pt x="877" y="944"/>
                      <a:pt x="449" y="1313"/>
                      <a:pt x="92" y="1706"/>
                    </a:cubicBezTo>
                    <a:cubicBezTo>
                      <a:pt x="0" y="1816"/>
                      <a:pt x="90" y="1953"/>
                      <a:pt x="186" y="1953"/>
                    </a:cubicBezTo>
                    <a:cubicBezTo>
                      <a:pt x="215" y="1953"/>
                      <a:pt x="245" y="1940"/>
                      <a:pt x="270" y="1909"/>
                    </a:cubicBezTo>
                    <a:cubicBezTo>
                      <a:pt x="1084" y="984"/>
                      <a:pt x="2335" y="262"/>
                      <a:pt x="3584" y="262"/>
                    </a:cubicBezTo>
                    <a:cubicBezTo>
                      <a:pt x="4072" y="262"/>
                      <a:pt x="4559" y="372"/>
                      <a:pt x="5021" y="623"/>
                    </a:cubicBezTo>
                    <a:cubicBezTo>
                      <a:pt x="5521" y="897"/>
                      <a:pt x="5926" y="1313"/>
                      <a:pt x="6235" y="1766"/>
                    </a:cubicBezTo>
                    <a:cubicBezTo>
                      <a:pt x="6265" y="1807"/>
                      <a:pt x="6309" y="1825"/>
                      <a:pt x="6352" y="1825"/>
                    </a:cubicBezTo>
                    <a:cubicBezTo>
                      <a:pt x="6446" y="1825"/>
                      <a:pt x="6535" y="1741"/>
                      <a:pt x="6461" y="1635"/>
                    </a:cubicBezTo>
                    <a:cubicBezTo>
                      <a:pt x="5890" y="790"/>
                      <a:pt x="5045" y="159"/>
                      <a:pt x="4021" y="28"/>
                    </a:cubicBezTo>
                    <a:cubicBezTo>
                      <a:pt x="3876" y="9"/>
                      <a:pt x="3732" y="1"/>
                      <a:pt x="35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2"/>
              <p:cNvSpPr/>
              <p:nvPr/>
            </p:nvSpPr>
            <p:spPr>
              <a:xfrm>
                <a:off x="5615275" y="2544100"/>
                <a:ext cx="100350" cy="136700"/>
              </a:xfrm>
              <a:custGeom>
                <a:rect b="b" l="l" r="r" t="t"/>
                <a:pathLst>
                  <a:path extrusionOk="0" h="5468" w="4014">
                    <a:moveTo>
                      <a:pt x="3821" y="1"/>
                    </a:moveTo>
                    <a:cubicBezTo>
                      <a:pt x="3810" y="1"/>
                      <a:pt x="3798" y="2"/>
                      <a:pt x="3787" y="4"/>
                    </a:cubicBezTo>
                    <a:cubicBezTo>
                      <a:pt x="1965" y="326"/>
                      <a:pt x="96" y="1695"/>
                      <a:pt x="12" y="3671"/>
                    </a:cubicBezTo>
                    <a:cubicBezTo>
                      <a:pt x="0" y="4267"/>
                      <a:pt x="155" y="4862"/>
                      <a:pt x="405" y="5398"/>
                    </a:cubicBezTo>
                    <a:cubicBezTo>
                      <a:pt x="428" y="5447"/>
                      <a:pt x="466" y="5467"/>
                      <a:pt x="505" y="5467"/>
                    </a:cubicBezTo>
                    <a:cubicBezTo>
                      <a:pt x="590" y="5467"/>
                      <a:pt x="680" y="5372"/>
                      <a:pt x="631" y="5267"/>
                    </a:cubicBezTo>
                    <a:cubicBezTo>
                      <a:pt x="227" y="4386"/>
                      <a:pt x="131" y="3409"/>
                      <a:pt x="560" y="2516"/>
                    </a:cubicBezTo>
                    <a:cubicBezTo>
                      <a:pt x="953" y="1731"/>
                      <a:pt x="1632" y="1111"/>
                      <a:pt x="2429" y="719"/>
                    </a:cubicBezTo>
                    <a:cubicBezTo>
                      <a:pt x="2870" y="492"/>
                      <a:pt x="3358" y="326"/>
                      <a:pt x="3858" y="242"/>
                    </a:cubicBezTo>
                    <a:cubicBezTo>
                      <a:pt x="4014" y="220"/>
                      <a:pt x="3972" y="1"/>
                      <a:pt x="38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2"/>
              <p:cNvSpPr/>
              <p:nvPr/>
            </p:nvSpPr>
            <p:spPr>
              <a:xfrm>
                <a:off x="5751300" y="2588850"/>
                <a:ext cx="137025" cy="50675"/>
              </a:xfrm>
              <a:custGeom>
                <a:rect b="b" l="l" r="r" t="t"/>
                <a:pathLst>
                  <a:path extrusionOk="0" h="2027" w="5481">
                    <a:moveTo>
                      <a:pt x="2574" y="0"/>
                    </a:moveTo>
                    <a:cubicBezTo>
                      <a:pt x="2020" y="0"/>
                      <a:pt x="1469" y="166"/>
                      <a:pt x="1001" y="453"/>
                    </a:cubicBezTo>
                    <a:cubicBezTo>
                      <a:pt x="632" y="691"/>
                      <a:pt x="322" y="988"/>
                      <a:pt x="60" y="1334"/>
                    </a:cubicBezTo>
                    <a:cubicBezTo>
                      <a:pt x="1" y="1444"/>
                      <a:pt x="98" y="1542"/>
                      <a:pt x="198" y="1542"/>
                    </a:cubicBezTo>
                    <a:cubicBezTo>
                      <a:pt x="239" y="1542"/>
                      <a:pt x="279" y="1526"/>
                      <a:pt x="310" y="1488"/>
                    </a:cubicBezTo>
                    <a:cubicBezTo>
                      <a:pt x="727" y="929"/>
                      <a:pt x="1322" y="500"/>
                      <a:pt x="1989" y="334"/>
                    </a:cubicBezTo>
                    <a:cubicBezTo>
                      <a:pt x="2179" y="287"/>
                      <a:pt x="2370" y="265"/>
                      <a:pt x="2560" y="265"/>
                    </a:cubicBezTo>
                    <a:cubicBezTo>
                      <a:pt x="3098" y="265"/>
                      <a:pt x="3624" y="442"/>
                      <a:pt x="4073" y="750"/>
                    </a:cubicBezTo>
                    <a:cubicBezTo>
                      <a:pt x="4525" y="1072"/>
                      <a:pt x="4894" y="1500"/>
                      <a:pt x="5192" y="1965"/>
                    </a:cubicBezTo>
                    <a:cubicBezTo>
                      <a:pt x="5217" y="2008"/>
                      <a:pt x="5256" y="2026"/>
                      <a:pt x="5296" y="2026"/>
                    </a:cubicBezTo>
                    <a:cubicBezTo>
                      <a:pt x="5388" y="2026"/>
                      <a:pt x="5481" y="1930"/>
                      <a:pt x="5406" y="1822"/>
                    </a:cubicBezTo>
                    <a:cubicBezTo>
                      <a:pt x="4894" y="1024"/>
                      <a:pt x="4156" y="298"/>
                      <a:pt x="3191" y="72"/>
                    </a:cubicBezTo>
                    <a:cubicBezTo>
                      <a:pt x="2988" y="23"/>
                      <a:pt x="2781" y="0"/>
                      <a:pt x="25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2"/>
              <p:cNvSpPr/>
              <p:nvPr/>
            </p:nvSpPr>
            <p:spPr>
              <a:xfrm>
                <a:off x="5682550" y="2621875"/>
                <a:ext cx="76525" cy="121825"/>
              </a:xfrm>
              <a:custGeom>
                <a:rect b="b" l="l" r="r" t="t"/>
                <a:pathLst>
                  <a:path extrusionOk="0" h="4873" w="3061">
                    <a:moveTo>
                      <a:pt x="2905" y="0"/>
                    </a:moveTo>
                    <a:cubicBezTo>
                      <a:pt x="2901" y="0"/>
                      <a:pt x="2897" y="0"/>
                      <a:pt x="2893" y="1"/>
                    </a:cubicBezTo>
                    <a:cubicBezTo>
                      <a:pt x="2131" y="72"/>
                      <a:pt x="1393" y="370"/>
                      <a:pt x="857" y="906"/>
                    </a:cubicBezTo>
                    <a:cubicBezTo>
                      <a:pt x="274" y="1489"/>
                      <a:pt x="0" y="2287"/>
                      <a:pt x="48" y="3096"/>
                    </a:cubicBezTo>
                    <a:cubicBezTo>
                      <a:pt x="84" y="3692"/>
                      <a:pt x="274" y="4275"/>
                      <a:pt x="536" y="4811"/>
                    </a:cubicBezTo>
                    <a:cubicBezTo>
                      <a:pt x="561" y="4854"/>
                      <a:pt x="598" y="4872"/>
                      <a:pt x="636" y="4872"/>
                    </a:cubicBezTo>
                    <a:cubicBezTo>
                      <a:pt x="723" y="4872"/>
                      <a:pt x="812" y="4776"/>
                      <a:pt x="762" y="4668"/>
                    </a:cubicBezTo>
                    <a:cubicBezTo>
                      <a:pt x="381" y="3882"/>
                      <a:pt x="155" y="2965"/>
                      <a:pt x="429" y="2084"/>
                    </a:cubicBezTo>
                    <a:cubicBezTo>
                      <a:pt x="643" y="1418"/>
                      <a:pt x="1143" y="882"/>
                      <a:pt x="1774" y="560"/>
                    </a:cubicBezTo>
                    <a:cubicBezTo>
                      <a:pt x="2131" y="382"/>
                      <a:pt x="2501" y="286"/>
                      <a:pt x="2905" y="251"/>
                    </a:cubicBezTo>
                    <a:cubicBezTo>
                      <a:pt x="3057" y="239"/>
                      <a:pt x="3060" y="0"/>
                      <a:pt x="29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2"/>
              <p:cNvSpPr/>
              <p:nvPr/>
            </p:nvSpPr>
            <p:spPr>
              <a:xfrm>
                <a:off x="5797425" y="2681700"/>
                <a:ext cx="96550" cy="36700"/>
              </a:xfrm>
              <a:custGeom>
                <a:rect b="b" l="l" r="r" t="t"/>
                <a:pathLst>
                  <a:path extrusionOk="0" h="1468" w="3862">
                    <a:moveTo>
                      <a:pt x="1811" y="1"/>
                    </a:moveTo>
                    <a:cubicBezTo>
                      <a:pt x="1108" y="1"/>
                      <a:pt x="489" y="394"/>
                      <a:pt x="84" y="941"/>
                    </a:cubicBezTo>
                    <a:cubicBezTo>
                      <a:pt x="0" y="1034"/>
                      <a:pt x="95" y="1127"/>
                      <a:pt x="195" y="1127"/>
                    </a:cubicBezTo>
                    <a:cubicBezTo>
                      <a:pt x="237" y="1127"/>
                      <a:pt x="279" y="1111"/>
                      <a:pt x="311" y="1072"/>
                    </a:cubicBezTo>
                    <a:cubicBezTo>
                      <a:pt x="668" y="596"/>
                      <a:pt x="1215" y="275"/>
                      <a:pt x="1811" y="275"/>
                    </a:cubicBezTo>
                    <a:cubicBezTo>
                      <a:pt x="2573" y="275"/>
                      <a:pt x="3168" y="811"/>
                      <a:pt x="3561" y="1406"/>
                    </a:cubicBezTo>
                    <a:cubicBezTo>
                      <a:pt x="3590" y="1449"/>
                      <a:pt x="3632" y="1467"/>
                      <a:pt x="3673" y="1467"/>
                    </a:cubicBezTo>
                    <a:cubicBezTo>
                      <a:pt x="3769" y="1467"/>
                      <a:pt x="3862" y="1371"/>
                      <a:pt x="3787" y="1263"/>
                    </a:cubicBezTo>
                    <a:cubicBezTo>
                      <a:pt x="3347" y="584"/>
                      <a:pt x="2668" y="1"/>
                      <a:pt x="18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2"/>
              <p:cNvSpPr/>
              <p:nvPr/>
            </p:nvSpPr>
            <p:spPr>
              <a:xfrm>
                <a:off x="5747725" y="2704000"/>
                <a:ext cx="57775" cy="85375"/>
              </a:xfrm>
              <a:custGeom>
                <a:rect b="b" l="l" r="r" t="t"/>
                <a:pathLst>
                  <a:path extrusionOk="0" h="3415" w="2311">
                    <a:moveTo>
                      <a:pt x="2165" y="0"/>
                    </a:moveTo>
                    <a:cubicBezTo>
                      <a:pt x="2158" y="0"/>
                      <a:pt x="2151" y="1"/>
                      <a:pt x="2144" y="2"/>
                    </a:cubicBezTo>
                    <a:cubicBezTo>
                      <a:pt x="1465" y="61"/>
                      <a:pt x="810" y="407"/>
                      <a:pt x="453" y="1002"/>
                    </a:cubicBezTo>
                    <a:cubicBezTo>
                      <a:pt x="1" y="1728"/>
                      <a:pt x="155" y="2621"/>
                      <a:pt x="513" y="3347"/>
                    </a:cubicBezTo>
                    <a:cubicBezTo>
                      <a:pt x="535" y="3395"/>
                      <a:pt x="571" y="3414"/>
                      <a:pt x="609" y="3414"/>
                    </a:cubicBezTo>
                    <a:cubicBezTo>
                      <a:pt x="694" y="3414"/>
                      <a:pt x="785" y="3316"/>
                      <a:pt x="727" y="3217"/>
                    </a:cubicBezTo>
                    <a:cubicBezTo>
                      <a:pt x="417" y="2562"/>
                      <a:pt x="275" y="1776"/>
                      <a:pt x="667" y="1133"/>
                    </a:cubicBezTo>
                    <a:cubicBezTo>
                      <a:pt x="989" y="633"/>
                      <a:pt x="1549" y="335"/>
                      <a:pt x="2144" y="264"/>
                    </a:cubicBezTo>
                    <a:cubicBezTo>
                      <a:pt x="2303" y="241"/>
                      <a:pt x="2310" y="0"/>
                      <a:pt x="2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2"/>
              <p:cNvSpPr/>
              <p:nvPr/>
            </p:nvSpPr>
            <p:spPr>
              <a:xfrm>
                <a:off x="5578700" y="2877200"/>
                <a:ext cx="378300" cy="392100"/>
              </a:xfrm>
              <a:custGeom>
                <a:rect b="b" l="l" r="r" t="t"/>
                <a:pathLst>
                  <a:path extrusionOk="0" h="15684" w="15132">
                    <a:moveTo>
                      <a:pt x="8787" y="4380"/>
                    </a:moveTo>
                    <a:cubicBezTo>
                      <a:pt x="8830" y="4380"/>
                      <a:pt x="8874" y="4385"/>
                      <a:pt x="8917" y="4397"/>
                    </a:cubicBezTo>
                    <a:cubicBezTo>
                      <a:pt x="9202" y="4468"/>
                      <a:pt x="9369" y="4766"/>
                      <a:pt x="9298" y="5052"/>
                    </a:cubicBezTo>
                    <a:cubicBezTo>
                      <a:pt x="9262" y="5159"/>
                      <a:pt x="9238" y="5242"/>
                      <a:pt x="9202" y="5349"/>
                    </a:cubicBezTo>
                    <a:cubicBezTo>
                      <a:pt x="9144" y="5585"/>
                      <a:pt x="8930" y="5740"/>
                      <a:pt x="8697" y="5740"/>
                    </a:cubicBezTo>
                    <a:cubicBezTo>
                      <a:pt x="8648" y="5740"/>
                      <a:pt x="8598" y="5733"/>
                      <a:pt x="8548" y="5718"/>
                    </a:cubicBezTo>
                    <a:cubicBezTo>
                      <a:pt x="8262" y="5647"/>
                      <a:pt x="8107" y="5349"/>
                      <a:pt x="8179" y="5063"/>
                    </a:cubicBezTo>
                    <a:cubicBezTo>
                      <a:pt x="8202" y="4968"/>
                      <a:pt x="8238" y="4873"/>
                      <a:pt x="8262" y="4766"/>
                    </a:cubicBezTo>
                    <a:cubicBezTo>
                      <a:pt x="8332" y="4535"/>
                      <a:pt x="8555" y="4380"/>
                      <a:pt x="8787" y="4380"/>
                    </a:cubicBezTo>
                    <a:close/>
                    <a:moveTo>
                      <a:pt x="11239" y="7751"/>
                    </a:moveTo>
                    <a:cubicBezTo>
                      <a:pt x="11274" y="7751"/>
                      <a:pt x="11310" y="7756"/>
                      <a:pt x="11346" y="7766"/>
                    </a:cubicBezTo>
                    <a:cubicBezTo>
                      <a:pt x="11560" y="7826"/>
                      <a:pt x="11679" y="8028"/>
                      <a:pt x="11619" y="8242"/>
                    </a:cubicBezTo>
                    <a:cubicBezTo>
                      <a:pt x="11596" y="8314"/>
                      <a:pt x="11572" y="8373"/>
                      <a:pt x="11560" y="8445"/>
                    </a:cubicBezTo>
                    <a:cubicBezTo>
                      <a:pt x="11511" y="8622"/>
                      <a:pt x="11356" y="8734"/>
                      <a:pt x="11189" y="8734"/>
                    </a:cubicBezTo>
                    <a:cubicBezTo>
                      <a:pt x="11154" y="8734"/>
                      <a:pt x="11119" y="8729"/>
                      <a:pt x="11084" y="8719"/>
                    </a:cubicBezTo>
                    <a:cubicBezTo>
                      <a:pt x="10869" y="8659"/>
                      <a:pt x="10750" y="8433"/>
                      <a:pt x="10810" y="8242"/>
                    </a:cubicBezTo>
                    <a:cubicBezTo>
                      <a:pt x="10822" y="8171"/>
                      <a:pt x="10857" y="8111"/>
                      <a:pt x="10869" y="8028"/>
                    </a:cubicBezTo>
                    <a:cubicBezTo>
                      <a:pt x="10918" y="7861"/>
                      <a:pt x="11073" y="7751"/>
                      <a:pt x="11239" y="7751"/>
                    </a:cubicBezTo>
                    <a:close/>
                    <a:moveTo>
                      <a:pt x="7531" y="9116"/>
                    </a:moveTo>
                    <a:cubicBezTo>
                      <a:pt x="7608" y="9116"/>
                      <a:pt x="7685" y="9126"/>
                      <a:pt x="7762" y="9147"/>
                    </a:cubicBezTo>
                    <a:cubicBezTo>
                      <a:pt x="7929" y="9195"/>
                      <a:pt x="8083" y="9242"/>
                      <a:pt x="8262" y="9278"/>
                    </a:cubicBezTo>
                    <a:cubicBezTo>
                      <a:pt x="8738" y="9421"/>
                      <a:pt x="9036" y="9933"/>
                      <a:pt x="8905" y="10409"/>
                    </a:cubicBezTo>
                    <a:cubicBezTo>
                      <a:pt x="8795" y="10809"/>
                      <a:pt x="8408" y="11083"/>
                      <a:pt x="8005" y="11083"/>
                    </a:cubicBezTo>
                    <a:cubicBezTo>
                      <a:pt x="7928" y="11083"/>
                      <a:pt x="7850" y="11073"/>
                      <a:pt x="7774" y="11052"/>
                    </a:cubicBezTo>
                    <a:cubicBezTo>
                      <a:pt x="7607" y="11005"/>
                      <a:pt x="7452" y="10969"/>
                      <a:pt x="7274" y="10921"/>
                    </a:cubicBezTo>
                    <a:cubicBezTo>
                      <a:pt x="6797" y="10790"/>
                      <a:pt x="6500" y="10266"/>
                      <a:pt x="6631" y="9790"/>
                    </a:cubicBezTo>
                    <a:cubicBezTo>
                      <a:pt x="6741" y="9390"/>
                      <a:pt x="7128" y="9116"/>
                      <a:pt x="7531" y="9116"/>
                    </a:cubicBezTo>
                    <a:close/>
                    <a:moveTo>
                      <a:pt x="6702" y="11267"/>
                    </a:moveTo>
                    <a:cubicBezTo>
                      <a:pt x="6733" y="11267"/>
                      <a:pt x="6765" y="11271"/>
                      <a:pt x="6797" y="11278"/>
                    </a:cubicBezTo>
                    <a:cubicBezTo>
                      <a:pt x="6857" y="11290"/>
                      <a:pt x="6928" y="11302"/>
                      <a:pt x="6988" y="11338"/>
                    </a:cubicBezTo>
                    <a:cubicBezTo>
                      <a:pt x="7178" y="11398"/>
                      <a:pt x="7286" y="11588"/>
                      <a:pt x="7238" y="11779"/>
                    </a:cubicBezTo>
                    <a:cubicBezTo>
                      <a:pt x="7186" y="11945"/>
                      <a:pt x="7035" y="12047"/>
                      <a:pt x="6871" y="12047"/>
                    </a:cubicBezTo>
                    <a:cubicBezTo>
                      <a:pt x="6846" y="12047"/>
                      <a:pt x="6822" y="12045"/>
                      <a:pt x="6797" y="12040"/>
                    </a:cubicBezTo>
                    <a:cubicBezTo>
                      <a:pt x="6738" y="12017"/>
                      <a:pt x="6655" y="12005"/>
                      <a:pt x="6595" y="11981"/>
                    </a:cubicBezTo>
                    <a:cubicBezTo>
                      <a:pt x="6405" y="11933"/>
                      <a:pt x="6285" y="11719"/>
                      <a:pt x="6345" y="11528"/>
                    </a:cubicBezTo>
                    <a:cubicBezTo>
                      <a:pt x="6395" y="11368"/>
                      <a:pt x="6537" y="11267"/>
                      <a:pt x="6702" y="11267"/>
                    </a:cubicBezTo>
                    <a:close/>
                    <a:moveTo>
                      <a:pt x="9467" y="1"/>
                    </a:moveTo>
                    <a:cubicBezTo>
                      <a:pt x="7878" y="1"/>
                      <a:pt x="6476" y="1381"/>
                      <a:pt x="6035" y="3277"/>
                    </a:cubicBezTo>
                    <a:lnTo>
                      <a:pt x="5500" y="3575"/>
                    </a:lnTo>
                    <a:cubicBezTo>
                      <a:pt x="4972" y="3401"/>
                      <a:pt x="4438" y="3317"/>
                      <a:pt x="3927" y="3317"/>
                    </a:cubicBezTo>
                    <a:cubicBezTo>
                      <a:pt x="1773" y="3317"/>
                      <a:pt x="0" y="4809"/>
                      <a:pt x="606" y="7397"/>
                    </a:cubicBezTo>
                    <a:cubicBezTo>
                      <a:pt x="1773" y="11957"/>
                      <a:pt x="8262" y="15148"/>
                      <a:pt x="12608" y="15684"/>
                    </a:cubicBezTo>
                    <a:lnTo>
                      <a:pt x="12667" y="15648"/>
                    </a:lnTo>
                    <a:cubicBezTo>
                      <a:pt x="14477" y="11648"/>
                      <a:pt x="15132" y="4456"/>
                      <a:pt x="11834" y="1087"/>
                    </a:cubicBezTo>
                    <a:cubicBezTo>
                      <a:pt x="11061" y="329"/>
                      <a:pt x="10242" y="1"/>
                      <a:pt x="94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2"/>
              <p:cNvSpPr/>
              <p:nvPr/>
            </p:nvSpPr>
            <p:spPr>
              <a:xfrm>
                <a:off x="5714250" y="2951725"/>
                <a:ext cx="178325" cy="308700"/>
              </a:xfrm>
              <a:custGeom>
                <a:rect b="b" l="l" r="r" t="t"/>
                <a:pathLst>
                  <a:path extrusionOk="0" h="12348" w="7133">
                    <a:moveTo>
                      <a:pt x="178" y="1"/>
                    </a:moveTo>
                    <a:cubicBezTo>
                      <a:pt x="91" y="1"/>
                      <a:pt x="1" y="95"/>
                      <a:pt x="66" y="201"/>
                    </a:cubicBezTo>
                    <a:cubicBezTo>
                      <a:pt x="1816" y="3321"/>
                      <a:pt x="3578" y="6464"/>
                      <a:pt x="5328" y="9595"/>
                    </a:cubicBezTo>
                    <a:cubicBezTo>
                      <a:pt x="5840" y="10488"/>
                      <a:pt x="6340" y="11393"/>
                      <a:pt x="6852" y="12286"/>
                    </a:cubicBezTo>
                    <a:cubicBezTo>
                      <a:pt x="6878" y="12330"/>
                      <a:pt x="6917" y="12348"/>
                      <a:pt x="6955" y="12348"/>
                    </a:cubicBezTo>
                    <a:cubicBezTo>
                      <a:pt x="7044" y="12348"/>
                      <a:pt x="7133" y="12254"/>
                      <a:pt x="7067" y="12155"/>
                    </a:cubicBezTo>
                    <a:cubicBezTo>
                      <a:pt x="5304" y="9000"/>
                      <a:pt x="3530" y="5857"/>
                      <a:pt x="1756" y="2702"/>
                    </a:cubicBezTo>
                    <a:lnTo>
                      <a:pt x="280" y="70"/>
                    </a:lnTo>
                    <a:cubicBezTo>
                      <a:pt x="257" y="21"/>
                      <a:pt x="218" y="1"/>
                      <a:pt x="1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2"/>
              <p:cNvSpPr/>
              <p:nvPr/>
            </p:nvSpPr>
            <p:spPr>
              <a:xfrm>
                <a:off x="5735925" y="2946825"/>
                <a:ext cx="163200" cy="48550"/>
              </a:xfrm>
              <a:custGeom>
                <a:rect b="b" l="l" r="r" t="t"/>
                <a:pathLst>
                  <a:path extrusionOk="0" h="1942" w="6528">
                    <a:moveTo>
                      <a:pt x="3576" y="0"/>
                    </a:moveTo>
                    <a:cubicBezTo>
                      <a:pt x="2784" y="0"/>
                      <a:pt x="2004" y="258"/>
                      <a:pt x="1342" y="659"/>
                    </a:cubicBezTo>
                    <a:cubicBezTo>
                      <a:pt x="878" y="945"/>
                      <a:pt x="449" y="1302"/>
                      <a:pt x="92" y="1707"/>
                    </a:cubicBezTo>
                    <a:cubicBezTo>
                      <a:pt x="1" y="1807"/>
                      <a:pt x="90" y="1941"/>
                      <a:pt x="185" y="1941"/>
                    </a:cubicBezTo>
                    <a:cubicBezTo>
                      <a:pt x="215" y="1941"/>
                      <a:pt x="245" y="1928"/>
                      <a:pt x="270" y="1897"/>
                    </a:cubicBezTo>
                    <a:cubicBezTo>
                      <a:pt x="1083" y="982"/>
                      <a:pt x="2334" y="263"/>
                      <a:pt x="3578" y="263"/>
                    </a:cubicBezTo>
                    <a:cubicBezTo>
                      <a:pt x="4065" y="263"/>
                      <a:pt x="4551" y="372"/>
                      <a:pt x="5009" y="623"/>
                    </a:cubicBezTo>
                    <a:cubicBezTo>
                      <a:pt x="5521" y="885"/>
                      <a:pt x="5926" y="1302"/>
                      <a:pt x="6235" y="1766"/>
                    </a:cubicBezTo>
                    <a:cubicBezTo>
                      <a:pt x="6261" y="1806"/>
                      <a:pt x="6300" y="1823"/>
                      <a:pt x="6340" y="1823"/>
                    </a:cubicBezTo>
                    <a:cubicBezTo>
                      <a:pt x="6433" y="1823"/>
                      <a:pt x="6528" y="1735"/>
                      <a:pt x="6462" y="1635"/>
                    </a:cubicBezTo>
                    <a:cubicBezTo>
                      <a:pt x="5890" y="778"/>
                      <a:pt x="5045" y="159"/>
                      <a:pt x="4021" y="28"/>
                    </a:cubicBezTo>
                    <a:cubicBezTo>
                      <a:pt x="3873" y="9"/>
                      <a:pt x="3724" y="0"/>
                      <a:pt x="35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2"/>
              <p:cNvSpPr/>
              <p:nvPr/>
            </p:nvSpPr>
            <p:spPr>
              <a:xfrm>
                <a:off x="5643250" y="2989400"/>
                <a:ext cx="100075" cy="136775"/>
              </a:xfrm>
              <a:custGeom>
                <a:rect b="b" l="l" r="r" t="t"/>
                <a:pathLst>
                  <a:path extrusionOk="0" h="5471" w="4003">
                    <a:moveTo>
                      <a:pt x="3806" y="1"/>
                    </a:moveTo>
                    <a:cubicBezTo>
                      <a:pt x="3796" y="1"/>
                      <a:pt x="3786" y="2"/>
                      <a:pt x="3775" y="4"/>
                    </a:cubicBezTo>
                    <a:cubicBezTo>
                      <a:pt x="1965" y="325"/>
                      <a:pt x="84" y="1695"/>
                      <a:pt x="13" y="3683"/>
                    </a:cubicBezTo>
                    <a:cubicBezTo>
                      <a:pt x="1" y="4278"/>
                      <a:pt x="143" y="4874"/>
                      <a:pt x="405" y="5409"/>
                    </a:cubicBezTo>
                    <a:cubicBezTo>
                      <a:pt x="427" y="5453"/>
                      <a:pt x="463" y="5471"/>
                      <a:pt x="500" y="5471"/>
                    </a:cubicBezTo>
                    <a:cubicBezTo>
                      <a:pt x="585" y="5471"/>
                      <a:pt x="678" y="5374"/>
                      <a:pt x="620" y="5266"/>
                    </a:cubicBezTo>
                    <a:cubicBezTo>
                      <a:pt x="215" y="4397"/>
                      <a:pt x="132" y="3409"/>
                      <a:pt x="560" y="2516"/>
                    </a:cubicBezTo>
                    <a:cubicBezTo>
                      <a:pt x="953" y="1730"/>
                      <a:pt x="1632" y="1123"/>
                      <a:pt x="2418" y="718"/>
                    </a:cubicBezTo>
                    <a:cubicBezTo>
                      <a:pt x="2870" y="492"/>
                      <a:pt x="3358" y="325"/>
                      <a:pt x="3846" y="242"/>
                    </a:cubicBezTo>
                    <a:cubicBezTo>
                      <a:pt x="4003" y="242"/>
                      <a:pt x="3960" y="1"/>
                      <a:pt x="38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2"/>
              <p:cNvSpPr/>
              <p:nvPr/>
            </p:nvSpPr>
            <p:spPr>
              <a:xfrm>
                <a:off x="5779300" y="3034425"/>
                <a:ext cx="137000" cy="50700"/>
              </a:xfrm>
              <a:custGeom>
                <a:rect b="b" l="l" r="r" t="t"/>
                <a:pathLst>
                  <a:path extrusionOk="0" h="2028" w="5480">
                    <a:moveTo>
                      <a:pt x="2577" y="1"/>
                    </a:moveTo>
                    <a:cubicBezTo>
                      <a:pt x="2021" y="1"/>
                      <a:pt x="1469" y="170"/>
                      <a:pt x="1000" y="465"/>
                    </a:cubicBezTo>
                    <a:cubicBezTo>
                      <a:pt x="631" y="703"/>
                      <a:pt x="321" y="1001"/>
                      <a:pt x="59" y="1346"/>
                    </a:cubicBezTo>
                    <a:cubicBezTo>
                      <a:pt x="0" y="1448"/>
                      <a:pt x="97" y="1543"/>
                      <a:pt x="192" y="1543"/>
                    </a:cubicBezTo>
                    <a:cubicBezTo>
                      <a:pt x="231" y="1543"/>
                      <a:pt x="270" y="1527"/>
                      <a:pt x="297" y="1489"/>
                    </a:cubicBezTo>
                    <a:cubicBezTo>
                      <a:pt x="714" y="941"/>
                      <a:pt x="1309" y="513"/>
                      <a:pt x="1988" y="346"/>
                    </a:cubicBezTo>
                    <a:cubicBezTo>
                      <a:pt x="2178" y="299"/>
                      <a:pt x="2369" y="277"/>
                      <a:pt x="2558" y="277"/>
                    </a:cubicBezTo>
                    <a:cubicBezTo>
                      <a:pt x="3092" y="277"/>
                      <a:pt x="3614" y="455"/>
                      <a:pt x="4072" y="763"/>
                    </a:cubicBezTo>
                    <a:cubicBezTo>
                      <a:pt x="4524" y="1072"/>
                      <a:pt x="4881" y="1501"/>
                      <a:pt x="5179" y="1965"/>
                    </a:cubicBezTo>
                    <a:cubicBezTo>
                      <a:pt x="5208" y="2009"/>
                      <a:pt x="5251" y="2027"/>
                      <a:pt x="5292" y="2027"/>
                    </a:cubicBezTo>
                    <a:cubicBezTo>
                      <a:pt x="5387" y="2027"/>
                      <a:pt x="5480" y="1934"/>
                      <a:pt x="5405" y="1834"/>
                    </a:cubicBezTo>
                    <a:cubicBezTo>
                      <a:pt x="4881" y="1025"/>
                      <a:pt x="4155" y="298"/>
                      <a:pt x="3191" y="72"/>
                    </a:cubicBezTo>
                    <a:cubicBezTo>
                      <a:pt x="2988" y="24"/>
                      <a:pt x="2782" y="1"/>
                      <a:pt x="25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2"/>
              <p:cNvSpPr/>
              <p:nvPr/>
            </p:nvSpPr>
            <p:spPr>
              <a:xfrm>
                <a:off x="5710525" y="3067175"/>
                <a:ext cx="76225" cy="121825"/>
              </a:xfrm>
              <a:custGeom>
                <a:rect b="b" l="l" r="r" t="t"/>
                <a:pathLst>
                  <a:path extrusionOk="0" h="4873" w="3049">
                    <a:moveTo>
                      <a:pt x="2904" y="0"/>
                    </a:moveTo>
                    <a:cubicBezTo>
                      <a:pt x="2900" y="0"/>
                      <a:pt x="2897" y="0"/>
                      <a:pt x="2894" y="0"/>
                    </a:cubicBezTo>
                    <a:cubicBezTo>
                      <a:pt x="2132" y="72"/>
                      <a:pt x="1382" y="370"/>
                      <a:pt x="846" y="905"/>
                    </a:cubicBezTo>
                    <a:cubicBezTo>
                      <a:pt x="274" y="1489"/>
                      <a:pt x="0" y="2286"/>
                      <a:pt x="48" y="3096"/>
                    </a:cubicBezTo>
                    <a:cubicBezTo>
                      <a:pt x="72" y="3691"/>
                      <a:pt x="274" y="4275"/>
                      <a:pt x="536" y="4811"/>
                    </a:cubicBezTo>
                    <a:cubicBezTo>
                      <a:pt x="558" y="4854"/>
                      <a:pt x="594" y="4872"/>
                      <a:pt x="632" y="4872"/>
                    </a:cubicBezTo>
                    <a:cubicBezTo>
                      <a:pt x="718" y="4872"/>
                      <a:pt x="812" y="4779"/>
                      <a:pt x="762" y="4680"/>
                    </a:cubicBezTo>
                    <a:cubicBezTo>
                      <a:pt x="370" y="3882"/>
                      <a:pt x="155" y="2965"/>
                      <a:pt x="429" y="2084"/>
                    </a:cubicBezTo>
                    <a:cubicBezTo>
                      <a:pt x="643" y="1417"/>
                      <a:pt x="1143" y="881"/>
                      <a:pt x="1774" y="572"/>
                    </a:cubicBezTo>
                    <a:cubicBezTo>
                      <a:pt x="2132" y="393"/>
                      <a:pt x="2501" y="286"/>
                      <a:pt x="2906" y="250"/>
                    </a:cubicBezTo>
                    <a:cubicBezTo>
                      <a:pt x="3045" y="250"/>
                      <a:pt x="3048" y="0"/>
                      <a:pt x="29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2"/>
              <p:cNvSpPr/>
              <p:nvPr/>
            </p:nvSpPr>
            <p:spPr>
              <a:xfrm>
                <a:off x="5825400" y="3127000"/>
                <a:ext cx="96550" cy="36700"/>
              </a:xfrm>
              <a:custGeom>
                <a:rect b="b" l="l" r="r" t="t"/>
                <a:pathLst>
                  <a:path extrusionOk="0" h="1468" w="3862">
                    <a:moveTo>
                      <a:pt x="1811" y="1"/>
                    </a:moveTo>
                    <a:cubicBezTo>
                      <a:pt x="1109" y="1"/>
                      <a:pt x="477" y="393"/>
                      <a:pt x="85" y="941"/>
                    </a:cubicBezTo>
                    <a:cubicBezTo>
                      <a:pt x="1" y="1033"/>
                      <a:pt x="94" y="1132"/>
                      <a:pt x="190" y="1132"/>
                    </a:cubicBezTo>
                    <a:cubicBezTo>
                      <a:pt x="230" y="1132"/>
                      <a:pt x="271" y="1114"/>
                      <a:pt x="299" y="1072"/>
                    </a:cubicBezTo>
                    <a:cubicBezTo>
                      <a:pt x="656" y="596"/>
                      <a:pt x="1216" y="274"/>
                      <a:pt x="1811" y="274"/>
                    </a:cubicBezTo>
                    <a:cubicBezTo>
                      <a:pt x="2561" y="274"/>
                      <a:pt x="3156" y="810"/>
                      <a:pt x="3561" y="1406"/>
                    </a:cubicBezTo>
                    <a:cubicBezTo>
                      <a:pt x="3587" y="1449"/>
                      <a:pt x="3628" y="1467"/>
                      <a:pt x="3669" y="1467"/>
                    </a:cubicBezTo>
                    <a:cubicBezTo>
                      <a:pt x="3764" y="1467"/>
                      <a:pt x="3862" y="1374"/>
                      <a:pt x="3787" y="1275"/>
                    </a:cubicBezTo>
                    <a:cubicBezTo>
                      <a:pt x="3335" y="584"/>
                      <a:pt x="2668" y="1"/>
                      <a:pt x="1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2"/>
              <p:cNvSpPr/>
              <p:nvPr/>
            </p:nvSpPr>
            <p:spPr>
              <a:xfrm>
                <a:off x="5775700" y="3149325"/>
                <a:ext cx="57775" cy="85500"/>
              </a:xfrm>
              <a:custGeom>
                <a:rect b="b" l="l" r="r" t="t"/>
                <a:pathLst>
                  <a:path extrusionOk="0" h="3420" w="2311">
                    <a:moveTo>
                      <a:pt x="2154" y="0"/>
                    </a:moveTo>
                    <a:cubicBezTo>
                      <a:pt x="2151" y="0"/>
                      <a:pt x="2148" y="0"/>
                      <a:pt x="2144" y="1"/>
                    </a:cubicBezTo>
                    <a:cubicBezTo>
                      <a:pt x="1453" y="60"/>
                      <a:pt x="799" y="405"/>
                      <a:pt x="441" y="1001"/>
                    </a:cubicBezTo>
                    <a:cubicBezTo>
                      <a:pt x="1" y="1727"/>
                      <a:pt x="144" y="2620"/>
                      <a:pt x="501" y="3358"/>
                    </a:cubicBezTo>
                    <a:cubicBezTo>
                      <a:pt x="526" y="3401"/>
                      <a:pt x="563" y="3420"/>
                      <a:pt x="601" y="3420"/>
                    </a:cubicBezTo>
                    <a:cubicBezTo>
                      <a:pt x="688" y="3420"/>
                      <a:pt x="777" y="3323"/>
                      <a:pt x="727" y="3215"/>
                    </a:cubicBezTo>
                    <a:cubicBezTo>
                      <a:pt x="418" y="2560"/>
                      <a:pt x="263" y="1775"/>
                      <a:pt x="668" y="1132"/>
                    </a:cubicBezTo>
                    <a:cubicBezTo>
                      <a:pt x="977" y="632"/>
                      <a:pt x="1549" y="334"/>
                      <a:pt x="2144" y="274"/>
                    </a:cubicBezTo>
                    <a:cubicBezTo>
                      <a:pt x="2307" y="263"/>
                      <a:pt x="2311" y="0"/>
                      <a:pt x="21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5" name="Google Shape;3385;p72"/>
            <p:cNvGrpSpPr/>
            <p:nvPr/>
          </p:nvGrpSpPr>
          <p:grpSpPr>
            <a:xfrm rot="9439248">
              <a:off x="3514134" y="1690612"/>
              <a:ext cx="607948" cy="801529"/>
              <a:chOff x="4326425" y="5583250"/>
              <a:chExt cx="744150" cy="981100"/>
            </a:xfrm>
          </p:grpSpPr>
          <p:sp>
            <p:nvSpPr>
              <p:cNvPr id="3386" name="Google Shape;3386;p72"/>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2"/>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2"/>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2"/>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2"/>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2"/>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2"/>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2"/>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2"/>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2"/>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2"/>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2"/>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2"/>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2"/>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2"/>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2"/>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2"/>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2"/>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2"/>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2"/>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2"/>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2"/>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2"/>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2"/>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2"/>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1" name="Google Shape;3411;p72"/>
            <p:cNvSpPr/>
            <p:nvPr/>
          </p:nvSpPr>
          <p:spPr>
            <a:xfrm rot="2131633">
              <a:off x="3456976" y="2351337"/>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2"/>
            <p:cNvSpPr/>
            <p:nvPr/>
          </p:nvSpPr>
          <p:spPr>
            <a:xfrm rot="-2701591">
              <a:off x="1714707" y="1786883"/>
              <a:ext cx="148958" cy="30178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3" name="Google Shape;3413;p72"/>
            <p:cNvGrpSpPr/>
            <p:nvPr/>
          </p:nvGrpSpPr>
          <p:grpSpPr>
            <a:xfrm rot="7771557">
              <a:off x="1344001" y="2086652"/>
              <a:ext cx="504258" cy="919120"/>
              <a:chOff x="-214625" y="3943775"/>
              <a:chExt cx="458725" cy="836125"/>
            </a:xfrm>
          </p:grpSpPr>
          <p:sp>
            <p:nvSpPr>
              <p:cNvPr id="3414" name="Google Shape;3414;p72"/>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2"/>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2"/>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2"/>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2"/>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2"/>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2"/>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2"/>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2"/>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2"/>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2"/>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2"/>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26" name="Google Shape;3426;p72"/>
          <p:cNvGrpSpPr/>
          <p:nvPr/>
        </p:nvGrpSpPr>
        <p:grpSpPr>
          <a:xfrm>
            <a:off x="5058234" y="1017732"/>
            <a:ext cx="2560619" cy="2213768"/>
            <a:chOff x="5058234" y="1017732"/>
            <a:chExt cx="2560619" cy="2213768"/>
          </a:xfrm>
        </p:grpSpPr>
        <p:grpSp>
          <p:nvGrpSpPr>
            <p:cNvPr id="3427" name="Google Shape;3427;p72"/>
            <p:cNvGrpSpPr/>
            <p:nvPr/>
          </p:nvGrpSpPr>
          <p:grpSpPr>
            <a:xfrm rot="-872720">
              <a:off x="5205933" y="1918591"/>
              <a:ext cx="619360" cy="1255249"/>
              <a:chOff x="1803775" y="5029925"/>
              <a:chExt cx="655775" cy="1329050"/>
            </a:xfrm>
          </p:grpSpPr>
          <p:sp>
            <p:nvSpPr>
              <p:cNvPr id="3428" name="Google Shape;3428;p72"/>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2"/>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2"/>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2"/>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2"/>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2"/>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2"/>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2"/>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2"/>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2"/>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2"/>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9" name="Google Shape;3439;p72"/>
            <p:cNvGrpSpPr/>
            <p:nvPr/>
          </p:nvGrpSpPr>
          <p:grpSpPr>
            <a:xfrm rot="9131269">
              <a:off x="5526243" y="1171697"/>
              <a:ext cx="504271" cy="919142"/>
              <a:chOff x="-214625" y="3943775"/>
              <a:chExt cx="458725" cy="836125"/>
            </a:xfrm>
          </p:grpSpPr>
          <p:sp>
            <p:nvSpPr>
              <p:cNvPr id="3440" name="Google Shape;3440;p72"/>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2"/>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2"/>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2"/>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2"/>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2"/>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2"/>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2"/>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2"/>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2"/>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2"/>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2"/>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2" name="Google Shape;3452;p72"/>
            <p:cNvSpPr/>
            <p:nvPr/>
          </p:nvSpPr>
          <p:spPr>
            <a:xfrm rot="2131633">
              <a:off x="6289651" y="1032887"/>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3" name="Google Shape;3453;p72"/>
            <p:cNvGrpSpPr/>
            <p:nvPr/>
          </p:nvGrpSpPr>
          <p:grpSpPr>
            <a:xfrm>
              <a:off x="6215806" y="1431180"/>
              <a:ext cx="1403047" cy="1656965"/>
              <a:chOff x="6215806" y="1431180"/>
              <a:chExt cx="1403047" cy="1656965"/>
            </a:xfrm>
          </p:grpSpPr>
          <p:grpSp>
            <p:nvGrpSpPr>
              <p:cNvPr id="3454" name="Google Shape;3454;p72"/>
              <p:cNvGrpSpPr/>
              <p:nvPr/>
            </p:nvGrpSpPr>
            <p:grpSpPr>
              <a:xfrm>
                <a:off x="6287737" y="1431180"/>
                <a:ext cx="1331116" cy="1320393"/>
                <a:chOff x="-361950" y="5045100"/>
                <a:chExt cx="1033475" cy="1025150"/>
              </a:xfrm>
            </p:grpSpPr>
            <p:sp>
              <p:nvSpPr>
                <p:cNvPr id="3455" name="Google Shape;3455;p72"/>
                <p:cNvSpPr/>
                <p:nvPr/>
              </p:nvSpPr>
              <p:spPr>
                <a:xfrm>
                  <a:off x="86600" y="5506175"/>
                  <a:ext cx="48550" cy="48225"/>
                </a:xfrm>
                <a:custGeom>
                  <a:rect b="b" l="l" r="r" t="t"/>
                  <a:pathLst>
                    <a:path extrusionOk="0" h="1929" w="1942">
                      <a:moveTo>
                        <a:pt x="965" y="0"/>
                      </a:moveTo>
                      <a:cubicBezTo>
                        <a:pt x="441" y="0"/>
                        <a:pt x="1" y="429"/>
                        <a:pt x="1" y="964"/>
                      </a:cubicBezTo>
                      <a:cubicBezTo>
                        <a:pt x="1" y="1500"/>
                        <a:pt x="441" y="1929"/>
                        <a:pt x="965" y="1929"/>
                      </a:cubicBezTo>
                      <a:cubicBezTo>
                        <a:pt x="1501" y="1929"/>
                        <a:pt x="1941" y="1500"/>
                        <a:pt x="1941" y="964"/>
                      </a:cubicBezTo>
                      <a:cubicBezTo>
                        <a:pt x="1941" y="429"/>
                        <a:pt x="1501" y="0"/>
                        <a:pt x="965"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2"/>
                <p:cNvSpPr/>
                <p:nvPr/>
              </p:nvSpPr>
              <p:spPr>
                <a:xfrm>
                  <a:off x="67250" y="5550250"/>
                  <a:ext cx="54800" cy="48100"/>
                </a:xfrm>
                <a:custGeom>
                  <a:rect b="b" l="l" r="r" t="t"/>
                  <a:pathLst>
                    <a:path extrusionOk="0" h="1924" w="2192">
                      <a:moveTo>
                        <a:pt x="1112" y="0"/>
                      </a:moveTo>
                      <a:cubicBezTo>
                        <a:pt x="972" y="0"/>
                        <a:pt x="829" y="31"/>
                        <a:pt x="691" y="94"/>
                      </a:cubicBezTo>
                      <a:cubicBezTo>
                        <a:pt x="215" y="321"/>
                        <a:pt x="1" y="904"/>
                        <a:pt x="227" y="1380"/>
                      </a:cubicBezTo>
                      <a:cubicBezTo>
                        <a:pt x="392" y="1718"/>
                        <a:pt x="739" y="1923"/>
                        <a:pt x="1099" y="1923"/>
                      </a:cubicBezTo>
                      <a:cubicBezTo>
                        <a:pt x="1234" y="1923"/>
                        <a:pt x="1371" y="1894"/>
                        <a:pt x="1501" y="1833"/>
                      </a:cubicBezTo>
                      <a:cubicBezTo>
                        <a:pt x="1977" y="1618"/>
                        <a:pt x="2192" y="1035"/>
                        <a:pt x="1965" y="559"/>
                      </a:cubicBezTo>
                      <a:cubicBezTo>
                        <a:pt x="1803" y="200"/>
                        <a:pt x="1468" y="0"/>
                        <a:pt x="1112"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2"/>
                <p:cNvSpPr/>
                <p:nvPr/>
              </p:nvSpPr>
              <p:spPr>
                <a:xfrm>
                  <a:off x="148825" y="5543325"/>
                  <a:ext cx="49425" cy="48050"/>
                </a:xfrm>
                <a:custGeom>
                  <a:rect b="b" l="l" r="r" t="t"/>
                  <a:pathLst>
                    <a:path extrusionOk="0" h="1922" w="1977">
                      <a:moveTo>
                        <a:pt x="992" y="0"/>
                      </a:moveTo>
                      <a:cubicBezTo>
                        <a:pt x="971" y="0"/>
                        <a:pt x="950" y="1"/>
                        <a:pt x="929" y="2"/>
                      </a:cubicBezTo>
                      <a:cubicBezTo>
                        <a:pt x="381" y="50"/>
                        <a:pt x="0" y="490"/>
                        <a:pt x="36" y="1026"/>
                      </a:cubicBezTo>
                      <a:cubicBezTo>
                        <a:pt x="70" y="1539"/>
                        <a:pt x="487" y="1921"/>
                        <a:pt x="992" y="1921"/>
                      </a:cubicBezTo>
                      <a:cubicBezTo>
                        <a:pt x="1015" y="1921"/>
                        <a:pt x="1037" y="1921"/>
                        <a:pt x="1060" y="1919"/>
                      </a:cubicBezTo>
                      <a:cubicBezTo>
                        <a:pt x="1596" y="1872"/>
                        <a:pt x="1977" y="1431"/>
                        <a:pt x="1953" y="895"/>
                      </a:cubicBezTo>
                      <a:cubicBezTo>
                        <a:pt x="1907" y="393"/>
                        <a:pt x="1478" y="0"/>
                        <a:pt x="992"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2"/>
                <p:cNvSpPr/>
                <p:nvPr/>
              </p:nvSpPr>
              <p:spPr>
                <a:xfrm>
                  <a:off x="117550" y="5578100"/>
                  <a:ext cx="49450" cy="48375"/>
                </a:xfrm>
                <a:custGeom>
                  <a:rect b="b" l="l" r="r" t="t"/>
                  <a:pathLst>
                    <a:path extrusionOk="0" h="1935" w="1978">
                      <a:moveTo>
                        <a:pt x="999" y="1"/>
                      </a:moveTo>
                      <a:cubicBezTo>
                        <a:pt x="972" y="1"/>
                        <a:pt x="945" y="2"/>
                        <a:pt x="918" y="4"/>
                      </a:cubicBezTo>
                      <a:cubicBezTo>
                        <a:pt x="382" y="52"/>
                        <a:pt x="1" y="504"/>
                        <a:pt x="25" y="1040"/>
                      </a:cubicBezTo>
                      <a:cubicBezTo>
                        <a:pt x="71" y="1560"/>
                        <a:pt x="498" y="1934"/>
                        <a:pt x="1013" y="1934"/>
                      </a:cubicBezTo>
                      <a:cubicBezTo>
                        <a:pt x="1029" y="1934"/>
                        <a:pt x="1045" y="1934"/>
                        <a:pt x="1061" y="1933"/>
                      </a:cubicBezTo>
                      <a:cubicBezTo>
                        <a:pt x="1596" y="1886"/>
                        <a:pt x="1977" y="1433"/>
                        <a:pt x="1954" y="897"/>
                      </a:cubicBezTo>
                      <a:cubicBezTo>
                        <a:pt x="1920" y="412"/>
                        <a:pt x="1500" y="1"/>
                        <a:pt x="999"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2"/>
                <p:cNvSpPr/>
                <p:nvPr/>
              </p:nvSpPr>
              <p:spPr>
                <a:xfrm>
                  <a:off x="190500" y="5602000"/>
                  <a:ext cx="53300" cy="48125"/>
                </a:xfrm>
                <a:custGeom>
                  <a:rect b="b" l="l" r="r" t="t"/>
                  <a:pathLst>
                    <a:path extrusionOk="0" h="1925" w="2132">
                      <a:moveTo>
                        <a:pt x="1046" y="1"/>
                      </a:moveTo>
                      <a:cubicBezTo>
                        <a:pt x="620" y="1"/>
                        <a:pt x="240" y="280"/>
                        <a:pt x="131" y="715"/>
                      </a:cubicBezTo>
                      <a:cubicBezTo>
                        <a:pt x="0" y="1239"/>
                        <a:pt x="298" y="1763"/>
                        <a:pt x="822" y="1894"/>
                      </a:cubicBezTo>
                      <a:cubicBezTo>
                        <a:pt x="903" y="1915"/>
                        <a:pt x="985" y="1925"/>
                        <a:pt x="1065" y="1925"/>
                      </a:cubicBezTo>
                      <a:cubicBezTo>
                        <a:pt x="1491" y="1925"/>
                        <a:pt x="1880" y="1646"/>
                        <a:pt x="2000" y="1215"/>
                      </a:cubicBezTo>
                      <a:cubicBezTo>
                        <a:pt x="2131" y="691"/>
                        <a:pt x="1834" y="168"/>
                        <a:pt x="1310" y="37"/>
                      </a:cubicBezTo>
                      <a:cubicBezTo>
                        <a:pt x="1221" y="12"/>
                        <a:pt x="1132" y="1"/>
                        <a:pt x="1046"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2"/>
                <p:cNvSpPr/>
                <p:nvPr/>
              </p:nvSpPr>
              <p:spPr>
                <a:xfrm>
                  <a:off x="150300" y="5625350"/>
                  <a:ext cx="53300" cy="48300"/>
                </a:xfrm>
                <a:custGeom>
                  <a:rect b="b" l="l" r="r" t="t"/>
                  <a:pathLst>
                    <a:path extrusionOk="0" h="1932" w="2132">
                      <a:moveTo>
                        <a:pt x="1062" y="0"/>
                      </a:moveTo>
                      <a:cubicBezTo>
                        <a:pt x="630" y="0"/>
                        <a:pt x="242" y="281"/>
                        <a:pt x="132" y="722"/>
                      </a:cubicBezTo>
                      <a:cubicBezTo>
                        <a:pt x="1" y="1246"/>
                        <a:pt x="298" y="1758"/>
                        <a:pt x="822" y="1901"/>
                      </a:cubicBezTo>
                      <a:cubicBezTo>
                        <a:pt x="903" y="1921"/>
                        <a:pt x="985" y="1931"/>
                        <a:pt x="1065" y="1931"/>
                      </a:cubicBezTo>
                      <a:cubicBezTo>
                        <a:pt x="1491" y="1931"/>
                        <a:pt x="1881" y="1651"/>
                        <a:pt x="2001" y="1210"/>
                      </a:cubicBezTo>
                      <a:cubicBezTo>
                        <a:pt x="2132" y="698"/>
                        <a:pt x="1810" y="174"/>
                        <a:pt x="1310" y="31"/>
                      </a:cubicBezTo>
                      <a:cubicBezTo>
                        <a:pt x="1227" y="10"/>
                        <a:pt x="1144" y="0"/>
                        <a:pt x="1062"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2"/>
                <p:cNvSpPr/>
                <p:nvPr/>
              </p:nvSpPr>
              <p:spPr>
                <a:xfrm>
                  <a:off x="218475" y="5683275"/>
                  <a:ext cx="55075" cy="48350"/>
                </a:xfrm>
                <a:custGeom>
                  <a:rect b="b" l="l" r="r" t="t"/>
                  <a:pathLst>
                    <a:path extrusionOk="0" h="1934" w="2203">
                      <a:moveTo>
                        <a:pt x="1115" y="1"/>
                      </a:moveTo>
                      <a:cubicBezTo>
                        <a:pt x="756" y="1"/>
                        <a:pt x="409" y="195"/>
                        <a:pt x="238" y="536"/>
                      </a:cubicBezTo>
                      <a:cubicBezTo>
                        <a:pt x="0" y="1012"/>
                        <a:pt x="191" y="1596"/>
                        <a:pt x="667" y="1834"/>
                      </a:cubicBezTo>
                      <a:cubicBezTo>
                        <a:pt x="803" y="1902"/>
                        <a:pt x="948" y="1934"/>
                        <a:pt x="1091" y="1934"/>
                      </a:cubicBezTo>
                      <a:cubicBezTo>
                        <a:pt x="1448" y="1934"/>
                        <a:pt x="1795" y="1733"/>
                        <a:pt x="1965" y="1393"/>
                      </a:cubicBezTo>
                      <a:cubicBezTo>
                        <a:pt x="2203" y="917"/>
                        <a:pt x="2000" y="346"/>
                        <a:pt x="1536" y="96"/>
                      </a:cubicBezTo>
                      <a:cubicBezTo>
                        <a:pt x="1401" y="31"/>
                        <a:pt x="1257" y="1"/>
                        <a:pt x="1115"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2"/>
                <p:cNvSpPr/>
                <p:nvPr/>
              </p:nvSpPr>
              <p:spPr>
                <a:xfrm>
                  <a:off x="173825" y="5697725"/>
                  <a:ext cx="55075" cy="48250"/>
                </a:xfrm>
                <a:custGeom>
                  <a:rect b="b" l="l" r="r" t="t"/>
                  <a:pathLst>
                    <a:path extrusionOk="0" h="1930" w="2203">
                      <a:moveTo>
                        <a:pt x="1108" y="1"/>
                      </a:moveTo>
                      <a:cubicBezTo>
                        <a:pt x="755" y="1"/>
                        <a:pt x="408" y="201"/>
                        <a:pt x="238" y="541"/>
                      </a:cubicBezTo>
                      <a:cubicBezTo>
                        <a:pt x="0" y="1018"/>
                        <a:pt x="191" y="1589"/>
                        <a:pt x="667" y="1827"/>
                      </a:cubicBezTo>
                      <a:cubicBezTo>
                        <a:pt x="806" y="1897"/>
                        <a:pt x="954" y="1930"/>
                        <a:pt x="1100" y="1930"/>
                      </a:cubicBezTo>
                      <a:cubicBezTo>
                        <a:pt x="1455" y="1930"/>
                        <a:pt x="1796" y="1736"/>
                        <a:pt x="1965" y="1399"/>
                      </a:cubicBezTo>
                      <a:cubicBezTo>
                        <a:pt x="2203" y="922"/>
                        <a:pt x="2001" y="339"/>
                        <a:pt x="1524" y="101"/>
                      </a:cubicBezTo>
                      <a:cubicBezTo>
                        <a:pt x="1392" y="33"/>
                        <a:pt x="1249" y="1"/>
                        <a:pt x="1108"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2"/>
                <p:cNvSpPr/>
                <p:nvPr/>
              </p:nvSpPr>
              <p:spPr>
                <a:xfrm>
                  <a:off x="-283375" y="5706250"/>
                  <a:ext cx="54775" cy="48125"/>
                </a:xfrm>
                <a:custGeom>
                  <a:rect b="b" l="l" r="r" t="t"/>
                  <a:pathLst>
                    <a:path extrusionOk="0" h="1925" w="2191">
                      <a:moveTo>
                        <a:pt x="1081" y="0"/>
                      </a:moveTo>
                      <a:cubicBezTo>
                        <a:pt x="731" y="0"/>
                        <a:pt x="394" y="188"/>
                        <a:pt x="226" y="522"/>
                      </a:cubicBezTo>
                      <a:cubicBezTo>
                        <a:pt x="0" y="998"/>
                        <a:pt x="179" y="1582"/>
                        <a:pt x="655" y="1820"/>
                      </a:cubicBezTo>
                      <a:cubicBezTo>
                        <a:pt x="794" y="1891"/>
                        <a:pt x="943" y="1925"/>
                        <a:pt x="1090" y="1925"/>
                      </a:cubicBezTo>
                      <a:cubicBezTo>
                        <a:pt x="1437" y="1925"/>
                        <a:pt x="1774" y="1737"/>
                        <a:pt x="1941" y="1403"/>
                      </a:cubicBezTo>
                      <a:cubicBezTo>
                        <a:pt x="2191" y="939"/>
                        <a:pt x="2001" y="355"/>
                        <a:pt x="1524" y="105"/>
                      </a:cubicBezTo>
                      <a:cubicBezTo>
                        <a:pt x="1382" y="34"/>
                        <a:pt x="1230" y="0"/>
                        <a:pt x="1081"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2"/>
                <p:cNvSpPr/>
                <p:nvPr/>
              </p:nvSpPr>
              <p:spPr>
                <a:xfrm>
                  <a:off x="-328025" y="5720250"/>
                  <a:ext cx="54800" cy="48125"/>
                </a:xfrm>
                <a:custGeom>
                  <a:rect b="b" l="l" r="r" t="t"/>
                  <a:pathLst>
                    <a:path extrusionOk="0" h="1925" w="2192">
                      <a:moveTo>
                        <a:pt x="1083" y="0"/>
                      </a:moveTo>
                      <a:cubicBezTo>
                        <a:pt x="732" y="0"/>
                        <a:pt x="394" y="190"/>
                        <a:pt x="227" y="533"/>
                      </a:cubicBezTo>
                      <a:cubicBezTo>
                        <a:pt x="0" y="1010"/>
                        <a:pt x="179" y="1581"/>
                        <a:pt x="655" y="1819"/>
                      </a:cubicBezTo>
                      <a:cubicBezTo>
                        <a:pt x="794" y="1890"/>
                        <a:pt x="943" y="1924"/>
                        <a:pt x="1090" y="1924"/>
                      </a:cubicBezTo>
                      <a:cubicBezTo>
                        <a:pt x="1437" y="1924"/>
                        <a:pt x="1774" y="1737"/>
                        <a:pt x="1941" y="1403"/>
                      </a:cubicBezTo>
                      <a:cubicBezTo>
                        <a:pt x="2191" y="950"/>
                        <a:pt x="2001" y="367"/>
                        <a:pt x="1524" y="105"/>
                      </a:cubicBezTo>
                      <a:cubicBezTo>
                        <a:pt x="1383" y="34"/>
                        <a:pt x="1232" y="0"/>
                        <a:pt x="1083"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2"/>
                <p:cNvSpPr/>
                <p:nvPr/>
              </p:nvSpPr>
              <p:spPr>
                <a:xfrm>
                  <a:off x="-305100" y="5613175"/>
                  <a:ext cx="54775" cy="48225"/>
                </a:xfrm>
                <a:custGeom>
                  <a:rect b="b" l="l" r="r" t="t"/>
                  <a:pathLst>
                    <a:path extrusionOk="0" h="1929" w="2191">
                      <a:moveTo>
                        <a:pt x="1095" y="1"/>
                      </a:moveTo>
                      <a:cubicBezTo>
                        <a:pt x="806" y="1"/>
                        <a:pt x="522" y="130"/>
                        <a:pt x="333" y="375"/>
                      </a:cubicBezTo>
                      <a:cubicBezTo>
                        <a:pt x="0" y="804"/>
                        <a:pt x="83" y="1399"/>
                        <a:pt x="500" y="1733"/>
                      </a:cubicBezTo>
                      <a:cubicBezTo>
                        <a:pt x="682" y="1865"/>
                        <a:pt x="889" y="1929"/>
                        <a:pt x="1094" y="1929"/>
                      </a:cubicBezTo>
                      <a:cubicBezTo>
                        <a:pt x="1385" y="1929"/>
                        <a:pt x="1668" y="1799"/>
                        <a:pt x="1857" y="1554"/>
                      </a:cubicBezTo>
                      <a:cubicBezTo>
                        <a:pt x="2191" y="1137"/>
                        <a:pt x="2108" y="518"/>
                        <a:pt x="1679" y="197"/>
                      </a:cubicBezTo>
                      <a:cubicBezTo>
                        <a:pt x="1502" y="64"/>
                        <a:pt x="1297" y="1"/>
                        <a:pt x="1095"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2"/>
                <p:cNvSpPr/>
                <p:nvPr/>
              </p:nvSpPr>
              <p:spPr>
                <a:xfrm>
                  <a:off x="-351250" y="5618700"/>
                  <a:ext cx="54200" cy="48375"/>
                </a:xfrm>
                <a:custGeom>
                  <a:rect b="b" l="l" r="r" t="t"/>
                  <a:pathLst>
                    <a:path extrusionOk="0" h="1935" w="2168">
                      <a:moveTo>
                        <a:pt x="1099" y="1"/>
                      </a:moveTo>
                      <a:cubicBezTo>
                        <a:pt x="809" y="1"/>
                        <a:pt x="524" y="135"/>
                        <a:pt x="334" y="381"/>
                      </a:cubicBezTo>
                      <a:cubicBezTo>
                        <a:pt x="1" y="809"/>
                        <a:pt x="84" y="1405"/>
                        <a:pt x="501" y="1738"/>
                      </a:cubicBezTo>
                      <a:cubicBezTo>
                        <a:pt x="682" y="1870"/>
                        <a:pt x="890" y="1934"/>
                        <a:pt x="1094" y="1934"/>
                      </a:cubicBezTo>
                      <a:cubicBezTo>
                        <a:pt x="1385" y="1934"/>
                        <a:pt x="1669" y="1804"/>
                        <a:pt x="1858" y="1559"/>
                      </a:cubicBezTo>
                      <a:cubicBezTo>
                        <a:pt x="2168" y="1143"/>
                        <a:pt x="2096" y="523"/>
                        <a:pt x="1679" y="202"/>
                      </a:cubicBezTo>
                      <a:cubicBezTo>
                        <a:pt x="1504" y="65"/>
                        <a:pt x="1300" y="1"/>
                        <a:pt x="1099"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2"/>
                <p:cNvSpPr/>
                <p:nvPr/>
              </p:nvSpPr>
              <p:spPr>
                <a:xfrm>
                  <a:off x="-315525" y="5514225"/>
                  <a:ext cx="54500" cy="48200"/>
                </a:xfrm>
                <a:custGeom>
                  <a:rect b="b" l="l" r="r" t="t"/>
                  <a:pathLst>
                    <a:path extrusionOk="0" h="1928" w="2180">
                      <a:moveTo>
                        <a:pt x="1098" y="1"/>
                      </a:moveTo>
                      <a:cubicBezTo>
                        <a:pt x="807" y="1"/>
                        <a:pt x="519" y="135"/>
                        <a:pt x="322" y="381"/>
                      </a:cubicBezTo>
                      <a:cubicBezTo>
                        <a:pt x="0" y="809"/>
                        <a:pt x="84" y="1404"/>
                        <a:pt x="500" y="1726"/>
                      </a:cubicBezTo>
                      <a:cubicBezTo>
                        <a:pt x="681" y="1863"/>
                        <a:pt x="888" y="1927"/>
                        <a:pt x="1091" y="1927"/>
                      </a:cubicBezTo>
                      <a:cubicBezTo>
                        <a:pt x="1383" y="1927"/>
                        <a:pt x="1668" y="1793"/>
                        <a:pt x="1858" y="1547"/>
                      </a:cubicBezTo>
                      <a:cubicBezTo>
                        <a:pt x="2179" y="1119"/>
                        <a:pt x="2096" y="523"/>
                        <a:pt x="1679" y="202"/>
                      </a:cubicBezTo>
                      <a:cubicBezTo>
                        <a:pt x="1503" y="65"/>
                        <a:pt x="1300" y="1"/>
                        <a:pt x="1098"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2"/>
                <p:cNvSpPr/>
                <p:nvPr/>
              </p:nvSpPr>
              <p:spPr>
                <a:xfrm>
                  <a:off x="-361950" y="5519725"/>
                  <a:ext cx="54175" cy="48350"/>
                </a:xfrm>
                <a:custGeom>
                  <a:rect b="b" l="l" r="r" t="t"/>
                  <a:pathLst>
                    <a:path extrusionOk="0" h="1934" w="2167">
                      <a:moveTo>
                        <a:pt x="1094" y="0"/>
                      </a:moveTo>
                      <a:cubicBezTo>
                        <a:pt x="804" y="0"/>
                        <a:pt x="517" y="130"/>
                        <a:pt x="321" y="375"/>
                      </a:cubicBezTo>
                      <a:cubicBezTo>
                        <a:pt x="0" y="815"/>
                        <a:pt x="83" y="1411"/>
                        <a:pt x="500" y="1732"/>
                      </a:cubicBezTo>
                      <a:cubicBezTo>
                        <a:pt x="676" y="1869"/>
                        <a:pt x="879" y="1933"/>
                        <a:pt x="1082" y="1933"/>
                      </a:cubicBezTo>
                      <a:cubicBezTo>
                        <a:pt x="1373" y="1933"/>
                        <a:pt x="1661" y="1799"/>
                        <a:pt x="1857" y="1554"/>
                      </a:cubicBezTo>
                      <a:cubicBezTo>
                        <a:pt x="2167" y="1137"/>
                        <a:pt x="2096" y="530"/>
                        <a:pt x="1679" y="196"/>
                      </a:cubicBezTo>
                      <a:cubicBezTo>
                        <a:pt x="1502" y="64"/>
                        <a:pt x="1297" y="0"/>
                        <a:pt x="1094"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2"/>
                <p:cNvSpPr/>
                <p:nvPr/>
              </p:nvSpPr>
              <p:spPr>
                <a:xfrm>
                  <a:off x="-307800" y="5409500"/>
                  <a:ext cx="54800" cy="48525"/>
                </a:xfrm>
                <a:custGeom>
                  <a:rect b="b" l="l" r="r" t="t"/>
                  <a:pathLst>
                    <a:path extrusionOk="0" h="1941" w="2192">
                      <a:moveTo>
                        <a:pt x="1099" y="0"/>
                      </a:moveTo>
                      <a:cubicBezTo>
                        <a:pt x="894" y="0"/>
                        <a:pt x="687" y="66"/>
                        <a:pt x="513" y="200"/>
                      </a:cubicBezTo>
                      <a:cubicBezTo>
                        <a:pt x="84" y="533"/>
                        <a:pt x="1" y="1141"/>
                        <a:pt x="334" y="1557"/>
                      </a:cubicBezTo>
                      <a:cubicBezTo>
                        <a:pt x="522" y="1808"/>
                        <a:pt x="808" y="1941"/>
                        <a:pt x="1097" y="1941"/>
                      </a:cubicBezTo>
                      <a:cubicBezTo>
                        <a:pt x="1301" y="1941"/>
                        <a:pt x="1507" y="1874"/>
                        <a:pt x="1680" y="1736"/>
                      </a:cubicBezTo>
                      <a:cubicBezTo>
                        <a:pt x="2096" y="1414"/>
                        <a:pt x="2192" y="795"/>
                        <a:pt x="1858" y="379"/>
                      </a:cubicBezTo>
                      <a:cubicBezTo>
                        <a:pt x="1671" y="129"/>
                        <a:pt x="1386" y="0"/>
                        <a:pt x="1099"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2"/>
                <p:cNvSpPr/>
                <p:nvPr/>
              </p:nvSpPr>
              <p:spPr>
                <a:xfrm>
                  <a:off x="-353925" y="5403250"/>
                  <a:ext cx="54500" cy="48400"/>
                </a:xfrm>
                <a:custGeom>
                  <a:rect b="b" l="l" r="r" t="t"/>
                  <a:pathLst>
                    <a:path extrusionOk="0" h="1936" w="2180">
                      <a:moveTo>
                        <a:pt x="1099" y="0"/>
                      </a:moveTo>
                      <a:cubicBezTo>
                        <a:pt x="893" y="0"/>
                        <a:pt x="686" y="66"/>
                        <a:pt x="512" y="200"/>
                      </a:cubicBezTo>
                      <a:cubicBezTo>
                        <a:pt x="72" y="521"/>
                        <a:pt x="0" y="1140"/>
                        <a:pt x="334" y="1557"/>
                      </a:cubicBezTo>
                      <a:cubicBezTo>
                        <a:pt x="521" y="1807"/>
                        <a:pt x="806" y="1936"/>
                        <a:pt x="1093" y="1936"/>
                      </a:cubicBezTo>
                      <a:cubicBezTo>
                        <a:pt x="1299" y="1936"/>
                        <a:pt x="1505" y="1870"/>
                        <a:pt x="1679" y="1736"/>
                      </a:cubicBezTo>
                      <a:cubicBezTo>
                        <a:pt x="2096" y="1402"/>
                        <a:pt x="2179" y="795"/>
                        <a:pt x="1858" y="378"/>
                      </a:cubicBezTo>
                      <a:cubicBezTo>
                        <a:pt x="1670" y="129"/>
                        <a:pt x="1386" y="0"/>
                        <a:pt x="1099"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2"/>
                <p:cNvSpPr/>
                <p:nvPr/>
              </p:nvSpPr>
              <p:spPr>
                <a:xfrm>
                  <a:off x="-285750" y="5312150"/>
                  <a:ext cx="54775" cy="48425"/>
                </a:xfrm>
                <a:custGeom>
                  <a:rect b="b" l="l" r="r" t="t"/>
                  <a:pathLst>
                    <a:path extrusionOk="0" h="1937" w="2191">
                      <a:moveTo>
                        <a:pt x="1099" y="0"/>
                      </a:moveTo>
                      <a:cubicBezTo>
                        <a:pt x="707" y="0"/>
                        <a:pt x="339" y="238"/>
                        <a:pt x="191" y="629"/>
                      </a:cubicBezTo>
                      <a:cubicBezTo>
                        <a:pt x="0" y="1129"/>
                        <a:pt x="262" y="1689"/>
                        <a:pt x="762" y="1879"/>
                      </a:cubicBezTo>
                      <a:cubicBezTo>
                        <a:pt x="871" y="1918"/>
                        <a:pt x="983" y="1937"/>
                        <a:pt x="1093" y="1937"/>
                      </a:cubicBezTo>
                      <a:cubicBezTo>
                        <a:pt x="1488" y="1937"/>
                        <a:pt x="1861" y="1699"/>
                        <a:pt x="2000" y="1308"/>
                      </a:cubicBezTo>
                      <a:cubicBezTo>
                        <a:pt x="2191" y="808"/>
                        <a:pt x="1941" y="248"/>
                        <a:pt x="1429" y="58"/>
                      </a:cubicBezTo>
                      <a:cubicBezTo>
                        <a:pt x="1320" y="19"/>
                        <a:pt x="1208" y="0"/>
                        <a:pt x="1099"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2"/>
                <p:cNvSpPr/>
                <p:nvPr/>
              </p:nvSpPr>
              <p:spPr>
                <a:xfrm>
                  <a:off x="-329225" y="5295725"/>
                  <a:ext cx="54500" cy="47775"/>
                </a:xfrm>
                <a:custGeom>
                  <a:rect b="b" l="l" r="r" t="t"/>
                  <a:pathLst>
                    <a:path extrusionOk="0" h="1911" w="2180">
                      <a:moveTo>
                        <a:pt x="1081" y="1"/>
                      </a:moveTo>
                      <a:cubicBezTo>
                        <a:pt x="950" y="1"/>
                        <a:pt x="817" y="27"/>
                        <a:pt x="691" y="84"/>
                      </a:cubicBezTo>
                      <a:cubicBezTo>
                        <a:pt x="215" y="286"/>
                        <a:pt x="1" y="870"/>
                        <a:pt x="215" y="1346"/>
                      </a:cubicBezTo>
                      <a:cubicBezTo>
                        <a:pt x="372" y="1695"/>
                        <a:pt x="729" y="1910"/>
                        <a:pt x="1095" y="1910"/>
                      </a:cubicBezTo>
                      <a:cubicBezTo>
                        <a:pt x="1228" y="1910"/>
                        <a:pt x="1362" y="1882"/>
                        <a:pt x="1489" y="1822"/>
                      </a:cubicBezTo>
                      <a:cubicBezTo>
                        <a:pt x="1965" y="1608"/>
                        <a:pt x="2180" y="1036"/>
                        <a:pt x="1965" y="560"/>
                      </a:cubicBezTo>
                      <a:cubicBezTo>
                        <a:pt x="1807" y="209"/>
                        <a:pt x="1449" y="1"/>
                        <a:pt x="1081"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2"/>
                <p:cNvSpPr/>
                <p:nvPr/>
              </p:nvSpPr>
              <p:spPr>
                <a:xfrm>
                  <a:off x="-120850" y="5045100"/>
                  <a:ext cx="306900" cy="356025"/>
                </a:xfrm>
                <a:custGeom>
                  <a:rect b="b" l="l" r="r" t="t"/>
                  <a:pathLst>
                    <a:path extrusionOk="0" h="14241" w="12276">
                      <a:moveTo>
                        <a:pt x="12275" y="0"/>
                      </a:moveTo>
                      <a:lnTo>
                        <a:pt x="12275" y="0"/>
                      </a:lnTo>
                      <a:cubicBezTo>
                        <a:pt x="9501" y="1798"/>
                        <a:pt x="6525" y="3370"/>
                        <a:pt x="4203" y="5703"/>
                      </a:cubicBezTo>
                      <a:cubicBezTo>
                        <a:pt x="2238" y="7680"/>
                        <a:pt x="0" y="11311"/>
                        <a:pt x="964" y="14240"/>
                      </a:cubicBezTo>
                      <a:cubicBezTo>
                        <a:pt x="1512" y="13692"/>
                        <a:pt x="1786" y="12669"/>
                        <a:pt x="2298" y="12014"/>
                      </a:cubicBezTo>
                      <a:cubicBezTo>
                        <a:pt x="2858" y="11311"/>
                        <a:pt x="3536" y="10704"/>
                        <a:pt x="4239" y="10133"/>
                      </a:cubicBezTo>
                      <a:cubicBezTo>
                        <a:pt x="5679" y="8990"/>
                        <a:pt x="7275" y="8025"/>
                        <a:pt x="8537" y="6704"/>
                      </a:cubicBezTo>
                      <a:cubicBezTo>
                        <a:pt x="10311" y="4834"/>
                        <a:pt x="11323" y="2382"/>
                        <a:pt x="122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2"/>
                <p:cNvSpPr/>
                <p:nvPr/>
              </p:nvSpPr>
              <p:spPr>
                <a:xfrm>
                  <a:off x="55050" y="5165350"/>
                  <a:ext cx="411675" cy="125625"/>
                </a:xfrm>
                <a:custGeom>
                  <a:rect b="b" l="l" r="r" t="t"/>
                  <a:pathLst>
                    <a:path extrusionOk="0" h="5025" w="16467">
                      <a:moveTo>
                        <a:pt x="16467" y="0"/>
                      </a:moveTo>
                      <a:lnTo>
                        <a:pt x="16467" y="0"/>
                      </a:lnTo>
                      <a:cubicBezTo>
                        <a:pt x="14860" y="417"/>
                        <a:pt x="13169" y="346"/>
                        <a:pt x="11502" y="429"/>
                      </a:cubicBezTo>
                      <a:cubicBezTo>
                        <a:pt x="9633" y="536"/>
                        <a:pt x="7752" y="870"/>
                        <a:pt x="5954" y="1501"/>
                      </a:cubicBezTo>
                      <a:cubicBezTo>
                        <a:pt x="4406" y="2036"/>
                        <a:pt x="1" y="5025"/>
                        <a:pt x="1" y="5025"/>
                      </a:cubicBezTo>
                      <a:cubicBezTo>
                        <a:pt x="1" y="5025"/>
                        <a:pt x="906" y="4644"/>
                        <a:pt x="1846" y="4465"/>
                      </a:cubicBezTo>
                      <a:cubicBezTo>
                        <a:pt x="2632" y="4299"/>
                        <a:pt x="3394" y="4108"/>
                        <a:pt x="4192" y="4037"/>
                      </a:cubicBezTo>
                      <a:cubicBezTo>
                        <a:pt x="7263" y="3739"/>
                        <a:pt x="10597" y="4251"/>
                        <a:pt x="13407" y="2739"/>
                      </a:cubicBezTo>
                      <a:cubicBezTo>
                        <a:pt x="14622" y="2084"/>
                        <a:pt x="15634" y="1084"/>
                        <a:pt x="164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2"/>
                <p:cNvSpPr/>
                <p:nvPr/>
              </p:nvSpPr>
              <p:spPr>
                <a:xfrm>
                  <a:off x="247650" y="5307100"/>
                  <a:ext cx="423875" cy="277975"/>
                </a:xfrm>
                <a:custGeom>
                  <a:rect b="b" l="l" r="r" t="t"/>
                  <a:pathLst>
                    <a:path extrusionOk="0" h="11119" w="16955">
                      <a:moveTo>
                        <a:pt x="1138" y="0"/>
                      </a:moveTo>
                      <a:cubicBezTo>
                        <a:pt x="759" y="0"/>
                        <a:pt x="380" y="19"/>
                        <a:pt x="0" y="57"/>
                      </a:cubicBezTo>
                      <a:cubicBezTo>
                        <a:pt x="4941" y="4713"/>
                        <a:pt x="10680" y="8499"/>
                        <a:pt x="16955" y="11118"/>
                      </a:cubicBezTo>
                      <a:cubicBezTo>
                        <a:pt x="14978" y="8165"/>
                        <a:pt x="12775" y="5308"/>
                        <a:pt x="9930" y="3189"/>
                      </a:cubicBezTo>
                      <a:cubicBezTo>
                        <a:pt x="7400" y="1286"/>
                        <a:pt x="4292" y="0"/>
                        <a:pt x="11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2"/>
                <p:cNvSpPr/>
                <p:nvPr/>
              </p:nvSpPr>
              <p:spPr>
                <a:xfrm>
                  <a:off x="368475" y="5445750"/>
                  <a:ext cx="267925" cy="444700"/>
                </a:xfrm>
                <a:custGeom>
                  <a:rect b="b" l="l" r="r" t="t"/>
                  <a:pathLst>
                    <a:path extrusionOk="0" h="17788" w="10717">
                      <a:moveTo>
                        <a:pt x="1" y="0"/>
                      </a:moveTo>
                      <a:lnTo>
                        <a:pt x="1" y="0"/>
                      </a:lnTo>
                      <a:cubicBezTo>
                        <a:pt x="2680" y="6310"/>
                        <a:pt x="6180" y="12621"/>
                        <a:pt x="10717" y="17788"/>
                      </a:cubicBezTo>
                      <a:cubicBezTo>
                        <a:pt x="9847" y="14299"/>
                        <a:pt x="8990" y="10775"/>
                        <a:pt x="7359" y="7584"/>
                      </a:cubicBezTo>
                      <a:cubicBezTo>
                        <a:pt x="5740" y="4382"/>
                        <a:pt x="3287" y="1476"/>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2"/>
                <p:cNvSpPr/>
                <p:nvPr/>
              </p:nvSpPr>
              <p:spPr>
                <a:xfrm>
                  <a:off x="372350" y="5543675"/>
                  <a:ext cx="96775" cy="526575"/>
                </a:xfrm>
                <a:custGeom>
                  <a:rect b="b" l="l" r="r" t="t"/>
                  <a:pathLst>
                    <a:path extrusionOk="0" h="21063" w="3871">
                      <a:moveTo>
                        <a:pt x="1048" y="0"/>
                      </a:moveTo>
                      <a:cubicBezTo>
                        <a:pt x="525" y="3548"/>
                        <a:pt x="1" y="7096"/>
                        <a:pt x="48" y="10692"/>
                      </a:cubicBezTo>
                      <a:cubicBezTo>
                        <a:pt x="96" y="14264"/>
                        <a:pt x="715" y="17895"/>
                        <a:pt x="2406" y="21062"/>
                      </a:cubicBezTo>
                      <a:cubicBezTo>
                        <a:pt x="3668" y="17907"/>
                        <a:pt x="3870" y="14871"/>
                        <a:pt x="3573" y="11478"/>
                      </a:cubicBezTo>
                      <a:cubicBezTo>
                        <a:pt x="3239" y="7549"/>
                        <a:pt x="2763" y="3560"/>
                        <a:pt x="10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2"/>
                <p:cNvSpPr/>
                <p:nvPr/>
              </p:nvSpPr>
              <p:spPr>
                <a:xfrm>
                  <a:off x="-234575" y="5272800"/>
                  <a:ext cx="645950" cy="708450"/>
                </a:xfrm>
                <a:custGeom>
                  <a:rect b="b" l="l" r="r" t="t"/>
                  <a:pathLst>
                    <a:path extrusionOk="0" h="28338" w="25838">
                      <a:moveTo>
                        <a:pt x="14605" y="1"/>
                      </a:moveTo>
                      <a:cubicBezTo>
                        <a:pt x="12220" y="1"/>
                        <a:pt x="9738" y="955"/>
                        <a:pt x="7680" y="2691"/>
                      </a:cubicBezTo>
                      <a:cubicBezTo>
                        <a:pt x="5775" y="4287"/>
                        <a:pt x="4204" y="6561"/>
                        <a:pt x="2977" y="9442"/>
                      </a:cubicBezTo>
                      <a:cubicBezTo>
                        <a:pt x="751" y="14657"/>
                        <a:pt x="1" y="21015"/>
                        <a:pt x="739" y="28337"/>
                      </a:cubicBezTo>
                      <a:lnTo>
                        <a:pt x="1227" y="28337"/>
                      </a:lnTo>
                      <a:cubicBezTo>
                        <a:pt x="1537" y="24182"/>
                        <a:pt x="2680" y="20348"/>
                        <a:pt x="4751" y="16610"/>
                      </a:cubicBezTo>
                      <a:cubicBezTo>
                        <a:pt x="5418" y="15372"/>
                        <a:pt x="6514" y="13597"/>
                        <a:pt x="8121" y="12407"/>
                      </a:cubicBezTo>
                      <a:cubicBezTo>
                        <a:pt x="9285" y="11545"/>
                        <a:pt x="10615" y="11074"/>
                        <a:pt x="11874" y="11074"/>
                      </a:cubicBezTo>
                      <a:cubicBezTo>
                        <a:pt x="12301" y="11074"/>
                        <a:pt x="12720" y="11128"/>
                        <a:pt x="13122" y="11240"/>
                      </a:cubicBezTo>
                      <a:cubicBezTo>
                        <a:pt x="14265" y="11550"/>
                        <a:pt x="15348" y="12335"/>
                        <a:pt x="16193" y="13467"/>
                      </a:cubicBezTo>
                      <a:cubicBezTo>
                        <a:pt x="17063" y="14610"/>
                        <a:pt x="17586" y="15955"/>
                        <a:pt x="17944" y="16991"/>
                      </a:cubicBezTo>
                      <a:cubicBezTo>
                        <a:pt x="18372" y="18289"/>
                        <a:pt x="18729" y="19610"/>
                        <a:pt x="18979" y="20956"/>
                      </a:cubicBezTo>
                      <a:cubicBezTo>
                        <a:pt x="19011" y="21061"/>
                        <a:pt x="19108" y="21138"/>
                        <a:pt x="19212" y="21138"/>
                      </a:cubicBezTo>
                      <a:cubicBezTo>
                        <a:pt x="19226" y="21138"/>
                        <a:pt x="19240" y="21137"/>
                        <a:pt x="19253" y="21134"/>
                      </a:cubicBezTo>
                      <a:cubicBezTo>
                        <a:pt x="19372" y="21098"/>
                        <a:pt x="19456" y="20979"/>
                        <a:pt x="19432" y="20860"/>
                      </a:cubicBezTo>
                      <a:cubicBezTo>
                        <a:pt x="19170" y="19515"/>
                        <a:pt x="18813" y="18158"/>
                        <a:pt x="18372" y="16848"/>
                      </a:cubicBezTo>
                      <a:cubicBezTo>
                        <a:pt x="18015" y="15776"/>
                        <a:pt x="17467" y="14395"/>
                        <a:pt x="16574" y="13181"/>
                      </a:cubicBezTo>
                      <a:cubicBezTo>
                        <a:pt x="15658" y="11978"/>
                        <a:pt x="14491" y="11133"/>
                        <a:pt x="13253" y="10788"/>
                      </a:cubicBezTo>
                      <a:cubicBezTo>
                        <a:pt x="12815" y="10669"/>
                        <a:pt x="12359" y="10611"/>
                        <a:pt x="11894" y="10611"/>
                      </a:cubicBezTo>
                      <a:cubicBezTo>
                        <a:pt x="10534" y="10611"/>
                        <a:pt x="9101" y="11106"/>
                        <a:pt x="7859" y="12038"/>
                      </a:cubicBezTo>
                      <a:cubicBezTo>
                        <a:pt x="6180" y="13288"/>
                        <a:pt x="5061" y="15121"/>
                        <a:pt x="4370" y="16384"/>
                      </a:cubicBezTo>
                      <a:cubicBezTo>
                        <a:pt x="2668" y="19467"/>
                        <a:pt x="1573" y="22622"/>
                        <a:pt x="1049" y="25956"/>
                      </a:cubicBezTo>
                      <a:cubicBezTo>
                        <a:pt x="691" y="19693"/>
                        <a:pt x="1489" y="14193"/>
                        <a:pt x="3442" y="9609"/>
                      </a:cubicBezTo>
                      <a:cubicBezTo>
                        <a:pt x="4632" y="6799"/>
                        <a:pt x="6180" y="4596"/>
                        <a:pt x="8014" y="3037"/>
                      </a:cubicBezTo>
                      <a:cubicBezTo>
                        <a:pt x="9988" y="1363"/>
                        <a:pt x="12358" y="443"/>
                        <a:pt x="14637" y="443"/>
                      </a:cubicBezTo>
                      <a:cubicBezTo>
                        <a:pt x="14887" y="443"/>
                        <a:pt x="15136" y="454"/>
                        <a:pt x="15384" y="477"/>
                      </a:cubicBezTo>
                      <a:cubicBezTo>
                        <a:pt x="17884" y="703"/>
                        <a:pt x="20349" y="2108"/>
                        <a:pt x="22147" y="4346"/>
                      </a:cubicBezTo>
                      <a:cubicBezTo>
                        <a:pt x="23671" y="6239"/>
                        <a:pt x="24754" y="8704"/>
                        <a:pt x="25361" y="11681"/>
                      </a:cubicBezTo>
                      <a:cubicBezTo>
                        <a:pt x="25392" y="11782"/>
                        <a:pt x="25483" y="11867"/>
                        <a:pt x="25584" y="11867"/>
                      </a:cubicBezTo>
                      <a:cubicBezTo>
                        <a:pt x="25601" y="11867"/>
                        <a:pt x="25618" y="11864"/>
                        <a:pt x="25635" y="11859"/>
                      </a:cubicBezTo>
                      <a:cubicBezTo>
                        <a:pt x="25754" y="11847"/>
                        <a:pt x="25837" y="11716"/>
                        <a:pt x="25814" y="11597"/>
                      </a:cubicBezTo>
                      <a:cubicBezTo>
                        <a:pt x="25195" y="8537"/>
                        <a:pt x="24075" y="6013"/>
                        <a:pt x="22492" y="4061"/>
                      </a:cubicBezTo>
                      <a:cubicBezTo>
                        <a:pt x="20599" y="1739"/>
                        <a:pt x="18027" y="263"/>
                        <a:pt x="15396" y="36"/>
                      </a:cubicBezTo>
                      <a:cubicBezTo>
                        <a:pt x="15134" y="12"/>
                        <a:pt x="14870" y="1"/>
                        <a:pt x="146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2"/>
                <p:cNvSpPr/>
                <p:nvPr/>
              </p:nvSpPr>
              <p:spPr>
                <a:xfrm>
                  <a:off x="-320000" y="5222375"/>
                  <a:ext cx="116425" cy="764225"/>
                </a:xfrm>
                <a:custGeom>
                  <a:rect b="b" l="l" r="r" t="t"/>
                  <a:pathLst>
                    <a:path extrusionOk="0" h="30569" w="4657">
                      <a:moveTo>
                        <a:pt x="3386" y="1"/>
                      </a:moveTo>
                      <a:cubicBezTo>
                        <a:pt x="3303" y="1"/>
                        <a:pt x="3220" y="40"/>
                        <a:pt x="3180" y="113"/>
                      </a:cubicBezTo>
                      <a:cubicBezTo>
                        <a:pt x="1060" y="3756"/>
                        <a:pt x="1" y="8316"/>
                        <a:pt x="120" y="13281"/>
                      </a:cubicBezTo>
                      <a:cubicBezTo>
                        <a:pt x="227" y="17686"/>
                        <a:pt x="2608" y="25389"/>
                        <a:pt x="4037" y="29973"/>
                      </a:cubicBezTo>
                      <a:lnTo>
                        <a:pt x="4168" y="30402"/>
                      </a:lnTo>
                      <a:cubicBezTo>
                        <a:pt x="4192" y="30509"/>
                        <a:pt x="4287" y="30569"/>
                        <a:pt x="4394" y="30569"/>
                      </a:cubicBezTo>
                      <a:cubicBezTo>
                        <a:pt x="4406" y="30569"/>
                        <a:pt x="4430" y="30569"/>
                        <a:pt x="4466" y="30533"/>
                      </a:cubicBezTo>
                      <a:cubicBezTo>
                        <a:pt x="4585" y="30509"/>
                        <a:pt x="4656" y="30366"/>
                        <a:pt x="4609" y="30247"/>
                      </a:cubicBezTo>
                      <a:lnTo>
                        <a:pt x="4478" y="29819"/>
                      </a:lnTo>
                      <a:cubicBezTo>
                        <a:pt x="3156" y="25568"/>
                        <a:pt x="679" y="17615"/>
                        <a:pt x="584" y="13269"/>
                      </a:cubicBezTo>
                      <a:cubicBezTo>
                        <a:pt x="465" y="8387"/>
                        <a:pt x="1501" y="3911"/>
                        <a:pt x="3585" y="339"/>
                      </a:cubicBezTo>
                      <a:cubicBezTo>
                        <a:pt x="3644" y="232"/>
                        <a:pt x="3596" y="89"/>
                        <a:pt x="3501" y="29"/>
                      </a:cubicBezTo>
                      <a:cubicBezTo>
                        <a:pt x="3466" y="10"/>
                        <a:pt x="3426" y="1"/>
                        <a:pt x="3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2"/>
                <p:cNvSpPr/>
                <p:nvPr/>
              </p:nvSpPr>
              <p:spPr>
                <a:xfrm>
                  <a:off x="-93775" y="5049850"/>
                  <a:ext cx="277150" cy="348300"/>
                </a:xfrm>
                <a:custGeom>
                  <a:rect b="b" l="l" r="r" t="t"/>
                  <a:pathLst>
                    <a:path extrusionOk="0" h="13932" w="11086">
                      <a:moveTo>
                        <a:pt x="11085" y="1"/>
                      </a:moveTo>
                      <a:cubicBezTo>
                        <a:pt x="9835" y="882"/>
                        <a:pt x="8680" y="1894"/>
                        <a:pt x="7573" y="2930"/>
                      </a:cubicBezTo>
                      <a:cubicBezTo>
                        <a:pt x="6454" y="3977"/>
                        <a:pt x="5382" y="5049"/>
                        <a:pt x="4299" y="6121"/>
                      </a:cubicBezTo>
                      <a:cubicBezTo>
                        <a:pt x="3239" y="7204"/>
                        <a:pt x="2096" y="8252"/>
                        <a:pt x="1239" y="9550"/>
                      </a:cubicBezTo>
                      <a:cubicBezTo>
                        <a:pt x="798" y="10181"/>
                        <a:pt x="465" y="10895"/>
                        <a:pt x="251" y="11645"/>
                      </a:cubicBezTo>
                      <a:cubicBezTo>
                        <a:pt x="60" y="12407"/>
                        <a:pt x="1" y="13193"/>
                        <a:pt x="179" y="13931"/>
                      </a:cubicBezTo>
                      <a:cubicBezTo>
                        <a:pt x="108" y="13181"/>
                        <a:pt x="203" y="12419"/>
                        <a:pt x="477" y="11717"/>
                      </a:cubicBezTo>
                      <a:cubicBezTo>
                        <a:pt x="727" y="11002"/>
                        <a:pt x="1084" y="10347"/>
                        <a:pt x="1536" y="9752"/>
                      </a:cubicBezTo>
                      <a:cubicBezTo>
                        <a:pt x="2429" y="8549"/>
                        <a:pt x="3561" y="7537"/>
                        <a:pt x="4632" y="6454"/>
                      </a:cubicBezTo>
                      <a:cubicBezTo>
                        <a:pt x="5704" y="5382"/>
                        <a:pt x="6775" y="4275"/>
                        <a:pt x="7823" y="3192"/>
                      </a:cubicBezTo>
                      <a:cubicBezTo>
                        <a:pt x="8883" y="2096"/>
                        <a:pt x="9954" y="1013"/>
                        <a:pt x="110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2"/>
                <p:cNvSpPr/>
                <p:nvPr/>
              </p:nvSpPr>
              <p:spPr>
                <a:xfrm>
                  <a:off x="63975" y="5172800"/>
                  <a:ext cx="393225" cy="114025"/>
                </a:xfrm>
                <a:custGeom>
                  <a:rect b="b" l="l" r="r" t="t"/>
                  <a:pathLst>
                    <a:path extrusionOk="0" h="4561" w="15729">
                      <a:moveTo>
                        <a:pt x="15729" y="0"/>
                      </a:moveTo>
                      <a:cubicBezTo>
                        <a:pt x="15134" y="357"/>
                        <a:pt x="14479" y="548"/>
                        <a:pt x="13824" y="679"/>
                      </a:cubicBezTo>
                      <a:cubicBezTo>
                        <a:pt x="13157" y="822"/>
                        <a:pt x="12479" y="941"/>
                        <a:pt x="11800" y="1060"/>
                      </a:cubicBezTo>
                      <a:cubicBezTo>
                        <a:pt x="10455" y="1286"/>
                        <a:pt x="9109" y="1536"/>
                        <a:pt x="7752" y="1798"/>
                      </a:cubicBezTo>
                      <a:cubicBezTo>
                        <a:pt x="6406" y="2084"/>
                        <a:pt x="5061" y="2393"/>
                        <a:pt x="3751" y="2846"/>
                      </a:cubicBezTo>
                      <a:cubicBezTo>
                        <a:pt x="2442" y="3286"/>
                        <a:pt x="1180" y="3834"/>
                        <a:pt x="1" y="4560"/>
                      </a:cubicBezTo>
                      <a:cubicBezTo>
                        <a:pt x="1251" y="4001"/>
                        <a:pt x="2549" y="3548"/>
                        <a:pt x="3858" y="3179"/>
                      </a:cubicBezTo>
                      <a:cubicBezTo>
                        <a:pt x="5168" y="2810"/>
                        <a:pt x="6502" y="2512"/>
                        <a:pt x="7847" y="2250"/>
                      </a:cubicBezTo>
                      <a:cubicBezTo>
                        <a:pt x="9169" y="1977"/>
                        <a:pt x="10526" y="1726"/>
                        <a:pt x="11859" y="1417"/>
                      </a:cubicBezTo>
                      <a:cubicBezTo>
                        <a:pt x="12550" y="1250"/>
                        <a:pt x="13205" y="1095"/>
                        <a:pt x="13872" y="905"/>
                      </a:cubicBezTo>
                      <a:cubicBezTo>
                        <a:pt x="14538" y="703"/>
                        <a:pt x="15217" y="441"/>
                        <a:pt x="157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2"/>
                <p:cNvSpPr/>
                <p:nvPr/>
              </p:nvSpPr>
              <p:spPr>
                <a:xfrm>
                  <a:off x="261025" y="5318650"/>
                  <a:ext cx="409000" cy="262850"/>
                </a:xfrm>
                <a:custGeom>
                  <a:rect b="b" l="l" r="r" t="t"/>
                  <a:pathLst>
                    <a:path extrusionOk="0" h="10514" w="16360">
                      <a:moveTo>
                        <a:pt x="1" y="0"/>
                      </a:moveTo>
                      <a:cubicBezTo>
                        <a:pt x="2977" y="1322"/>
                        <a:pt x="5692" y="3096"/>
                        <a:pt x="8323" y="4977"/>
                      </a:cubicBezTo>
                      <a:cubicBezTo>
                        <a:pt x="10978" y="6858"/>
                        <a:pt x="13550" y="8870"/>
                        <a:pt x="16360" y="10513"/>
                      </a:cubicBezTo>
                      <a:cubicBezTo>
                        <a:pt x="13764" y="8573"/>
                        <a:pt x="11264" y="6513"/>
                        <a:pt x="8597" y="4596"/>
                      </a:cubicBezTo>
                      <a:cubicBezTo>
                        <a:pt x="7276" y="3655"/>
                        <a:pt x="5906" y="2750"/>
                        <a:pt x="4466" y="1965"/>
                      </a:cubicBezTo>
                      <a:cubicBezTo>
                        <a:pt x="3061" y="1179"/>
                        <a:pt x="1549" y="48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2"/>
                <p:cNvSpPr/>
                <p:nvPr/>
              </p:nvSpPr>
              <p:spPr>
                <a:xfrm>
                  <a:off x="379200" y="5458550"/>
                  <a:ext cx="256300" cy="428625"/>
                </a:xfrm>
                <a:custGeom>
                  <a:rect b="b" l="l" r="r" t="t"/>
                  <a:pathLst>
                    <a:path extrusionOk="0" h="17145" w="10252">
                      <a:moveTo>
                        <a:pt x="1" y="0"/>
                      </a:moveTo>
                      <a:lnTo>
                        <a:pt x="1" y="0"/>
                      </a:lnTo>
                      <a:cubicBezTo>
                        <a:pt x="953" y="1369"/>
                        <a:pt x="1870" y="2750"/>
                        <a:pt x="2727" y="4179"/>
                      </a:cubicBezTo>
                      <a:cubicBezTo>
                        <a:pt x="3584" y="5608"/>
                        <a:pt x="4418" y="7037"/>
                        <a:pt x="5227" y="8489"/>
                      </a:cubicBezTo>
                      <a:cubicBezTo>
                        <a:pt x="6037" y="9942"/>
                        <a:pt x="6847" y="11394"/>
                        <a:pt x="7680" y="12835"/>
                      </a:cubicBezTo>
                      <a:lnTo>
                        <a:pt x="8942" y="15002"/>
                      </a:lnTo>
                      <a:cubicBezTo>
                        <a:pt x="9395" y="15716"/>
                        <a:pt x="9811" y="16443"/>
                        <a:pt x="10252" y="17145"/>
                      </a:cubicBezTo>
                      <a:cubicBezTo>
                        <a:pt x="9895" y="16383"/>
                        <a:pt x="9526" y="15645"/>
                        <a:pt x="9156" y="14895"/>
                      </a:cubicBezTo>
                      <a:lnTo>
                        <a:pt x="8002" y="12680"/>
                      </a:lnTo>
                      <a:cubicBezTo>
                        <a:pt x="7251" y="11204"/>
                        <a:pt x="6454" y="9727"/>
                        <a:pt x="5644" y="8275"/>
                      </a:cubicBezTo>
                      <a:cubicBezTo>
                        <a:pt x="4823" y="6810"/>
                        <a:pt x="3965" y="5370"/>
                        <a:pt x="3037" y="3989"/>
                      </a:cubicBezTo>
                      <a:cubicBezTo>
                        <a:pt x="2572" y="3286"/>
                        <a:pt x="2096" y="2608"/>
                        <a:pt x="1584" y="1929"/>
                      </a:cubicBezTo>
                      <a:cubicBezTo>
                        <a:pt x="1072" y="1274"/>
                        <a:pt x="560" y="619"/>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2"/>
                <p:cNvSpPr/>
                <p:nvPr/>
              </p:nvSpPr>
              <p:spPr>
                <a:xfrm>
                  <a:off x="404800" y="5565700"/>
                  <a:ext cx="27100" cy="503350"/>
                </a:xfrm>
                <a:custGeom>
                  <a:rect b="b" l="l" r="r" t="t"/>
                  <a:pathLst>
                    <a:path extrusionOk="0" h="20134" w="1084">
                      <a:moveTo>
                        <a:pt x="1" y="0"/>
                      </a:moveTo>
                      <a:cubicBezTo>
                        <a:pt x="36" y="429"/>
                        <a:pt x="72" y="846"/>
                        <a:pt x="131" y="1215"/>
                      </a:cubicBezTo>
                      <a:lnTo>
                        <a:pt x="227" y="2489"/>
                      </a:lnTo>
                      <a:lnTo>
                        <a:pt x="286" y="3751"/>
                      </a:lnTo>
                      <a:lnTo>
                        <a:pt x="310" y="5013"/>
                      </a:lnTo>
                      <a:cubicBezTo>
                        <a:pt x="322" y="6692"/>
                        <a:pt x="298" y="8382"/>
                        <a:pt x="262" y="10061"/>
                      </a:cubicBezTo>
                      <a:cubicBezTo>
                        <a:pt x="251" y="11740"/>
                        <a:pt x="239" y="13442"/>
                        <a:pt x="358" y="15121"/>
                      </a:cubicBezTo>
                      <a:lnTo>
                        <a:pt x="465" y="16383"/>
                      </a:lnTo>
                      <a:lnTo>
                        <a:pt x="608" y="17645"/>
                      </a:lnTo>
                      <a:lnTo>
                        <a:pt x="822" y="18895"/>
                      </a:lnTo>
                      <a:cubicBezTo>
                        <a:pt x="893" y="19312"/>
                        <a:pt x="1001" y="19717"/>
                        <a:pt x="1084" y="20134"/>
                      </a:cubicBezTo>
                      <a:cubicBezTo>
                        <a:pt x="1048" y="19717"/>
                        <a:pt x="1001" y="19300"/>
                        <a:pt x="941" y="18884"/>
                      </a:cubicBezTo>
                      <a:lnTo>
                        <a:pt x="834" y="17633"/>
                      </a:lnTo>
                      <a:lnTo>
                        <a:pt x="763" y="16383"/>
                      </a:lnTo>
                      <a:lnTo>
                        <a:pt x="715" y="15121"/>
                      </a:lnTo>
                      <a:cubicBezTo>
                        <a:pt x="691" y="13442"/>
                        <a:pt x="703" y="11752"/>
                        <a:pt x="727" y="10073"/>
                      </a:cubicBezTo>
                      <a:cubicBezTo>
                        <a:pt x="751" y="8394"/>
                        <a:pt x="774" y="6692"/>
                        <a:pt x="667" y="5013"/>
                      </a:cubicBezTo>
                      <a:lnTo>
                        <a:pt x="584" y="3751"/>
                      </a:lnTo>
                      <a:lnTo>
                        <a:pt x="453" y="2489"/>
                      </a:lnTo>
                      <a:lnTo>
                        <a:pt x="251" y="1227"/>
                      </a:lnTo>
                      <a:cubicBezTo>
                        <a:pt x="179" y="822"/>
                        <a:pt x="96" y="417"/>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2"/>
                <p:cNvSpPr/>
                <p:nvPr/>
              </p:nvSpPr>
              <p:spPr>
                <a:xfrm>
                  <a:off x="218475" y="5769700"/>
                  <a:ext cx="55075" cy="48250"/>
                </a:xfrm>
                <a:custGeom>
                  <a:rect b="b" l="l" r="r" t="t"/>
                  <a:pathLst>
                    <a:path extrusionOk="0" h="1930" w="2203">
                      <a:moveTo>
                        <a:pt x="1103" y="1"/>
                      </a:moveTo>
                      <a:cubicBezTo>
                        <a:pt x="749" y="1"/>
                        <a:pt x="407" y="195"/>
                        <a:pt x="238" y="532"/>
                      </a:cubicBezTo>
                      <a:cubicBezTo>
                        <a:pt x="0" y="1008"/>
                        <a:pt x="191" y="1591"/>
                        <a:pt x="667" y="1830"/>
                      </a:cubicBezTo>
                      <a:cubicBezTo>
                        <a:pt x="803" y="1898"/>
                        <a:pt x="948" y="1930"/>
                        <a:pt x="1091" y="1930"/>
                      </a:cubicBezTo>
                      <a:cubicBezTo>
                        <a:pt x="1448" y="1930"/>
                        <a:pt x="1795" y="1729"/>
                        <a:pt x="1965" y="1389"/>
                      </a:cubicBezTo>
                      <a:cubicBezTo>
                        <a:pt x="2203" y="937"/>
                        <a:pt x="2000" y="353"/>
                        <a:pt x="1536" y="103"/>
                      </a:cubicBezTo>
                      <a:cubicBezTo>
                        <a:pt x="1397" y="34"/>
                        <a:pt x="1249" y="1"/>
                        <a:pt x="1103"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2"/>
                <p:cNvSpPr/>
                <p:nvPr/>
              </p:nvSpPr>
              <p:spPr>
                <a:xfrm>
                  <a:off x="-264325" y="5211075"/>
                  <a:ext cx="54775" cy="47875"/>
                </a:xfrm>
                <a:custGeom>
                  <a:rect b="b" l="l" r="r" t="t"/>
                  <a:pathLst>
                    <a:path extrusionOk="0" h="1915" w="2191">
                      <a:moveTo>
                        <a:pt x="1096" y="0"/>
                      </a:moveTo>
                      <a:cubicBezTo>
                        <a:pt x="963" y="0"/>
                        <a:pt x="829" y="28"/>
                        <a:pt x="703" y="88"/>
                      </a:cubicBezTo>
                      <a:cubicBezTo>
                        <a:pt x="226" y="303"/>
                        <a:pt x="0" y="874"/>
                        <a:pt x="226" y="1350"/>
                      </a:cubicBezTo>
                      <a:cubicBezTo>
                        <a:pt x="384" y="1700"/>
                        <a:pt x="740" y="1915"/>
                        <a:pt x="1102" y="1915"/>
                      </a:cubicBezTo>
                      <a:cubicBezTo>
                        <a:pt x="1233" y="1915"/>
                        <a:pt x="1365" y="1887"/>
                        <a:pt x="1489" y="1827"/>
                      </a:cubicBezTo>
                      <a:cubicBezTo>
                        <a:pt x="1989" y="1624"/>
                        <a:pt x="2191" y="1041"/>
                        <a:pt x="1965" y="565"/>
                      </a:cubicBezTo>
                      <a:cubicBezTo>
                        <a:pt x="1816" y="215"/>
                        <a:pt x="1462" y="0"/>
                        <a:pt x="1096"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7" name="Google Shape;3487;p72"/>
              <p:cNvGrpSpPr/>
              <p:nvPr/>
            </p:nvGrpSpPr>
            <p:grpSpPr>
              <a:xfrm>
                <a:off x="6215806" y="2336167"/>
                <a:ext cx="559800" cy="751978"/>
                <a:chOff x="6243388" y="2238663"/>
                <a:chExt cx="495925" cy="666175"/>
              </a:xfrm>
            </p:grpSpPr>
            <p:sp>
              <p:nvSpPr>
                <p:cNvPr id="3488" name="Google Shape;3488;p72"/>
                <p:cNvSpPr/>
                <p:nvPr/>
              </p:nvSpPr>
              <p:spPr>
                <a:xfrm>
                  <a:off x="6261238" y="2447013"/>
                  <a:ext cx="459625" cy="439075"/>
                </a:xfrm>
                <a:custGeom>
                  <a:rect b="b" l="l" r="r" t="t"/>
                  <a:pathLst>
                    <a:path extrusionOk="0" h="17563" w="18385">
                      <a:moveTo>
                        <a:pt x="13872" y="1"/>
                      </a:moveTo>
                      <a:cubicBezTo>
                        <a:pt x="11193" y="1"/>
                        <a:pt x="9181" y="751"/>
                        <a:pt x="9181" y="751"/>
                      </a:cubicBezTo>
                      <a:cubicBezTo>
                        <a:pt x="9181" y="751"/>
                        <a:pt x="5835" y="1644"/>
                        <a:pt x="4204" y="1644"/>
                      </a:cubicBezTo>
                      <a:cubicBezTo>
                        <a:pt x="2858" y="1644"/>
                        <a:pt x="1" y="751"/>
                        <a:pt x="1" y="751"/>
                      </a:cubicBezTo>
                      <a:lnTo>
                        <a:pt x="1" y="14050"/>
                      </a:lnTo>
                      <a:lnTo>
                        <a:pt x="108" y="14050"/>
                      </a:lnTo>
                      <a:lnTo>
                        <a:pt x="108" y="14800"/>
                      </a:lnTo>
                      <a:cubicBezTo>
                        <a:pt x="108" y="16324"/>
                        <a:pt x="1346" y="17562"/>
                        <a:pt x="2870" y="17562"/>
                      </a:cubicBezTo>
                      <a:cubicBezTo>
                        <a:pt x="3859" y="17562"/>
                        <a:pt x="4740" y="17074"/>
                        <a:pt x="5240" y="16241"/>
                      </a:cubicBezTo>
                      <a:lnTo>
                        <a:pt x="5883" y="15193"/>
                      </a:lnTo>
                      <a:lnTo>
                        <a:pt x="6526" y="16241"/>
                      </a:lnTo>
                      <a:cubicBezTo>
                        <a:pt x="7037" y="17074"/>
                        <a:pt x="7919" y="17562"/>
                        <a:pt x="8883" y="17562"/>
                      </a:cubicBezTo>
                      <a:cubicBezTo>
                        <a:pt x="10109" y="17562"/>
                        <a:pt x="11181" y="16777"/>
                        <a:pt x="11538" y="15610"/>
                      </a:cubicBezTo>
                      <a:lnTo>
                        <a:pt x="12252" y="13288"/>
                      </a:lnTo>
                      <a:lnTo>
                        <a:pt x="12967" y="15610"/>
                      </a:lnTo>
                      <a:cubicBezTo>
                        <a:pt x="13324" y="16777"/>
                        <a:pt x="14396" y="17562"/>
                        <a:pt x="15610" y="17562"/>
                      </a:cubicBezTo>
                      <a:cubicBezTo>
                        <a:pt x="17134" y="17562"/>
                        <a:pt x="18384" y="16312"/>
                        <a:pt x="18348" y="14800"/>
                      </a:cubicBezTo>
                      <a:lnTo>
                        <a:pt x="18348" y="751"/>
                      </a:lnTo>
                      <a:cubicBezTo>
                        <a:pt x="18348" y="751"/>
                        <a:pt x="16408" y="1"/>
                        <a:pt x="13872" y="1"/>
                      </a:cubicBezTo>
                      <a:close/>
                    </a:path>
                  </a:pathLst>
                </a:custGeom>
                <a:solidFill>
                  <a:srgbClr val="563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2"/>
                <p:cNvSpPr/>
                <p:nvPr/>
              </p:nvSpPr>
              <p:spPr>
                <a:xfrm>
                  <a:off x="6243388" y="2238663"/>
                  <a:ext cx="495925" cy="666175"/>
                </a:xfrm>
                <a:custGeom>
                  <a:rect b="b" l="l" r="r" t="t"/>
                  <a:pathLst>
                    <a:path extrusionOk="0" h="26647" w="19837">
                      <a:moveTo>
                        <a:pt x="1" y="0"/>
                      </a:moveTo>
                      <a:lnTo>
                        <a:pt x="1" y="23134"/>
                      </a:lnTo>
                      <a:lnTo>
                        <a:pt x="108" y="23134"/>
                      </a:lnTo>
                      <a:cubicBezTo>
                        <a:pt x="108" y="25063"/>
                        <a:pt x="1679" y="26647"/>
                        <a:pt x="3620" y="26647"/>
                      </a:cubicBezTo>
                      <a:cubicBezTo>
                        <a:pt x="4882" y="26647"/>
                        <a:pt x="6001" y="25968"/>
                        <a:pt x="6608" y="24956"/>
                      </a:cubicBezTo>
                      <a:cubicBezTo>
                        <a:pt x="7216" y="25968"/>
                        <a:pt x="8335" y="26647"/>
                        <a:pt x="9597" y="26647"/>
                      </a:cubicBezTo>
                      <a:cubicBezTo>
                        <a:pt x="11180" y="26647"/>
                        <a:pt x="12514" y="25599"/>
                        <a:pt x="12966" y="24158"/>
                      </a:cubicBezTo>
                      <a:cubicBezTo>
                        <a:pt x="13407" y="25587"/>
                        <a:pt x="14740" y="26647"/>
                        <a:pt x="16324" y="26647"/>
                      </a:cubicBezTo>
                      <a:cubicBezTo>
                        <a:pt x="18265" y="26647"/>
                        <a:pt x="19836" y="25063"/>
                        <a:pt x="19836" y="23134"/>
                      </a:cubicBezTo>
                      <a:lnTo>
                        <a:pt x="1983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2"/>
                <p:cNvSpPr/>
                <p:nvPr/>
              </p:nvSpPr>
              <p:spPr>
                <a:xfrm>
                  <a:off x="6308150" y="2304775"/>
                  <a:ext cx="80700" cy="324900"/>
                </a:xfrm>
                <a:prstGeom prst="roundRect">
                  <a:avLst>
                    <a:gd fmla="val 50000" name="adj"/>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91" name="Google Shape;3491;p72"/>
              <p:cNvSpPr/>
              <p:nvPr/>
            </p:nvSpPr>
            <p:spPr>
              <a:xfrm rot="9199657">
                <a:off x="7008320" y="2714008"/>
                <a:ext cx="148958" cy="30174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338"/>
                                        </p:tgtEl>
                                        <p:attrNameLst>
                                          <p:attrName>style.visibility</p:attrName>
                                        </p:attrNameLst>
                                      </p:cBhvr>
                                      <p:to>
                                        <p:strVal val="visible"/>
                                      </p:to>
                                    </p:set>
                                    <p:animEffect filter="fade" transition="in">
                                      <p:cBhvr>
                                        <p:cTn dur="1000"/>
                                        <p:tgtEl>
                                          <p:spTgt spid="333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336"/>
                                        </p:tgtEl>
                                        <p:attrNameLst>
                                          <p:attrName>style.visibility</p:attrName>
                                        </p:attrNameLst>
                                      </p:cBhvr>
                                      <p:to>
                                        <p:strVal val="visible"/>
                                      </p:to>
                                    </p:set>
                                    <p:animEffect filter="fade" transition="in">
                                      <p:cBhvr>
                                        <p:cTn dur="1000"/>
                                        <p:tgtEl>
                                          <p:spTgt spid="3336"/>
                                        </p:tgtEl>
                                      </p:cBhvr>
                                    </p:animEffect>
                                  </p:childTnLst>
                                </p:cTn>
                              </p:par>
                              <p:par>
                                <p:cTn fill="hold" nodeType="withEffect" presetClass="entr" presetID="10" presetSubtype="0">
                                  <p:stCondLst>
                                    <p:cond delay="0"/>
                                  </p:stCondLst>
                                  <p:childTnLst>
                                    <p:set>
                                      <p:cBhvr>
                                        <p:cTn dur="1" fill="hold">
                                          <p:stCondLst>
                                            <p:cond delay="0"/>
                                          </p:stCondLst>
                                        </p:cTn>
                                        <p:tgtEl>
                                          <p:spTgt spid="3334"/>
                                        </p:tgtEl>
                                        <p:attrNameLst>
                                          <p:attrName>style.visibility</p:attrName>
                                        </p:attrNameLst>
                                      </p:cBhvr>
                                      <p:to>
                                        <p:strVal val="visible"/>
                                      </p:to>
                                    </p:set>
                                    <p:animEffect filter="fade" transition="in">
                                      <p:cBhvr>
                                        <p:cTn dur="1000"/>
                                        <p:tgtEl>
                                          <p:spTgt spid="333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426"/>
                                        </p:tgtEl>
                                        <p:attrNameLst>
                                          <p:attrName>style.visibility</p:attrName>
                                        </p:attrNameLst>
                                      </p:cBhvr>
                                      <p:to>
                                        <p:strVal val="visible"/>
                                      </p:to>
                                    </p:set>
                                    <p:animEffect filter="fade" transition="in">
                                      <p:cBhvr>
                                        <p:cTn dur="1000"/>
                                        <p:tgtEl>
                                          <p:spTgt spid="342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337"/>
                                        </p:tgtEl>
                                        <p:attrNameLst>
                                          <p:attrName>style.visibility</p:attrName>
                                        </p:attrNameLst>
                                      </p:cBhvr>
                                      <p:to>
                                        <p:strVal val="visible"/>
                                      </p:to>
                                    </p:set>
                                    <p:animEffect filter="fade" transition="in">
                                      <p:cBhvr>
                                        <p:cTn dur="1000"/>
                                        <p:tgtEl>
                                          <p:spTgt spid="3337"/>
                                        </p:tgtEl>
                                      </p:cBhvr>
                                    </p:animEffect>
                                  </p:childTnLst>
                                </p:cTn>
                              </p:par>
                              <p:par>
                                <p:cTn fill="hold" nodeType="withEffect" presetClass="entr" presetID="10" presetSubtype="0">
                                  <p:stCondLst>
                                    <p:cond delay="0"/>
                                  </p:stCondLst>
                                  <p:childTnLst>
                                    <p:set>
                                      <p:cBhvr>
                                        <p:cTn dur="1" fill="hold">
                                          <p:stCondLst>
                                            <p:cond delay="0"/>
                                          </p:stCondLst>
                                        </p:cTn>
                                        <p:tgtEl>
                                          <p:spTgt spid="3335"/>
                                        </p:tgtEl>
                                        <p:attrNameLst>
                                          <p:attrName>style.visibility</p:attrName>
                                        </p:attrNameLst>
                                      </p:cBhvr>
                                      <p:to>
                                        <p:strVal val="visible"/>
                                      </p:to>
                                    </p:set>
                                    <p:animEffect filter="fade" transition="in">
                                      <p:cBhvr>
                                        <p:cTn dur="1000"/>
                                        <p:tgtEl>
                                          <p:spTgt spid="333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95" name="Shape 3495"/>
        <p:cNvGrpSpPr/>
        <p:nvPr/>
      </p:nvGrpSpPr>
      <p:grpSpPr>
        <a:xfrm>
          <a:off x="0" y="0"/>
          <a:ext cx="0" cy="0"/>
          <a:chOff x="0" y="0"/>
          <a:chExt cx="0" cy="0"/>
        </a:xfrm>
      </p:grpSpPr>
      <p:sp>
        <p:nvSpPr>
          <p:cNvPr id="3496" name="Google Shape;3496;p73"/>
          <p:cNvSpPr/>
          <p:nvPr/>
        </p:nvSpPr>
        <p:spPr>
          <a:xfrm>
            <a:off x="859663" y="1269450"/>
            <a:ext cx="3609000" cy="2166900"/>
          </a:xfrm>
          <a:prstGeom prst="roundRect">
            <a:avLst>
              <a:gd fmla="val 3881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3"/>
          <p:cNvSpPr/>
          <p:nvPr/>
        </p:nvSpPr>
        <p:spPr>
          <a:xfrm>
            <a:off x="4675338" y="2437200"/>
            <a:ext cx="3609000" cy="2166900"/>
          </a:xfrm>
          <a:prstGeom prst="roundRect">
            <a:avLst>
              <a:gd fmla="val 3881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3"/>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WHY SHOULD WE RECYCLE?</a:t>
            </a:r>
            <a:endParaRPr/>
          </a:p>
        </p:txBody>
      </p:sp>
      <p:sp>
        <p:nvSpPr>
          <p:cNvPr id="3499" name="Google Shape;3499;p73"/>
          <p:cNvSpPr txBox="1"/>
          <p:nvPr>
            <p:ph idx="1" type="subTitle"/>
          </p:nvPr>
        </p:nvSpPr>
        <p:spPr>
          <a:xfrm>
            <a:off x="1189963" y="1926945"/>
            <a:ext cx="2948400" cy="116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3500" name="Google Shape;3500;p73"/>
          <p:cNvSpPr txBox="1"/>
          <p:nvPr>
            <p:ph idx="2" type="subTitle"/>
          </p:nvPr>
        </p:nvSpPr>
        <p:spPr>
          <a:xfrm>
            <a:off x="5013138" y="3094695"/>
            <a:ext cx="2933400" cy="116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3501" name="Google Shape;3501;p73"/>
          <p:cNvSpPr txBox="1"/>
          <p:nvPr>
            <p:ph idx="3" type="title"/>
          </p:nvPr>
        </p:nvSpPr>
        <p:spPr>
          <a:xfrm>
            <a:off x="1191463" y="1609063"/>
            <a:ext cx="29454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502" name="Google Shape;3502;p73"/>
          <p:cNvSpPr txBox="1"/>
          <p:nvPr>
            <p:ph idx="4" type="title"/>
          </p:nvPr>
        </p:nvSpPr>
        <p:spPr>
          <a:xfrm>
            <a:off x="5005638" y="2776813"/>
            <a:ext cx="29484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grpSp>
        <p:nvGrpSpPr>
          <p:cNvPr id="3503" name="Google Shape;3503;p73"/>
          <p:cNvGrpSpPr/>
          <p:nvPr/>
        </p:nvGrpSpPr>
        <p:grpSpPr>
          <a:xfrm rot="3875737">
            <a:off x="813412" y="3172797"/>
            <a:ext cx="1326211" cy="2687814"/>
            <a:chOff x="1803775" y="5029925"/>
            <a:chExt cx="655775" cy="1329050"/>
          </a:xfrm>
        </p:grpSpPr>
        <p:sp>
          <p:nvSpPr>
            <p:cNvPr id="3504" name="Google Shape;3504;p73"/>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3"/>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3"/>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3"/>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3"/>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3"/>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3"/>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3"/>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3"/>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3"/>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3"/>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5" name="Google Shape;3515;p73"/>
          <p:cNvGrpSpPr/>
          <p:nvPr/>
        </p:nvGrpSpPr>
        <p:grpSpPr>
          <a:xfrm rot="-1234631">
            <a:off x="3423963" y="3884552"/>
            <a:ext cx="1178420" cy="1653449"/>
            <a:chOff x="1219200" y="1690129"/>
            <a:chExt cx="2063667" cy="2895545"/>
          </a:xfrm>
        </p:grpSpPr>
        <p:sp>
          <p:nvSpPr>
            <p:cNvPr id="3516" name="Google Shape;3516;p73"/>
            <p:cNvSpPr/>
            <p:nvPr/>
          </p:nvSpPr>
          <p:spPr>
            <a:xfrm>
              <a:off x="1339085" y="2255824"/>
              <a:ext cx="1777978" cy="2329841"/>
            </a:xfrm>
            <a:custGeom>
              <a:rect b="b" l="l" r="r" t="t"/>
              <a:pathLst>
                <a:path extrusionOk="0" h="48352" w="36899">
                  <a:moveTo>
                    <a:pt x="3275" y="0"/>
                  </a:moveTo>
                  <a:cubicBezTo>
                    <a:pt x="1465" y="0"/>
                    <a:pt x="1" y="1477"/>
                    <a:pt x="1" y="3274"/>
                  </a:cubicBezTo>
                  <a:lnTo>
                    <a:pt x="2751" y="45077"/>
                  </a:lnTo>
                  <a:cubicBezTo>
                    <a:pt x="2751" y="46899"/>
                    <a:pt x="4227" y="48351"/>
                    <a:pt x="6025" y="48351"/>
                  </a:cubicBezTo>
                  <a:lnTo>
                    <a:pt x="29742" y="48351"/>
                  </a:lnTo>
                  <a:cubicBezTo>
                    <a:pt x="31552" y="48351"/>
                    <a:pt x="33017" y="46875"/>
                    <a:pt x="33017" y="45077"/>
                  </a:cubicBezTo>
                  <a:lnTo>
                    <a:pt x="36898" y="3274"/>
                  </a:lnTo>
                  <a:cubicBezTo>
                    <a:pt x="36898" y="1453"/>
                    <a:pt x="35422" y="0"/>
                    <a:pt x="33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3"/>
            <p:cNvSpPr/>
            <p:nvPr/>
          </p:nvSpPr>
          <p:spPr>
            <a:xfrm>
              <a:off x="1339085" y="2255824"/>
              <a:ext cx="1777978" cy="270221"/>
            </a:xfrm>
            <a:custGeom>
              <a:rect b="b" l="l" r="r" t="t"/>
              <a:pathLst>
                <a:path extrusionOk="0" h="5608" w="36899">
                  <a:moveTo>
                    <a:pt x="3275" y="0"/>
                  </a:moveTo>
                  <a:cubicBezTo>
                    <a:pt x="1477" y="0"/>
                    <a:pt x="1" y="1453"/>
                    <a:pt x="1" y="3274"/>
                  </a:cubicBezTo>
                  <a:lnTo>
                    <a:pt x="60" y="5608"/>
                  </a:lnTo>
                  <a:lnTo>
                    <a:pt x="36803" y="5608"/>
                  </a:lnTo>
                  <a:lnTo>
                    <a:pt x="36898" y="3274"/>
                  </a:lnTo>
                  <a:cubicBezTo>
                    <a:pt x="36898" y="1477"/>
                    <a:pt x="35434" y="0"/>
                    <a:pt x="33624" y="0"/>
                  </a:cubicBez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3"/>
            <p:cNvSpPr/>
            <p:nvPr/>
          </p:nvSpPr>
          <p:spPr>
            <a:xfrm>
              <a:off x="1344241" y="1690129"/>
              <a:ext cx="1805492" cy="686203"/>
            </a:xfrm>
            <a:custGeom>
              <a:rect b="b" l="l" r="r" t="t"/>
              <a:pathLst>
                <a:path extrusionOk="0" h="14241" w="37470">
                  <a:moveTo>
                    <a:pt x="6097" y="1"/>
                  </a:moveTo>
                  <a:cubicBezTo>
                    <a:pt x="4359" y="1"/>
                    <a:pt x="3001" y="1048"/>
                    <a:pt x="2263" y="3465"/>
                  </a:cubicBezTo>
                  <a:lnTo>
                    <a:pt x="1" y="11061"/>
                  </a:lnTo>
                  <a:cubicBezTo>
                    <a:pt x="1" y="12812"/>
                    <a:pt x="4359" y="14240"/>
                    <a:pt x="6097" y="14240"/>
                  </a:cubicBezTo>
                  <a:lnTo>
                    <a:pt x="31374" y="14240"/>
                  </a:lnTo>
                  <a:cubicBezTo>
                    <a:pt x="33112" y="14240"/>
                    <a:pt x="37470" y="12824"/>
                    <a:pt x="37470" y="11061"/>
                  </a:cubicBezTo>
                  <a:lnTo>
                    <a:pt x="35208" y="3465"/>
                  </a:lnTo>
                  <a:cubicBezTo>
                    <a:pt x="34458" y="1048"/>
                    <a:pt x="33112" y="1"/>
                    <a:pt x="31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3"/>
            <p:cNvSpPr/>
            <p:nvPr/>
          </p:nvSpPr>
          <p:spPr>
            <a:xfrm>
              <a:off x="1445815" y="1690129"/>
              <a:ext cx="1602392" cy="191102"/>
            </a:xfrm>
            <a:custGeom>
              <a:rect b="b" l="l" r="r" t="t"/>
              <a:pathLst>
                <a:path extrusionOk="0" h="3966" w="33255">
                  <a:moveTo>
                    <a:pt x="3989" y="1"/>
                  </a:moveTo>
                  <a:cubicBezTo>
                    <a:pt x="2251" y="1"/>
                    <a:pt x="893" y="1048"/>
                    <a:pt x="155" y="3465"/>
                  </a:cubicBezTo>
                  <a:lnTo>
                    <a:pt x="0" y="3965"/>
                  </a:lnTo>
                  <a:cubicBezTo>
                    <a:pt x="643" y="3549"/>
                    <a:pt x="1369" y="3346"/>
                    <a:pt x="2191" y="3346"/>
                  </a:cubicBezTo>
                  <a:lnTo>
                    <a:pt x="31052" y="3346"/>
                  </a:lnTo>
                  <a:cubicBezTo>
                    <a:pt x="31873" y="3346"/>
                    <a:pt x="32600" y="3549"/>
                    <a:pt x="33254" y="3965"/>
                  </a:cubicBezTo>
                  <a:lnTo>
                    <a:pt x="33100" y="3465"/>
                  </a:lnTo>
                  <a:cubicBezTo>
                    <a:pt x="32350" y="1048"/>
                    <a:pt x="31004" y="1"/>
                    <a:pt x="292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3"/>
            <p:cNvSpPr/>
            <p:nvPr/>
          </p:nvSpPr>
          <p:spPr>
            <a:xfrm>
              <a:off x="1220356" y="2188123"/>
              <a:ext cx="2062511" cy="218037"/>
            </a:xfrm>
            <a:custGeom>
              <a:rect b="b" l="l" r="r" t="t"/>
              <a:pathLst>
                <a:path extrusionOk="0" h="4525" w="42804">
                  <a:moveTo>
                    <a:pt x="2262" y="0"/>
                  </a:moveTo>
                  <a:cubicBezTo>
                    <a:pt x="1012" y="0"/>
                    <a:pt x="0" y="1012"/>
                    <a:pt x="0" y="2262"/>
                  </a:cubicBezTo>
                  <a:cubicBezTo>
                    <a:pt x="0" y="3513"/>
                    <a:pt x="1012" y="4525"/>
                    <a:pt x="2262" y="4525"/>
                  </a:cubicBezTo>
                  <a:lnTo>
                    <a:pt x="40541" y="4525"/>
                  </a:lnTo>
                  <a:cubicBezTo>
                    <a:pt x="41791" y="4525"/>
                    <a:pt x="42803" y="3513"/>
                    <a:pt x="42803" y="2262"/>
                  </a:cubicBezTo>
                  <a:cubicBezTo>
                    <a:pt x="42803" y="1012"/>
                    <a:pt x="41791" y="0"/>
                    <a:pt x="405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3"/>
            <p:cNvSpPr/>
            <p:nvPr/>
          </p:nvSpPr>
          <p:spPr>
            <a:xfrm>
              <a:off x="1219200" y="2188123"/>
              <a:ext cx="2062511" cy="113042"/>
            </a:xfrm>
            <a:custGeom>
              <a:rect b="b" l="l" r="r" t="t"/>
              <a:pathLst>
                <a:path extrusionOk="0" h="2346" w="42804">
                  <a:moveTo>
                    <a:pt x="2262" y="0"/>
                  </a:moveTo>
                  <a:cubicBezTo>
                    <a:pt x="1012" y="0"/>
                    <a:pt x="0" y="1012"/>
                    <a:pt x="0" y="2262"/>
                  </a:cubicBezTo>
                  <a:lnTo>
                    <a:pt x="0" y="2346"/>
                  </a:lnTo>
                  <a:lnTo>
                    <a:pt x="42803" y="2346"/>
                  </a:lnTo>
                  <a:lnTo>
                    <a:pt x="42803" y="2262"/>
                  </a:lnTo>
                  <a:cubicBezTo>
                    <a:pt x="42803" y="1012"/>
                    <a:pt x="41791" y="0"/>
                    <a:pt x="405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3"/>
            <p:cNvSpPr/>
            <p:nvPr/>
          </p:nvSpPr>
          <p:spPr>
            <a:xfrm>
              <a:off x="1524405" y="1928212"/>
              <a:ext cx="1436009" cy="259958"/>
            </a:xfrm>
            <a:custGeom>
              <a:rect b="b" l="l" r="r" t="t"/>
              <a:pathLst>
                <a:path extrusionOk="0" h="5395" w="29802">
                  <a:moveTo>
                    <a:pt x="5251" y="1"/>
                  </a:moveTo>
                  <a:cubicBezTo>
                    <a:pt x="2346" y="1"/>
                    <a:pt x="0" y="2346"/>
                    <a:pt x="0" y="5251"/>
                  </a:cubicBezTo>
                  <a:lnTo>
                    <a:pt x="0" y="5394"/>
                  </a:lnTo>
                  <a:lnTo>
                    <a:pt x="29802" y="5394"/>
                  </a:lnTo>
                  <a:lnTo>
                    <a:pt x="29802" y="5251"/>
                  </a:lnTo>
                  <a:cubicBezTo>
                    <a:pt x="29802" y="2346"/>
                    <a:pt x="27456" y="1"/>
                    <a:pt x="24551" y="1"/>
                  </a:cubicBezTo>
                  <a:close/>
                </a:path>
              </a:pathLst>
            </a:custGeom>
            <a:solidFill>
              <a:srgbClr val="0045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3"/>
            <p:cNvSpPr/>
            <p:nvPr/>
          </p:nvSpPr>
          <p:spPr>
            <a:xfrm>
              <a:off x="1957542" y="2861078"/>
              <a:ext cx="270270" cy="247285"/>
            </a:xfrm>
            <a:custGeom>
              <a:rect b="b" l="l" r="r" t="t"/>
              <a:pathLst>
                <a:path extrusionOk="0" h="5132" w="5609">
                  <a:moveTo>
                    <a:pt x="2846" y="0"/>
                  </a:moveTo>
                  <a:cubicBezTo>
                    <a:pt x="2120" y="0"/>
                    <a:pt x="1441" y="381"/>
                    <a:pt x="1048" y="1012"/>
                  </a:cubicBezTo>
                  <a:lnTo>
                    <a:pt x="1" y="2739"/>
                  </a:lnTo>
                  <a:lnTo>
                    <a:pt x="3763" y="5132"/>
                  </a:lnTo>
                  <a:lnTo>
                    <a:pt x="5608" y="1834"/>
                  </a:lnTo>
                  <a:lnTo>
                    <a:pt x="4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3"/>
            <p:cNvSpPr/>
            <p:nvPr/>
          </p:nvSpPr>
          <p:spPr>
            <a:xfrm>
              <a:off x="2173267" y="2861656"/>
              <a:ext cx="429762" cy="358593"/>
            </a:xfrm>
            <a:custGeom>
              <a:rect b="b" l="l" r="r" t="t"/>
              <a:pathLst>
                <a:path extrusionOk="0" h="7442" w="8919">
                  <a:moveTo>
                    <a:pt x="0" y="0"/>
                  </a:moveTo>
                  <a:lnTo>
                    <a:pt x="3072" y="5834"/>
                  </a:lnTo>
                  <a:lnTo>
                    <a:pt x="1370" y="6858"/>
                  </a:lnTo>
                  <a:lnTo>
                    <a:pt x="6477" y="7441"/>
                  </a:lnTo>
                  <a:lnTo>
                    <a:pt x="8918" y="2393"/>
                  </a:lnTo>
                  <a:lnTo>
                    <a:pt x="7144" y="3286"/>
                  </a:lnTo>
                  <a:lnTo>
                    <a:pt x="5811" y="1024"/>
                  </a:lnTo>
                  <a:cubicBezTo>
                    <a:pt x="5477" y="393"/>
                    <a:pt x="4822" y="0"/>
                    <a:pt x="4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3"/>
            <p:cNvSpPr/>
            <p:nvPr/>
          </p:nvSpPr>
          <p:spPr>
            <a:xfrm>
              <a:off x="2420505" y="3208734"/>
              <a:ext cx="269113" cy="263957"/>
            </a:xfrm>
            <a:custGeom>
              <a:rect b="b" l="l" r="r" t="t"/>
              <a:pathLst>
                <a:path extrusionOk="0" h="5478" w="5585">
                  <a:moveTo>
                    <a:pt x="4121" y="0"/>
                  </a:moveTo>
                  <a:lnTo>
                    <a:pt x="1" y="2394"/>
                  </a:lnTo>
                  <a:lnTo>
                    <a:pt x="1715" y="5477"/>
                  </a:lnTo>
                  <a:lnTo>
                    <a:pt x="4454" y="5477"/>
                  </a:lnTo>
                  <a:lnTo>
                    <a:pt x="5168" y="4322"/>
                  </a:lnTo>
                  <a:cubicBezTo>
                    <a:pt x="5573" y="3679"/>
                    <a:pt x="5585" y="2858"/>
                    <a:pt x="5216" y="2203"/>
                  </a:cubicBezTo>
                  <a:lnTo>
                    <a:pt x="412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3"/>
            <p:cNvSpPr/>
            <p:nvPr/>
          </p:nvSpPr>
          <p:spPr>
            <a:xfrm>
              <a:off x="2139971" y="3390007"/>
              <a:ext cx="495149" cy="397044"/>
            </a:xfrm>
            <a:custGeom>
              <a:rect b="b" l="l" r="r" t="t"/>
              <a:pathLst>
                <a:path extrusionOk="0" h="8240" w="10276">
                  <a:moveTo>
                    <a:pt x="3430" y="1"/>
                  </a:moveTo>
                  <a:lnTo>
                    <a:pt x="1" y="3775"/>
                  </a:lnTo>
                  <a:lnTo>
                    <a:pt x="3430" y="8240"/>
                  </a:lnTo>
                  <a:lnTo>
                    <a:pt x="3430" y="6871"/>
                  </a:lnTo>
                  <a:lnTo>
                    <a:pt x="6168" y="6871"/>
                  </a:lnTo>
                  <a:cubicBezTo>
                    <a:pt x="6179" y="6871"/>
                    <a:pt x="6189" y="6871"/>
                    <a:pt x="6199" y="6871"/>
                  </a:cubicBezTo>
                  <a:cubicBezTo>
                    <a:pt x="6913" y="6871"/>
                    <a:pt x="7554" y="6469"/>
                    <a:pt x="7883" y="5835"/>
                  </a:cubicBezTo>
                  <a:lnTo>
                    <a:pt x="10276" y="1715"/>
                  </a:lnTo>
                  <a:lnTo>
                    <a:pt x="3430" y="1715"/>
                  </a:lnTo>
                  <a:lnTo>
                    <a:pt x="34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3"/>
            <p:cNvSpPr/>
            <p:nvPr/>
          </p:nvSpPr>
          <p:spPr>
            <a:xfrm>
              <a:off x="1851968" y="3488690"/>
              <a:ext cx="204883" cy="231240"/>
            </a:xfrm>
            <a:custGeom>
              <a:rect b="b" l="l" r="r" t="t"/>
              <a:pathLst>
                <a:path extrusionOk="0" h="4799" w="4252">
                  <a:moveTo>
                    <a:pt x="834" y="1"/>
                  </a:moveTo>
                  <a:lnTo>
                    <a:pt x="834" y="13"/>
                  </a:lnTo>
                  <a:lnTo>
                    <a:pt x="1" y="1929"/>
                  </a:lnTo>
                  <a:lnTo>
                    <a:pt x="1037" y="3727"/>
                  </a:lnTo>
                  <a:cubicBezTo>
                    <a:pt x="1430" y="4382"/>
                    <a:pt x="2132" y="4787"/>
                    <a:pt x="2882" y="4799"/>
                  </a:cubicBezTo>
                  <a:lnTo>
                    <a:pt x="4251" y="4799"/>
                  </a:lnTo>
                  <a:lnTo>
                    <a:pt x="42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3"/>
            <p:cNvSpPr/>
            <p:nvPr/>
          </p:nvSpPr>
          <p:spPr>
            <a:xfrm>
              <a:off x="1726349" y="3125519"/>
              <a:ext cx="363749" cy="456746"/>
            </a:xfrm>
            <a:custGeom>
              <a:rect b="b" l="l" r="r" t="t"/>
              <a:pathLst>
                <a:path extrusionOk="0" h="9479" w="7549">
                  <a:moveTo>
                    <a:pt x="5489" y="1"/>
                  </a:moveTo>
                  <a:lnTo>
                    <a:pt x="0" y="346"/>
                  </a:lnTo>
                  <a:lnTo>
                    <a:pt x="1965" y="1561"/>
                  </a:lnTo>
                  <a:lnTo>
                    <a:pt x="679" y="4121"/>
                  </a:lnTo>
                  <a:cubicBezTo>
                    <a:pt x="322" y="4763"/>
                    <a:pt x="322" y="5537"/>
                    <a:pt x="679" y="6180"/>
                  </a:cubicBezTo>
                  <a:lnTo>
                    <a:pt x="2584" y="9478"/>
                  </a:lnTo>
                  <a:lnTo>
                    <a:pt x="3310" y="8252"/>
                  </a:lnTo>
                  <a:lnTo>
                    <a:pt x="5846" y="3823"/>
                  </a:lnTo>
                  <a:lnTo>
                    <a:pt x="7549" y="4466"/>
                  </a:lnTo>
                  <a:lnTo>
                    <a:pt x="7549" y="4466"/>
                  </a:lnTo>
                  <a:lnTo>
                    <a:pt x="54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3"/>
            <p:cNvSpPr/>
            <p:nvPr/>
          </p:nvSpPr>
          <p:spPr>
            <a:xfrm>
              <a:off x="1472750" y="4412931"/>
              <a:ext cx="1457837" cy="172743"/>
            </a:xfrm>
            <a:custGeom>
              <a:rect b="b" l="l" r="r" t="t"/>
              <a:pathLst>
                <a:path extrusionOk="0" h="3585" w="30255">
                  <a:moveTo>
                    <a:pt x="1" y="1"/>
                  </a:moveTo>
                  <a:lnTo>
                    <a:pt x="1" y="310"/>
                  </a:lnTo>
                  <a:cubicBezTo>
                    <a:pt x="1" y="2108"/>
                    <a:pt x="1453" y="3584"/>
                    <a:pt x="3275" y="3584"/>
                  </a:cubicBezTo>
                  <a:lnTo>
                    <a:pt x="26980" y="3584"/>
                  </a:lnTo>
                  <a:cubicBezTo>
                    <a:pt x="28778" y="3584"/>
                    <a:pt x="30255" y="2132"/>
                    <a:pt x="30255" y="310"/>
                  </a:cubicBezTo>
                  <a:lnTo>
                    <a:pt x="30255" y="1"/>
                  </a:ln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0" name="Google Shape;3530;p73"/>
          <p:cNvGrpSpPr/>
          <p:nvPr/>
        </p:nvGrpSpPr>
        <p:grpSpPr>
          <a:xfrm rot="2199589">
            <a:off x="3941848" y="2780481"/>
            <a:ext cx="321875" cy="934604"/>
            <a:chOff x="6512944" y="2975654"/>
            <a:chExt cx="1594853" cy="4630848"/>
          </a:xfrm>
        </p:grpSpPr>
        <p:grpSp>
          <p:nvGrpSpPr>
            <p:cNvPr id="3531" name="Google Shape;3531;p73"/>
            <p:cNvGrpSpPr/>
            <p:nvPr/>
          </p:nvGrpSpPr>
          <p:grpSpPr>
            <a:xfrm>
              <a:off x="6512944" y="2975654"/>
              <a:ext cx="1594853" cy="4630848"/>
              <a:chOff x="1460575" y="5630575"/>
              <a:chExt cx="645350" cy="1873775"/>
            </a:xfrm>
          </p:grpSpPr>
          <p:sp>
            <p:nvSpPr>
              <p:cNvPr id="3532" name="Google Shape;3532;p73"/>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3"/>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4" name="Google Shape;3534;p73"/>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5" name="Google Shape;3535;p73"/>
          <p:cNvGrpSpPr/>
          <p:nvPr/>
        </p:nvGrpSpPr>
        <p:grpSpPr>
          <a:xfrm flipH="1" rot="-2199481">
            <a:off x="4716694" y="1550650"/>
            <a:ext cx="448508" cy="1302296"/>
            <a:chOff x="6512944" y="2975654"/>
            <a:chExt cx="1594853" cy="4630848"/>
          </a:xfrm>
        </p:grpSpPr>
        <p:grpSp>
          <p:nvGrpSpPr>
            <p:cNvPr id="3536" name="Google Shape;3536;p73"/>
            <p:cNvGrpSpPr/>
            <p:nvPr/>
          </p:nvGrpSpPr>
          <p:grpSpPr>
            <a:xfrm>
              <a:off x="6512944" y="2975654"/>
              <a:ext cx="1594853" cy="4630848"/>
              <a:chOff x="1460575" y="5630575"/>
              <a:chExt cx="645350" cy="1873775"/>
            </a:xfrm>
          </p:grpSpPr>
          <p:sp>
            <p:nvSpPr>
              <p:cNvPr id="3537" name="Google Shape;3537;p73"/>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3"/>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9" name="Google Shape;3539;p73"/>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0" name="Google Shape;3540;p73"/>
          <p:cNvSpPr/>
          <p:nvPr/>
        </p:nvSpPr>
        <p:spPr>
          <a:xfrm flipH="1" rot="-2131835">
            <a:off x="4907562" y="4193345"/>
            <a:ext cx="238105" cy="48239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41" name="Google Shape;3541;p73"/>
          <p:cNvGrpSpPr/>
          <p:nvPr/>
        </p:nvGrpSpPr>
        <p:grpSpPr>
          <a:xfrm rot="-1605978">
            <a:off x="7771356" y="1297133"/>
            <a:ext cx="1522440" cy="2706488"/>
            <a:chOff x="5644300" y="1118350"/>
            <a:chExt cx="824675" cy="1466050"/>
          </a:xfrm>
        </p:grpSpPr>
        <p:sp>
          <p:nvSpPr>
            <p:cNvPr id="3542" name="Google Shape;3542;p73"/>
            <p:cNvSpPr/>
            <p:nvPr/>
          </p:nvSpPr>
          <p:spPr>
            <a:xfrm>
              <a:off x="5957875" y="1481500"/>
              <a:ext cx="154200" cy="1102900"/>
            </a:xfrm>
            <a:custGeom>
              <a:rect b="b" l="l" r="r" t="t"/>
              <a:pathLst>
                <a:path extrusionOk="0" h="44116" w="6168">
                  <a:moveTo>
                    <a:pt x="279" y="1"/>
                  </a:moveTo>
                  <a:cubicBezTo>
                    <a:pt x="243" y="1"/>
                    <a:pt x="205" y="9"/>
                    <a:pt x="167" y="27"/>
                  </a:cubicBezTo>
                  <a:cubicBezTo>
                    <a:pt x="48" y="74"/>
                    <a:pt x="1" y="205"/>
                    <a:pt x="36" y="336"/>
                  </a:cubicBezTo>
                  <a:cubicBezTo>
                    <a:pt x="2382" y="9587"/>
                    <a:pt x="5144" y="21756"/>
                    <a:pt x="5537" y="34079"/>
                  </a:cubicBezTo>
                  <a:cubicBezTo>
                    <a:pt x="5656" y="37424"/>
                    <a:pt x="5585" y="40687"/>
                    <a:pt x="5358" y="43842"/>
                  </a:cubicBezTo>
                  <a:cubicBezTo>
                    <a:pt x="5346" y="43996"/>
                    <a:pt x="5465" y="44116"/>
                    <a:pt x="5620" y="44116"/>
                  </a:cubicBezTo>
                  <a:cubicBezTo>
                    <a:pt x="5751" y="44116"/>
                    <a:pt x="5858" y="44008"/>
                    <a:pt x="5870" y="43877"/>
                  </a:cubicBezTo>
                  <a:cubicBezTo>
                    <a:pt x="6108" y="40698"/>
                    <a:pt x="6168" y="37424"/>
                    <a:pt x="6049" y="34055"/>
                  </a:cubicBezTo>
                  <a:cubicBezTo>
                    <a:pt x="5632" y="21672"/>
                    <a:pt x="2882" y="9445"/>
                    <a:pt x="512" y="193"/>
                  </a:cubicBezTo>
                  <a:cubicBezTo>
                    <a:pt x="477" y="77"/>
                    <a:pt x="387" y="1"/>
                    <a:pt x="2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3"/>
            <p:cNvSpPr/>
            <p:nvPr/>
          </p:nvSpPr>
          <p:spPr>
            <a:xfrm>
              <a:off x="5892400" y="1505500"/>
              <a:ext cx="175925" cy="126700"/>
            </a:xfrm>
            <a:custGeom>
              <a:rect b="b" l="l" r="r" t="t"/>
              <a:pathLst>
                <a:path extrusionOk="0" h="5068" w="7037">
                  <a:moveTo>
                    <a:pt x="6758" y="1"/>
                  </a:moveTo>
                  <a:cubicBezTo>
                    <a:pt x="6707" y="1"/>
                    <a:pt x="6655" y="18"/>
                    <a:pt x="6608" y="55"/>
                  </a:cubicBezTo>
                  <a:cubicBezTo>
                    <a:pt x="4632" y="1496"/>
                    <a:pt x="4084" y="3698"/>
                    <a:pt x="3929" y="4484"/>
                  </a:cubicBezTo>
                  <a:lnTo>
                    <a:pt x="345" y="3472"/>
                  </a:lnTo>
                  <a:cubicBezTo>
                    <a:pt x="329" y="3469"/>
                    <a:pt x="312" y="3468"/>
                    <a:pt x="295" y="3468"/>
                  </a:cubicBezTo>
                  <a:cubicBezTo>
                    <a:pt x="180" y="3468"/>
                    <a:pt x="67" y="3536"/>
                    <a:pt x="36" y="3651"/>
                  </a:cubicBezTo>
                  <a:cubicBezTo>
                    <a:pt x="0" y="3782"/>
                    <a:pt x="72" y="3913"/>
                    <a:pt x="214" y="3960"/>
                  </a:cubicBezTo>
                  <a:lnTo>
                    <a:pt x="4084" y="5056"/>
                  </a:lnTo>
                  <a:cubicBezTo>
                    <a:pt x="4108" y="5068"/>
                    <a:pt x="4132" y="5068"/>
                    <a:pt x="4155" y="5068"/>
                  </a:cubicBezTo>
                  <a:cubicBezTo>
                    <a:pt x="4203" y="5068"/>
                    <a:pt x="4251" y="5056"/>
                    <a:pt x="4286" y="5020"/>
                  </a:cubicBezTo>
                  <a:cubicBezTo>
                    <a:pt x="4346" y="4972"/>
                    <a:pt x="4382" y="4913"/>
                    <a:pt x="4394" y="4841"/>
                  </a:cubicBezTo>
                  <a:cubicBezTo>
                    <a:pt x="4394" y="4817"/>
                    <a:pt x="4703" y="2091"/>
                    <a:pt x="6906" y="472"/>
                  </a:cubicBezTo>
                  <a:cubicBezTo>
                    <a:pt x="7025" y="376"/>
                    <a:pt x="7037" y="234"/>
                    <a:pt x="6965" y="115"/>
                  </a:cubicBezTo>
                  <a:cubicBezTo>
                    <a:pt x="6915" y="42"/>
                    <a:pt x="6837" y="1"/>
                    <a:pt x="67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3"/>
            <p:cNvSpPr/>
            <p:nvPr/>
          </p:nvSpPr>
          <p:spPr>
            <a:xfrm>
              <a:off x="5942100" y="1885975"/>
              <a:ext cx="125625" cy="65300"/>
            </a:xfrm>
            <a:custGeom>
              <a:rect b="b" l="l" r="r" t="t"/>
              <a:pathLst>
                <a:path extrusionOk="0" h="2612" w="5025">
                  <a:moveTo>
                    <a:pt x="277" y="1"/>
                  </a:moveTo>
                  <a:cubicBezTo>
                    <a:pt x="162" y="1"/>
                    <a:pt x="56" y="80"/>
                    <a:pt x="24" y="207"/>
                  </a:cubicBezTo>
                  <a:cubicBezTo>
                    <a:pt x="0" y="338"/>
                    <a:pt x="84" y="469"/>
                    <a:pt x="215" y="505"/>
                  </a:cubicBezTo>
                  <a:cubicBezTo>
                    <a:pt x="251" y="505"/>
                    <a:pt x="3477" y="1231"/>
                    <a:pt x="4549" y="2529"/>
                  </a:cubicBezTo>
                  <a:cubicBezTo>
                    <a:pt x="4596" y="2588"/>
                    <a:pt x="4668" y="2612"/>
                    <a:pt x="4739" y="2612"/>
                  </a:cubicBezTo>
                  <a:cubicBezTo>
                    <a:pt x="4799" y="2612"/>
                    <a:pt x="4858" y="2600"/>
                    <a:pt x="4906" y="2564"/>
                  </a:cubicBezTo>
                  <a:cubicBezTo>
                    <a:pt x="5013" y="2481"/>
                    <a:pt x="5025" y="2314"/>
                    <a:pt x="4942" y="2207"/>
                  </a:cubicBezTo>
                  <a:cubicBezTo>
                    <a:pt x="3751" y="778"/>
                    <a:pt x="453" y="40"/>
                    <a:pt x="322" y="5"/>
                  </a:cubicBezTo>
                  <a:cubicBezTo>
                    <a:pt x="307" y="2"/>
                    <a:pt x="292" y="1"/>
                    <a:pt x="2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3"/>
            <p:cNvSpPr/>
            <p:nvPr/>
          </p:nvSpPr>
          <p:spPr>
            <a:xfrm>
              <a:off x="6082300" y="1993625"/>
              <a:ext cx="87525" cy="143400"/>
            </a:xfrm>
            <a:custGeom>
              <a:rect b="b" l="l" r="r" t="t"/>
              <a:pathLst>
                <a:path extrusionOk="0" h="5736" w="3501">
                  <a:moveTo>
                    <a:pt x="3205" y="0"/>
                  </a:moveTo>
                  <a:cubicBezTo>
                    <a:pt x="3130" y="0"/>
                    <a:pt x="3057" y="36"/>
                    <a:pt x="3001" y="92"/>
                  </a:cubicBezTo>
                  <a:cubicBezTo>
                    <a:pt x="2894" y="211"/>
                    <a:pt x="536" y="3271"/>
                    <a:pt x="24" y="5438"/>
                  </a:cubicBezTo>
                  <a:cubicBezTo>
                    <a:pt x="0" y="5569"/>
                    <a:pt x="84" y="5712"/>
                    <a:pt x="215" y="5735"/>
                  </a:cubicBezTo>
                  <a:lnTo>
                    <a:pt x="286" y="5735"/>
                  </a:lnTo>
                  <a:cubicBezTo>
                    <a:pt x="381" y="5735"/>
                    <a:pt x="488" y="5664"/>
                    <a:pt x="512" y="5557"/>
                  </a:cubicBezTo>
                  <a:cubicBezTo>
                    <a:pt x="1000" y="3485"/>
                    <a:pt x="3382" y="437"/>
                    <a:pt x="3406" y="413"/>
                  </a:cubicBezTo>
                  <a:cubicBezTo>
                    <a:pt x="3501" y="294"/>
                    <a:pt x="3465" y="140"/>
                    <a:pt x="3358" y="56"/>
                  </a:cubicBezTo>
                  <a:cubicBezTo>
                    <a:pt x="3309" y="17"/>
                    <a:pt x="3256" y="0"/>
                    <a:pt x="32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3"/>
            <p:cNvSpPr/>
            <p:nvPr/>
          </p:nvSpPr>
          <p:spPr>
            <a:xfrm>
              <a:off x="6010850" y="1356675"/>
              <a:ext cx="285725" cy="225725"/>
            </a:xfrm>
            <a:custGeom>
              <a:rect b="b" l="l" r="r" t="t"/>
              <a:pathLst>
                <a:path extrusionOk="0" h="9029" w="11429">
                  <a:moveTo>
                    <a:pt x="6891" y="1"/>
                  </a:moveTo>
                  <a:cubicBezTo>
                    <a:pt x="6155" y="1"/>
                    <a:pt x="6719" y="1920"/>
                    <a:pt x="5156" y="3020"/>
                  </a:cubicBezTo>
                  <a:cubicBezTo>
                    <a:pt x="3442" y="4258"/>
                    <a:pt x="1" y="5294"/>
                    <a:pt x="108" y="7318"/>
                  </a:cubicBezTo>
                  <a:cubicBezTo>
                    <a:pt x="132" y="7925"/>
                    <a:pt x="715" y="8866"/>
                    <a:pt x="1811" y="9020"/>
                  </a:cubicBezTo>
                  <a:cubicBezTo>
                    <a:pt x="1848" y="9026"/>
                    <a:pt x="1887" y="9028"/>
                    <a:pt x="1927" y="9028"/>
                  </a:cubicBezTo>
                  <a:cubicBezTo>
                    <a:pt x="2943" y="9028"/>
                    <a:pt x="4867" y="7363"/>
                    <a:pt x="7122" y="7363"/>
                  </a:cubicBezTo>
                  <a:cubicBezTo>
                    <a:pt x="7314" y="7363"/>
                    <a:pt x="7508" y="7375"/>
                    <a:pt x="7704" y="7401"/>
                  </a:cubicBezTo>
                  <a:cubicBezTo>
                    <a:pt x="8097" y="7453"/>
                    <a:pt x="8432" y="7477"/>
                    <a:pt x="8717" y="7477"/>
                  </a:cubicBezTo>
                  <a:cubicBezTo>
                    <a:pt x="11428" y="7477"/>
                    <a:pt x="9585" y="5341"/>
                    <a:pt x="9585" y="5341"/>
                  </a:cubicBezTo>
                  <a:cubicBezTo>
                    <a:pt x="9585" y="5341"/>
                    <a:pt x="10931" y="4246"/>
                    <a:pt x="10419" y="2924"/>
                  </a:cubicBezTo>
                  <a:cubicBezTo>
                    <a:pt x="10134" y="2199"/>
                    <a:pt x="9571" y="2034"/>
                    <a:pt x="9117" y="2034"/>
                  </a:cubicBezTo>
                  <a:cubicBezTo>
                    <a:pt x="8735" y="2034"/>
                    <a:pt x="8430" y="2150"/>
                    <a:pt x="8430" y="2150"/>
                  </a:cubicBezTo>
                  <a:cubicBezTo>
                    <a:pt x="8430" y="2150"/>
                    <a:pt x="8335" y="543"/>
                    <a:pt x="7168" y="67"/>
                  </a:cubicBezTo>
                  <a:cubicBezTo>
                    <a:pt x="7059" y="22"/>
                    <a:pt x="6968" y="1"/>
                    <a:pt x="6891"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3"/>
            <p:cNvSpPr/>
            <p:nvPr/>
          </p:nvSpPr>
          <p:spPr>
            <a:xfrm>
              <a:off x="6223950" y="1344375"/>
              <a:ext cx="46200" cy="40025"/>
            </a:xfrm>
            <a:custGeom>
              <a:rect b="b" l="l" r="r" t="t"/>
              <a:pathLst>
                <a:path extrusionOk="0" h="1601" w="1848">
                  <a:moveTo>
                    <a:pt x="833" y="0"/>
                  </a:moveTo>
                  <a:cubicBezTo>
                    <a:pt x="91" y="0"/>
                    <a:pt x="1" y="1490"/>
                    <a:pt x="764" y="1595"/>
                  </a:cubicBezTo>
                  <a:cubicBezTo>
                    <a:pt x="790" y="1599"/>
                    <a:pt x="816" y="1601"/>
                    <a:pt x="842" y="1601"/>
                  </a:cubicBezTo>
                  <a:cubicBezTo>
                    <a:pt x="959" y="1601"/>
                    <a:pt x="1073" y="1562"/>
                    <a:pt x="1180" y="1523"/>
                  </a:cubicBezTo>
                  <a:cubicBezTo>
                    <a:pt x="1347" y="1464"/>
                    <a:pt x="1490" y="1392"/>
                    <a:pt x="1621" y="1285"/>
                  </a:cubicBezTo>
                  <a:cubicBezTo>
                    <a:pt x="1764" y="1178"/>
                    <a:pt x="1847" y="1023"/>
                    <a:pt x="1847" y="856"/>
                  </a:cubicBezTo>
                  <a:cubicBezTo>
                    <a:pt x="1847" y="678"/>
                    <a:pt x="1764" y="511"/>
                    <a:pt x="1621" y="380"/>
                  </a:cubicBezTo>
                  <a:cubicBezTo>
                    <a:pt x="1490" y="261"/>
                    <a:pt x="1323" y="166"/>
                    <a:pt x="1180" y="94"/>
                  </a:cubicBezTo>
                  <a:cubicBezTo>
                    <a:pt x="1052" y="29"/>
                    <a:pt x="937" y="0"/>
                    <a:pt x="833"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3"/>
            <p:cNvSpPr/>
            <p:nvPr/>
          </p:nvSpPr>
          <p:spPr>
            <a:xfrm>
              <a:off x="6289175" y="1397500"/>
              <a:ext cx="43475" cy="40425"/>
            </a:xfrm>
            <a:custGeom>
              <a:rect b="b" l="l" r="r" t="t"/>
              <a:pathLst>
                <a:path extrusionOk="0" h="1617" w="1739">
                  <a:moveTo>
                    <a:pt x="961" y="1"/>
                  </a:moveTo>
                  <a:cubicBezTo>
                    <a:pt x="578" y="1"/>
                    <a:pt x="23" y="480"/>
                    <a:pt x="12" y="863"/>
                  </a:cubicBezTo>
                  <a:cubicBezTo>
                    <a:pt x="0" y="1137"/>
                    <a:pt x="119" y="1482"/>
                    <a:pt x="381" y="1589"/>
                  </a:cubicBezTo>
                  <a:cubicBezTo>
                    <a:pt x="442" y="1609"/>
                    <a:pt x="504" y="1616"/>
                    <a:pt x="567" y="1616"/>
                  </a:cubicBezTo>
                  <a:cubicBezTo>
                    <a:pt x="653" y="1616"/>
                    <a:pt x="739" y="1603"/>
                    <a:pt x="822" y="1589"/>
                  </a:cubicBezTo>
                  <a:cubicBezTo>
                    <a:pt x="976" y="1553"/>
                    <a:pt x="1131" y="1529"/>
                    <a:pt x="1298" y="1482"/>
                  </a:cubicBezTo>
                  <a:cubicBezTo>
                    <a:pt x="1381" y="1458"/>
                    <a:pt x="1477" y="1422"/>
                    <a:pt x="1548" y="1363"/>
                  </a:cubicBezTo>
                  <a:cubicBezTo>
                    <a:pt x="1619" y="1303"/>
                    <a:pt x="1667" y="1220"/>
                    <a:pt x="1691" y="1125"/>
                  </a:cubicBezTo>
                  <a:cubicBezTo>
                    <a:pt x="1727" y="1017"/>
                    <a:pt x="1738" y="898"/>
                    <a:pt x="1727" y="779"/>
                  </a:cubicBezTo>
                  <a:cubicBezTo>
                    <a:pt x="1691" y="541"/>
                    <a:pt x="1548" y="339"/>
                    <a:pt x="1357" y="172"/>
                  </a:cubicBezTo>
                  <a:cubicBezTo>
                    <a:pt x="1262" y="101"/>
                    <a:pt x="1143" y="41"/>
                    <a:pt x="1024" y="5"/>
                  </a:cubicBezTo>
                  <a:cubicBezTo>
                    <a:pt x="1004" y="2"/>
                    <a:pt x="982" y="1"/>
                    <a:pt x="961"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3"/>
            <p:cNvSpPr/>
            <p:nvPr/>
          </p:nvSpPr>
          <p:spPr>
            <a:xfrm>
              <a:off x="6288775" y="1465725"/>
              <a:ext cx="39700" cy="33300"/>
            </a:xfrm>
            <a:custGeom>
              <a:rect b="b" l="l" r="r" t="t"/>
              <a:pathLst>
                <a:path extrusionOk="0" h="1332" w="1588">
                  <a:moveTo>
                    <a:pt x="857" y="1"/>
                  </a:moveTo>
                  <a:cubicBezTo>
                    <a:pt x="413" y="1"/>
                    <a:pt x="0" y="494"/>
                    <a:pt x="266" y="1051"/>
                  </a:cubicBezTo>
                  <a:cubicBezTo>
                    <a:pt x="314" y="1134"/>
                    <a:pt x="361" y="1205"/>
                    <a:pt x="445" y="1253"/>
                  </a:cubicBezTo>
                  <a:cubicBezTo>
                    <a:pt x="540" y="1313"/>
                    <a:pt x="635" y="1325"/>
                    <a:pt x="731" y="1325"/>
                  </a:cubicBezTo>
                  <a:cubicBezTo>
                    <a:pt x="766" y="1329"/>
                    <a:pt x="801" y="1332"/>
                    <a:pt x="837" y="1332"/>
                  </a:cubicBezTo>
                  <a:cubicBezTo>
                    <a:pt x="982" y="1332"/>
                    <a:pt x="1130" y="1292"/>
                    <a:pt x="1254" y="1205"/>
                  </a:cubicBezTo>
                  <a:cubicBezTo>
                    <a:pt x="1528" y="1015"/>
                    <a:pt x="1588" y="586"/>
                    <a:pt x="1397" y="313"/>
                  </a:cubicBezTo>
                  <a:cubicBezTo>
                    <a:pt x="1246" y="93"/>
                    <a:pt x="1049" y="1"/>
                    <a:pt x="857"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3"/>
            <p:cNvSpPr/>
            <p:nvPr/>
          </p:nvSpPr>
          <p:spPr>
            <a:xfrm>
              <a:off x="6102825" y="1722650"/>
              <a:ext cx="366150" cy="314400"/>
            </a:xfrm>
            <a:custGeom>
              <a:rect b="b" l="l" r="r" t="t"/>
              <a:pathLst>
                <a:path extrusionOk="0" h="12576" w="14646">
                  <a:moveTo>
                    <a:pt x="5929" y="0"/>
                  </a:moveTo>
                  <a:cubicBezTo>
                    <a:pt x="4508" y="0"/>
                    <a:pt x="6391" y="2120"/>
                    <a:pt x="4954" y="4240"/>
                  </a:cubicBezTo>
                  <a:cubicBezTo>
                    <a:pt x="3489" y="6383"/>
                    <a:pt x="1" y="9014"/>
                    <a:pt x="989" y="11288"/>
                  </a:cubicBezTo>
                  <a:cubicBezTo>
                    <a:pt x="1245" y="11871"/>
                    <a:pt x="2061" y="12576"/>
                    <a:pt x="3138" y="12576"/>
                  </a:cubicBezTo>
                  <a:cubicBezTo>
                    <a:pt x="3316" y="12576"/>
                    <a:pt x="3501" y="12557"/>
                    <a:pt x="3692" y="12514"/>
                  </a:cubicBezTo>
                  <a:cubicBezTo>
                    <a:pt x="4954" y="12229"/>
                    <a:pt x="6585" y="8871"/>
                    <a:pt x="9716" y="8133"/>
                  </a:cubicBezTo>
                  <a:cubicBezTo>
                    <a:pt x="14646" y="6990"/>
                    <a:pt x="10978" y="4978"/>
                    <a:pt x="10978" y="4978"/>
                  </a:cubicBezTo>
                  <a:cubicBezTo>
                    <a:pt x="10978" y="4978"/>
                    <a:pt x="12050" y="3156"/>
                    <a:pt x="10895" y="1858"/>
                  </a:cubicBezTo>
                  <a:cubicBezTo>
                    <a:pt x="10499" y="1418"/>
                    <a:pt x="10074" y="1272"/>
                    <a:pt x="9685" y="1272"/>
                  </a:cubicBezTo>
                  <a:cubicBezTo>
                    <a:pt x="8929" y="1272"/>
                    <a:pt x="8311" y="1823"/>
                    <a:pt x="8311" y="1823"/>
                  </a:cubicBezTo>
                  <a:cubicBezTo>
                    <a:pt x="8311" y="1823"/>
                    <a:pt x="7502" y="37"/>
                    <a:pt x="5978" y="1"/>
                  </a:cubicBezTo>
                  <a:cubicBezTo>
                    <a:pt x="5961" y="1"/>
                    <a:pt x="5945" y="0"/>
                    <a:pt x="5929"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3"/>
            <p:cNvSpPr/>
            <p:nvPr/>
          </p:nvSpPr>
          <p:spPr>
            <a:xfrm>
              <a:off x="6286025" y="1681375"/>
              <a:ext cx="61800" cy="48300"/>
            </a:xfrm>
            <a:custGeom>
              <a:rect b="b" l="l" r="r" t="t"/>
              <a:pathLst>
                <a:path extrusionOk="0" h="1932" w="2472">
                  <a:moveTo>
                    <a:pt x="1176" y="0"/>
                  </a:moveTo>
                  <a:cubicBezTo>
                    <a:pt x="1" y="0"/>
                    <a:pt x="422" y="1931"/>
                    <a:pt x="1333" y="1931"/>
                  </a:cubicBezTo>
                  <a:cubicBezTo>
                    <a:pt x="1382" y="1931"/>
                    <a:pt x="1432" y="1926"/>
                    <a:pt x="1483" y="1914"/>
                  </a:cubicBezTo>
                  <a:cubicBezTo>
                    <a:pt x="1638" y="1866"/>
                    <a:pt x="1793" y="1771"/>
                    <a:pt x="1924" y="1640"/>
                  </a:cubicBezTo>
                  <a:cubicBezTo>
                    <a:pt x="2079" y="1509"/>
                    <a:pt x="2222" y="1366"/>
                    <a:pt x="2329" y="1188"/>
                  </a:cubicBezTo>
                  <a:cubicBezTo>
                    <a:pt x="2436" y="1009"/>
                    <a:pt x="2472" y="783"/>
                    <a:pt x="2400" y="592"/>
                  </a:cubicBezTo>
                  <a:cubicBezTo>
                    <a:pt x="2329" y="378"/>
                    <a:pt x="2150" y="235"/>
                    <a:pt x="1960" y="140"/>
                  </a:cubicBezTo>
                  <a:cubicBezTo>
                    <a:pt x="1757" y="57"/>
                    <a:pt x="1543" y="45"/>
                    <a:pt x="1317" y="9"/>
                  </a:cubicBezTo>
                  <a:cubicBezTo>
                    <a:pt x="1267" y="3"/>
                    <a:pt x="1220" y="0"/>
                    <a:pt x="1176"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3"/>
            <p:cNvSpPr/>
            <p:nvPr/>
          </p:nvSpPr>
          <p:spPr>
            <a:xfrm>
              <a:off x="6387100" y="1713375"/>
              <a:ext cx="54500" cy="52475"/>
            </a:xfrm>
            <a:custGeom>
              <a:rect b="b" l="l" r="r" t="t"/>
              <a:pathLst>
                <a:path extrusionOk="0" h="2099" w="2180">
                  <a:moveTo>
                    <a:pt x="1075" y="0"/>
                  </a:moveTo>
                  <a:cubicBezTo>
                    <a:pt x="1033" y="0"/>
                    <a:pt x="991" y="4"/>
                    <a:pt x="953" y="15"/>
                  </a:cubicBezTo>
                  <a:cubicBezTo>
                    <a:pt x="477" y="98"/>
                    <a:pt x="0" y="944"/>
                    <a:pt x="143" y="1420"/>
                  </a:cubicBezTo>
                  <a:cubicBezTo>
                    <a:pt x="262" y="1765"/>
                    <a:pt x="524" y="2098"/>
                    <a:pt x="869" y="2098"/>
                  </a:cubicBezTo>
                  <a:cubicBezTo>
                    <a:pt x="1048" y="2098"/>
                    <a:pt x="1215" y="2003"/>
                    <a:pt x="1381" y="1896"/>
                  </a:cubicBezTo>
                  <a:cubicBezTo>
                    <a:pt x="1548" y="1801"/>
                    <a:pt x="1703" y="1694"/>
                    <a:pt x="1870" y="1575"/>
                  </a:cubicBezTo>
                  <a:cubicBezTo>
                    <a:pt x="1965" y="1503"/>
                    <a:pt x="2060" y="1444"/>
                    <a:pt x="2108" y="1336"/>
                  </a:cubicBezTo>
                  <a:cubicBezTo>
                    <a:pt x="2167" y="1229"/>
                    <a:pt x="2179" y="1110"/>
                    <a:pt x="2179" y="991"/>
                  </a:cubicBezTo>
                  <a:cubicBezTo>
                    <a:pt x="2179" y="848"/>
                    <a:pt x="2143" y="705"/>
                    <a:pt x="2060" y="586"/>
                  </a:cubicBezTo>
                  <a:cubicBezTo>
                    <a:pt x="1917" y="336"/>
                    <a:pt x="1667" y="158"/>
                    <a:pt x="1381" y="51"/>
                  </a:cubicBezTo>
                  <a:cubicBezTo>
                    <a:pt x="1289" y="25"/>
                    <a:pt x="1178" y="0"/>
                    <a:pt x="1075"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3"/>
            <p:cNvSpPr/>
            <p:nvPr/>
          </p:nvSpPr>
          <p:spPr>
            <a:xfrm>
              <a:off x="6413100" y="1792050"/>
              <a:ext cx="51400" cy="41750"/>
            </a:xfrm>
            <a:custGeom>
              <a:rect b="b" l="l" r="r" t="t"/>
              <a:pathLst>
                <a:path extrusionOk="0" h="1670" w="2056">
                  <a:moveTo>
                    <a:pt x="1112" y="0"/>
                  </a:moveTo>
                  <a:cubicBezTo>
                    <a:pt x="451" y="0"/>
                    <a:pt x="1" y="900"/>
                    <a:pt x="627" y="1487"/>
                  </a:cubicBezTo>
                  <a:cubicBezTo>
                    <a:pt x="699" y="1571"/>
                    <a:pt x="806" y="1630"/>
                    <a:pt x="901" y="1654"/>
                  </a:cubicBezTo>
                  <a:cubicBezTo>
                    <a:pt x="937" y="1665"/>
                    <a:pt x="973" y="1669"/>
                    <a:pt x="1010" y="1669"/>
                  </a:cubicBezTo>
                  <a:cubicBezTo>
                    <a:pt x="1092" y="1669"/>
                    <a:pt x="1175" y="1647"/>
                    <a:pt x="1258" y="1630"/>
                  </a:cubicBezTo>
                  <a:cubicBezTo>
                    <a:pt x="1473" y="1547"/>
                    <a:pt x="1675" y="1452"/>
                    <a:pt x="1818" y="1249"/>
                  </a:cubicBezTo>
                  <a:cubicBezTo>
                    <a:pt x="2056" y="916"/>
                    <a:pt x="1937" y="392"/>
                    <a:pt x="1604" y="166"/>
                  </a:cubicBezTo>
                  <a:cubicBezTo>
                    <a:pt x="1435" y="50"/>
                    <a:pt x="1268" y="0"/>
                    <a:pt x="1112"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3"/>
            <p:cNvSpPr/>
            <p:nvPr/>
          </p:nvSpPr>
          <p:spPr>
            <a:xfrm>
              <a:off x="5771550" y="1186850"/>
              <a:ext cx="242550" cy="306450"/>
            </a:xfrm>
            <a:custGeom>
              <a:rect b="b" l="l" r="r" t="t"/>
              <a:pathLst>
                <a:path extrusionOk="0" h="12258" w="9702">
                  <a:moveTo>
                    <a:pt x="4921" y="1"/>
                  </a:moveTo>
                  <a:cubicBezTo>
                    <a:pt x="4820" y="1"/>
                    <a:pt x="4715" y="9"/>
                    <a:pt x="4608" y="26"/>
                  </a:cubicBezTo>
                  <a:cubicBezTo>
                    <a:pt x="3048" y="276"/>
                    <a:pt x="3322" y="1990"/>
                    <a:pt x="3322" y="1990"/>
                  </a:cubicBezTo>
                  <a:cubicBezTo>
                    <a:pt x="3322" y="1990"/>
                    <a:pt x="3158" y="1967"/>
                    <a:pt x="2907" y="1967"/>
                  </a:cubicBezTo>
                  <a:cubicBezTo>
                    <a:pt x="2335" y="1967"/>
                    <a:pt x="1312" y="2088"/>
                    <a:pt x="774" y="2883"/>
                  </a:cubicBezTo>
                  <a:cubicBezTo>
                    <a:pt x="0" y="4026"/>
                    <a:pt x="2596" y="3586"/>
                    <a:pt x="3524" y="5741"/>
                  </a:cubicBezTo>
                  <a:cubicBezTo>
                    <a:pt x="4477" y="7919"/>
                    <a:pt x="4775" y="11884"/>
                    <a:pt x="7013" y="12241"/>
                  </a:cubicBezTo>
                  <a:cubicBezTo>
                    <a:pt x="7081" y="12252"/>
                    <a:pt x="7154" y="12258"/>
                    <a:pt x="7231" y="12258"/>
                  </a:cubicBezTo>
                  <a:cubicBezTo>
                    <a:pt x="7910" y="12258"/>
                    <a:pt x="8889" y="11824"/>
                    <a:pt x="9263" y="10765"/>
                  </a:cubicBezTo>
                  <a:cubicBezTo>
                    <a:pt x="9656" y="9670"/>
                    <a:pt x="7882" y="6753"/>
                    <a:pt x="8858" y="4002"/>
                  </a:cubicBezTo>
                  <a:cubicBezTo>
                    <a:pt x="9702" y="1641"/>
                    <a:pt x="9092" y="1103"/>
                    <a:pt x="8363" y="1103"/>
                  </a:cubicBezTo>
                  <a:cubicBezTo>
                    <a:pt x="7754" y="1103"/>
                    <a:pt x="7061" y="1478"/>
                    <a:pt x="7061" y="1478"/>
                  </a:cubicBezTo>
                  <a:cubicBezTo>
                    <a:pt x="7061" y="1478"/>
                    <a:pt x="6296" y="1"/>
                    <a:pt x="4921"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3"/>
            <p:cNvSpPr/>
            <p:nvPr/>
          </p:nvSpPr>
          <p:spPr>
            <a:xfrm>
              <a:off x="5779200" y="1173675"/>
              <a:ext cx="53675" cy="44925"/>
            </a:xfrm>
            <a:custGeom>
              <a:rect b="b" l="l" r="r" t="t"/>
              <a:pathLst>
                <a:path extrusionOk="0" h="1797" w="2147">
                  <a:moveTo>
                    <a:pt x="1391" y="0"/>
                  </a:moveTo>
                  <a:cubicBezTo>
                    <a:pt x="1239" y="0"/>
                    <a:pt x="1084" y="57"/>
                    <a:pt x="956" y="148"/>
                  </a:cubicBezTo>
                  <a:cubicBezTo>
                    <a:pt x="801" y="267"/>
                    <a:pt x="682" y="422"/>
                    <a:pt x="540" y="565"/>
                  </a:cubicBezTo>
                  <a:cubicBezTo>
                    <a:pt x="0" y="1249"/>
                    <a:pt x="756" y="1797"/>
                    <a:pt x="1398" y="1797"/>
                  </a:cubicBezTo>
                  <a:cubicBezTo>
                    <a:pt x="1706" y="1797"/>
                    <a:pt x="1987" y="1671"/>
                    <a:pt x="2087" y="1374"/>
                  </a:cubicBezTo>
                  <a:cubicBezTo>
                    <a:pt x="2147" y="1219"/>
                    <a:pt x="2123" y="1065"/>
                    <a:pt x="2111" y="898"/>
                  </a:cubicBezTo>
                  <a:cubicBezTo>
                    <a:pt x="2075" y="719"/>
                    <a:pt x="2028" y="529"/>
                    <a:pt x="1944" y="362"/>
                  </a:cubicBezTo>
                  <a:cubicBezTo>
                    <a:pt x="1849" y="195"/>
                    <a:pt x="1706" y="64"/>
                    <a:pt x="1528" y="17"/>
                  </a:cubicBezTo>
                  <a:cubicBezTo>
                    <a:pt x="1483" y="6"/>
                    <a:pt x="1437" y="0"/>
                    <a:pt x="1391"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3"/>
            <p:cNvSpPr/>
            <p:nvPr/>
          </p:nvSpPr>
          <p:spPr>
            <a:xfrm>
              <a:off x="5858750" y="1118350"/>
              <a:ext cx="45575" cy="48100"/>
            </a:xfrm>
            <a:custGeom>
              <a:rect b="b" l="l" r="r" t="t"/>
              <a:pathLst>
                <a:path extrusionOk="0" h="1924" w="1823">
                  <a:moveTo>
                    <a:pt x="1082" y="0"/>
                  </a:moveTo>
                  <a:cubicBezTo>
                    <a:pt x="843" y="0"/>
                    <a:pt x="601" y="103"/>
                    <a:pt x="417" y="265"/>
                  </a:cubicBezTo>
                  <a:cubicBezTo>
                    <a:pt x="310" y="361"/>
                    <a:pt x="215" y="456"/>
                    <a:pt x="156" y="575"/>
                  </a:cubicBezTo>
                  <a:cubicBezTo>
                    <a:pt x="1" y="992"/>
                    <a:pt x="417" y="1789"/>
                    <a:pt x="846" y="1885"/>
                  </a:cubicBezTo>
                  <a:cubicBezTo>
                    <a:pt x="939" y="1910"/>
                    <a:pt x="1040" y="1924"/>
                    <a:pt x="1140" y="1924"/>
                  </a:cubicBezTo>
                  <a:cubicBezTo>
                    <a:pt x="1372" y="1924"/>
                    <a:pt x="1602" y="1846"/>
                    <a:pt x="1727" y="1646"/>
                  </a:cubicBezTo>
                  <a:cubicBezTo>
                    <a:pt x="1810" y="1515"/>
                    <a:pt x="1822" y="1337"/>
                    <a:pt x="1822" y="1170"/>
                  </a:cubicBezTo>
                  <a:cubicBezTo>
                    <a:pt x="1822" y="992"/>
                    <a:pt x="1822" y="813"/>
                    <a:pt x="1810" y="634"/>
                  </a:cubicBezTo>
                  <a:cubicBezTo>
                    <a:pt x="1810" y="539"/>
                    <a:pt x="1799" y="432"/>
                    <a:pt x="1751" y="337"/>
                  </a:cubicBezTo>
                  <a:cubicBezTo>
                    <a:pt x="1703" y="253"/>
                    <a:pt x="1620" y="182"/>
                    <a:pt x="1525" y="122"/>
                  </a:cubicBezTo>
                  <a:cubicBezTo>
                    <a:pt x="1406" y="63"/>
                    <a:pt x="1287" y="15"/>
                    <a:pt x="1156" y="3"/>
                  </a:cubicBezTo>
                  <a:cubicBezTo>
                    <a:pt x="1131" y="1"/>
                    <a:pt x="1107" y="0"/>
                    <a:pt x="1082"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3"/>
            <p:cNvSpPr/>
            <p:nvPr/>
          </p:nvSpPr>
          <p:spPr>
            <a:xfrm>
              <a:off x="5926450" y="1139650"/>
              <a:ext cx="45725" cy="36975"/>
            </a:xfrm>
            <a:custGeom>
              <a:rect b="b" l="l" r="r" t="t"/>
              <a:pathLst>
                <a:path extrusionOk="0" h="1479" w="1829">
                  <a:moveTo>
                    <a:pt x="1087" y="0"/>
                  </a:moveTo>
                  <a:cubicBezTo>
                    <a:pt x="994" y="0"/>
                    <a:pt x="902" y="18"/>
                    <a:pt x="817" y="56"/>
                  </a:cubicBezTo>
                  <a:cubicBezTo>
                    <a:pt x="0" y="394"/>
                    <a:pt x="339" y="1479"/>
                    <a:pt x="1123" y="1479"/>
                  </a:cubicBezTo>
                  <a:cubicBezTo>
                    <a:pt x="1196" y="1479"/>
                    <a:pt x="1273" y="1470"/>
                    <a:pt x="1353" y="1449"/>
                  </a:cubicBezTo>
                  <a:cubicBezTo>
                    <a:pt x="1460" y="1425"/>
                    <a:pt x="1543" y="1378"/>
                    <a:pt x="1615" y="1318"/>
                  </a:cubicBezTo>
                  <a:cubicBezTo>
                    <a:pt x="1698" y="1247"/>
                    <a:pt x="1734" y="1128"/>
                    <a:pt x="1769" y="1021"/>
                  </a:cubicBezTo>
                  <a:cubicBezTo>
                    <a:pt x="1829" y="830"/>
                    <a:pt x="1829" y="604"/>
                    <a:pt x="1758" y="425"/>
                  </a:cubicBezTo>
                  <a:cubicBezTo>
                    <a:pt x="1650" y="166"/>
                    <a:pt x="1367" y="0"/>
                    <a:pt x="1087"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3"/>
            <p:cNvSpPr/>
            <p:nvPr/>
          </p:nvSpPr>
          <p:spPr>
            <a:xfrm>
              <a:off x="5694450" y="1461750"/>
              <a:ext cx="266425" cy="176100"/>
            </a:xfrm>
            <a:custGeom>
              <a:rect b="b" l="l" r="r" t="t"/>
              <a:pathLst>
                <a:path extrusionOk="0" h="7044" w="10657">
                  <a:moveTo>
                    <a:pt x="3639" y="1"/>
                  </a:moveTo>
                  <a:cubicBezTo>
                    <a:pt x="2870" y="1"/>
                    <a:pt x="2715" y="1412"/>
                    <a:pt x="2715" y="1412"/>
                  </a:cubicBezTo>
                  <a:cubicBezTo>
                    <a:pt x="2715" y="1412"/>
                    <a:pt x="2610" y="1399"/>
                    <a:pt x="2444" y="1399"/>
                  </a:cubicBezTo>
                  <a:cubicBezTo>
                    <a:pt x="1967" y="1399"/>
                    <a:pt x="987" y="1510"/>
                    <a:pt x="572" y="2377"/>
                  </a:cubicBezTo>
                  <a:cubicBezTo>
                    <a:pt x="0" y="3555"/>
                    <a:pt x="1298" y="4186"/>
                    <a:pt x="1298" y="4186"/>
                  </a:cubicBezTo>
                  <a:cubicBezTo>
                    <a:pt x="1298" y="4186"/>
                    <a:pt x="286" y="5270"/>
                    <a:pt x="703" y="6341"/>
                  </a:cubicBezTo>
                  <a:cubicBezTo>
                    <a:pt x="794" y="6575"/>
                    <a:pt x="909" y="6664"/>
                    <a:pt x="1053" y="6664"/>
                  </a:cubicBezTo>
                  <a:cubicBezTo>
                    <a:pt x="1511" y="6664"/>
                    <a:pt x="2263" y="5768"/>
                    <a:pt x="3462" y="5768"/>
                  </a:cubicBezTo>
                  <a:cubicBezTo>
                    <a:pt x="3618" y="5768"/>
                    <a:pt x="3782" y="5783"/>
                    <a:pt x="3953" y="5817"/>
                  </a:cubicBezTo>
                  <a:cubicBezTo>
                    <a:pt x="5333" y="6100"/>
                    <a:pt x="7194" y="7043"/>
                    <a:pt x="8608" y="7043"/>
                  </a:cubicBezTo>
                  <a:cubicBezTo>
                    <a:pt x="9159" y="7043"/>
                    <a:pt x="9641" y="6900"/>
                    <a:pt x="10002" y="6520"/>
                  </a:cubicBezTo>
                  <a:cubicBezTo>
                    <a:pt x="10395" y="6115"/>
                    <a:pt x="10657" y="5139"/>
                    <a:pt x="10061" y="4282"/>
                  </a:cubicBezTo>
                  <a:cubicBezTo>
                    <a:pt x="9502" y="3496"/>
                    <a:pt x="6692" y="3329"/>
                    <a:pt x="5275" y="1364"/>
                  </a:cubicBezTo>
                  <a:cubicBezTo>
                    <a:pt x="4544" y="343"/>
                    <a:pt x="4017" y="1"/>
                    <a:pt x="3639"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3"/>
            <p:cNvSpPr/>
            <p:nvPr/>
          </p:nvSpPr>
          <p:spPr>
            <a:xfrm>
              <a:off x="5662300" y="1559475"/>
              <a:ext cx="41975" cy="37000"/>
            </a:xfrm>
            <a:custGeom>
              <a:rect b="b" l="l" r="r" t="t"/>
              <a:pathLst>
                <a:path extrusionOk="0" h="1480" w="1679">
                  <a:moveTo>
                    <a:pt x="538" y="1"/>
                  </a:moveTo>
                  <a:cubicBezTo>
                    <a:pt x="407" y="1"/>
                    <a:pt x="280" y="32"/>
                    <a:pt x="179" y="122"/>
                  </a:cubicBezTo>
                  <a:cubicBezTo>
                    <a:pt x="60" y="230"/>
                    <a:pt x="1" y="408"/>
                    <a:pt x="1" y="575"/>
                  </a:cubicBezTo>
                  <a:cubicBezTo>
                    <a:pt x="1" y="730"/>
                    <a:pt x="36" y="896"/>
                    <a:pt x="84" y="1051"/>
                  </a:cubicBezTo>
                  <a:cubicBezTo>
                    <a:pt x="174" y="1359"/>
                    <a:pt x="367" y="1480"/>
                    <a:pt x="580" y="1480"/>
                  </a:cubicBezTo>
                  <a:cubicBezTo>
                    <a:pt x="1075" y="1480"/>
                    <a:pt x="1679" y="830"/>
                    <a:pt x="1346" y="373"/>
                  </a:cubicBezTo>
                  <a:cubicBezTo>
                    <a:pt x="1275" y="277"/>
                    <a:pt x="1156" y="194"/>
                    <a:pt x="1036" y="158"/>
                  </a:cubicBezTo>
                  <a:cubicBezTo>
                    <a:pt x="905" y="99"/>
                    <a:pt x="751" y="15"/>
                    <a:pt x="608" y="3"/>
                  </a:cubicBezTo>
                  <a:cubicBezTo>
                    <a:pt x="584" y="2"/>
                    <a:pt x="561" y="1"/>
                    <a:pt x="538"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3"/>
            <p:cNvSpPr/>
            <p:nvPr/>
          </p:nvSpPr>
          <p:spPr>
            <a:xfrm>
              <a:off x="5656950" y="1482075"/>
              <a:ext cx="42000" cy="37650"/>
            </a:xfrm>
            <a:custGeom>
              <a:rect b="b" l="l" r="r" t="t"/>
              <a:pathLst>
                <a:path extrusionOk="0" h="1506" w="1680">
                  <a:moveTo>
                    <a:pt x="653" y="1"/>
                  </a:moveTo>
                  <a:cubicBezTo>
                    <a:pt x="578" y="1"/>
                    <a:pt x="512" y="22"/>
                    <a:pt x="453" y="51"/>
                  </a:cubicBezTo>
                  <a:cubicBezTo>
                    <a:pt x="346" y="99"/>
                    <a:pt x="274" y="170"/>
                    <a:pt x="191" y="242"/>
                  </a:cubicBezTo>
                  <a:cubicBezTo>
                    <a:pt x="60" y="421"/>
                    <a:pt x="0" y="647"/>
                    <a:pt x="12" y="873"/>
                  </a:cubicBezTo>
                  <a:cubicBezTo>
                    <a:pt x="36" y="968"/>
                    <a:pt x="48" y="1087"/>
                    <a:pt x="107" y="1183"/>
                  </a:cubicBezTo>
                  <a:cubicBezTo>
                    <a:pt x="245" y="1393"/>
                    <a:pt x="568" y="1506"/>
                    <a:pt x="859" y="1506"/>
                  </a:cubicBezTo>
                  <a:cubicBezTo>
                    <a:pt x="1046" y="1506"/>
                    <a:pt x="1219" y="1459"/>
                    <a:pt x="1322" y="1361"/>
                  </a:cubicBezTo>
                  <a:cubicBezTo>
                    <a:pt x="1536" y="1183"/>
                    <a:pt x="1679" y="897"/>
                    <a:pt x="1584" y="659"/>
                  </a:cubicBezTo>
                  <a:cubicBezTo>
                    <a:pt x="1524" y="540"/>
                    <a:pt x="1417" y="456"/>
                    <a:pt x="1310" y="361"/>
                  </a:cubicBezTo>
                  <a:cubicBezTo>
                    <a:pt x="1191" y="278"/>
                    <a:pt x="1072" y="194"/>
                    <a:pt x="941" y="111"/>
                  </a:cubicBezTo>
                  <a:cubicBezTo>
                    <a:pt x="869" y="63"/>
                    <a:pt x="786" y="16"/>
                    <a:pt x="703" y="4"/>
                  </a:cubicBezTo>
                  <a:cubicBezTo>
                    <a:pt x="686" y="2"/>
                    <a:pt x="669" y="1"/>
                    <a:pt x="653"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3"/>
            <p:cNvSpPr/>
            <p:nvPr/>
          </p:nvSpPr>
          <p:spPr>
            <a:xfrm>
              <a:off x="5702475" y="1447300"/>
              <a:ext cx="33675" cy="30325"/>
            </a:xfrm>
            <a:custGeom>
              <a:rect b="b" l="l" r="r" t="t"/>
              <a:pathLst>
                <a:path extrusionOk="0" h="1213" w="1347">
                  <a:moveTo>
                    <a:pt x="677" y="1"/>
                  </a:moveTo>
                  <a:cubicBezTo>
                    <a:pt x="412" y="1"/>
                    <a:pt x="147" y="216"/>
                    <a:pt x="84" y="478"/>
                  </a:cubicBezTo>
                  <a:cubicBezTo>
                    <a:pt x="0" y="935"/>
                    <a:pt x="342" y="1213"/>
                    <a:pt x="696" y="1213"/>
                  </a:cubicBezTo>
                  <a:cubicBezTo>
                    <a:pt x="942" y="1213"/>
                    <a:pt x="1193" y="1078"/>
                    <a:pt x="1311" y="776"/>
                  </a:cubicBezTo>
                  <a:cubicBezTo>
                    <a:pt x="1334" y="692"/>
                    <a:pt x="1346" y="609"/>
                    <a:pt x="1334" y="514"/>
                  </a:cubicBezTo>
                  <a:cubicBezTo>
                    <a:pt x="1323" y="430"/>
                    <a:pt x="1263" y="359"/>
                    <a:pt x="1203" y="276"/>
                  </a:cubicBezTo>
                  <a:cubicBezTo>
                    <a:pt x="1096" y="145"/>
                    <a:pt x="953" y="37"/>
                    <a:pt x="787" y="14"/>
                  </a:cubicBezTo>
                  <a:cubicBezTo>
                    <a:pt x="751" y="5"/>
                    <a:pt x="714" y="1"/>
                    <a:pt x="677"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3"/>
            <p:cNvSpPr/>
            <p:nvPr/>
          </p:nvSpPr>
          <p:spPr>
            <a:xfrm>
              <a:off x="6039425" y="1612525"/>
              <a:ext cx="122075" cy="113150"/>
            </a:xfrm>
            <a:custGeom>
              <a:rect b="b" l="l" r="r" t="t"/>
              <a:pathLst>
                <a:path extrusionOk="0" h="4526" w="4883">
                  <a:moveTo>
                    <a:pt x="4882" y="1"/>
                  </a:moveTo>
                  <a:lnTo>
                    <a:pt x="4882" y="1"/>
                  </a:lnTo>
                  <a:cubicBezTo>
                    <a:pt x="1" y="739"/>
                    <a:pt x="394" y="4525"/>
                    <a:pt x="394" y="4525"/>
                  </a:cubicBezTo>
                  <a:cubicBezTo>
                    <a:pt x="394" y="4525"/>
                    <a:pt x="2954" y="3965"/>
                    <a:pt x="48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3"/>
            <p:cNvSpPr/>
            <p:nvPr/>
          </p:nvSpPr>
          <p:spPr>
            <a:xfrm>
              <a:off x="6070675" y="1785475"/>
              <a:ext cx="84575" cy="136050"/>
            </a:xfrm>
            <a:custGeom>
              <a:rect b="b" l="l" r="r" t="t"/>
              <a:pathLst>
                <a:path extrusionOk="0" h="5442" w="3383">
                  <a:moveTo>
                    <a:pt x="3382" y="0"/>
                  </a:moveTo>
                  <a:lnTo>
                    <a:pt x="3382" y="0"/>
                  </a:lnTo>
                  <a:cubicBezTo>
                    <a:pt x="1" y="2191"/>
                    <a:pt x="287" y="5441"/>
                    <a:pt x="287" y="5441"/>
                  </a:cubicBezTo>
                  <a:cubicBezTo>
                    <a:pt x="287" y="5441"/>
                    <a:pt x="3144" y="4489"/>
                    <a:pt x="33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3"/>
            <p:cNvSpPr/>
            <p:nvPr/>
          </p:nvSpPr>
          <p:spPr>
            <a:xfrm>
              <a:off x="6132000" y="2118550"/>
              <a:ext cx="81300" cy="75325"/>
            </a:xfrm>
            <a:custGeom>
              <a:rect b="b" l="l" r="r" t="t"/>
              <a:pathLst>
                <a:path extrusionOk="0" h="3013" w="3252">
                  <a:moveTo>
                    <a:pt x="3251" y="0"/>
                  </a:moveTo>
                  <a:lnTo>
                    <a:pt x="3251" y="0"/>
                  </a:lnTo>
                  <a:cubicBezTo>
                    <a:pt x="477" y="750"/>
                    <a:pt x="1" y="3013"/>
                    <a:pt x="1" y="3013"/>
                  </a:cubicBezTo>
                  <a:cubicBezTo>
                    <a:pt x="1" y="3013"/>
                    <a:pt x="2132" y="2977"/>
                    <a:pt x="32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3"/>
            <p:cNvSpPr/>
            <p:nvPr/>
          </p:nvSpPr>
          <p:spPr>
            <a:xfrm>
              <a:off x="5896250" y="1700350"/>
              <a:ext cx="123550" cy="96150"/>
            </a:xfrm>
            <a:custGeom>
              <a:rect b="b" l="l" r="r" t="t"/>
              <a:pathLst>
                <a:path extrusionOk="0" h="3846" w="4942">
                  <a:moveTo>
                    <a:pt x="1" y="0"/>
                  </a:moveTo>
                  <a:cubicBezTo>
                    <a:pt x="1" y="0"/>
                    <a:pt x="537" y="2953"/>
                    <a:pt x="4942" y="3846"/>
                  </a:cubicBezTo>
                  <a:cubicBezTo>
                    <a:pt x="3275" y="179"/>
                    <a:pt x="1"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3"/>
            <p:cNvSpPr/>
            <p:nvPr/>
          </p:nvSpPr>
          <p:spPr>
            <a:xfrm>
              <a:off x="5908175" y="2032825"/>
              <a:ext cx="157775" cy="123250"/>
            </a:xfrm>
            <a:custGeom>
              <a:rect b="b" l="l" r="r" t="t"/>
              <a:pathLst>
                <a:path extrusionOk="0" h="4930" w="6311">
                  <a:moveTo>
                    <a:pt x="0" y="0"/>
                  </a:moveTo>
                  <a:cubicBezTo>
                    <a:pt x="0" y="0"/>
                    <a:pt x="679" y="3787"/>
                    <a:pt x="6310" y="4929"/>
                  </a:cubicBezTo>
                  <a:cubicBezTo>
                    <a:pt x="4179" y="239"/>
                    <a:pt x="1"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3"/>
            <p:cNvSpPr/>
            <p:nvPr/>
          </p:nvSpPr>
          <p:spPr>
            <a:xfrm>
              <a:off x="5828400" y="2212625"/>
              <a:ext cx="253625" cy="167350"/>
            </a:xfrm>
            <a:custGeom>
              <a:rect b="b" l="l" r="r" t="t"/>
              <a:pathLst>
                <a:path extrusionOk="0" h="6694" w="10145">
                  <a:moveTo>
                    <a:pt x="1084" y="0"/>
                  </a:moveTo>
                  <a:cubicBezTo>
                    <a:pt x="735" y="0"/>
                    <a:pt x="374" y="15"/>
                    <a:pt x="0" y="47"/>
                  </a:cubicBezTo>
                  <a:cubicBezTo>
                    <a:pt x="1485" y="5763"/>
                    <a:pt x="5579" y="6694"/>
                    <a:pt x="8089" y="6694"/>
                  </a:cubicBezTo>
                  <a:cubicBezTo>
                    <a:pt x="9302" y="6694"/>
                    <a:pt x="10144" y="6477"/>
                    <a:pt x="10144" y="6477"/>
                  </a:cubicBezTo>
                  <a:cubicBezTo>
                    <a:pt x="10144" y="6477"/>
                    <a:pt x="8271" y="0"/>
                    <a:pt x="10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3"/>
            <p:cNvSpPr/>
            <p:nvPr/>
          </p:nvSpPr>
          <p:spPr>
            <a:xfrm>
              <a:off x="6082300" y="2172725"/>
              <a:ext cx="235775" cy="314950"/>
            </a:xfrm>
            <a:custGeom>
              <a:rect b="b" l="l" r="r" t="t"/>
              <a:pathLst>
                <a:path extrusionOk="0" h="12598" w="9431">
                  <a:moveTo>
                    <a:pt x="8347" y="0"/>
                  </a:moveTo>
                  <a:cubicBezTo>
                    <a:pt x="0" y="5060"/>
                    <a:pt x="2191" y="12597"/>
                    <a:pt x="2191" y="12597"/>
                  </a:cubicBezTo>
                  <a:cubicBezTo>
                    <a:pt x="2191" y="12597"/>
                    <a:pt x="9430" y="10537"/>
                    <a:pt x="83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3"/>
            <p:cNvSpPr/>
            <p:nvPr/>
          </p:nvSpPr>
          <p:spPr>
            <a:xfrm>
              <a:off x="6162675" y="1888450"/>
              <a:ext cx="106875" cy="92300"/>
            </a:xfrm>
            <a:custGeom>
              <a:rect b="b" l="l" r="r" t="t"/>
              <a:pathLst>
                <a:path extrusionOk="0" h="3692" w="4275">
                  <a:moveTo>
                    <a:pt x="536" y="1"/>
                  </a:moveTo>
                  <a:cubicBezTo>
                    <a:pt x="357" y="215"/>
                    <a:pt x="167" y="418"/>
                    <a:pt x="0" y="644"/>
                  </a:cubicBezTo>
                  <a:cubicBezTo>
                    <a:pt x="119" y="941"/>
                    <a:pt x="262" y="1203"/>
                    <a:pt x="524" y="1382"/>
                  </a:cubicBezTo>
                  <a:cubicBezTo>
                    <a:pt x="1179" y="1882"/>
                    <a:pt x="2155" y="1668"/>
                    <a:pt x="2846" y="2132"/>
                  </a:cubicBezTo>
                  <a:cubicBezTo>
                    <a:pt x="3203" y="2370"/>
                    <a:pt x="3405" y="2751"/>
                    <a:pt x="3572" y="3144"/>
                  </a:cubicBezTo>
                  <a:cubicBezTo>
                    <a:pt x="3643" y="3323"/>
                    <a:pt x="3703" y="3501"/>
                    <a:pt x="3750" y="3692"/>
                  </a:cubicBezTo>
                  <a:cubicBezTo>
                    <a:pt x="3929" y="3525"/>
                    <a:pt x="4096" y="3382"/>
                    <a:pt x="4274" y="3215"/>
                  </a:cubicBezTo>
                  <a:lnTo>
                    <a:pt x="4096" y="2858"/>
                  </a:lnTo>
                  <a:cubicBezTo>
                    <a:pt x="3703" y="2132"/>
                    <a:pt x="3179" y="1358"/>
                    <a:pt x="2381" y="1191"/>
                  </a:cubicBezTo>
                  <a:cubicBezTo>
                    <a:pt x="1869" y="1084"/>
                    <a:pt x="1274" y="1203"/>
                    <a:pt x="893" y="870"/>
                  </a:cubicBezTo>
                  <a:cubicBezTo>
                    <a:pt x="702" y="691"/>
                    <a:pt x="607" y="429"/>
                    <a:pt x="548" y="167"/>
                  </a:cubicBezTo>
                  <a:cubicBezTo>
                    <a:pt x="536" y="108"/>
                    <a:pt x="536" y="60"/>
                    <a:pt x="5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3"/>
            <p:cNvSpPr/>
            <p:nvPr/>
          </p:nvSpPr>
          <p:spPr>
            <a:xfrm>
              <a:off x="6136175" y="1925375"/>
              <a:ext cx="103600" cy="85150"/>
            </a:xfrm>
            <a:custGeom>
              <a:rect b="b" l="l" r="r" t="t"/>
              <a:pathLst>
                <a:path extrusionOk="0" h="3406" w="4144">
                  <a:moveTo>
                    <a:pt x="417" y="0"/>
                  </a:moveTo>
                  <a:cubicBezTo>
                    <a:pt x="274" y="226"/>
                    <a:pt x="119" y="429"/>
                    <a:pt x="0" y="655"/>
                  </a:cubicBezTo>
                  <a:cubicBezTo>
                    <a:pt x="108" y="774"/>
                    <a:pt x="238" y="881"/>
                    <a:pt x="358" y="953"/>
                  </a:cubicBezTo>
                  <a:cubicBezTo>
                    <a:pt x="810" y="1238"/>
                    <a:pt x="1346" y="1334"/>
                    <a:pt x="1846" y="1500"/>
                  </a:cubicBezTo>
                  <a:cubicBezTo>
                    <a:pt x="2358" y="1667"/>
                    <a:pt x="2870" y="1905"/>
                    <a:pt x="3156" y="2346"/>
                  </a:cubicBezTo>
                  <a:cubicBezTo>
                    <a:pt x="3370" y="2679"/>
                    <a:pt x="3441" y="3072"/>
                    <a:pt x="3667" y="3405"/>
                  </a:cubicBezTo>
                  <a:cubicBezTo>
                    <a:pt x="3810" y="3262"/>
                    <a:pt x="3977" y="3084"/>
                    <a:pt x="4144" y="2917"/>
                  </a:cubicBezTo>
                  <a:cubicBezTo>
                    <a:pt x="4144" y="2572"/>
                    <a:pt x="4001" y="2227"/>
                    <a:pt x="3798" y="1965"/>
                  </a:cubicBezTo>
                  <a:cubicBezTo>
                    <a:pt x="3465" y="1548"/>
                    <a:pt x="2989" y="1274"/>
                    <a:pt x="2513" y="1072"/>
                  </a:cubicBezTo>
                  <a:cubicBezTo>
                    <a:pt x="2024" y="857"/>
                    <a:pt x="1524" y="715"/>
                    <a:pt x="1060" y="476"/>
                  </a:cubicBezTo>
                  <a:cubicBezTo>
                    <a:pt x="822" y="357"/>
                    <a:pt x="596" y="203"/>
                    <a:pt x="4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3"/>
            <p:cNvSpPr/>
            <p:nvPr/>
          </p:nvSpPr>
          <p:spPr>
            <a:xfrm>
              <a:off x="6069500" y="1464000"/>
              <a:ext cx="63425" cy="93775"/>
            </a:xfrm>
            <a:custGeom>
              <a:rect b="b" l="l" r="r" t="t"/>
              <a:pathLst>
                <a:path extrusionOk="0" h="3751" w="2537">
                  <a:moveTo>
                    <a:pt x="596" y="1"/>
                  </a:moveTo>
                  <a:lnTo>
                    <a:pt x="596" y="1"/>
                  </a:lnTo>
                  <a:cubicBezTo>
                    <a:pt x="393" y="108"/>
                    <a:pt x="203" y="227"/>
                    <a:pt x="0" y="322"/>
                  </a:cubicBezTo>
                  <a:cubicBezTo>
                    <a:pt x="0" y="584"/>
                    <a:pt x="48" y="834"/>
                    <a:pt x="203" y="1060"/>
                  </a:cubicBezTo>
                  <a:cubicBezTo>
                    <a:pt x="560" y="1620"/>
                    <a:pt x="1370" y="1751"/>
                    <a:pt x="1762" y="2287"/>
                  </a:cubicBezTo>
                  <a:cubicBezTo>
                    <a:pt x="1953" y="2572"/>
                    <a:pt x="2013" y="2929"/>
                    <a:pt x="2024" y="3275"/>
                  </a:cubicBezTo>
                  <a:cubicBezTo>
                    <a:pt x="2024" y="3441"/>
                    <a:pt x="2024" y="3584"/>
                    <a:pt x="2013" y="3751"/>
                  </a:cubicBezTo>
                  <a:cubicBezTo>
                    <a:pt x="2179" y="3703"/>
                    <a:pt x="2346" y="3632"/>
                    <a:pt x="2536" y="3560"/>
                  </a:cubicBezTo>
                  <a:cubicBezTo>
                    <a:pt x="2536" y="3453"/>
                    <a:pt x="2524" y="3346"/>
                    <a:pt x="2501" y="3227"/>
                  </a:cubicBezTo>
                  <a:cubicBezTo>
                    <a:pt x="2429" y="2560"/>
                    <a:pt x="2239" y="1810"/>
                    <a:pt x="1667" y="1441"/>
                  </a:cubicBezTo>
                  <a:cubicBezTo>
                    <a:pt x="1310" y="1215"/>
                    <a:pt x="822" y="1132"/>
                    <a:pt x="631" y="763"/>
                  </a:cubicBezTo>
                  <a:cubicBezTo>
                    <a:pt x="524" y="560"/>
                    <a:pt x="536" y="346"/>
                    <a:pt x="572" y="131"/>
                  </a:cubicBezTo>
                  <a:cubicBezTo>
                    <a:pt x="584" y="84"/>
                    <a:pt x="584" y="48"/>
                    <a:pt x="5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3"/>
            <p:cNvSpPr/>
            <p:nvPr/>
          </p:nvSpPr>
          <p:spPr>
            <a:xfrm>
              <a:off x="6038250" y="1483950"/>
              <a:ext cx="65500" cy="89025"/>
            </a:xfrm>
            <a:custGeom>
              <a:rect b="b" l="l" r="r" t="t"/>
              <a:pathLst>
                <a:path extrusionOk="0" h="3561" w="2620">
                  <a:moveTo>
                    <a:pt x="512" y="0"/>
                  </a:moveTo>
                  <a:cubicBezTo>
                    <a:pt x="334" y="119"/>
                    <a:pt x="155" y="262"/>
                    <a:pt x="0" y="393"/>
                  </a:cubicBezTo>
                  <a:cubicBezTo>
                    <a:pt x="48" y="512"/>
                    <a:pt x="119" y="631"/>
                    <a:pt x="191" y="738"/>
                  </a:cubicBezTo>
                  <a:cubicBezTo>
                    <a:pt x="465" y="1072"/>
                    <a:pt x="834" y="1310"/>
                    <a:pt x="1179" y="1584"/>
                  </a:cubicBezTo>
                  <a:cubicBezTo>
                    <a:pt x="1524" y="1846"/>
                    <a:pt x="1846" y="2179"/>
                    <a:pt x="1941" y="2608"/>
                  </a:cubicBezTo>
                  <a:cubicBezTo>
                    <a:pt x="2012" y="2917"/>
                    <a:pt x="1941" y="3251"/>
                    <a:pt x="2012" y="3560"/>
                  </a:cubicBezTo>
                  <a:cubicBezTo>
                    <a:pt x="2179" y="3489"/>
                    <a:pt x="2334" y="3394"/>
                    <a:pt x="2512" y="3322"/>
                  </a:cubicBezTo>
                  <a:cubicBezTo>
                    <a:pt x="2620" y="3060"/>
                    <a:pt x="2620" y="2762"/>
                    <a:pt x="2536" y="2489"/>
                  </a:cubicBezTo>
                  <a:cubicBezTo>
                    <a:pt x="2405" y="2072"/>
                    <a:pt x="2120" y="1727"/>
                    <a:pt x="1810" y="1429"/>
                  </a:cubicBezTo>
                  <a:cubicBezTo>
                    <a:pt x="1488" y="1131"/>
                    <a:pt x="1131" y="881"/>
                    <a:pt x="857" y="560"/>
                  </a:cubicBezTo>
                  <a:cubicBezTo>
                    <a:pt x="703" y="393"/>
                    <a:pt x="572" y="215"/>
                    <a:pt x="5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3"/>
            <p:cNvSpPr/>
            <p:nvPr/>
          </p:nvSpPr>
          <p:spPr>
            <a:xfrm>
              <a:off x="5881375" y="1364500"/>
              <a:ext cx="110150" cy="52925"/>
            </a:xfrm>
            <a:custGeom>
              <a:rect b="b" l="l" r="r" t="t"/>
              <a:pathLst>
                <a:path extrusionOk="0" h="2117" w="4406">
                  <a:moveTo>
                    <a:pt x="3406" y="0"/>
                  </a:moveTo>
                  <a:cubicBezTo>
                    <a:pt x="2814" y="0"/>
                    <a:pt x="2221" y="117"/>
                    <a:pt x="1810" y="528"/>
                  </a:cubicBezTo>
                  <a:cubicBezTo>
                    <a:pt x="1489" y="849"/>
                    <a:pt x="1298" y="1373"/>
                    <a:pt x="834" y="1492"/>
                  </a:cubicBezTo>
                  <a:cubicBezTo>
                    <a:pt x="770" y="1509"/>
                    <a:pt x="705" y="1516"/>
                    <a:pt x="638" y="1516"/>
                  </a:cubicBezTo>
                  <a:cubicBezTo>
                    <a:pt x="469" y="1516"/>
                    <a:pt x="294" y="1469"/>
                    <a:pt x="132" y="1409"/>
                  </a:cubicBezTo>
                  <a:cubicBezTo>
                    <a:pt x="84" y="1385"/>
                    <a:pt x="48" y="1361"/>
                    <a:pt x="1" y="1337"/>
                  </a:cubicBezTo>
                  <a:lnTo>
                    <a:pt x="1" y="1337"/>
                  </a:lnTo>
                  <a:cubicBezTo>
                    <a:pt x="72" y="1575"/>
                    <a:pt x="143" y="1837"/>
                    <a:pt x="215" y="2076"/>
                  </a:cubicBezTo>
                  <a:cubicBezTo>
                    <a:pt x="341" y="2102"/>
                    <a:pt x="467" y="2116"/>
                    <a:pt x="591" y="2116"/>
                  </a:cubicBezTo>
                  <a:cubicBezTo>
                    <a:pt x="748" y="2116"/>
                    <a:pt x="902" y="2093"/>
                    <a:pt x="1048" y="2040"/>
                  </a:cubicBezTo>
                  <a:cubicBezTo>
                    <a:pt x="1751" y="1790"/>
                    <a:pt x="2084" y="933"/>
                    <a:pt x="2763" y="635"/>
                  </a:cubicBezTo>
                  <a:cubicBezTo>
                    <a:pt x="2960" y="550"/>
                    <a:pt x="3171" y="515"/>
                    <a:pt x="3383" y="515"/>
                  </a:cubicBezTo>
                  <a:cubicBezTo>
                    <a:pt x="3555" y="515"/>
                    <a:pt x="3728" y="538"/>
                    <a:pt x="3894" y="575"/>
                  </a:cubicBezTo>
                  <a:cubicBezTo>
                    <a:pt x="4061" y="599"/>
                    <a:pt x="4239" y="647"/>
                    <a:pt x="4406" y="694"/>
                  </a:cubicBezTo>
                  <a:cubicBezTo>
                    <a:pt x="4370" y="516"/>
                    <a:pt x="4346" y="301"/>
                    <a:pt x="4299" y="75"/>
                  </a:cubicBezTo>
                  <a:lnTo>
                    <a:pt x="3942" y="28"/>
                  </a:lnTo>
                  <a:cubicBezTo>
                    <a:pt x="3766" y="11"/>
                    <a:pt x="3586" y="0"/>
                    <a:pt x="34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3"/>
            <p:cNvSpPr/>
            <p:nvPr/>
          </p:nvSpPr>
          <p:spPr>
            <a:xfrm>
              <a:off x="5895375" y="1398300"/>
              <a:ext cx="105100" cy="57100"/>
            </a:xfrm>
            <a:custGeom>
              <a:rect b="b" l="l" r="r" t="t"/>
              <a:pathLst>
                <a:path extrusionOk="0" h="2284" w="4204">
                  <a:moveTo>
                    <a:pt x="3296" y="1"/>
                  </a:moveTo>
                  <a:cubicBezTo>
                    <a:pt x="3248" y="1"/>
                    <a:pt x="3201" y="4"/>
                    <a:pt x="3155" y="9"/>
                  </a:cubicBezTo>
                  <a:cubicBezTo>
                    <a:pt x="2679" y="57"/>
                    <a:pt x="2239" y="295"/>
                    <a:pt x="1846" y="557"/>
                  </a:cubicBezTo>
                  <a:cubicBezTo>
                    <a:pt x="1465" y="831"/>
                    <a:pt x="1096" y="1152"/>
                    <a:pt x="667" y="1390"/>
                  </a:cubicBezTo>
                  <a:cubicBezTo>
                    <a:pt x="465" y="1509"/>
                    <a:pt x="238" y="1616"/>
                    <a:pt x="0" y="1640"/>
                  </a:cubicBezTo>
                  <a:cubicBezTo>
                    <a:pt x="95" y="1867"/>
                    <a:pt x="191" y="2093"/>
                    <a:pt x="298" y="2283"/>
                  </a:cubicBezTo>
                  <a:cubicBezTo>
                    <a:pt x="453" y="2259"/>
                    <a:pt x="584" y="2212"/>
                    <a:pt x="715" y="2152"/>
                  </a:cubicBezTo>
                  <a:cubicBezTo>
                    <a:pt x="1143" y="1938"/>
                    <a:pt x="1488" y="1581"/>
                    <a:pt x="1858" y="1271"/>
                  </a:cubicBezTo>
                  <a:cubicBezTo>
                    <a:pt x="2239" y="974"/>
                    <a:pt x="2667" y="688"/>
                    <a:pt x="3143" y="688"/>
                  </a:cubicBezTo>
                  <a:cubicBezTo>
                    <a:pt x="3487" y="688"/>
                    <a:pt x="3820" y="831"/>
                    <a:pt x="4163" y="831"/>
                  </a:cubicBezTo>
                  <a:cubicBezTo>
                    <a:pt x="4177" y="831"/>
                    <a:pt x="4190" y="831"/>
                    <a:pt x="4203" y="831"/>
                  </a:cubicBezTo>
                  <a:cubicBezTo>
                    <a:pt x="4155" y="628"/>
                    <a:pt x="4108" y="426"/>
                    <a:pt x="4048" y="212"/>
                  </a:cubicBezTo>
                  <a:cubicBezTo>
                    <a:pt x="3827" y="81"/>
                    <a:pt x="3555" y="1"/>
                    <a:pt x="32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3"/>
            <p:cNvSpPr/>
            <p:nvPr/>
          </p:nvSpPr>
          <p:spPr>
            <a:xfrm>
              <a:off x="5850125" y="1536925"/>
              <a:ext cx="40500" cy="92900"/>
            </a:xfrm>
            <a:custGeom>
              <a:rect b="b" l="l" r="r" t="t"/>
              <a:pathLst>
                <a:path extrusionOk="0" h="3716" w="1620">
                  <a:moveTo>
                    <a:pt x="1143" y="1"/>
                  </a:moveTo>
                  <a:cubicBezTo>
                    <a:pt x="1072" y="72"/>
                    <a:pt x="1012" y="143"/>
                    <a:pt x="953" y="227"/>
                  </a:cubicBezTo>
                  <a:cubicBezTo>
                    <a:pt x="548" y="703"/>
                    <a:pt x="179" y="1298"/>
                    <a:pt x="286" y="1906"/>
                  </a:cubicBezTo>
                  <a:cubicBezTo>
                    <a:pt x="358" y="2287"/>
                    <a:pt x="608" y="2668"/>
                    <a:pt x="489" y="3037"/>
                  </a:cubicBezTo>
                  <a:cubicBezTo>
                    <a:pt x="429" y="3227"/>
                    <a:pt x="262" y="3358"/>
                    <a:pt x="108" y="3465"/>
                  </a:cubicBezTo>
                  <a:cubicBezTo>
                    <a:pt x="72" y="3477"/>
                    <a:pt x="24" y="3513"/>
                    <a:pt x="0" y="3525"/>
                  </a:cubicBezTo>
                  <a:cubicBezTo>
                    <a:pt x="191" y="3596"/>
                    <a:pt x="405" y="3656"/>
                    <a:pt x="596" y="3715"/>
                  </a:cubicBezTo>
                  <a:cubicBezTo>
                    <a:pt x="774" y="3560"/>
                    <a:pt x="905" y="3358"/>
                    <a:pt x="965" y="3144"/>
                  </a:cubicBezTo>
                  <a:cubicBezTo>
                    <a:pt x="1120" y="2548"/>
                    <a:pt x="679" y="1917"/>
                    <a:pt x="798" y="1310"/>
                  </a:cubicBezTo>
                  <a:cubicBezTo>
                    <a:pt x="858" y="977"/>
                    <a:pt x="1060" y="715"/>
                    <a:pt x="1298" y="489"/>
                  </a:cubicBezTo>
                  <a:cubicBezTo>
                    <a:pt x="1393" y="382"/>
                    <a:pt x="1501" y="298"/>
                    <a:pt x="1620" y="203"/>
                  </a:cubicBezTo>
                  <a:cubicBezTo>
                    <a:pt x="1453" y="143"/>
                    <a:pt x="1298" y="72"/>
                    <a:pt x="11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3"/>
            <p:cNvSpPr/>
            <p:nvPr/>
          </p:nvSpPr>
          <p:spPr>
            <a:xfrm>
              <a:off x="5884350" y="1548825"/>
              <a:ext cx="35450" cy="88425"/>
            </a:xfrm>
            <a:custGeom>
              <a:rect b="b" l="l" r="r" t="t"/>
              <a:pathLst>
                <a:path extrusionOk="0" h="3537" w="1418">
                  <a:moveTo>
                    <a:pt x="941" y="1"/>
                  </a:moveTo>
                  <a:cubicBezTo>
                    <a:pt x="703" y="96"/>
                    <a:pt x="501" y="287"/>
                    <a:pt x="370" y="525"/>
                  </a:cubicBezTo>
                  <a:cubicBezTo>
                    <a:pt x="179" y="858"/>
                    <a:pt x="132" y="1275"/>
                    <a:pt x="132" y="1668"/>
                  </a:cubicBezTo>
                  <a:cubicBezTo>
                    <a:pt x="132" y="2061"/>
                    <a:pt x="179" y="2453"/>
                    <a:pt x="144" y="2858"/>
                  </a:cubicBezTo>
                  <a:cubicBezTo>
                    <a:pt x="132" y="3049"/>
                    <a:pt x="84" y="3251"/>
                    <a:pt x="1" y="3442"/>
                  </a:cubicBezTo>
                  <a:cubicBezTo>
                    <a:pt x="191" y="3477"/>
                    <a:pt x="382" y="3513"/>
                    <a:pt x="584" y="3537"/>
                  </a:cubicBezTo>
                  <a:cubicBezTo>
                    <a:pt x="620" y="3442"/>
                    <a:pt x="667" y="3311"/>
                    <a:pt x="679" y="3192"/>
                  </a:cubicBezTo>
                  <a:cubicBezTo>
                    <a:pt x="739" y="2811"/>
                    <a:pt x="667" y="2406"/>
                    <a:pt x="620" y="2001"/>
                  </a:cubicBezTo>
                  <a:cubicBezTo>
                    <a:pt x="596" y="1608"/>
                    <a:pt x="608" y="1191"/>
                    <a:pt x="834" y="846"/>
                  </a:cubicBezTo>
                  <a:cubicBezTo>
                    <a:pt x="977" y="596"/>
                    <a:pt x="1251" y="429"/>
                    <a:pt x="1418" y="191"/>
                  </a:cubicBezTo>
                  <a:cubicBezTo>
                    <a:pt x="1263" y="132"/>
                    <a:pt x="1096" y="60"/>
                    <a:pt x="9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3"/>
            <p:cNvSpPr/>
            <p:nvPr/>
          </p:nvSpPr>
          <p:spPr>
            <a:xfrm>
              <a:off x="5685363" y="1742819"/>
              <a:ext cx="291735" cy="192829"/>
            </a:xfrm>
            <a:custGeom>
              <a:rect b="b" l="l" r="r" t="t"/>
              <a:pathLst>
                <a:path extrusionOk="0" h="7044" w="10657">
                  <a:moveTo>
                    <a:pt x="3639" y="1"/>
                  </a:moveTo>
                  <a:cubicBezTo>
                    <a:pt x="2870" y="1"/>
                    <a:pt x="2715" y="1412"/>
                    <a:pt x="2715" y="1412"/>
                  </a:cubicBezTo>
                  <a:cubicBezTo>
                    <a:pt x="2715" y="1412"/>
                    <a:pt x="2610" y="1399"/>
                    <a:pt x="2444" y="1399"/>
                  </a:cubicBezTo>
                  <a:cubicBezTo>
                    <a:pt x="1967" y="1399"/>
                    <a:pt x="987" y="1510"/>
                    <a:pt x="572" y="2377"/>
                  </a:cubicBezTo>
                  <a:cubicBezTo>
                    <a:pt x="0" y="3555"/>
                    <a:pt x="1298" y="4186"/>
                    <a:pt x="1298" y="4186"/>
                  </a:cubicBezTo>
                  <a:cubicBezTo>
                    <a:pt x="1298" y="4186"/>
                    <a:pt x="286" y="5270"/>
                    <a:pt x="703" y="6341"/>
                  </a:cubicBezTo>
                  <a:cubicBezTo>
                    <a:pt x="794" y="6575"/>
                    <a:pt x="909" y="6664"/>
                    <a:pt x="1053" y="6664"/>
                  </a:cubicBezTo>
                  <a:cubicBezTo>
                    <a:pt x="1511" y="6664"/>
                    <a:pt x="2263" y="5768"/>
                    <a:pt x="3462" y="5768"/>
                  </a:cubicBezTo>
                  <a:cubicBezTo>
                    <a:pt x="3618" y="5768"/>
                    <a:pt x="3782" y="5783"/>
                    <a:pt x="3953" y="5817"/>
                  </a:cubicBezTo>
                  <a:cubicBezTo>
                    <a:pt x="5333" y="6100"/>
                    <a:pt x="7194" y="7043"/>
                    <a:pt x="8608" y="7043"/>
                  </a:cubicBezTo>
                  <a:cubicBezTo>
                    <a:pt x="9159" y="7043"/>
                    <a:pt x="9641" y="6900"/>
                    <a:pt x="10002" y="6520"/>
                  </a:cubicBezTo>
                  <a:cubicBezTo>
                    <a:pt x="10395" y="6115"/>
                    <a:pt x="10657" y="5139"/>
                    <a:pt x="10061" y="4282"/>
                  </a:cubicBezTo>
                  <a:cubicBezTo>
                    <a:pt x="9502" y="3496"/>
                    <a:pt x="6692" y="3329"/>
                    <a:pt x="5275" y="1364"/>
                  </a:cubicBezTo>
                  <a:cubicBezTo>
                    <a:pt x="4544" y="343"/>
                    <a:pt x="4017" y="1"/>
                    <a:pt x="3639"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3"/>
            <p:cNvSpPr/>
            <p:nvPr/>
          </p:nvSpPr>
          <p:spPr>
            <a:xfrm>
              <a:off x="5650158" y="1849829"/>
              <a:ext cx="45963" cy="40515"/>
            </a:xfrm>
            <a:custGeom>
              <a:rect b="b" l="l" r="r" t="t"/>
              <a:pathLst>
                <a:path extrusionOk="0" h="1480" w="1679">
                  <a:moveTo>
                    <a:pt x="538" y="1"/>
                  </a:moveTo>
                  <a:cubicBezTo>
                    <a:pt x="407" y="1"/>
                    <a:pt x="280" y="32"/>
                    <a:pt x="179" y="122"/>
                  </a:cubicBezTo>
                  <a:cubicBezTo>
                    <a:pt x="60" y="230"/>
                    <a:pt x="1" y="408"/>
                    <a:pt x="1" y="575"/>
                  </a:cubicBezTo>
                  <a:cubicBezTo>
                    <a:pt x="1" y="730"/>
                    <a:pt x="36" y="896"/>
                    <a:pt x="84" y="1051"/>
                  </a:cubicBezTo>
                  <a:cubicBezTo>
                    <a:pt x="174" y="1359"/>
                    <a:pt x="367" y="1480"/>
                    <a:pt x="580" y="1480"/>
                  </a:cubicBezTo>
                  <a:cubicBezTo>
                    <a:pt x="1075" y="1480"/>
                    <a:pt x="1679" y="830"/>
                    <a:pt x="1346" y="373"/>
                  </a:cubicBezTo>
                  <a:cubicBezTo>
                    <a:pt x="1275" y="277"/>
                    <a:pt x="1156" y="194"/>
                    <a:pt x="1036" y="158"/>
                  </a:cubicBezTo>
                  <a:cubicBezTo>
                    <a:pt x="905" y="99"/>
                    <a:pt x="751" y="15"/>
                    <a:pt x="608" y="3"/>
                  </a:cubicBezTo>
                  <a:cubicBezTo>
                    <a:pt x="584" y="2"/>
                    <a:pt x="561" y="1"/>
                    <a:pt x="538"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3"/>
            <p:cNvSpPr/>
            <p:nvPr/>
          </p:nvSpPr>
          <p:spPr>
            <a:xfrm>
              <a:off x="5644300" y="1765075"/>
              <a:ext cx="45990" cy="41227"/>
            </a:xfrm>
            <a:custGeom>
              <a:rect b="b" l="l" r="r" t="t"/>
              <a:pathLst>
                <a:path extrusionOk="0" h="1506" w="1680">
                  <a:moveTo>
                    <a:pt x="653" y="1"/>
                  </a:moveTo>
                  <a:cubicBezTo>
                    <a:pt x="578" y="1"/>
                    <a:pt x="512" y="22"/>
                    <a:pt x="453" y="51"/>
                  </a:cubicBezTo>
                  <a:cubicBezTo>
                    <a:pt x="346" y="99"/>
                    <a:pt x="274" y="170"/>
                    <a:pt x="191" y="242"/>
                  </a:cubicBezTo>
                  <a:cubicBezTo>
                    <a:pt x="60" y="421"/>
                    <a:pt x="0" y="647"/>
                    <a:pt x="12" y="873"/>
                  </a:cubicBezTo>
                  <a:cubicBezTo>
                    <a:pt x="36" y="968"/>
                    <a:pt x="48" y="1087"/>
                    <a:pt x="107" y="1183"/>
                  </a:cubicBezTo>
                  <a:cubicBezTo>
                    <a:pt x="245" y="1393"/>
                    <a:pt x="568" y="1506"/>
                    <a:pt x="859" y="1506"/>
                  </a:cubicBezTo>
                  <a:cubicBezTo>
                    <a:pt x="1046" y="1506"/>
                    <a:pt x="1219" y="1459"/>
                    <a:pt x="1322" y="1361"/>
                  </a:cubicBezTo>
                  <a:cubicBezTo>
                    <a:pt x="1536" y="1183"/>
                    <a:pt x="1679" y="897"/>
                    <a:pt x="1584" y="659"/>
                  </a:cubicBezTo>
                  <a:cubicBezTo>
                    <a:pt x="1524" y="540"/>
                    <a:pt x="1417" y="456"/>
                    <a:pt x="1310" y="361"/>
                  </a:cubicBezTo>
                  <a:cubicBezTo>
                    <a:pt x="1191" y="278"/>
                    <a:pt x="1072" y="194"/>
                    <a:pt x="941" y="111"/>
                  </a:cubicBezTo>
                  <a:cubicBezTo>
                    <a:pt x="869" y="63"/>
                    <a:pt x="786" y="16"/>
                    <a:pt x="703" y="4"/>
                  </a:cubicBezTo>
                  <a:cubicBezTo>
                    <a:pt x="686" y="2"/>
                    <a:pt x="669" y="1"/>
                    <a:pt x="653"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3"/>
            <p:cNvSpPr/>
            <p:nvPr/>
          </p:nvSpPr>
          <p:spPr>
            <a:xfrm>
              <a:off x="5694150" y="1726996"/>
              <a:ext cx="36874" cy="33206"/>
            </a:xfrm>
            <a:custGeom>
              <a:rect b="b" l="l" r="r" t="t"/>
              <a:pathLst>
                <a:path extrusionOk="0" h="1213" w="1347">
                  <a:moveTo>
                    <a:pt x="677" y="1"/>
                  </a:moveTo>
                  <a:cubicBezTo>
                    <a:pt x="412" y="1"/>
                    <a:pt x="147" y="216"/>
                    <a:pt x="84" y="478"/>
                  </a:cubicBezTo>
                  <a:cubicBezTo>
                    <a:pt x="0" y="935"/>
                    <a:pt x="342" y="1213"/>
                    <a:pt x="696" y="1213"/>
                  </a:cubicBezTo>
                  <a:cubicBezTo>
                    <a:pt x="942" y="1213"/>
                    <a:pt x="1193" y="1078"/>
                    <a:pt x="1311" y="776"/>
                  </a:cubicBezTo>
                  <a:cubicBezTo>
                    <a:pt x="1334" y="692"/>
                    <a:pt x="1346" y="609"/>
                    <a:pt x="1334" y="514"/>
                  </a:cubicBezTo>
                  <a:cubicBezTo>
                    <a:pt x="1323" y="430"/>
                    <a:pt x="1263" y="359"/>
                    <a:pt x="1203" y="276"/>
                  </a:cubicBezTo>
                  <a:cubicBezTo>
                    <a:pt x="1096" y="145"/>
                    <a:pt x="953" y="37"/>
                    <a:pt x="787" y="14"/>
                  </a:cubicBezTo>
                  <a:cubicBezTo>
                    <a:pt x="751" y="5"/>
                    <a:pt x="714" y="1"/>
                    <a:pt x="677"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3"/>
            <p:cNvSpPr/>
            <p:nvPr/>
          </p:nvSpPr>
          <p:spPr>
            <a:xfrm>
              <a:off x="5855828" y="1825136"/>
              <a:ext cx="44347" cy="101726"/>
            </a:xfrm>
            <a:custGeom>
              <a:rect b="b" l="l" r="r" t="t"/>
              <a:pathLst>
                <a:path extrusionOk="0" h="3716" w="1620">
                  <a:moveTo>
                    <a:pt x="1143" y="1"/>
                  </a:moveTo>
                  <a:cubicBezTo>
                    <a:pt x="1072" y="72"/>
                    <a:pt x="1012" y="143"/>
                    <a:pt x="953" y="227"/>
                  </a:cubicBezTo>
                  <a:cubicBezTo>
                    <a:pt x="548" y="703"/>
                    <a:pt x="179" y="1298"/>
                    <a:pt x="286" y="1906"/>
                  </a:cubicBezTo>
                  <a:cubicBezTo>
                    <a:pt x="358" y="2287"/>
                    <a:pt x="608" y="2668"/>
                    <a:pt x="489" y="3037"/>
                  </a:cubicBezTo>
                  <a:cubicBezTo>
                    <a:pt x="429" y="3227"/>
                    <a:pt x="262" y="3358"/>
                    <a:pt x="108" y="3465"/>
                  </a:cubicBezTo>
                  <a:cubicBezTo>
                    <a:pt x="72" y="3477"/>
                    <a:pt x="24" y="3513"/>
                    <a:pt x="0" y="3525"/>
                  </a:cubicBezTo>
                  <a:cubicBezTo>
                    <a:pt x="191" y="3596"/>
                    <a:pt x="405" y="3656"/>
                    <a:pt x="596" y="3715"/>
                  </a:cubicBezTo>
                  <a:cubicBezTo>
                    <a:pt x="774" y="3560"/>
                    <a:pt x="905" y="3358"/>
                    <a:pt x="965" y="3144"/>
                  </a:cubicBezTo>
                  <a:cubicBezTo>
                    <a:pt x="1120" y="2548"/>
                    <a:pt x="679" y="1917"/>
                    <a:pt x="798" y="1310"/>
                  </a:cubicBezTo>
                  <a:cubicBezTo>
                    <a:pt x="858" y="977"/>
                    <a:pt x="1060" y="715"/>
                    <a:pt x="1298" y="489"/>
                  </a:cubicBezTo>
                  <a:cubicBezTo>
                    <a:pt x="1393" y="382"/>
                    <a:pt x="1501" y="298"/>
                    <a:pt x="1620" y="203"/>
                  </a:cubicBezTo>
                  <a:cubicBezTo>
                    <a:pt x="1453" y="143"/>
                    <a:pt x="1298" y="72"/>
                    <a:pt x="11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3"/>
            <p:cNvSpPr/>
            <p:nvPr/>
          </p:nvSpPr>
          <p:spPr>
            <a:xfrm>
              <a:off x="5893305" y="1838167"/>
              <a:ext cx="38818" cy="96825"/>
            </a:xfrm>
            <a:custGeom>
              <a:rect b="b" l="l" r="r" t="t"/>
              <a:pathLst>
                <a:path extrusionOk="0" h="3537" w="1418">
                  <a:moveTo>
                    <a:pt x="941" y="1"/>
                  </a:moveTo>
                  <a:cubicBezTo>
                    <a:pt x="703" y="96"/>
                    <a:pt x="501" y="287"/>
                    <a:pt x="370" y="525"/>
                  </a:cubicBezTo>
                  <a:cubicBezTo>
                    <a:pt x="179" y="858"/>
                    <a:pt x="132" y="1275"/>
                    <a:pt x="132" y="1668"/>
                  </a:cubicBezTo>
                  <a:cubicBezTo>
                    <a:pt x="132" y="2061"/>
                    <a:pt x="179" y="2453"/>
                    <a:pt x="144" y="2858"/>
                  </a:cubicBezTo>
                  <a:cubicBezTo>
                    <a:pt x="132" y="3049"/>
                    <a:pt x="84" y="3251"/>
                    <a:pt x="1" y="3442"/>
                  </a:cubicBezTo>
                  <a:cubicBezTo>
                    <a:pt x="191" y="3477"/>
                    <a:pt x="382" y="3513"/>
                    <a:pt x="584" y="3537"/>
                  </a:cubicBezTo>
                  <a:cubicBezTo>
                    <a:pt x="620" y="3442"/>
                    <a:pt x="667" y="3311"/>
                    <a:pt x="679" y="3192"/>
                  </a:cubicBezTo>
                  <a:cubicBezTo>
                    <a:pt x="739" y="2811"/>
                    <a:pt x="667" y="2406"/>
                    <a:pt x="620" y="2001"/>
                  </a:cubicBezTo>
                  <a:cubicBezTo>
                    <a:pt x="596" y="1608"/>
                    <a:pt x="608" y="1191"/>
                    <a:pt x="834" y="846"/>
                  </a:cubicBezTo>
                  <a:cubicBezTo>
                    <a:pt x="977" y="596"/>
                    <a:pt x="1251" y="429"/>
                    <a:pt x="1418" y="191"/>
                  </a:cubicBezTo>
                  <a:cubicBezTo>
                    <a:pt x="1263" y="132"/>
                    <a:pt x="1096" y="60"/>
                    <a:pt x="9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3" name="Google Shape;3583;p73"/>
          <p:cNvSpPr/>
          <p:nvPr/>
        </p:nvSpPr>
        <p:spPr>
          <a:xfrm>
            <a:off x="6379336" y="1777035"/>
            <a:ext cx="816222" cy="353426"/>
          </a:xfrm>
          <a:custGeom>
            <a:rect b="b" l="l" r="r" t="t"/>
            <a:pathLst>
              <a:path extrusionOk="0" h="5228" w="9038">
                <a:moveTo>
                  <a:pt x="5252" y="1"/>
                </a:moveTo>
                <a:cubicBezTo>
                  <a:pt x="4156" y="1"/>
                  <a:pt x="3430" y="1870"/>
                  <a:pt x="3085" y="3096"/>
                </a:cubicBezTo>
                <a:cubicBezTo>
                  <a:pt x="3047" y="3228"/>
                  <a:pt x="2934" y="3293"/>
                  <a:pt x="2820" y="3293"/>
                </a:cubicBezTo>
                <a:cubicBezTo>
                  <a:pt x="2716" y="3293"/>
                  <a:pt x="2612" y="3240"/>
                  <a:pt x="2561" y="3132"/>
                </a:cubicBezTo>
                <a:cubicBezTo>
                  <a:pt x="2394" y="2727"/>
                  <a:pt x="2156" y="2358"/>
                  <a:pt x="1787" y="2322"/>
                </a:cubicBezTo>
                <a:cubicBezTo>
                  <a:pt x="1762" y="2320"/>
                  <a:pt x="1737" y="2319"/>
                  <a:pt x="1712" y="2319"/>
                </a:cubicBezTo>
                <a:cubicBezTo>
                  <a:pt x="506" y="2319"/>
                  <a:pt x="36" y="5014"/>
                  <a:pt x="3" y="5216"/>
                </a:cubicBezTo>
                <a:lnTo>
                  <a:pt x="8752" y="5216"/>
                </a:lnTo>
                <a:cubicBezTo>
                  <a:pt x="8752" y="5216"/>
                  <a:pt x="9038" y="3049"/>
                  <a:pt x="7990" y="2811"/>
                </a:cubicBezTo>
                <a:cubicBezTo>
                  <a:pt x="7923" y="2794"/>
                  <a:pt x="7858" y="2787"/>
                  <a:pt x="7795" y="2787"/>
                </a:cubicBezTo>
                <a:cubicBezTo>
                  <a:pt x="7347" y="2787"/>
                  <a:pt x="6977" y="3165"/>
                  <a:pt x="6716" y="3561"/>
                </a:cubicBezTo>
                <a:cubicBezTo>
                  <a:pt x="6673" y="3621"/>
                  <a:pt x="6614" y="3647"/>
                  <a:pt x="6555" y="3647"/>
                </a:cubicBezTo>
                <a:cubicBezTo>
                  <a:pt x="6451" y="3647"/>
                  <a:pt x="6351" y="3564"/>
                  <a:pt x="6359" y="3442"/>
                </a:cubicBezTo>
                <a:cubicBezTo>
                  <a:pt x="6442" y="2144"/>
                  <a:pt x="6395" y="1"/>
                  <a:pt x="5252" y="1"/>
                </a:cubicBezTo>
                <a:close/>
                <a:moveTo>
                  <a:pt x="1" y="5216"/>
                </a:moveTo>
                <a:lnTo>
                  <a:pt x="1" y="5228"/>
                </a:lnTo>
                <a:cubicBezTo>
                  <a:pt x="1" y="5228"/>
                  <a:pt x="2" y="5223"/>
                  <a:pt x="3" y="521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4" name="Google Shape;3584;p73"/>
          <p:cNvGrpSpPr/>
          <p:nvPr/>
        </p:nvGrpSpPr>
        <p:grpSpPr>
          <a:xfrm rot="-7020311">
            <a:off x="7122548" y="-913118"/>
            <a:ext cx="1298058" cy="2630756"/>
            <a:chOff x="1803775" y="5029925"/>
            <a:chExt cx="655775" cy="1329050"/>
          </a:xfrm>
        </p:grpSpPr>
        <p:sp>
          <p:nvSpPr>
            <p:cNvPr id="3585" name="Google Shape;3585;p73"/>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3"/>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3"/>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3"/>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3"/>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3"/>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3"/>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3"/>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3"/>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3"/>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3"/>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6" name="Google Shape;3596;p73"/>
          <p:cNvGrpSpPr/>
          <p:nvPr/>
        </p:nvGrpSpPr>
        <p:grpSpPr>
          <a:xfrm flipH="1" rot="-529408">
            <a:off x="5405983" y="-221109"/>
            <a:ext cx="656072" cy="1904984"/>
            <a:chOff x="6512944" y="2975654"/>
            <a:chExt cx="1594853" cy="4630848"/>
          </a:xfrm>
        </p:grpSpPr>
        <p:grpSp>
          <p:nvGrpSpPr>
            <p:cNvPr id="3597" name="Google Shape;3597;p73"/>
            <p:cNvGrpSpPr/>
            <p:nvPr/>
          </p:nvGrpSpPr>
          <p:grpSpPr>
            <a:xfrm>
              <a:off x="6512944" y="2975654"/>
              <a:ext cx="1594853" cy="4630848"/>
              <a:chOff x="1460575" y="5630575"/>
              <a:chExt cx="645350" cy="1873775"/>
            </a:xfrm>
          </p:grpSpPr>
          <p:sp>
            <p:nvSpPr>
              <p:cNvPr id="3598" name="Google Shape;3598;p73"/>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3"/>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0" name="Google Shape;3600;p73"/>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1" name="Google Shape;3601;p73"/>
          <p:cNvSpPr/>
          <p:nvPr/>
        </p:nvSpPr>
        <p:spPr>
          <a:xfrm rot="2131610">
            <a:off x="3058052" y="3569691"/>
            <a:ext cx="167555" cy="339468"/>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3596"/>
                                        </p:tgtEl>
                                        <p:attrNameLst>
                                          <p:attrName>style.visibility</p:attrName>
                                        </p:attrNameLst>
                                      </p:cBhvr>
                                      <p:to>
                                        <p:strVal val="visible"/>
                                      </p:to>
                                    </p:set>
                                    <p:animEffect filter="fade" transition="in">
                                      <p:cBhvr>
                                        <p:cTn dur="1000"/>
                                        <p:tgtEl>
                                          <p:spTgt spid="359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535"/>
                                        </p:tgtEl>
                                        <p:attrNameLst>
                                          <p:attrName>style.visibility</p:attrName>
                                        </p:attrNameLst>
                                      </p:cBhvr>
                                      <p:to>
                                        <p:strVal val="visible"/>
                                      </p:to>
                                    </p:set>
                                    <p:animEffect filter="fade" transition="in">
                                      <p:cBhvr>
                                        <p:cTn dur="1000"/>
                                        <p:tgtEl>
                                          <p:spTgt spid="3535"/>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530"/>
                                        </p:tgtEl>
                                        <p:attrNameLst>
                                          <p:attrName>style.visibility</p:attrName>
                                        </p:attrNameLst>
                                      </p:cBhvr>
                                      <p:to>
                                        <p:strVal val="visible"/>
                                      </p:to>
                                    </p:set>
                                    <p:animEffect filter="fade" transition="in">
                                      <p:cBhvr>
                                        <p:cTn dur="1000"/>
                                        <p:tgtEl>
                                          <p:spTgt spid="353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05" name="Shape 3605"/>
        <p:cNvGrpSpPr/>
        <p:nvPr/>
      </p:nvGrpSpPr>
      <p:grpSpPr>
        <a:xfrm>
          <a:off x="0" y="0"/>
          <a:ext cx="0" cy="0"/>
          <a:chOff x="0" y="0"/>
          <a:chExt cx="0" cy="0"/>
        </a:xfrm>
      </p:grpSpPr>
      <p:sp>
        <p:nvSpPr>
          <p:cNvPr id="3606" name="Google Shape;3606;p74"/>
          <p:cNvSpPr/>
          <p:nvPr/>
        </p:nvSpPr>
        <p:spPr>
          <a:xfrm>
            <a:off x="4804000" y="2057450"/>
            <a:ext cx="591000" cy="591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4"/>
          <p:cNvSpPr/>
          <p:nvPr/>
        </p:nvSpPr>
        <p:spPr>
          <a:xfrm>
            <a:off x="4804000" y="3582250"/>
            <a:ext cx="591000" cy="591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4"/>
          <p:cNvSpPr txBox="1"/>
          <p:nvPr>
            <p:ph type="title"/>
          </p:nvPr>
        </p:nvSpPr>
        <p:spPr>
          <a:xfrm>
            <a:off x="4961100" y="445025"/>
            <a:ext cx="3469800" cy="110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HOW RECYCLING CAN HELP EARTH</a:t>
            </a:r>
            <a:endParaRPr/>
          </a:p>
        </p:txBody>
      </p:sp>
      <p:sp>
        <p:nvSpPr>
          <p:cNvPr id="3609" name="Google Shape;3609;p74"/>
          <p:cNvSpPr txBox="1"/>
          <p:nvPr>
            <p:ph idx="1" type="subTitle"/>
          </p:nvPr>
        </p:nvSpPr>
        <p:spPr>
          <a:xfrm>
            <a:off x="5606425" y="2068206"/>
            <a:ext cx="26817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planet in the Solar System</a:t>
            </a:r>
            <a:endParaRPr/>
          </a:p>
        </p:txBody>
      </p:sp>
      <p:sp>
        <p:nvSpPr>
          <p:cNvPr id="3610" name="Google Shape;3610;p74"/>
          <p:cNvSpPr txBox="1"/>
          <p:nvPr>
            <p:ph idx="2" type="subTitle"/>
          </p:nvPr>
        </p:nvSpPr>
        <p:spPr>
          <a:xfrm>
            <a:off x="5606425" y="3593001"/>
            <a:ext cx="26679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planet has a beautiful name and is the second one from the Sun</a:t>
            </a:r>
            <a:endParaRPr/>
          </a:p>
        </p:txBody>
      </p:sp>
      <p:sp>
        <p:nvSpPr>
          <p:cNvPr id="3611" name="Google Shape;3611;p74"/>
          <p:cNvSpPr txBox="1"/>
          <p:nvPr>
            <p:ph idx="3" type="title"/>
          </p:nvPr>
        </p:nvSpPr>
        <p:spPr>
          <a:xfrm>
            <a:off x="5606425" y="1750325"/>
            <a:ext cx="26787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3612" name="Google Shape;3612;p74"/>
          <p:cNvSpPr txBox="1"/>
          <p:nvPr>
            <p:ph idx="4" type="title"/>
          </p:nvPr>
        </p:nvSpPr>
        <p:spPr>
          <a:xfrm>
            <a:off x="5606425" y="3275120"/>
            <a:ext cx="26817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grpSp>
        <p:nvGrpSpPr>
          <p:cNvPr id="3613" name="Google Shape;3613;p74"/>
          <p:cNvGrpSpPr/>
          <p:nvPr/>
        </p:nvGrpSpPr>
        <p:grpSpPr>
          <a:xfrm>
            <a:off x="4911650" y="3635638"/>
            <a:ext cx="375700" cy="484225"/>
            <a:chOff x="3817425" y="1203050"/>
            <a:chExt cx="375700" cy="484225"/>
          </a:xfrm>
        </p:grpSpPr>
        <p:sp>
          <p:nvSpPr>
            <p:cNvPr id="3614" name="Google Shape;3614;p74"/>
            <p:cNvSpPr/>
            <p:nvPr/>
          </p:nvSpPr>
          <p:spPr>
            <a:xfrm>
              <a:off x="3944225" y="1203050"/>
              <a:ext cx="248900" cy="472600"/>
            </a:xfrm>
            <a:custGeom>
              <a:rect b="b" l="l" r="r" t="t"/>
              <a:pathLst>
                <a:path extrusionOk="0" h="18904" w="9956">
                  <a:moveTo>
                    <a:pt x="4075" y="0"/>
                  </a:moveTo>
                  <a:cubicBezTo>
                    <a:pt x="3898" y="0"/>
                    <a:pt x="3718" y="22"/>
                    <a:pt x="3537" y="68"/>
                  </a:cubicBezTo>
                  <a:cubicBezTo>
                    <a:pt x="1" y="961"/>
                    <a:pt x="1215" y="9010"/>
                    <a:pt x="2882" y="13236"/>
                  </a:cubicBezTo>
                  <a:cubicBezTo>
                    <a:pt x="4537" y="17463"/>
                    <a:pt x="4132" y="18904"/>
                    <a:pt x="4132" y="18904"/>
                  </a:cubicBezTo>
                  <a:cubicBezTo>
                    <a:pt x="4132" y="18904"/>
                    <a:pt x="6811" y="17285"/>
                    <a:pt x="8430" y="12284"/>
                  </a:cubicBezTo>
                  <a:cubicBezTo>
                    <a:pt x="9955" y="7540"/>
                    <a:pt x="7355" y="0"/>
                    <a:pt x="40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4"/>
            <p:cNvSpPr/>
            <p:nvPr/>
          </p:nvSpPr>
          <p:spPr>
            <a:xfrm>
              <a:off x="4046025" y="1302375"/>
              <a:ext cx="93200" cy="360175"/>
            </a:xfrm>
            <a:custGeom>
              <a:rect b="b" l="l" r="r" t="t"/>
              <a:pathLst>
                <a:path extrusionOk="0" h="14407" w="3728">
                  <a:moveTo>
                    <a:pt x="394" y="0"/>
                  </a:moveTo>
                  <a:lnTo>
                    <a:pt x="191" y="108"/>
                  </a:lnTo>
                  <a:cubicBezTo>
                    <a:pt x="215" y="179"/>
                    <a:pt x="3477" y="7001"/>
                    <a:pt x="1" y="14324"/>
                  </a:cubicBezTo>
                  <a:lnTo>
                    <a:pt x="203" y="14407"/>
                  </a:lnTo>
                  <a:cubicBezTo>
                    <a:pt x="3727" y="6989"/>
                    <a:pt x="429" y="84"/>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4"/>
            <p:cNvSpPr/>
            <p:nvPr/>
          </p:nvSpPr>
          <p:spPr>
            <a:xfrm>
              <a:off x="3817425" y="1469100"/>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4"/>
            <p:cNvSpPr/>
            <p:nvPr/>
          </p:nvSpPr>
          <p:spPr>
            <a:xfrm>
              <a:off x="3882325" y="1514600"/>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8" name="Google Shape;3618;p74"/>
          <p:cNvGrpSpPr/>
          <p:nvPr/>
        </p:nvGrpSpPr>
        <p:grpSpPr>
          <a:xfrm>
            <a:off x="4911463" y="2163697"/>
            <a:ext cx="375683" cy="378392"/>
            <a:chOff x="4855050" y="1255350"/>
            <a:chExt cx="450675" cy="453925"/>
          </a:xfrm>
        </p:grpSpPr>
        <p:sp>
          <p:nvSpPr>
            <p:cNvPr id="3619" name="Google Shape;3619;p74"/>
            <p:cNvSpPr/>
            <p:nvPr/>
          </p:nvSpPr>
          <p:spPr>
            <a:xfrm>
              <a:off x="4856550" y="1294325"/>
              <a:ext cx="245000" cy="414950"/>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4"/>
            <p:cNvSpPr/>
            <p:nvPr/>
          </p:nvSpPr>
          <p:spPr>
            <a:xfrm>
              <a:off x="4855050" y="1292550"/>
              <a:ext cx="236675" cy="409300"/>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4"/>
            <p:cNvSpPr/>
            <p:nvPr/>
          </p:nvSpPr>
          <p:spPr>
            <a:xfrm>
              <a:off x="4863100" y="1443450"/>
              <a:ext cx="158075" cy="99150"/>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4"/>
            <p:cNvSpPr/>
            <p:nvPr/>
          </p:nvSpPr>
          <p:spPr>
            <a:xfrm>
              <a:off x="4991100" y="1387200"/>
              <a:ext cx="22625" cy="140825"/>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4"/>
            <p:cNvSpPr/>
            <p:nvPr/>
          </p:nvSpPr>
          <p:spPr>
            <a:xfrm>
              <a:off x="4899400" y="1584850"/>
              <a:ext cx="172675" cy="66700"/>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4"/>
            <p:cNvSpPr/>
            <p:nvPr/>
          </p:nvSpPr>
          <p:spPr>
            <a:xfrm>
              <a:off x="5041700" y="1459825"/>
              <a:ext cx="25325" cy="164050"/>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4"/>
            <p:cNvSpPr/>
            <p:nvPr/>
          </p:nvSpPr>
          <p:spPr>
            <a:xfrm>
              <a:off x="5129500" y="1257125"/>
              <a:ext cx="176225" cy="326575"/>
            </a:xfrm>
            <a:custGeom>
              <a:rect b="b" l="l" r="r" t="t"/>
              <a:pathLst>
                <a:path extrusionOk="0" h="13063" w="7049">
                  <a:moveTo>
                    <a:pt x="6311" y="1"/>
                  </a:moveTo>
                  <a:cubicBezTo>
                    <a:pt x="6311" y="1"/>
                    <a:pt x="2536" y="2882"/>
                    <a:pt x="1274" y="4739"/>
                  </a:cubicBezTo>
                  <a:cubicBezTo>
                    <a:pt x="0" y="6609"/>
                    <a:pt x="620" y="12407"/>
                    <a:pt x="691" y="12990"/>
                  </a:cubicBezTo>
                  <a:cubicBezTo>
                    <a:pt x="696" y="13039"/>
                    <a:pt x="736" y="13062"/>
                    <a:pt x="806" y="13062"/>
                  </a:cubicBezTo>
                  <a:cubicBezTo>
                    <a:pt x="1570" y="13062"/>
                    <a:pt x="5885" y="10289"/>
                    <a:pt x="6442" y="8085"/>
                  </a:cubicBezTo>
                  <a:cubicBezTo>
                    <a:pt x="7049" y="5668"/>
                    <a:pt x="6311" y="1"/>
                    <a:pt x="63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4"/>
            <p:cNvSpPr/>
            <p:nvPr/>
          </p:nvSpPr>
          <p:spPr>
            <a:xfrm>
              <a:off x="5152125" y="1255350"/>
              <a:ext cx="137250" cy="321775"/>
            </a:xfrm>
            <a:custGeom>
              <a:rect b="b" l="l" r="r" t="t"/>
              <a:pathLst>
                <a:path extrusionOk="0" h="12871" w="5490">
                  <a:moveTo>
                    <a:pt x="5299" y="0"/>
                  </a:moveTo>
                  <a:cubicBezTo>
                    <a:pt x="5251" y="72"/>
                    <a:pt x="1084" y="6894"/>
                    <a:pt x="0" y="12823"/>
                  </a:cubicBezTo>
                  <a:lnTo>
                    <a:pt x="227" y="12871"/>
                  </a:lnTo>
                  <a:cubicBezTo>
                    <a:pt x="1310" y="7001"/>
                    <a:pt x="5441" y="191"/>
                    <a:pt x="5489" y="119"/>
                  </a:cubicBezTo>
                  <a:lnTo>
                    <a:pt x="52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4"/>
            <p:cNvSpPr/>
            <p:nvPr/>
          </p:nvSpPr>
          <p:spPr>
            <a:xfrm>
              <a:off x="5189025" y="1366975"/>
              <a:ext cx="108075" cy="87225"/>
            </a:xfrm>
            <a:custGeom>
              <a:rect b="b" l="l" r="r" t="t"/>
              <a:pathLst>
                <a:path extrusionOk="0" h="3489" w="4323">
                  <a:moveTo>
                    <a:pt x="4227" y="0"/>
                  </a:moveTo>
                  <a:cubicBezTo>
                    <a:pt x="4108" y="72"/>
                    <a:pt x="1013" y="1798"/>
                    <a:pt x="1" y="3370"/>
                  </a:cubicBezTo>
                  <a:lnTo>
                    <a:pt x="191" y="3489"/>
                  </a:lnTo>
                  <a:cubicBezTo>
                    <a:pt x="1167" y="1965"/>
                    <a:pt x="4311" y="202"/>
                    <a:pt x="4323" y="191"/>
                  </a:cubicBezTo>
                  <a:lnTo>
                    <a:pt x="42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4"/>
            <p:cNvSpPr/>
            <p:nvPr/>
          </p:nvSpPr>
          <p:spPr>
            <a:xfrm>
              <a:off x="5190825" y="1338100"/>
              <a:ext cx="17575" cy="104500"/>
            </a:xfrm>
            <a:custGeom>
              <a:rect b="b" l="l" r="r" t="t"/>
              <a:pathLst>
                <a:path extrusionOk="0" h="4180" w="703">
                  <a:moveTo>
                    <a:pt x="226" y="0"/>
                  </a:moveTo>
                  <a:lnTo>
                    <a:pt x="0" y="36"/>
                  </a:lnTo>
                  <a:cubicBezTo>
                    <a:pt x="0" y="60"/>
                    <a:pt x="476" y="3120"/>
                    <a:pt x="83" y="4108"/>
                  </a:cubicBezTo>
                  <a:lnTo>
                    <a:pt x="298" y="4179"/>
                  </a:lnTo>
                  <a:cubicBezTo>
                    <a:pt x="703" y="3132"/>
                    <a:pt x="250" y="107"/>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4"/>
            <p:cNvSpPr/>
            <p:nvPr/>
          </p:nvSpPr>
          <p:spPr>
            <a:xfrm>
              <a:off x="5161650" y="1473225"/>
              <a:ext cx="122050" cy="65500"/>
            </a:xfrm>
            <a:custGeom>
              <a:rect b="b" l="l" r="r" t="t"/>
              <a:pathLst>
                <a:path extrusionOk="0" h="2620" w="4882">
                  <a:moveTo>
                    <a:pt x="4858" y="1"/>
                  </a:moveTo>
                  <a:cubicBezTo>
                    <a:pt x="4727" y="13"/>
                    <a:pt x="1548" y="536"/>
                    <a:pt x="0" y="2489"/>
                  </a:cubicBezTo>
                  <a:lnTo>
                    <a:pt x="179" y="2620"/>
                  </a:lnTo>
                  <a:cubicBezTo>
                    <a:pt x="1667" y="751"/>
                    <a:pt x="4858" y="227"/>
                    <a:pt x="4882" y="227"/>
                  </a:cubicBezTo>
                  <a:lnTo>
                    <a:pt x="485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4"/>
            <p:cNvSpPr/>
            <p:nvPr/>
          </p:nvSpPr>
          <p:spPr>
            <a:xfrm>
              <a:off x="5148250" y="1397325"/>
              <a:ext cx="30975" cy="120275"/>
            </a:xfrm>
            <a:custGeom>
              <a:rect b="b" l="l" r="r" t="t"/>
              <a:pathLst>
                <a:path extrusionOk="0" h="4811" w="1239">
                  <a:moveTo>
                    <a:pt x="215" y="1"/>
                  </a:moveTo>
                  <a:lnTo>
                    <a:pt x="1" y="60"/>
                  </a:lnTo>
                  <a:cubicBezTo>
                    <a:pt x="24" y="96"/>
                    <a:pt x="1001" y="3370"/>
                    <a:pt x="691" y="4763"/>
                  </a:cubicBezTo>
                  <a:lnTo>
                    <a:pt x="917" y="4811"/>
                  </a:lnTo>
                  <a:cubicBezTo>
                    <a:pt x="1239" y="3370"/>
                    <a:pt x="262" y="131"/>
                    <a:pt x="2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1" name="Google Shape;3631;p74"/>
          <p:cNvGrpSpPr/>
          <p:nvPr/>
        </p:nvGrpSpPr>
        <p:grpSpPr>
          <a:xfrm>
            <a:off x="713647" y="970047"/>
            <a:ext cx="3620441" cy="3203423"/>
            <a:chOff x="9164525" y="247650"/>
            <a:chExt cx="2860200" cy="2530750"/>
          </a:xfrm>
        </p:grpSpPr>
        <p:sp>
          <p:nvSpPr>
            <p:cNvPr id="3632" name="Google Shape;3632;p74"/>
            <p:cNvSpPr/>
            <p:nvPr/>
          </p:nvSpPr>
          <p:spPr>
            <a:xfrm>
              <a:off x="11033625" y="1127025"/>
              <a:ext cx="991100" cy="815450"/>
            </a:xfrm>
            <a:custGeom>
              <a:rect b="b" l="l" r="r" t="t"/>
              <a:pathLst>
                <a:path extrusionOk="0" h="32618" w="39644">
                  <a:moveTo>
                    <a:pt x="30829" y="1"/>
                  </a:moveTo>
                  <a:cubicBezTo>
                    <a:pt x="25505" y="1"/>
                    <a:pt x="18867" y="4014"/>
                    <a:pt x="18867" y="4014"/>
                  </a:cubicBezTo>
                  <a:cubicBezTo>
                    <a:pt x="18974" y="2135"/>
                    <a:pt x="18528" y="1401"/>
                    <a:pt x="17765" y="1401"/>
                  </a:cubicBezTo>
                  <a:cubicBezTo>
                    <a:pt x="15031" y="1401"/>
                    <a:pt x="8235" y="10824"/>
                    <a:pt x="8235" y="10824"/>
                  </a:cubicBezTo>
                  <a:cubicBezTo>
                    <a:pt x="7991" y="9528"/>
                    <a:pt x="7668" y="8999"/>
                    <a:pt x="7302" y="8999"/>
                  </a:cubicBezTo>
                  <a:cubicBezTo>
                    <a:pt x="5682" y="8999"/>
                    <a:pt x="3234" y="19361"/>
                    <a:pt x="3234" y="19361"/>
                  </a:cubicBezTo>
                  <a:cubicBezTo>
                    <a:pt x="2693" y="18220"/>
                    <a:pt x="2246" y="17743"/>
                    <a:pt x="1878" y="17743"/>
                  </a:cubicBezTo>
                  <a:cubicBezTo>
                    <a:pt x="1" y="17743"/>
                    <a:pt x="151" y="30113"/>
                    <a:pt x="151" y="30113"/>
                  </a:cubicBezTo>
                  <a:cubicBezTo>
                    <a:pt x="151" y="30113"/>
                    <a:pt x="10946" y="32617"/>
                    <a:pt x="15710" y="32617"/>
                  </a:cubicBezTo>
                  <a:cubicBezTo>
                    <a:pt x="18098" y="32617"/>
                    <a:pt x="18970" y="31988"/>
                    <a:pt x="16212" y="30101"/>
                  </a:cubicBezTo>
                  <a:lnTo>
                    <a:pt x="16212" y="30101"/>
                  </a:lnTo>
                  <a:cubicBezTo>
                    <a:pt x="16212" y="30101"/>
                    <a:pt x="16212" y="30101"/>
                    <a:pt x="16213" y="30101"/>
                  </a:cubicBezTo>
                  <a:cubicBezTo>
                    <a:pt x="16313" y="30101"/>
                    <a:pt x="33058" y="27059"/>
                    <a:pt x="25916" y="24326"/>
                  </a:cubicBezTo>
                  <a:cubicBezTo>
                    <a:pt x="25916" y="24326"/>
                    <a:pt x="39644" y="14920"/>
                    <a:pt x="32643" y="14063"/>
                  </a:cubicBezTo>
                  <a:cubicBezTo>
                    <a:pt x="32643" y="14063"/>
                    <a:pt x="38155" y="4324"/>
                    <a:pt x="35405" y="1621"/>
                  </a:cubicBezTo>
                  <a:cubicBezTo>
                    <a:pt x="34218" y="443"/>
                    <a:pt x="32596" y="1"/>
                    <a:pt x="308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4"/>
            <p:cNvSpPr/>
            <p:nvPr/>
          </p:nvSpPr>
          <p:spPr>
            <a:xfrm>
              <a:off x="11037975" y="1200275"/>
              <a:ext cx="820375" cy="689700"/>
            </a:xfrm>
            <a:custGeom>
              <a:rect b="b" l="l" r="r" t="t"/>
              <a:pathLst>
                <a:path extrusionOk="0" h="27588" w="32815">
                  <a:moveTo>
                    <a:pt x="24480" y="1"/>
                  </a:moveTo>
                  <a:lnTo>
                    <a:pt x="24480" y="1"/>
                  </a:lnTo>
                  <a:cubicBezTo>
                    <a:pt x="23289" y="2287"/>
                    <a:pt x="22468" y="5632"/>
                    <a:pt x="22146" y="7180"/>
                  </a:cubicBezTo>
                  <a:cubicBezTo>
                    <a:pt x="19586" y="9002"/>
                    <a:pt x="16610" y="11228"/>
                    <a:pt x="13347" y="13871"/>
                  </a:cubicBezTo>
                  <a:lnTo>
                    <a:pt x="16205" y="2263"/>
                  </a:lnTo>
                  <a:lnTo>
                    <a:pt x="16205" y="2263"/>
                  </a:lnTo>
                  <a:cubicBezTo>
                    <a:pt x="15074" y="4358"/>
                    <a:pt x="12621" y="11788"/>
                    <a:pt x="11430" y="15443"/>
                  </a:cubicBezTo>
                  <a:cubicBezTo>
                    <a:pt x="10276" y="16395"/>
                    <a:pt x="9109" y="17407"/>
                    <a:pt x="7882" y="18455"/>
                  </a:cubicBezTo>
                  <a:lnTo>
                    <a:pt x="7061" y="10871"/>
                  </a:lnTo>
                  <a:cubicBezTo>
                    <a:pt x="6632" y="13717"/>
                    <a:pt x="6585" y="17419"/>
                    <a:pt x="6608" y="19586"/>
                  </a:cubicBezTo>
                  <a:cubicBezTo>
                    <a:pt x="5513" y="20551"/>
                    <a:pt x="4406" y="21563"/>
                    <a:pt x="3275" y="22599"/>
                  </a:cubicBezTo>
                  <a:lnTo>
                    <a:pt x="2156" y="18479"/>
                  </a:lnTo>
                  <a:lnTo>
                    <a:pt x="2156" y="18479"/>
                  </a:lnTo>
                  <a:cubicBezTo>
                    <a:pt x="2120" y="19896"/>
                    <a:pt x="2263" y="21968"/>
                    <a:pt x="2382" y="23432"/>
                  </a:cubicBezTo>
                  <a:cubicBezTo>
                    <a:pt x="1608" y="24170"/>
                    <a:pt x="810" y="24908"/>
                    <a:pt x="24" y="25682"/>
                  </a:cubicBezTo>
                  <a:cubicBezTo>
                    <a:pt x="0" y="26623"/>
                    <a:pt x="12" y="27206"/>
                    <a:pt x="12" y="27206"/>
                  </a:cubicBezTo>
                  <a:cubicBezTo>
                    <a:pt x="12" y="27206"/>
                    <a:pt x="667" y="27349"/>
                    <a:pt x="1739" y="27587"/>
                  </a:cubicBezTo>
                  <a:cubicBezTo>
                    <a:pt x="2286" y="27052"/>
                    <a:pt x="2989" y="26385"/>
                    <a:pt x="3787" y="25623"/>
                  </a:cubicBezTo>
                  <a:cubicBezTo>
                    <a:pt x="7323" y="26528"/>
                    <a:pt x="12514" y="26742"/>
                    <a:pt x="12514" y="26742"/>
                  </a:cubicBezTo>
                  <a:lnTo>
                    <a:pt x="4942" y="24539"/>
                  </a:lnTo>
                  <a:cubicBezTo>
                    <a:pt x="5870" y="23658"/>
                    <a:pt x="6894" y="22682"/>
                    <a:pt x="8013" y="21622"/>
                  </a:cubicBezTo>
                  <a:cubicBezTo>
                    <a:pt x="10525" y="21919"/>
                    <a:pt x="13278" y="22008"/>
                    <a:pt x="15671" y="22008"/>
                  </a:cubicBezTo>
                  <a:cubicBezTo>
                    <a:pt x="19222" y="22008"/>
                    <a:pt x="21979" y="21813"/>
                    <a:pt x="21979" y="21813"/>
                  </a:cubicBezTo>
                  <a:lnTo>
                    <a:pt x="9859" y="19884"/>
                  </a:lnTo>
                  <a:cubicBezTo>
                    <a:pt x="10823" y="18967"/>
                    <a:pt x="11823" y="18050"/>
                    <a:pt x="12871" y="17098"/>
                  </a:cubicBezTo>
                  <a:lnTo>
                    <a:pt x="30647" y="13431"/>
                  </a:lnTo>
                  <a:lnTo>
                    <a:pt x="15086" y="15062"/>
                  </a:lnTo>
                  <a:cubicBezTo>
                    <a:pt x="17717" y="12657"/>
                    <a:pt x="20420" y="10240"/>
                    <a:pt x="22944" y="8037"/>
                  </a:cubicBezTo>
                  <a:cubicBezTo>
                    <a:pt x="27730" y="7883"/>
                    <a:pt x="32814" y="5906"/>
                    <a:pt x="32814" y="5906"/>
                  </a:cubicBezTo>
                  <a:lnTo>
                    <a:pt x="32814" y="5906"/>
                  </a:lnTo>
                  <a:lnTo>
                    <a:pt x="24146" y="6990"/>
                  </a:lnTo>
                  <a:cubicBezTo>
                    <a:pt x="27218" y="4370"/>
                    <a:pt x="29945" y="2168"/>
                    <a:pt x="31862" y="894"/>
                  </a:cubicBezTo>
                  <a:lnTo>
                    <a:pt x="31862" y="894"/>
                  </a:lnTo>
                  <a:cubicBezTo>
                    <a:pt x="31861" y="894"/>
                    <a:pt x="28527" y="2704"/>
                    <a:pt x="23122" y="6489"/>
                  </a:cubicBezTo>
                  <a:lnTo>
                    <a:pt x="24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4"/>
            <p:cNvSpPr/>
            <p:nvPr/>
          </p:nvSpPr>
          <p:spPr>
            <a:xfrm>
              <a:off x="11034400" y="610625"/>
              <a:ext cx="611425" cy="919475"/>
            </a:xfrm>
            <a:custGeom>
              <a:rect b="b" l="l" r="r" t="t"/>
              <a:pathLst>
                <a:path extrusionOk="0" h="36779" w="24457">
                  <a:moveTo>
                    <a:pt x="21860" y="0"/>
                  </a:moveTo>
                  <a:cubicBezTo>
                    <a:pt x="21860" y="0"/>
                    <a:pt x="20527" y="298"/>
                    <a:pt x="18503" y="1072"/>
                  </a:cubicBezTo>
                  <a:lnTo>
                    <a:pt x="17741" y="3775"/>
                  </a:lnTo>
                  <a:lnTo>
                    <a:pt x="17586" y="1453"/>
                  </a:lnTo>
                  <a:cubicBezTo>
                    <a:pt x="17074" y="1655"/>
                    <a:pt x="16550" y="1893"/>
                    <a:pt x="15991" y="2167"/>
                  </a:cubicBezTo>
                  <a:lnTo>
                    <a:pt x="15407" y="7763"/>
                  </a:lnTo>
                  <a:lnTo>
                    <a:pt x="13574" y="3441"/>
                  </a:lnTo>
                  <a:cubicBezTo>
                    <a:pt x="12895" y="3846"/>
                    <a:pt x="12193" y="4275"/>
                    <a:pt x="11490" y="4763"/>
                  </a:cubicBezTo>
                  <a:lnTo>
                    <a:pt x="12157" y="10704"/>
                  </a:lnTo>
                  <a:lnTo>
                    <a:pt x="10359" y="5596"/>
                  </a:lnTo>
                  <a:cubicBezTo>
                    <a:pt x="9633" y="6156"/>
                    <a:pt x="8906" y="6763"/>
                    <a:pt x="8192" y="7418"/>
                  </a:cubicBezTo>
                  <a:lnTo>
                    <a:pt x="9728" y="14097"/>
                  </a:lnTo>
                  <a:lnTo>
                    <a:pt x="5930" y="9740"/>
                  </a:lnTo>
                  <a:cubicBezTo>
                    <a:pt x="5525" y="10216"/>
                    <a:pt x="5120" y="10740"/>
                    <a:pt x="4751" y="11264"/>
                  </a:cubicBezTo>
                  <a:lnTo>
                    <a:pt x="8454" y="16895"/>
                  </a:lnTo>
                  <a:lnTo>
                    <a:pt x="3953" y="12419"/>
                  </a:lnTo>
                  <a:cubicBezTo>
                    <a:pt x="2858" y="14133"/>
                    <a:pt x="1929" y="16050"/>
                    <a:pt x="1251" y="18205"/>
                  </a:cubicBezTo>
                  <a:lnTo>
                    <a:pt x="5382" y="24682"/>
                  </a:lnTo>
                  <a:lnTo>
                    <a:pt x="346" y="22098"/>
                  </a:lnTo>
                  <a:cubicBezTo>
                    <a:pt x="274" y="22598"/>
                    <a:pt x="203" y="23134"/>
                    <a:pt x="155" y="23658"/>
                  </a:cubicBezTo>
                  <a:lnTo>
                    <a:pt x="4739" y="25444"/>
                  </a:lnTo>
                  <a:lnTo>
                    <a:pt x="84" y="24634"/>
                  </a:lnTo>
                  <a:cubicBezTo>
                    <a:pt x="24" y="25587"/>
                    <a:pt x="1" y="26587"/>
                    <a:pt x="36" y="27611"/>
                  </a:cubicBezTo>
                  <a:lnTo>
                    <a:pt x="3465" y="30397"/>
                  </a:lnTo>
                  <a:lnTo>
                    <a:pt x="3465" y="30397"/>
                  </a:lnTo>
                  <a:lnTo>
                    <a:pt x="227" y="30385"/>
                  </a:lnTo>
                  <a:lnTo>
                    <a:pt x="227" y="30385"/>
                  </a:lnTo>
                  <a:cubicBezTo>
                    <a:pt x="286" y="30873"/>
                    <a:pt x="346" y="31373"/>
                    <a:pt x="417" y="31885"/>
                  </a:cubicBezTo>
                  <a:lnTo>
                    <a:pt x="2406" y="31671"/>
                  </a:lnTo>
                  <a:lnTo>
                    <a:pt x="536" y="32612"/>
                  </a:lnTo>
                  <a:cubicBezTo>
                    <a:pt x="763" y="33957"/>
                    <a:pt x="1048" y="35338"/>
                    <a:pt x="1417" y="36779"/>
                  </a:cubicBezTo>
                  <a:cubicBezTo>
                    <a:pt x="1417" y="36779"/>
                    <a:pt x="3632" y="36029"/>
                    <a:pt x="6704" y="34433"/>
                  </a:cubicBezTo>
                  <a:lnTo>
                    <a:pt x="6275" y="33254"/>
                  </a:lnTo>
                  <a:lnTo>
                    <a:pt x="7085" y="34231"/>
                  </a:lnTo>
                  <a:cubicBezTo>
                    <a:pt x="7561" y="33981"/>
                    <a:pt x="8061" y="33719"/>
                    <a:pt x="8561" y="33421"/>
                  </a:cubicBezTo>
                  <a:lnTo>
                    <a:pt x="7132" y="31599"/>
                  </a:lnTo>
                  <a:lnTo>
                    <a:pt x="10645" y="32147"/>
                  </a:lnTo>
                  <a:cubicBezTo>
                    <a:pt x="11538" y="31588"/>
                    <a:pt x="12443" y="30945"/>
                    <a:pt x="13348" y="30278"/>
                  </a:cubicBezTo>
                  <a:lnTo>
                    <a:pt x="9680" y="29028"/>
                  </a:lnTo>
                  <a:lnTo>
                    <a:pt x="14038" y="29742"/>
                  </a:lnTo>
                  <a:cubicBezTo>
                    <a:pt x="14514" y="29373"/>
                    <a:pt x="14991" y="28980"/>
                    <a:pt x="15467" y="28563"/>
                  </a:cubicBezTo>
                  <a:lnTo>
                    <a:pt x="11288" y="27539"/>
                  </a:lnTo>
                  <a:lnTo>
                    <a:pt x="17658" y="26504"/>
                  </a:lnTo>
                  <a:cubicBezTo>
                    <a:pt x="18241" y="25884"/>
                    <a:pt x="18801" y="25242"/>
                    <a:pt x="19348" y="24575"/>
                  </a:cubicBezTo>
                  <a:lnTo>
                    <a:pt x="16300" y="24051"/>
                  </a:lnTo>
                  <a:lnTo>
                    <a:pt x="20063" y="23658"/>
                  </a:lnTo>
                  <a:cubicBezTo>
                    <a:pt x="20658" y="22848"/>
                    <a:pt x="21218" y="22015"/>
                    <a:pt x="21706" y="21122"/>
                  </a:cubicBezTo>
                  <a:lnTo>
                    <a:pt x="14669" y="20836"/>
                  </a:lnTo>
                  <a:lnTo>
                    <a:pt x="22194" y="20181"/>
                  </a:lnTo>
                  <a:cubicBezTo>
                    <a:pt x="22444" y="19693"/>
                    <a:pt x="22682" y="19193"/>
                    <a:pt x="22896" y="18681"/>
                  </a:cubicBezTo>
                  <a:lnTo>
                    <a:pt x="22896" y="18681"/>
                  </a:lnTo>
                  <a:lnTo>
                    <a:pt x="16074" y="19229"/>
                  </a:lnTo>
                  <a:lnTo>
                    <a:pt x="16074" y="19229"/>
                  </a:lnTo>
                  <a:lnTo>
                    <a:pt x="23968" y="15276"/>
                  </a:lnTo>
                  <a:cubicBezTo>
                    <a:pt x="24087" y="14740"/>
                    <a:pt x="24170" y="14204"/>
                    <a:pt x="24254" y="13633"/>
                  </a:cubicBezTo>
                  <a:lnTo>
                    <a:pt x="24254" y="13633"/>
                  </a:lnTo>
                  <a:lnTo>
                    <a:pt x="19967" y="15169"/>
                  </a:lnTo>
                  <a:lnTo>
                    <a:pt x="24385" y="12347"/>
                  </a:lnTo>
                  <a:cubicBezTo>
                    <a:pt x="24456" y="11347"/>
                    <a:pt x="24456" y="10323"/>
                    <a:pt x="24361" y="9263"/>
                  </a:cubicBezTo>
                  <a:lnTo>
                    <a:pt x="19241" y="10871"/>
                  </a:lnTo>
                  <a:lnTo>
                    <a:pt x="24087" y="6989"/>
                  </a:lnTo>
                  <a:cubicBezTo>
                    <a:pt x="23694" y="4787"/>
                    <a:pt x="22980" y="2465"/>
                    <a:pt x="218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4"/>
            <p:cNvSpPr/>
            <p:nvPr/>
          </p:nvSpPr>
          <p:spPr>
            <a:xfrm>
              <a:off x="11063575" y="729675"/>
              <a:ext cx="517050" cy="801025"/>
            </a:xfrm>
            <a:custGeom>
              <a:rect b="b" l="l" r="r" t="t"/>
              <a:pathLst>
                <a:path extrusionOk="0" h="32041" w="20682">
                  <a:moveTo>
                    <a:pt x="18931" y="1"/>
                  </a:moveTo>
                  <a:cubicBezTo>
                    <a:pt x="18931" y="2"/>
                    <a:pt x="17061" y="3550"/>
                    <a:pt x="14312" y="8430"/>
                  </a:cubicBezTo>
                  <a:lnTo>
                    <a:pt x="12978" y="4192"/>
                  </a:lnTo>
                  <a:lnTo>
                    <a:pt x="13895" y="9181"/>
                  </a:lnTo>
                  <a:cubicBezTo>
                    <a:pt x="13419" y="10026"/>
                    <a:pt x="12919" y="10919"/>
                    <a:pt x="12395" y="11824"/>
                  </a:cubicBezTo>
                  <a:lnTo>
                    <a:pt x="9549" y="6371"/>
                  </a:lnTo>
                  <a:lnTo>
                    <a:pt x="11788" y="12883"/>
                  </a:lnTo>
                  <a:cubicBezTo>
                    <a:pt x="10966" y="14276"/>
                    <a:pt x="10121" y="15741"/>
                    <a:pt x="9240" y="17193"/>
                  </a:cubicBezTo>
                  <a:lnTo>
                    <a:pt x="3941" y="11586"/>
                  </a:lnTo>
                  <a:lnTo>
                    <a:pt x="8811" y="17932"/>
                  </a:lnTo>
                  <a:cubicBezTo>
                    <a:pt x="8573" y="18313"/>
                    <a:pt x="8335" y="18706"/>
                    <a:pt x="8097" y="19098"/>
                  </a:cubicBezTo>
                  <a:lnTo>
                    <a:pt x="6608" y="17253"/>
                  </a:lnTo>
                  <a:lnTo>
                    <a:pt x="7680" y="19789"/>
                  </a:lnTo>
                  <a:cubicBezTo>
                    <a:pt x="6704" y="21361"/>
                    <a:pt x="5727" y="22932"/>
                    <a:pt x="4739" y="24432"/>
                  </a:cubicBezTo>
                  <a:lnTo>
                    <a:pt x="2620" y="21789"/>
                  </a:lnTo>
                  <a:lnTo>
                    <a:pt x="4322" y="25075"/>
                  </a:lnTo>
                  <a:cubicBezTo>
                    <a:pt x="2834" y="27326"/>
                    <a:pt x="1382" y="29445"/>
                    <a:pt x="0" y="31267"/>
                  </a:cubicBezTo>
                  <a:cubicBezTo>
                    <a:pt x="60" y="31517"/>
                    <a:pt x="119" y="31767"/>
                    <a:pt x="191" y="32041"/>
                  </a:cubicBezTo>
                  <a:cubicBezTo>
                    <a:pt x="191" y="32041"/>
                    <a:pt x="667" y="31874"/>
                    <a:pt x="1453" y="31540"/>
                  </a:cubicBezTo>
                  <a:cubicBezTo>
                    <a:pt x="2536" y="29921"/>
                    <a:pt x="3870" y="27897"/>
                    <a:pt x="5323" y="25564"/>
                  </a:cubicBezTo>
                  <a:lnTo>
                    <a:pt x="9644" y="25528"/>
                  </a:lnTo>
                  <a:lnTo>
                    <a:pt x="5727" y="24980"/>
                  </a:lnTo>
                  <a:cubicBezTo>
                    <a:pt x="6656" y="23492"/>
                    <a:pt x="7632" y="21873"/>
                    <a:pt x="8644" y="20146"/>
                  </a:cubicBezTo>
                  <a:lnTo>
                    <a:pt x="12966" y="19503"/>
                  </a:lnTo>
                  <a:lnTo>
                    <a:pt x="9049" y="19432"/>
                  </a:lnTo>
                  <a:cubicBezTo>
                    <a:pt x="9287" y="19027"/>
                    <a:pt x="9502" y="18622"/>
                    <a:pt x="9740" y="18205"/>
                  </a:cubicBezTo>
                  <a:lnTo>
                    <a:pt x="16991" y="17408"/>
                  </a:lnTo>
                  <a:lnTo>
                    <a:pt x="10145" y="17479"/>
                  </a:lnTo>
                  <a:cubicBezTo>
                    <a:pt x="10954" y="16050"/>
                    <a:pt x="11764" y="14562"/>
                    <a:pt x="12585" y="13026"/>
                  </a:cubicBezTo>
                  <a:lnTo>
                    <a:pt x="17693" y="10788"/>
                  </a:lnTo>
                  <a:lnTo>
                    <a:pt x="13109" y="12062"/>
                  </a:lnTo>
                  <a:cubicBezTo>
                    <a:pt x="13574" y="11181"/>
                    <a:pt x="14050" y="10276"/>
                    <a:pt x="14502" y="9371"/>
                  </a:cubicBezTo>
                  <a:lnTo>
                    <a:pt x="20682" y="7097"/>
                  </a:lnTo>
                  <a:lnTo>
                    <a:pt x="14907" y="8585"/>
                  </a:lnTo>
                  <a:cubicBezTo>
                    <a:pt x="16288" y="5823"/>
                    <a:pt x="17645" y="2954"/>
                    <a:pt x="189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4"/>
            <p:cNvSpPr/>
            <p:nvPr/>
          </p:nvSpPr>
          <p:spPr>
            <a:xfrm>
              <a:off x="9164525" y="1157400"/>
              <a:ext cx="990925" cy="868300"/>
            </a:xfrm>
            <a:custGeom>
              <a:rect b="b" l="l" r="r" t="t"/>
              <a:pathLst>
                <a:path extrusionOk="0" h="34732" w="39637">
                  <a:moveTo>
                    <a:pt x="18808" y="1"/>
                  </a:moveTo>
                  <a:cubicBezTo>
                    <a:pt x="18754" y="1"/>
                    <a:pt x="18700" y="1"/>
                    <a:pt x="18646" y="1"/>
                  </a:cubicBezTo>
                  <a:cubicBezTo>
                    <a:pt x="20253" y="2323"/>
                    <a:pt x="23396" y="7312"/>
                    <a:pt x="21432" y="8347"/>
                  </a:cubicBezTo>
                  <a:cubicBezTo>
                    <a:pt x="21432" y="8347"/>
                    <a:pt x="21318" y="8401"/>
                    <a:pt x="21156" y="8401"/>
                  </a:cubicBezTo>
                  <a:cubicBezTo>
                    <a:pt x="20779" y="8401"/>
                    <a:pt x="20139" y="8111"/>
                    <a:pt x="20039" y="6180"/>
                  </a:cubicBezTo>
                  <a:cubicBezTo>
                    <a:pt x="20039" y="6180"/>
                    <a:pt x="19955" y="3502"/>
                    <a:pt x="16943" y="61"/>
                  </a:cubicBezTo>
                  <a:cubicBezTo>
                    <a:pt x="15788" y="132"/>
                    <a:pt x="14598" y="299"/>
                    <a:pt x="13371" y="549"/>
                  </a:cubicBezTo>
                  <a:cubicBezTo>
                    <a:pt x="13371" y="549"/>
                    <a:pt x="11442" y="1073"/>
                    <a:pt x="8811" y="1501"/>
                  </a:cubicBezTo>
                  <a:cubicBezTo>
                    <a:pt x="10205" y="3299"/>
                    <a:pt x="11674" y="5667"/>
                    <a:pt x="9687" y="5667"/>
                  </a:cubicBezTo>
                  <a:cubicBezTo>
                    <a:pt x="9450" y="5667"/>
                    <a:pt x="9164" y="5634"/>
                    <a:pt x="8823" y="5561"/>
                  </a:cubicBezTo>
                  <a:cubicBezTo>
                    <a:pt x="8823" y="5561"/>
                    <a:pt x="6942" y="5049"/>
                    <a:pt x="7275" y="3263"/>
                  </a:cubicBezTo>
                  <a:cubicBezTo>
                    <a:pt x="7275" y="3263"/>
                    <a:pt x="7335" y="2549"/>
                    <a:pt x="6990" y="1751"/>
                  </a:cubicBezTo>
                  <a:cubicBezTo>
                    <a:pt x="5650" y="1920"/>
                    <a:pt x="4219" y="2034"/>
                    <a:pt x="2823" y="2034"/>
                  </a:cubicBezTo>
                  <a:cubicBezTo>
                    <a:pt x="1851" y="2034"/>
                    <a:pt x="896" y="1979"/>
                    <a:pt x="1" y="1847"/>
                  </a:cubicBezTo>
                  <a:lnTo>
                    <a:pt x="1" y="1847"/>
                  </a:lnTo>
                  <a:cubicBezTo>
                    <a:pt x="1" y="1847"/>
                    <a:pt x="1394" y="3716"/>
                    <a:pt x="2418" y="7335"/>
                  </a:cubicBezTo>
                  <a:cubicBezTo>
                    <a:pt x="2963" y="7138"/>
                    <a:pt x="3659" y="6946"/>
                    <a:pt x="4378" y="6946"/>
                  </a:cubicBezTo>
                  <a:cubicBezTo>
                    <a:pt x="4788" y="6946"/>
                    <a:pt x="5206" y="7009"/>
                    <a:pt x="5608" y="7169"/>
                  </a:cubicBezTo>
                  <a:cubicBezTo>
                    <a:pt x="5608" y="7169"/>
                    <a:pt x="8731" y="8735"/>
                    <a:pt x="4030" y="8735"/>
                  </a:cubicBezTo>
                  <a:cubicBezTo>
                    <a:pt x="3662" y="8735"/>
                    <a:pt x="3245" y="8725"/>
                    <a:pt x="2775" y="8705"/>
                  </a:cubicBezTo>
                  <a:lnTo>
                    <a:pt x="2775" y="8705"/>
                  </a:lnTo>
                  <a:cubicBezTo>
                    <a:pt x="3072" y="10014"/>
                    <a:pt x="3310" y="11503"/>
                    <a:pt x="3430" y="13157"/>
                  </a:cubicBezTo>
                  <a:cubicBezTo>
                    <a:pt x="3430" y="13157"/>
                    <a:pt x="3346" y="14158"/>
                    <a:pt x="3406" y="15705"/>
                  </a:cubicBezTo>
                  <a:cubicBezTo>
                    <a:pt x="6299" y="15479"/>
                    <a:pt x="7073" y="14241"/>
                    <a:pt x="7073" y="14241"/>
                  </a:cubicBezTo>
                  <a:cubicBezTo>
                    <a:pt x="8117" y="13284"/>
                    <a:pt x="8933" y="13025"/>
                    <a:pt x="9510" y="13025"/>
                  </a:cubicBezTo>
                  <a:cubicBezTo>
                    <a:pt x="10190" y="13025"/>
                    <a:pt x="10538" y="13384"/>
                    <a:pt x="10538" y="13384"/>
                  </a:cubicBezTo>
                  <a:cubicBezTo>
                    <a:pt x="11800" y="15301"/>
                    <a:pt x="6323" y="16432"/>
                    <a:pt x="3465" y="16896"/>
                  </a:cubicBezTo>
                  <a:cubicBezTo>
                    <a:pt x="3691" y="20135"/>
                    <a:pt x="4537" y="24837"/>
                    <a:pt x="7287" y="28457"/>
                  </a:cubicBezTo>
                  <a:cubicBezTo>
                    <a:pt x="8895" y="28350"/>
                    <a:pt x="11073" y="27766"/>
                    <a:pt x="12585" y="25742"/>
                  </a:cubicBezTo>
                  <a:cubicBezTo>
                    <a:pt x="12585" y="25742"/>
                    <a:pt x="16441" y="19906"/>
                    <a:pt x="17723" y="19906"/>
                  </a:cubicBezTo>
                  <a:cubicBezTo>
                    <a:pt x="17737" y="19906"/>
                    <a:pt x="17751" y="19907"/>
                    <a:pt x="17765" y="19908"/>
                  </a:cubicBezTo>
                  <a:cubicBezTo>
                    <a:pt x="17765" y="19908"/>
                    <a:pt x="20610" y="20801"/>
                    <a:pt x="15431" y="26397"/>
                  </a:cubicBezTo>
                  <a:cubicBezTo>
                    <a:pt x="15431" y="26397"/>
                    <a:pt x="12883" y="29064"/>
                    <a:pt x="8299" y="29612"/>
                  </a:cubicBezTo>
                  <a:cubicBezTo>
                    <a:pt x="9192" y="30541"/>
                    <a:pt x="10252" y="31374"/>
                    <a:pt x="11502" y="32017"/>
                  </a:cubicBezTo>
                  <a:cubicBezTo>
                    <a:pt x="11502" y="32017"/>
                    <a:pt x="16264" y="34636"/>
                    <a:pt x="21456" y="34732"/>
                  </a:cubicBezTo>
                  <a:cubicBezTo>
                    <a:pt x="22884" y="33410"/>
                    <a:pt x="24396" y="31338"/>
                    <a:pt x="24599" y="28505"/>
                  </a:cubicBezTo>
                  <a:cubicBezTo>
                    <a:pt x="24599" y="28505"/>
                    <a:pt x="24897" y="26004"/>
                    <a:pt x="24432" y="24349"/>
                  </a:cubicBezTo>
                  <a:cubicBezTo>
                    <a:pt x="24254" y="23718"/>
                    <a:pt x="23956" y="22706"/>
                    <a:pt x="24837" y="22409"/>
                  </a:cubicBezTo>
                  <a:cubicBezTo>
                    <a:pt x="24912" y="22384"/>
                    <a:pt x="24985" y="22372"/>
                    <a:pt x="25054" y="22372"/>
                  </a:cubicBezTo>
                  <a:cubicBezTo>
                    <a:pt x="25517" y="22372"/>
                    <a:pt x="25861" y="22874"/>
                    <a:pt x="26016" y="23278"/>
                  </a:cubicBezTo>
                  <a:cubicBezTo>
                    <a:pt x="26242" y="23873"/>
                    <a:pt x="26337" y="24587"/>
                    <a:pt x="26373" y="25230"/>
                  </a:cubicBezTo>
                  <a:cubicBezTo>
                    <a:pt x="26373" y="25230"/>
                    <a:pt x="26909" y="30588"/>
                    <a:pt x="23325" y="34696"/>
                  </a:cubicBezTo>
                  <a:cubicBezTo>
                    <a:pt x="25027" y="34517"/>
                    <a:pt x="26730" y="33993"/>
                    <a:pt x="28278" y="32981"/>
                  </a:cubicBezTo>
                  <a:cubicBezTo>
                    <a:pt x="28278" y="32981"/>
                    <a:pt x="35648" y="27493"/>
                    <a:pt x="32743" y="21837"/>
                  </a:cubicBezTo>
                  <a:cubicBezTo>
                    <a:pt x="32743" y="21837"/>
                    <a:pt x="38696" y="20658"/>
                    <a:pt x="38946" y="14646"/>
                  </a:cubicBezTo>
                  <a:cubicBezTo>
                    <a:pt x="38946" y="14646"/>
                    <a:pt x="39636" y="8395"/>
                    <a:pt x="32969" y="3763"/>
                  </a:cubicBezTo>
                  <a:lnTo>
                    <a:pt x="32969" y="3763"/>
                  </a:lnTo>
                  <a:cubicBezTo>
                    <a:pt x="33583" y="7776"/>
                    <a:pt x="34161" y="14302"/>
                    <a:pt x="31505" y="14302"/>
                  </a:cubicBezTo>
                  <a:cubicBezTo>
                    <a:pt x="31482" y="14302"/>
                    <a:pt x="31457" y="14302"/>
                    <a:pt x="31433" y="14300"/>
                  </a:cubicBezTo>
                  <a:cubicBezTo>
                    <a:pt x="31433" y="14300"/>
                    <a:pt x="29195" y="13598"/>
                    <a:pt x="30528" y="8978"/>
                  </a:cubicBezTo>
                  <a:cubicBezTo>
                    <a:pt x="30528" y="8978"/>
                    <a:pt x="31552" y="6180"/>
                    <a:pt x="31493" y="2847"/>
                  </a:cubicBezTo>
                  <a:cubicBezTo>
                    <a:pt x="31016" y="2573"/>
                    <a:pt x="30492" y="2311"/>
                    <a:pt x="29945" y="2049"/>
                  </a:cubicBezTo>
                  <a:cubicBezTo>
                    <a:pt x="29945" y="2049"/>
                    <a:pt x="25099" y="1"/>
                    <a:pt x="188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4"/>
            <p:cNvSpPr/>
            <p:nvPr/>
          </p:nvSpPr>
          <p:spPr>
            <a:xfrm>
              <a:off x="9245200" y="1230350"/>
              <a:ext cx="765000" cy="612300"/>
            </a:xfrm>
            <a:custGeom>
              <a:rect b="b" l="l" r="r" t="t"/>
              <a:pathLst>
                <a:path extrusionOk="0" h="24492" w="30600">
                  <a:moveTo>
                    <a:pt x="9608" y="0"/>
                  </a:moveTo>
                  <a:lnTo>
                    <a:pt x="13657" y="8846"/>
                  </a:lnTo>
                  <a:cubicBezTo>
                    <a:pt x="7942" y="5548"/>
                    <a:pt x="2500" y="2358"/>
                    <a:pt x="0" y="786"/>
                  </a:cubicBezTo>
                  <a:lnTo>
                    <a:pt x="0" y="786"/>
                  </a:lnTo>
                  <a:cubicBezTo>
                    <a:pt x="1" y="787"/>
                    <a:pt x="3228" y="3001"/>
                    <a:pt x="7644" y="5977"/>
                  </a:cubicBezTo>
                  <a:lnTo>
                    <a:pt x="1441" y="7799"/>
                  </a:lnTo>
                  <a:lnTo>
                    <a:pt x="1441" y="7799"/>
                  </a:lnTo>
                  <a:lnTo>
                    <a:pt x="8835" y="6763"/>
                  </a:lnTo>
                  <a:cubicBezTo>
                    <a:pt x="11537" y="8573"/>
                    <a:pt x="14573" y="10573"/>
                    <a:pt x="17562" y="12525"/>
                  </a:cubicBezTo>
                  <a:lnTo>
                    <a:pt x="5941" y="16621"/>
                  </a:lnTo>
                  <a:lnTo>
                    <a:pt x="19336" y="13692"/>
                  </a:lnTo>
                  <a:cubicBezTo>
                    <a:pt x="21812" y="15288"/>
                    <a:pt x="24217" y="16788"/>
                    <a:pt x="26301" y="18038"/>
                  </a:cubicBezTo>
                  <a:lnTo>
                    <a:pt x="24706" y="24491"/>
                  </a:lnTo>
                  <a:lnTo>
                    <a:pt x="27635" y="18824"/>
                  </a:lnTo>
                  <a:cubicBezTo>
                    <a:pt x="28516" y="19336"/>
                    <a:pt x="29301" y="19776"/>
                    <a:pt x="30004" y="20134"/>
                  </a:cubicBezTo>
                  <a:cubicBezTo>
                    <a:pt x="29897" y="19717"/>
                    <a:pt x="29742" y="19312"/>
                    <a:pt x="29528" y="18895"/>
                  </a:cubicBezTo>
                  <a:cubicBezTo>
                    <a:pt x="29528" y="18895"/>
                    <a:pt x="29956" y="18812"/>
                    <a:pt x="30599" y="18574"/>
                  </a:cubicBezTo>
                  <a:cubicBezTo>
                    <a:pt x="29230" y="17800"/>
                    <a:pt x="27015" y="16538"/>
                    <a:pt x="24384" y="15014"/>
                  </a:cubicBezTo>
                  <a:lnTo>
                    <a:pt x="20074" y="1679"/>
                  </a:lnTo>
                  <a:lnTo>
                    <a:pt x="22622" y="14002"/>
                  </a:lnTo>
                  <a:cubicBezTo>
                    <a:pt x="20431" y="12752"/>
                    <a:pt x="18050" y="11382"/>
                    <a:pt x="15657" y="10001"/>
                  </a:cubicBezTo>
                  <a:lnTo>
                    <a:pt x="96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4"/>
            <p:cNvSpPr/>
            <p:nvPr/>
          </p:nvSpPr>
          <p:spPr>
            <a:xfrm>
              <a:off x="9475275" y="556450"/>
              <a:ext cx="649525" cy="1174275"/>
            </a:xfrm>
            <a:custGeom>
              <a:rect b="b" l="l" r="r" t="t"/>
              <a:pathLst>
                <a:path extrusionOk="0" h="46971" w="25981">
                  <a:moveTo>
                    <a:pt x="1" y="0"/>
                  </a:moveTo>
                  <a:lnTo>
                    <a:pt x="1" y="0"/>
                  </a:lnTo>
                  <a:cubicBezTo>
                    <a:pt x="2608" y="3644"/>
                    <a:pt x="1715" y="10799"/>
                    <a:pt x="1715" y="10799"/>
                  </a:cubicBezTo>
                  <a:cubicBezTo>
                    <a:pt x="656" y="18098"/>
                    <a:pt x="2834" y="25468"/>
                    <a:pt x="2834" y="25468"/>
                  </a:cubicBezTo>
                  <a:cubicBezTo>
                    <a:pt x="6454" y="37993"/>
                    <a:pt x="14883" y="40434"/>
                    <a:pt x="14883" y="40434"/>
                  </a:cubicBezTo>
                  <a:cubicBezTo>
                    <a:pt x="20813" y="41970"/>
                    <a:pt x="25373" y="46970"/>
                    <a:pt x="25373" y="46970"/>
                  </a:cubicBezTo>
                  <a:cubicBezTo>
                    <a:pt x="25980" y="38636"/>
                    <a:pt x="21694" y="21348"/>
                    <a:pt x="21682" y="21348"/>
                  </a:cubicBezTo>
                  <a:cubicBezTo>
                    <a:pt x="17813" y="4668"/>
                    <a:pt x="2"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4"/>
            <p:cNvSpPr/>
            <p:nvPr/>
          </p:nvSpPr>
          <p:spPr>
            <a:xfrm>
              <a:off x="9593450" y="706775"/>
              <a:ext cx="517350" cy="1023950"/>
            </a:xfrm>
            <a:custGeom>
              <a:rect b="b" l="l" r="r" t="t"/>
              <a:pathLst>
                <a:path extrusionOk="0" h="40958" w="20694">
                  <a:moveTo>
                    <a:pt x="346" y="0"/>
                  </a:moveTo>
                  <a:cubicBezTo>
                    <a:pt x="1596" y="1643"/>
                    <a:pt x="2810" y="3453"/>
                    <a:pt x="4001" y="5358"/>
                  </a:cubicBezTo>
                  <a:lnTo>
                    <a:pt x="0" y="4001"/>
                  </a:lnTo>
                  <a:lnTo>
                    <a:pt x="4656" y="6418"/>
                  </a:lnTo>
                  <a:cubicBezTo>
                    <a:pt x="5442" y="7727"/>
                    <a:pt x="6216" y="9085"/>
                    <a:pt x="6978" y="10466"/>
                  </a:cubicBezTo>
                  <a:lnTo>
                    <a:pt x="262" y="8906"/>
                  </a:lnTo>
                  <a:lnTo>
                    <a:pt x="7847" y="12073"/>
                  </a:lnTo>
                  <a:cubicBezTo>
                    <a:pt x="8918" y="14109"/>
                    <a:pt x="9954" y="16204"/>
                    <a:pt x="10942" y="18288"/>
                  </a:cubicBezTo>
                  <a:lnTo>
                    <a:pt x="2060" y="16835"/>
                  </a:lnTo>
                  <a:lnTo>
                    <a:pt x="11466" y="19407"/>
                  </a:lnTo>
                  <a:cubicBezTo>
                    <a:pt x="12383" y="21384"/>
                    <a:pt x="13252" y="23336"/>
                    <a:pt x="14050" y="25229"/>
                  </a:cubicBezTo>
                  <a:lnTo>
                    <a:pt x="5370" y="24765"/>
                  </a:lnTo>
                  <a:lnTo>
                    <a:pt x="14407" y="26051"/>
                  </a:lnTo>
                  <a:cubicBezTo>
                    <a:pt x="15288" y="28146"/>
                    <a:pt x="16086" y="30135"/>
                    <a:pt x="16800" y="31968"/>
                  </a:cubicBezTo>
                  <a:lnTo>
                    <a:pt x="12252" y="30909"/>
                  </a:lnTo>
                  <a:lnTo>
                    <a:pt x="17181" y="32933"/>
                  </a:lnTo>
                  <a:cubicBezTo>
                    <a:pt x="18324" y="35909"/>
                    <a:pt x="19229" y="38410"/>
                    <a:pt x="19824" y="40136"/>
                  </a:cubicBezTo>
                  <a:cubicBezTo>
                    <a:pt x="20360" y="40648"/>
                    <a:pt x="20646" y="40957"/>
                    <a:pt x="20646" y="40957"/>
                  </a:cubicBezTo>
                  <a:cubicBezTo>
                    <a:pt x="20658" y="40672"/>
                    <a:pt x="20670" y="40374"/>
                    <a:pt x="20694" y="40076"/>
                  </a:cubicBezTo>
                  <a:cubicBezTo>
                    <a:pt x="19741" y="37398"/>
                    <a:pt x="18812" y="34885"/>
                    <a:pt x="17907" y="32552"/>
                  </a:cubicBezTo>
                  <a:lnTo>
                    <a:pt x="18217" y="29980"/>
                  </a:lnTo>
                  <a:lnTo>
                    <a:pt x="17467" y="31504"/>
                  </a:lnTo>
                  <a:cubicBezTo>
                    <a:pt x="16633" y="29349"/>
                    <a:pt x="15824" y="27337"/>
                    <a:pt x="15026" y="25467"/>
                  </a:cubicBezTo>
                  <a:lnTo>
                    <a:pt x="16157" y="21824"/>
                  </a:lnTo>
                  <a:lnTo>
                    <a:pt x="14728" y="24753"/>
                  </a:lnTo>
                  <a:cubicBezTo>
                    <a:pt x="13836" y="22670"/>
                    <a:pt x="12990" y="20729"/>
                    <a:pt x="12169" y="18979"/>
                  </a:cubicBezTo>
                  <a:lnTo>
                    <a:pt x="13300" y="13633"/>
                  </a:lnTo>
                  <a:lnTo>
                    <a:pt x="11680" y="17919"/>
                  </a:lnTo>
                  <a:cubicBezTo>
                    <a:pt x="10526" y="15454"/>
                    <a:pt x="9430" y="13323"/>
                    <a:pt x="8418" y="11466"/>
                  </a:cubicBezTo>
                  <a:lnTo>
                    <a:pt x="8692" y="6168"/>
                  </a:lnTo>
                  <a:lnTo>
                    <a:pt x="7620" y="10001"/>
                  </a:lnTo>
                  <a:cubicBezTo>
                    <a:pt x="6680" y="8334"/>
                    <a:pt x="5835" y="6953"/>
                    <a:pt x="5061" y="5775"/>
                  </a:cubicBezTo>
                  <a:lnTo>
                    <a:pt x="4370" y="1488"/>
                  </a:lnTo>
                  <a:lnTo>
                    <a:pt x="4430" y="4834"/>
                  </a:lnTo>
                  <a:cubicBezTo>
                    <a:pt x="1799" y="1013"/>
                    <a:pt x="346" y="0"/>
                    <a:pt x="3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4"/>
            <p:cNvSpPr/>
            <p:nvPr/>
          </p:nvSpPr>
          <p:spPr>
            <a:xfrm>
              <a:off x="9749425" y="796350"/>
              <a:ext cx="1590100" cy="1590100"/>
            </a:xfrm>
            <a:custGeom>
              <a:rect b="b" l="l" r="r" t="t"/>
              <a:pathLst>
                <a:path extrusionOk="0" h="63604" w="63604">
                  <a:moveTo>
                    <a:pt x="31802" y="1"/>
                  </a:moveTo>
                  <a:cubicBezTo>
                    <a:pt x="30206" y="1"/>
                    <a:pt x="28647" y="120"/>
                    <a:pt x="27111" y="346"/>
                  </a:cubicBezTo>
                  <a:cubicBezTo>
                    <a:pt x="17217" y="1799"/>
                    <a:pt x="8787" y="7835"/>
                    <a:pt x="4072" y="16217"/>
                  </a:cubicBezTo>
                  <a:cubicBezTo>
                    <a:pt x="2274" y="19408"/>
                    <a:pt x="1012" y="22968"/>
                    <a:pt x="393" y="26730"/>
                  </a:cubicBezTo>
                  <a:cubicBezTo>
                    <a:pt x="131" y="28373"/>
                    <a:pt x="0" y="30064"/>
                    <a:pt x="0" y="31790"/>
                  </a:cubicBezTo>
                  <a:cubicBezTo>
                    <a:pt x="0" y="41363"/>
                    <a:pt x="4227" y="49936"/>
                    <a:pt x="10906" y="55770"/>
                  </a:cubicBezTo>
                  <a:cubicBezTo>
                    <a:pt x="16502" y="60651"/>
                    <a:pt x="23813" y="63604"/>
                    <a:pt x="31802" y="63604"/>
                  </a:cubicBezTo>
                  <a:cubicBezTo>
                    <a:pt x="33290" y="63604"/>
                    <a:pt x="34731" y="63497"/>
                    <a:pt x="36160" y="63306"/>
                  </a:cubicBezTo>
                  <a:cubicBezTo>
                    <a:pt x="48113" y="61663"/>
                    <a:pt x="57972" y="53376"/>
                    <a:pt x="61841" y="42292"/>
                  </a:cubicBezTo>
                  <a:cubicBezTo>
                    <a:pt x="62984" y="39018"/>
                    <a:pt x="63604" y="35481"/>
                    <a:pt x="63604" y="31814"/>
                  </a:cubicBezTo>
                  <a:cubicBezTo>
                    <a:pt x="63604" y="27385"/>
                    <a:pt x="62711" y="23170"/>
                    <a:pt x="61079" y="19337"/>
                  </a:cubicBezTo>
                  <a:cubicBezTo>
                    <a:pt x="56412" y="8407"/>
                    <a:pt x="45839" y="632"/>
                    <a:pt x="33350" y="37"/>
                  </a:cubicBezTo>
                  <a:cubicBezTo>
                    <a:pt x="32826" y="13"/>
                    <a:pt x="32326" y="1"/>
                    <a:pt x="31802" y="1"/>
                  </a:cubicBez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4"/>
            <p:cNvSpPr/>
            <p:nvPr/>
          </p:nvSpPr>
          <p:spPr>
            <a:xfrm>
              <a:off x="9749425" y="1454950"/>
              <a:ext cx="485325" cy="765475"/>
            </a:xfrm>
            <a:custGeom>
              <a:rect b="b" l="l" r="r" t="t"/>
              <a:pathLst>
                <a:path extrusionOk="0" h="30619" w="19413">
                  <a:moveTo>
                    <a:pt x="2624" y="0"/>
                  </a:moveTo>
                  <a:cubicBezTo>
                    <a:pt x="1896" y="0"/>
                    <a:pt x="1141" y="137"/>
                    <a:pt x="393" y="410"/>
                  </a:cubicBezTo>
                  <a:cubicBezTo>
                    <a:pt x="131" y="2041"/>
                    <a:pt x="0" y="3744"/>
                    <a:pt x="0" y="5470"/>
                  </a:cubicBezTo>
                  <a:cubicBezTo>
                    <a:pt x="0" y="15031"/>
                    <a:pt x="4227" y="23603"/>
                    <a:pt x="10906" y="29438"/>
                  </a:cubicBezTo>
                  <a:cubicBezTo>
                    <a:pt x="12442" y="29819"/>
                    <a:pt x="13859" y="30485"/>
                    <a:pt x="15419" y="30604"/>
                  </a:cubicBezTo>
                  <a:cubicBezTo>
                    <a:pt x="15556" y="30614"/>
                    <a:pt x="15688" y="30619"/>
                    <a:pt x="15816" y="30619"/>
                  </a:cubicBezTo>
                  <a:cubicBezTo>
                    <a:pt x="18872" y="30619"/>
                    <a:pt x="19412" y="27949"/>
                    <a:pt x="18098" y="25675"/>
                  </a:cubicBezTo>
                  <a:cubicBezTo>
                    <a:pt x="17479" y="24615"/>
                    <a:pt x="17884" y="23044"/>
                    <a:pt x="17229" y="22139"/>
                  </a:cubicBezTo>
                  <a:cubicBezTo>
                    <a:pt x="16848" y="21579"/>
                    <a:pt x="16193" y="21639"/>
                    <a:pt x="15669" y="21341"/>
                  </a:cubicBezTo>
                  <a:cubicBezTo>
                    <a:pt x="14740" y="20829"/>
                    <a:pt x="15157" y="21365"/>
                    <a:pt x="14597" y="20532"/>
                  </a:cubicBezTo>
                  <a:cubicBezTo>
                    <a:pt x="14026" y="19698"/>
                    <a:pt x="14431" y="18115"/>
                    <a:pt x="13966" y="17388"/>
                  </a:cubicBezTo>
                  <a:cubicBezTo>
                    <a:pt x="13192" y="16210"/>
                    <a:pt x="11704" y="16781"/>
                    <a:pt x="12502" y="14674"/>
                  </a:cubicBezTo>
                  <a:cubicBezTo>
                    <a:pt x="13097" y="13066"/>
                    <a:pt x="13478" y="12745"/>
                    <a:pt x="13335" y="10947"/>
                  </a:cubicBezTo>
                  <a:cubicBezTo>
                    <a:pt x="13169" y="9042"/>
                    <a:pt x="13050" y="9340"/>
                    <a:pt x="11752" y="8423"/>
                  </a:cubicBezTo>
                  <a:cubicBezTo>
                    <a:pt x="11014" y="7923"/>
                    <a:pt x="11145" y="8113"/>
                    <a:pt x="10656" y="7328"/>
                  </a:cubicBezTo>
                  <a:cubicBezTo>
                    <a:pt x="10371" y="6875"/>
                    <a:pt x="10454" y="6328"/>
                    <a:pt x="9978" y="5947"/>
                  </a:cubicBezTo>
                  <a:cubicBezTo>
                    <a:pt x="8775" y="4946"/>
                    <a:pt x="8275" y="5863"/>
                    <a:pt x="7644" y="3875"/>
                  </a:cubicBezTo>
                  <a:cubicBezTo>
                    <a:pt x="6837" y="1282"/>
                    <a:pt x="4852" y="0"/>
                    <a:pt x="26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4"/>
            <p:cNvSpPr/>
            <p:nvPr/>
          </p:nvSpPr>
          <p:spPr>
            <a:xfrm>
              <a:off x="10162275" y="797250"/>
              <a:ext cx="1114150" cy="1214700"/>
            </a:xfrm>
            <a:custGeom>
              <a:rect b="b" l="l" r="r" t="t"/>
              <a:pathLst>
                <a:path extrusionOk="0" h="48588" w="44566">
                  <a:moveTo>
                    <a:pt x="16836" y="1"/>
                  </a:moveTo>
                  <a:cubicBezTo>
                    <a:pt x="16788" y="286"/>
                    <a:pt x="16776" y="596"/>
                    <a:pt x="16788" y="917"/>
                  </a:cubicBezTo>
                  <a:cubicBezTo>
                    <a:pt x="16860" y="2156"/>
                    <a:pt x="17717" y="3644"/>
                    <a:pt x="17074" y="4846"/>
                  </a:cubicBezTo>
                  <a:cubicBezTo>
                    <a:pt x="16782" y="5389"/>
                    <a:pt x="16520" y="5589"/>
                    <a:pt x="16264" y="5589"/>
                  </a:cubicBezTo>
                  <a:cubicBezTo>
                    <a:pt x="15633" y="5589"/>
                    <a:pt x="15034" y="4376"/>
                    <a:pt x="14085" y="4096"/>
                  </a:cubicBezTo>
                  <a:cubicBezTo>
                    <a:pt x="13889" y="4038"/>
                    <a:pt x="13696" y="4011"/>
                    <a:pt x="13505" y="4011"/>
                  </a:cubicBezTo>
                  <a:cubicBezTo>
                    <a:pt x="12338" y="4011"/>
                    <a:pt x="11278" y="5003"/>
                    <a:pt x="10490" y="5739"/>
                  </a:cubicBezTo>
                  <a:cubicBezTo>
                    <a:pt x="10061" y="6144"/>
                    <a:pt x="9478" y="6204"/>
                    <a:pt x="9394" y="7037"/>
                  </a:cubicBezTo>
                  <a:cubicBezTo>
                    <a:pt x="9328" y="7757"/>
                    <a:pt x="9464" y="7913"/>
                    <a:pt x="9697" y="7913"/>
                  </a:cubicBezTo>
                  <a:cubicBezTo>
                    <a:pt x="9875" y="7913"/>
                    <a:pt x="10110" y="7822"/>
                    <a:pt x="10355" y="7822"/>
                  </a:cubicBezTo>
                  <a:cubicBezTo>
                    <a:pt x="10368" y="7822"/>
                    <a:pt x="10381" y="7822"/>
                    <a:pt x="10394" y="7823"/>
                  </a:cubicBezTo>
                  <a:cubicBezTo>
                    <a:pt x="10405" y="7824"/>
                    <a:pt x="10415" y="7824"/>
                    <a:pt x="10424" y="7824"/>
                  </a:cubicBezTo>
                  <a:cubicBezTo>
                    <a:pt x="10806" y="7824"/>
                    <a:pt x="11038" y="7313"/>
                    <a:pt x="11489" y="7313"/>
                  </a:cubicBezTo>
                  <a:cubicBezTo>
                    <a:pt x="11619" y="7313"/>
                    <a:pt x="11767" y="7356"/>
                    <a:pt x="11942" y="7466"/>
                  </a:cubicBezTo>
                  <a:cubicBezTo>
                    <a:pt x="12454" y="7811"/>
                    <a:pt x="12538" y="8597"/>
                    <a:pt x="12204" y="9049"/>
                  </a:cubicBezTo>
                  <a:cubicBezTo>
                    <a:pt x="11988" y="9337"/>
                    <a:pt x="11749" y="9399"/>
                    <a:pt x="11489" y="9399"/>
                  </a:cubicBezTo>
                  <a:cubicBezTo>
                    <a:pt x="11296" y="9399"/>
                    <a:pt x="11092" y="9365"/>
                    <a:pt x="10877" y="9365"/>
                  </a:cubicBezTo>
                  <a:cubicBezTo>
                    <a:pt x="10759" y="9365"/>
                    <a:pt x="10638" y="9375"/>
                    <a:pt x="10514" y="9406"/>
                  </a:cubicBezTo>
                  <a:cubicBezTo>
                    <a:pt x="9537" y="9657"/>
                    <a:pt x="9585" y="9942"/>
                    <a:pt x="8823" y="10407"/>
                  </a:cubicBezTo>
                  <a:cubicBezTo>
                    <a:pt x="7954" y="10942"/>
                    <a:pt x="3548" y="13693"/>
                    <a:pt x="4215" y="15241"/>
                  </a:cubicBezTo>
                  <a:cubicBezTo>
                    <a:pt x="4404" y="15680"/>
                    <a:pt x="4648" y="15848"/>
                    <a:pt x="4919" y="15848"/>
                  </a:cubicBezTo>
                  <a:cubicBezTo>
                    <a:pt x="5755" y="15848"/>
                    <a:pt x="6846" y="14247"/>
                    <a:pt x="7358" y="14121"/>
                  </a:cubicBezTo>
                  <a:cubicBezTo>
                    <a:pt x="7421" y="14105"/>
                    <a:pt x="7484" y="14098"/>
                    <a:pt x="7545" y="14098"/>
                  </a:cubicBezTo>
                  <a:cubicBezTo>
                    <a:pt x="8114" y="14098"/>
                    <a:pt x="8599" y="14738"/>
                    <a:pt x="9004" y="14738"/>
                  </a:cubicBezTo>
                  <a:cubicBezTo>
                    <a:pt x="9032" y="14738"/>
                    <a:pt x="9058" y="14735"/>
                    <a:pt x="9085" y="14729"/>
                  </a:cubicBezTo>
                  <a:cubicBezTo>
                    <a:pt x="9930" y="14538"/>
                    <a:pt x="9882" y="13526"/>
                    <a:pt x="10299" y="13026"/>
                  </a:cubicBezTo>
                  <a:cubicBezTo>
                    <a:pt x="10704" y="12531"/>
                    <a:pt x="10939" y="12069"/>
                    <a:pt x="11635" y="12069"/>
                  </a:cubicBezTo>
                  <a:cubicBezTo>
                    <a:pt x="11676" y="12069"/>
                    <a:pt x="11719" y="12070"/>
                    <a:pt x="11764" y="12073"/>
                  </a:cubicBezTo>
                  <a:cubicBezTo>
                    <a:pt x="12502" y="12109"/>
                    <a:pt x="12597" y="12990"/>
                    <a:pt x="13038" y="13145"/>
                  </a:cubicBezTo>
                  <a:cubicBezTo>
                    <a:pt x="13167" y="13189"/>
                    <a:pt x="13296" y="13208"/>
                    <a:pt x="13426" y="13208"/>
                  </a:cubicBezTo>
                  <a:cubicBezTo>
                    <a:pt x="14069" y="13208"/>
                    <a:pt x="14712" y="12758"/>
                    <a:pt x="15237" y="12758"/>
                  </a:cubicBezTo>
                  <a:cubicBezTo>
                    <a:pt x="15637" y="12758"/>
                    <a:pt x="15969" y="13018"/>
                    <a:pt x="16181" y="13931"/>
                  </a:cubicBezTo>
                  <a:cubicBezTo>
                    <a:pt x="17087" y="13858"/>
                    <a:pt x="17361" y="13538"/>
                    <a:pt x="17854" y="13538"/>
                  </a:cubicBezTo>
                  <a:cubicBezTo>
                    <a:pt x="18087" y="13538"/>
                    <a:pt x="18368" y="13609"/>
                    <a:pt x="18788" y="13812"/>
                  </a:cubicBezTo>
                  <a:cubicBezTo>
                    <a:pt x="19646" y="14229"/>
                    <a:pt x="20717" y="14645"/>
                    <a:pt x="19658" y="15895"/>
                  </a:cubicBezTo>
                  <a:cubicBezTo>
                    <a:pt x="18745" y="16993"/>
                    <a:pt x="17339" y="17367"/>
                    <a:pt x="15883" y="17367"/>
                  </a:cubicBezTo>
                  <a:cubicBezTo>
                    <a:pt x="14434" y="17367"/>
                    <a:pt x="12934" y="16996"/>
                    <a:pt x="11823" y="16598"/>
                  </a:cubicBezTo>
                  <a:cubicBezTo>
                    <a:pt x="11129" y="16346"/>
                    <a:pt x="10297" y="16217"/>
                    <a:pt x="9437" y="16217"/>
                  </a:cubicBezTo>
                  <a:cubicBezTo>
                    <a:pt x="7863" y="16217"/>
                    <a:pt x="6194" y="16649"/>
                    <a:pt x="5108" y="17550"/>
                  </a:cubicBezTo>
                  <a:cubicBezTo>
                    <a:pt x="4322" y="18181"/>
                    <a:pt x="3465" y="19717"/>
                    <a:pt x="2977" y="20610"/>
                  </a:cubicBezTo>
                  <a:cubicBezTo>
                    <a:pt x="2334" y="21777"/>
                    <a:pt x="1524" y="22730"/>
                    <a:pt x="893" y="23873"/>
                  </a:cubicBezTo>
                  <a:cubicBezTo>
                    <a:pt x="191" y="25170"/>
                    <a:pt x="0" y="26397"/>
                    <a:pt x="298" y="27802"/>
                  </a:cubicBezTo>
                  <a:cubicBezTo>
                    <a:pt x="691" y="29719"/>
                    <a:pt x="1405" y="29468"/>
                    <a:pt x="2786" y="30433"/>
                  </a:cubicBezTo>
                  <a:cubicBezTo>
                    <a:pt x="3778" y="31120"/>
                    <a:pt x="3956" y="31686"/>
                    <a:pt x="4612" y="31686"/>
                  </a:cubicBezTo>
                  <a:cubicBezTo>
                    <a:pt x="4853" y="31686"/>
                    <a:pt x="5160" y="31609"/>
                    <a:pt x="5596" y="31433"/>
                  </a:cubicBezTo>
                  <a:cubicBezTo>
                    <a:pt x="6621" y="31023"/>
                    <a:pt x="6903" y="30769"/>
                    <a:pt x="7332" y="30769"/>
                  </a:cubicBezTo>
                  <a:cubicBezTo>
                    <a:pt x="7625" y="30769"/>
                    <a:pt x="7987" y="30888"/>
                    <a:pt x="8704" y="31159"/>
                  </a:cubicBezTo>
                  <a:cubicBezTo>
                    <a:pt x="8999" y="31271"/>
                    <a:pt x="9250" y="31314"/>
                    <a:pt x="9472" y="31314"/>
                  </a:cubicBezTo>
                  <a:cubicBezTo>
                    <a:pt x="10237" y="31314"/>
                    <a:pt x="10665" y="30802"/>
                    <a:pt x="11411" y="30802"/>
                  </a:cubicBezTo>
                  <a:cubicBezTo>
                    <a:pt x="11603" y="30802"/>
                    <a:pt x="11816" y="30836"/>
                    <a:pt x="12061" y="30921"/>
                  </a:cubicBezTo>
                  <a:cubicBezTo>
                    <a:pt x="13216" y="31338"/>
                    <a:pt x="13347" y="32874"/>
                    <a:pt x="13931" y="33802"/>
                  </a:cubicBezTo>
                  <a:cubicBezTo>
                    <a:pt x="14812" y="35195"/>
                    <a:pt x="15109" y="35624"/>
                    <a:pt x="15038" y="37410"/>
                  </a:cubicBezTo>
                  <a:cubicBezTo>
                    <a:pt x="14931" y="39791"/>
                    <a:pt x="14931" y="39577"/>
                    <a:pt x="16586" y="41029"/>
                  </a:cubicBezTo>
                  <a:cubicBezTo>
                    <a:pt x="17669" y="41994"/>
                    <a:pt x="17372" y="42684"/>
                    <a:pt x="17550" y="44018"/>
                  </a:cubicBezTo>
                  <a:cubicBezTo>
                    <a:pt x="17776" y="45673"/>
                    <a:pt x="18467" y="45792"/>
                    <a:pt x="19562" y="46875"/>
                  </a:cubicBezTo>
                  <a:cubicBezTo>
                    <a:pt x="20513" y="47826"/>
                    <a:pt x="20592" y="48588"/>
                    <a:pt x="21979" y="48588"/>
                  </a:cubicBezTo>
                  <a:cubicBezTo>
                    <a:pt x="22069" y="48588"/>
                    <a:pt x="22164" y="48584"/>
                    <a:pt x="22265" y="48578"/>
                  </a:cubicBezTo>
                  <a:cubicBezTo>
                    <a:pt x="23432" y="48483"/>
                    <a:pt x="24837" y="47935"/>
                    <a:pt x="25373" y="46804"/>
                  </a:cubicBezTo>
                  <a:cubicBezTo>
                    <a:pt x="26027" y="45423"/>
                    <a:pt x="25587" y="44375"/>
                    <a:pt x="26670" y="43065"/>
                  </a:cubicBezTo>
                  <a:cubicBezTo>
                    <a:pt x="27754" y="41756"/>
                    <a:pt x="27789" y="41601"/>
                    <a:pt x="27456" y="39934"/>
                  </a:cubicBezTo>
                  <a:cubicBezTo>
                    <a:pt x="27361" y="39398"/>
                    <a:pt x="27135" y="38934"/>
                    <a:pt x="27147" y="38351"/>
                  </a:cubicBezTo>
                  <a:cubicBezTo>
                    <a:pt x="27194" y="37327"/>
                    <a:pt x="27635" y="37172"/>
                    <a:pt x="27909" y="36303"/>
                  </a:cubicBezTo>
                  <a:cubicBezTo>
                    <a:pt x="28409" y="34719"/>
                    <a:pt x="27182" y="34433"/>
                    <a:pt x="27147" y="33159"/>
                  </a:cubicBezTo>
                  <a:cubicBezTo>
                    <a:pt x="27135" y="32338"/>
                    <a:pt x="28623" y="30707"/>
                    <a:pt x="29004" y="29849"/>
                  </a:cubicBezTo>
                  <a:cubicBezTo>
                    <a:pt x="29421" y="28933"/>
                    <a:pt x="30587" y="27099"/>
                    <a:pt x="30468" y="26087"/>
                  </a:cubicBezTo>
                  <a:cubicBezTo>
                    <a:pt x="30242" y="24242"/>
                    <a:pt x="28790" y="25206"/>
                    <a:pt x="27670" y="24646"/>
                  </a:cubicBezTo>
                  <a:cubicBezTo>
                    <a:pt x="26539" y="24063"/>
                    <a:pt x="26063" y="22444"/>
                    <a:pt x="24956" y="21682"/>
                  </a:cubicBezTo>
                  <a:cubicBezTo>
                    <a:pt x="23872" y="20920"/>
                    <a:pt x="21229" y="19539"/>
                    <a:pt x="21682" y="17765"/>
                  </a:cubicBezTo>
                  <a:lnTo>
                    <a:pt x="21682" y="17765"/>
                  </a:lnTo>
                  <a:cubicBezTo>
                    <a:pt x="23158" y="17824"/>
                    <a:pt x="24575" y="19813"/>
                    <a:pt x="26063" y="20253"/>
                  </a:cubicBezTo>
                  <a:cubicBezTo>
                    <a:pt x="27161" y="20591"/>
                    <a:pt x="28169" y="21342"/>
                    <a:pt x="29083" y="21342"/>
                  </a:cubicBezTo>
                  <a:cubicBezTo>
                    <a:pt x="29458" y="21342"/>
                    <a:pt x="29816" y="21216"/>
                    <a:pt x="30159" y="20884"/>
                  </a:cubicBezTo>
                  <a:cubicBezTo>
                    <a:pt x="31349" y="19717"/>
                    <a:pt x="31564" y="18062"/>
                    <a:pt x="30314" y="17277"/>
                  </a:cubicBezTo>
                  <a:cubicBezTo>
                    <a:pt x="29575" y="16800"/>
                    <a:pt x="28944" y="17146"/>
                    <a:pt x="28230" y="16205"/>
                  </a:cubicBezTo>
                  <a:cubicBezTo>
                    <a:pt x="27801" y="15622"/>
                    <a:pt x="27754" y="14967"/>
                    <a:pt x="27158" y="14455"/>
                  </a:cubicBezTo>
                  <a:cubicBezTo>
                    <a:pt x="27420" y="14053"/>
                    <a:pt x="27733" y="13904"/>
                    <a:pt x="28066" y="13904"/>
                  </a:cubicBezTo>
                  <a:cubicBezTo>
                    <a:pt x="28748" y="13904"/>
                    <a:pt x="29507" y="14531"/>
                    <a:pt x="30052" y="14883"/>
                  </a:cubicBezTo>
                  <a:cubicBezTo>
                    <a:pt x="30920" y="15432"/>
                    <a:pt x="31281" y="15530"/>
                    <a:pt x="31894" y="15530"/>
                  </a:cubicBezTo>
                  <a:cubicBezTo>
                    <a:pt x="32173" y="15530"/>
                    <a:pt x="32503" y="15510"/>
                    <a:pt x="32957" y="15502"/>
                  </a:cubicBezTo>
                  <a:cubicBezTo>
                    <a:pt x="33396" y="15502"/>
                    <a:pt x="33485" y="15359"/>
                    <a:pt x="33638" y="15359"/>
                  </a:cubicBezTo>
                  <a:cubicBezTo>
                    <a:pt x="33767" y="15359"/>
                    <a:pt x="33941" y="15460"/>
                    <a:pt x="34409" y="15836"/>
                  </a:cubicBezTo>
                  <a:cubicBezTo>
                    <a:pt x="34862" y="16193"/>
                    <a:pt x="34993" y="16515"/>
                    <a:pt x="35362" y="16955"/>
                  </a:cubicBezTo>
                  <a:cubicBezTo>
                    <a:pt x="35838" y="17491"/>
                    <a:pt x="35540" y="17634"/>
                    <a:pt x="36326" y="18062"/>
                  </a:cubicBezTo>
                  <a:cubicBezTo>
                    <a:pt x="37160" y="18527"/>
                    <a:pt x="37981" y="17931"/>
                    <a:pt x="38624" y="19170"/>
                  </a:cubicBezTo>
                  <a:cubicBezTo>
                    <a:pt x="39196" y="20265"/>
                    <a:pt x="38362" y="21753"/>
                    <a:pt x="39279" y="22789"/>
                  </a:cubicBezTo>
                  <a:cubicBezTo>
                    <a:pt x="39719" y="23280"/>
                    <a:pt x="40207" y="23502"/>
                    <a:pt x="40645" y="23502"/>
                  </a:cubicBezTo>
                  <a:cubicBezTo>
                    <a:pt x="41343" y="23502"/>
                    <a:pt x="41914" y="22936"/>
                    <a:pt x="41958" y="21991"/>
                  </a:cubicBezTo>
                  <a:cubicBezTo>
                    <a:pt x="42053" y="19836"/>
                    <a:pt x="38922" y="17848"/>
                    <a:pt x="39303" y="15550"/>
                  </a:cubicBezTo>
                  <a:lnTo>
                    <a:pt x="39303" y="15550"/>
                  </a:lnTo>
                  <a:cubicBezTo>
                    <a:pt x="40220" y="15586"/>
                    <a:pt x="40577" y="17610"/>
                    <a:pt x="41482" y="18241"/>
                  </a:cubicBezTo>
                  <a:cubicBezTo>
                    <a:pt x="42013" y="18630"/>
                    <a:pt x="43702" y="19301"/>
                    <a:pt x="44544" y="19301"/>
                  </a:cubicBezTo>
                  <a:cubicBezTo>
                    <a:pt x="44551" y="19301"/>
                    <a:pt x="44558" y="19301"/>
                    <a:pt x="44565" y="19301"/>
                  </a:cubicBezTo>
                  <a:cubicBezTo>
                    <a:pt x="39898" y="8383"/>
                    <a:pt x="29325" y="596"/>
                    <a:pt x="168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4"/>
            <p:cNvSpPr/>
            <p:nvPr/>
          </p:nvSpPr>
          <p:spPr>
            <a:xfrm>
              <a:off x="9850925" y="805300"/>
              <a:ext cx="608425" cy="530750"/>
            </a:xfrm>
            <a:custGeom>
              <a:rect b="b" l="l" r="r" t="t"/>
              <a:pathLst>
                <a:path extrusionOk="0" h="21230" w="24337">
                  <a:moveTo>
                    <a:pt x="23039" y="0"/>
                  </a:moveTo>
                  <a:cubicBezTo>
                    <a:pt x="13145" y="1465"/>
                    <a:pt x="4715" y="7489"/>
                    <a:pt x="0" y="15871"/>
                  </a:cubicBezTo>
                  <a:cubicBezTo>
                    <a:pt x="19" y="18098"/>
                    <a:pt x="1146" y="21230"/>
                    <a:pt x="3148" y="21230"/>
                  </a:cubicBezTo>
                  <a:cubicBezTo>
                    <a:pt x="3704" y="21230"/>
                    <a:pt x="4327" y="20988"/>
                    <a:pt x="5013" y="20419"/>
                  </a:cubicBezTo>
                  <a:cubicBezTo>
                    <a:pt x="6168" y="19464"/>
                    <a:pt x="5811" y="18002"/>
                    <a:pt x="7427" y="18002"/>
                  </a:cubicBezTo>
                  <a:cubicBezTo>
                    <a:pt x="7544" y="18002"/>
                    <a:pt x="7672" y="18010"/>
                    <a:pt x="7811" y="18026"/>
                  </a:cubicBezTo>
                  <a:cubicBezTo>
                    <a:pt x="8430" y="15216"/>
                    <a:pt x="8632" y="14407"/>
                    <a:pt x="11145" y="13335"/>
                  </a:cubicBezTo>
                  <a:cubicBezTo>
                    <a:pt x="12300" y="12859"/>
                    <a:pt x="12895" y="12442"/>
                    <a:pt x="13347" y="11299"/>
                  </a:cubicBezTo>
                  <a:cubicBezTo>
                    <a:pt x="14002" y="9727"/>
                    <a:pt x="13204" y="10025"/>
                    <a:pt x="14931" y="9739"/>
                  </a:cubicBezTo>
                  <a:cubicBezTo>
                    <a:pt x="17812" y="9263"/>
                    <a:pt x="17681" y="7834"/>
                    <a:pt x="19169" y="5941"/>
                  </a:cubicBezTo>
                  <a:cubicBezTo>
                    <a:pt x="20110" y="4751"/>
                    <a:pt x="20610" y="4965"/>
                    <a:pt x="21848" y="4382"/>
                  </a:cubicBezTo>
                  <a:cubicBezTo>
                    <a:pt x="22837" y="3917"/>
                    <a:pt x="23134" y="3036"/>
                    <a:pt x="23872" y="2465"/>
                  </a:cubicBezTo>
                  <a:cubicBezTo>
                    <a:pt x="24337" y="1310"/>
                    <a:pt x="23908" y="524"/>
                    <a:pt x="230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4"/>
            <p:cNvSpPr/>
            <p:nvPr/>
          </p:nvSpPr>
          <p:spPr>
            <a:xfrm>
              <a:off x="10557250" y="1838150"/>
              <a:ext cx="737625" cy="547125"/>
            </a:xfrm>
            <a:custGeom>
              <a:rect b="b" l="l" r="r" t="t"/>
              <a:pathLst>
                <a:path extrusionOk="0" h="21885" w="29505">
                  <a:moveTo>
                    <a:pt x="27863" y="1"/>
                  </a:moveTo>
                  <a:cubicBezTo>
                    <a:pt x="26818" y="1"/>
                    <a:pt x="25773" y="802"/>
                    <a:pt x="24844" y="802"/>
                  </a:cubicBezTo>
                  <a:cubicBezTo>
                    <a:pt x="24806" y="802"/>
                    <a:pt x="24768" y="801"/>
                    <a:pt x="24730" y="798"/>
                  </a:cubicBezTo>
                  <a:cubicBezTo>
                    <a:pt x="23781" y="723"/>
                    <a:pt x="23462" y="158"/>
                    <a:pt x="22667" y="158"/>
                  </a:cubicBezTo>
                  <a:cubicBezTo>
                    <a:pt x="22455" y="158"/>
                    <a:pt x="22209" y="198"/>
                    <a:pt x="21908" y="298"/>
                  </a:cubicBezTo>
                  <a:cubicBezTo>
                    <a:pt x="21230" y="525"/>
                    <a:pt x="19801" y="1132"/>
                    <a:pt x="19349" y="1691"/>
                  </a:cubicBezTo>
                  <a:cubicBezTo>
                    <a:pt x="18479" y="2680"/>
                    <a:pt x="19170" y="4632"/>
                    <a:pt x="18337" y="5501"/>
                  </a:cubicBezTo>
                  <a:cubicBezTo>
                    <a:pt x="17539" y="6335"/>
                    <a:pt x="15860" y="5573"/>
                    <a:pt x="14860" y="6430"/>
                  </a:cubicBezTo>
                  <a:cubicBezTo>
                    <a:pt x="14074" y="7121"/>
                    <a:pt x="13300" y="8514"/>
                    <a:pt x="12633" y="9383"/>
                  </a:cubicBezTo>
                  <a:cubicBezTo>
                    <a:pt x="11943" y="10264"/>
                    <a:pt x="11514" y="12324"/>
                    <a:pt x="10597" y="12728"/>
                  </a:cubicBezTo>
                  <a:cubicBezTo>
                    <a:pt x="10355" y="12833"/>
                    <a:pt x="10068" y="12873"/>
                    <a:pt x="9753" y="12873"/>
                  </a:cubicBezTo>
                  <a:cubicBezTo>
                    <a:pt x="8816" y="12873"/>
                    <a:pt x="7642" y="12524"/>
                    <a:pt x="6727" y="12524"/>
                  </a:cubicBezTo>
                  <a:cubicBezTo>
                    <a:pt x="6590" y="12524"/>
                    <a:pt x="6459" y="12532"/>
                    <a:pt x="6335" y="12550"/>
                  </a:cubicBezTo>
                  <a:cubicBezTo>
                    <a:pt x="4787" y="12788"/>
                    <a:pt x="4382" y="13895"/>
                    <a:pt x="3227" y="14633"/>
                  </a:cubicBezTo>
                  <a:cubicBezTo>
                    <a:pt x="2001" y="15443"/>
                    <a:pt x="870" y="15288"/>
                    <a:pt x="358" y="16955"/>
                  </a:cubicBezTo>
                  <a:cubicBezTo>
                    <a:pt x="120" y="17729"/>
                    <a:pt x="1" y="20027"/>
                    <a:pt x="1" y="21884"/>
                  </a:cubicBezTo>
                  <a:cubicBezTo>
                    <a:pt x="1287" y="21872"/>
                    <a:pt x="2585" y="21765"/>
                    <a:pt x="3835" y="21599"/>
                  </a:cubicBezTo>
                  <a:cubicBezTo>
                    <a:pt x="15800" y="19967"/>
                    <a:pt x="25635" y="11669"/>
                    <a:pt x="29505" y="584"/>
                  </a:cubicBezTo>
                  <a:cubicBezTo>
                    <a:pt x="29207" y="239"/>
                    <a:pt x="28754" y="36"/>
                    <a:pt x="27885" y="1"/>
                  </a:cubicBezTo>
                  <a:cubicBezTo>
                    <a:pt x="27878" y="1"/>
                    <a:pt x="27871" y="1"/>
                    <a:pt x="278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4"/>
            <p:cNvSpPr/>
            <p:nvPr/>
          </p:nvSpPr>
          <p:spPr>
            <a:xfrm>
              <a:off x="9966114" y="1367899"/>
              <a:ext cx="454850" cy="150600"/>
            </a:xfrm>
            <a:custGeom>
              <a:rect b="b" l="l" r="r" t="t"/>
              <a:pathLst>
                <a:path extrusionOk="0" h="6024" w="18194">
                  <a:moveTo>
                    <a:pt x="8073" y="1"/>
                  </a:moveTo>
                  <a:cubicBezTo>
                    <a:pt x="6865" y="1"/>
                    <a:pt x="5930" y="1773"/>
                    <a:pt x="5930" y="1773"/>
                  </a:cubicBezTo>
                  <a:cubicBezTo>
                    <a:pt x="5456" y="1444"/>
                    <a:pt x="5060" y="1312"/>
                    <a:pt x="4729" y="1312"/>
                  </a:cubicBezTo>
                  <a:cubicBezTo>
                    <a:pt x="3374" y="1312"/>
                    <a:pt x="3120" y="3535"/>
                    <a:pt x="3120" y="3535"/>
                  </a:cubicBezTo>
                  <a:cubicBezTo>
                    <a:pt x="2820" y="3437"/>
                    <a:pt x="2548" y="3393"/>
                    <a:pt x="2301" y="3393"/>
                  </a:cubicBezTo>
                  <a:cubicBezTo>
                    <a:pt x="780" y="3393"/>
                    <a:pt x="205" y="5061"/>
                    <a:pt x="0" y="6024"/>
                  </a:cubicBezTo>
                  <a:lnTo>
                    <a:pt x="18193" y="6024"/>
                  </a:lnTo>
                  <a:cubicBezTo>
                    <a:pt x="18063" y="4546"/>
                    <a:pt x="17407" y="4232"/>
                    <a:pt x="16871" y="4232"/>
                  </a:cubicBezTo>
                  <a:cubicBezTo>
                    <a:pt x="16475" y="4232"/>
                    <a:pt x="16145" y="4405"/>
                    <a:pt x="16145" y="4405"/>
                  </a:cubicBezTo>
                  <a:cubicBezTo>
                    <a:pt x="15838" y="3283"/>
                    <a:pt x="15354" y="2937"/>
                    <a:pt x="14873" y="2937"/>
                  </a:cubicBezTo>
                  <a:cubicBezTo>
                    <a:pt x="14105" y="2937"/>
                    <a:pt x="13347" y="3821"/>
                    <a:pt x="13347" y="3821"/>
                  </a:cubicBezTo>
                  <a:cubicBezTo>
                    <a:pt x="12921" y="2172"/>
                    <a:pt x="12206" y="1736"/>
                    <a:pt x="11570" y="1736"/>
                  </a:cubicBezTo>
                  <a:cubicBezTo>
                    <a:pt x="10856" y="1736"/>
                    <a:pt x="10240" y="2285"/>
                    <a:pt x="10240" y="2285"/>
                  </a:cubicBezTo>
                  <a:cubicBezTo>
                    <a:pt x="9509" y="555"/>
                    <a:pt x="8748" y="1"/>
                    <a:pt x="80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4"/>
            <p:cNvSpPr/>
            <p:nvPr/>
          </p:nvSpPr>
          <p:spPr>
            <a:xfrm>
              <a:off x="11027550" y="1097000"/>
              <a:ext cx="361975" cy="119975"/>
            </a:xfrm>
            <a:custGeom>
              <a:rect b="b" l="l" r="r" t="t"/>
              <a:pathLst>
                <a:path extrusionOk="0" h="4799" w="14479">
                  <a:moveTo>
                    <a:pt x="6425" y="1"/>
                  </a:moveTo>
                  <a:cubicBezTo>
                    <a:pt x="5460" y="1"/>
                    <a:pt x="4716" y="1417"/>
                    <a:pt x="4716" y="1417"/>
                  </a:cubicBezTo>
                  <a:cubicBezTo>
                    <a:pt x="4340" y="1156"/>
                    <a:pt x="4026" y="1051"/>
                    <a:pt x="3764" y="1051"/>
                  </a:cubicBezTo>
                  <a:cubicBezTo>
                    <a:pt x="2685" y="1051"/>
                    <a:pt x="2477" y="2822"/>
                    <a:pt x="2477" y="2822"/>
                  </a:cubicBezTo>
                  <a:cubicBezTo>
                    <a:pt x="2236" y="2741"/>
                    <a:pt x="2017" y="2705"/>
                    <a:pt x="1818" y="2705"/>
                  </a:cubicBezTo>
                  <a:cubicBezTo>
                    <a:pt x="617" y="2705"/>
                    <a:pt x="164" y="4032"/>
                    <a:pt x="1" y="4798"/>
                  </a:cubicBezTo>
                  <a:lnTo>
                    <a:pt x="14479" y="4798"/>
                  </a:lnTo>
                  <a:cubicBezTo>
                    <a:pt x="14383" y="3614"/>
                    <a:pt x="13862" y="3363"/>
                    <a:pt x="13437" y="3363"/>
                  </a:cubicBezTo>
                  <a:cubicBezTo>
                    <a:pt x="13122" y="3363"/>
                    <a:pt x="12860" y="3501"/>
                    <a:pt x="12860" y="3501"/>
                  </a:cubicBezTo>
                  <a:cubicBezTo>
                    <a:pt x="12612" y="2608"/>
                    <a:pt x="12224" y="2333"/>
                    <a:pt x="11840" y="2333"/>
                  </a:cubicBezTo>
                  <a:cubicBezTo>
                    <a:pt x="11225" y="2333"/>
                    <a:pt x="10621" y="3036"/>
                    <a:pt x="10621" y="3036"/>
                  </a:cubicBezTo>
                  <a:cubicBezTo>
                    <a:pt x="10285" y="1730"/>
                    <a:pt x="9719" y="1385"/>
                    <a:pt x="9214" y="1385"/>
                  </a:cubicBezTo>
                  <a:cubicBezTo>
                    <a:pt x="8647" y="1385"/>
                    <a:pt x="8157" y="1822"/>
                    <a:pt x="8157" y="1822"/>
                  </a:cubicBezTo>
                  <a:cubicBezTo>
                    <a:pt x="7572" y="443"/>
                    <a:pt x="6964" y="1"/>
                    <a:pt x="64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4"/>
            <p:cNvSpPr/>
            <p:nvPr/>
          </p:nvSpPr>
          <p:spPr>
            <a:xfrm>
              <a:off x="10354850" y="1750375"/>
              <a:ext cx="361975" cy="119950"/>
            </a:xfrm>
            <a:custGeom>
              <a:rect b="b" l="l" r="r" t="t"/>
              <a:pathLst>
                <a:path extrusionOk="0" h="4798" w="14479">
                  <a:moveTo>
                    <a:pt x="6425" y="0"/>
                  </a:moveTo>
                  <a:cubicBezTo>
                    <a:pt x="5460" y="0"/>
                    <a:pt x="4716" y="1416"/>
                    <a:pt x="4716" y="1416"/>
                  </a:cubicBezTo>
                  <a:cubicBezTo>
                    <a:pt x="4337" y="1151"/>
                    <a:pt x="4022" y="1044"/>
                    <a:pt x="3758" y="1044"/>
                  </a:cubicBezTo>
                  <a:cubicBezTo>
                    <a:pt x="2684" y="1044"/>
                    <a:pt x="2477" y="2809"/>
                    <a:pt x="2477" y="2809"/>
                  </a:cubicBezTo>
                  <a:cubicBezTo>
                    <a:pt x="2240" y="2731"/>
                    <a:pt x="2024" y="2696"/>
                    <a:pt x="1828" y="2696"/>
                  </a:cubicBezTo>
                  <a:cubicBezTo>
                    <a:pt x="620" y="2696"/>
                    <a:pt x="165" y="4029"/>
                    <a:pt x="1" y="4798"/>
                  </a:cubicBezTo>
                  <a:lnTo>
                    <a:pt x="14479" y="4798"/>
                  </a:lnTo>
                  <a:cubicBezTo>
                    <a:pt x="14376" y="3616"/>
                    <a:pt x="13852" y="3366"/>
                    <a:pt x="13428" y="3366"/>
                  </a:cubicBezTo>
                  <a:cubicBezTo>
                    <a:pt x="13117" y="3366"/>
                    <a:pt x="12859" y="3500"/>
                    <a:pt x="12859" y="3500"/>
                  </a:cubicBezTo>
                  <a:cubicBezTo>
                    <a:pt x="12612" y="2607"/>
                    <a:pt x="12224" y="2332"/>
                    <a:pt x="11840" y="2332"/>
                  </a:cubicBezTo>
                  <a:cubicBezTo>
                    <a:pt x="11225" y="2332"/>
                    <a:pt x="10621" y="3035"/>
                    <a:pt x="10621" y="3035"/>
                  </a:cubicBezTo>
                  <a:cubicBezTo>
                    <a:pt x="10285" y="1726"/>
                    <a:pt x="9721" y="1379"/>
                    <a:pt x="9217" y="1379"/>
                  </a:cubicBezTo>
                  <a:cubicBezTo>
                    <a:pt x="8648" y="1379"/>
                    <a:pt x="8156" y="1821"/>
                    <a:pt x="8156" y="1821"/>
                  </a:cubicBezTo>
                  <a:cubicBezTo>
                    <a:pt x="7572" y="442"/>
                    <a:pt x="6964" y="0"/>
                    <a:pt x="64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4"/>
            <p:cNvSpPr/>
            <p:nvPr/>
          </p:nvSpPr>
          <p:spPr>
            <a:xfrm>
              <a:off x="10689125" y="1502700"/>
              <a:ext cx="64900" cy="64600"/>
            </a:xfrm>
            <a:custGeom>
              <a:rect b="b" l="l" r="r" t="t"/>
              <a:pathLst>
                <a:path extrusionOk="0" h="2584" w="2596">
                  <a:moveTo>
                    <a:pt x="1298" y="0"/>
                  </a:moveTo>
                  <a:lnTo>
                    <a:pt x="834" y="846"/>
                  </a:lnTo>
                  <a:lnTo>
                    <a:pt x="0" y="1298"/>
                  </a:lnTo>
                  <a:lnTo>
                    <a:pt x="834" y="1751"/>
                  </a:lnTo>
                  <a:lnTo>
                    <a:pt x="1298" y="2584"/>
                  </a:lnTo>
                  <a:lnTo>
                    <a:pt x="1762" y="1751"/>
                  </a:lnTo>
                  <a:lnTo>
                    <a:pt x="2596" y="1298"/>
                  </a:lnTo>
                  <a:lnTo>
                    <a:pt x="1762" y="846"/>
                  </a:lnTo>
                  <a:lnTo>
                    <a:pt x="12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4"/>
            <p:cNvSpPr/>
            <p:nvPr/>
          </p:nvSpPr>
          <p:spPr>
            <a:xfrm>
              <a:off x="9951825" y="1168125"/>
              <a:ext cx="64625" cy="64925"/>
            </a:xfrm>
            <a:custGeom>
              <a:rect b="b" l="l" r="r" t="t"/>
              <a:pathLst>
                <a:path extrusionOk="0" h="2597" w="2585">
                  <a:moveTo>
                    <a:pt x="1298" y="1"/>
                  </a:moveTo>
                  <a:lnTo>
                    <a:pt x="834" y="846"/>
                  </a:lnTo>
                  <a:lnTo>
                    <a:pt x="1" y="1299"/>
                  </a:lnTo>
                  <a:lnTo>
                    <a:pt x="834" y="1763"/>
                  </a:lnTo>
                  <a:lnTo>
                    <a:pt x="1298" y="2596"/>
                  </a:lnTo>
                  <a:lnTo>
                    <a:pt x="1751" y="1763"/>
                  </a:lnTo>
                  <a:lnTo>
                    <a:pt x="2584" y="1299"/>
                  </a:lnTo>
                  <a:lnTo>
                    <a:pt x="1751" y="846"/>
                  </a:lnTo>
                  <a:lnTo>
                    <a:pt x="12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4"/>
            <p:cNvSpPr/>
            <p:nvPr/>
          </p:nvSpPr>
          <p:spPr>
            <a:xfrm>
              <a:off x="10614700" y="814525"/>
              <a:ext cx="88425" cy="53925"/>
            </a:xfrm>
            <a:custGeom>
              <a:rect b="b" l="l" r="r" t="t"/>
              <a:pathLst>
                <a:path extrusionOk="0" h="2157" w="3537">
                  <a:moveTo>
                    <a:pt x="2501" y="0"/>
                  </a:moveTo>
                  <a:lnTo>
                    <a:pt x="1989" y="536"/>
                  </a:lnTo>
                  <a:lnTo>
                    <a:pt x="1715" y="500"/>
                  </a:lnTo>
                  <a:cubicBezTo>
                    <a:pt x="1715" y="500"/>
                    <a:pt x="1" y="1405"/>
                    <a:pt x="1156" y="1584"/>
                  </a:cubicBezTo>
                  <a:cubicBezTo>
                    <a:pt x="1156" y="1584"/>
                    <a:pt x="906" y="1849"/>
                    <a:pt x="1209" y="1849"/>
                  </a:cubicBezTo>
                  <a:cubicBezTo>
                    <a:pt x="1280" y="1849"/>
                    <a:pt x="1382" y="1834"/>
                    <a:pt x="1525" y="1798"/>
                  </a:cubicBezTo>
                  <a:lnTo>
                    <a:pt x="1525" y="1798"/>
                  </a:lnTo>
                  <a:cubicBezTo>
                    <a:pt x="1525" y="1798"/>
                    <a:pt x="1418" y="2047"/>
                    <a:pt x="1657" y="2047"/>
                  </a:cubicBezTo>
                  <a:cubicBezTo>
                    <a:pt x="1756" y="2047"/>
                    <a:pt x="1916" y="2004"/>
                    <a:pt x="2168" y="1881"/>
                  </a:cubicBezTo>
                  <a:lnTo>
                    <a:pt x="2168" y="1881"/>
                  </a:lnTo>
                  <a:cubicBezTo>
                    <a:pt x="2168" y="1881"/>
                    <a:pt x="1984" y="2157"/>
                    <a:pt x="2227" y="2157"/>
                  </a:cubicBezTo>
                  <a:cubicBezTo>
                    <a:pt x="2394" y="2157"/>
                    <a:pt x="2764" y="2026"/>
                    <a:pt x="3537" y="1584"/>
                  </a:cubicBezTo>
                  <a:lnTo>
                    <a:pt x="3442" y="500"/>
                  </a:lnTo>
                  <a:lnTo>
                    <a:pt x="2501" y="0"/>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4"/>
            <p:cNvSpPr/>
            <p:nvPr/>
          </p:nvSpPr>
          <p:spPr>
            <a:xfrm>
              <a:off x="10786750" y="720625"/>
              <a:ext cx="56575" cy="27325"/>
            </a:xfrm>
            <a:custGeom>
              <a:rect b="b" l="l" r="r" t="t"/>
              <a:pathLst>
                <a:path extrusionOk="0" h="1093" w="2263">
                  <a:moveTo>
                    <a:pt x="873" y="1"/>
                  </a:moveTo>
                  <a:cubicBezTo>
                    <a:pt x="600" y="1"/>
                    <a:pt x="303" y="105"/>
                    <a:pt x="1" y="387"/>
                  </a:cubicBezTo>
                  <a:cubicBezTo>
                    <a:pt x="1" y="387"/>
                    <a:pt x="404" y="1093"/>
                    <a:pt x="1334" y="1093"/>
                  </a:cubicBezTo>
                  <a:cubicBezTo>
                    <a:pt x="1600" y="1093"/>
                    <a:pt x="1908" y="1035"/>
                    <a:pt x="2263" y="887"/>
                  </a:cubicBezTo>
                  <a:cubicBezTo>
                    <a:pt x="2263" y="878"/>
                    <a:pt x="1664" y="1"/>
                    <a:pt x="8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4"/>
            <p:cNvSpPr/>
            <p:nvPr/>
          </p:nvSpPr>
          <p:spPr>
            <a:xfrm>
              <a:off x="10648950" y="681475"/>
              <a:ext cx="195875" cy="172650"/>
            </a:xfrm>
            <a:custGeom>
              <a:rect b="b" l="l" r="r" t="t"/>
              <a:pathLst>
                <a:path extrusionOk="0" h="6906" w="7835">
                  <a:moveTo>
                    <a:pt x="5560" y="0"/>
                  </a:moveTo>
                  <a:lnTo>
                    <a:pt x="5870" y="3286"/>
                  </a:lnTo>
                  <a:lnTo>
                    <a:pt x="2143" y="4691"/>
                  </a:lnTo>
                  <a:lnTo>
                    <a:pt x="762" y="5191"/>
                  </a:lnTo>
                  <a:cubicBezTo>
                    <a:pt x="762" y="5191"/>
                    <a:pt x="0" y="6132"/>
                    <a:pt x="286" y="6298"/>
                  </a:cubicBezTo>
                  <a:cubicBezTo>
                    <a:pt x="286" y="6298"/>
                    <a:pt x="318" y="6306"/>
                    <a:pt x="371" y="6306"/>
                  </a:cubicBezTo>
                  <a:cubicBezTo>
                    <a:pt x="524" y="6306"/>
                    <a:pt x="850" y="6240"/>
                    <a:pt x="1072" y="5727"/>
                  </a:cubicBezTo>
                  <a:cubicBezTo>
                    <a:pt x="1072" y="5727"/>
                    <a:pt x="1298" y="6465"/>
                    <a:pt x="2167" y="6906"/>
                  </a:cubicBezTo>
                  <a:cubicBezTo>
                    <a:pt x="2167" y="6906"/>
                    <a:pt x="2667" y="6620"/>
                    <a:pt x="2619" y="6001"/>
                  </a:cubicBezTo>
                  <a:lnTo>
                    <a:pt x="7430" y="4513"/>
                  </a:lnTo>
                  <a:cubicBezTo>
                    <a:pt x="7430" y="4513"/>
                    <a:pt x="7834" y="4358"/>
                    <a:pt x="7584" y="1798"/>
                  </a:cubicBezTo>
                  <a:lnTo>
                    <a:pt x="5560" y="0"/>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4"/>
            <p:cNvSpPr/>
            <p:nvPr/>
          </p:nvSpPr>
          <p:spPr>
            <a:xfrm>
              <a:off x="10773350" y="660775"/>
              <a:ext cx="72475" cy="81725"/>
            </a:xfrm>
            <a:custGeom>
              <a:rect b="b" l="l" r="r" t="t"/>
              <a:pathLst>
                <a:path extrusionOk="0" h="3269" w="2899">
                  <a:moveTo>
                    <a:pt x="703" y="0"/>
                  </a:moveTo>
                  <a:cubicBezTo>
                    <a:pt x="610" y="0"/>
                    <a:pt x="550" y="7"/>
                    <a:pt x="539" y="7"/>
                  </a:cubicBezTo>
                  <a:cubicBezTo>
                    <a:pt x="537" y="7"/>
                    <a:pt x="537" y="7"/>
                    <a:pt x="537" y="7"/>
                  </a:cubicBezTo>
                  <a:cubicBezTo>
                    <a:pt x="1" y="876"/>
                    <a:pt x="537" y="2757"/>
                    <a:pt x="537" y="2757"/>
                  </a:cubicBezTo>
                  <a:cubicBezTo>
                    <a:pt x="766" y="2680"/>
                    <a:pt x="987" y="2649"/>
                    <a:pt x="1195" y="2649"/>
                  </a:cubicBezTo>
                  <a:cubicBezTo>
                    <a:pt x="2124" y="2649"/>
                    <a:pt x="2799" y="3269"/>
                    <a:pt x="2799" y="3269"/>
                  </a:cubicBezTo>
                  <a:cubicBezTo>
                    <a:pt x="2899" y="224"/>
                    <a:pt x="1241" y="0"/>
                    <a:pt x="7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4"/>
            <p:cNvSpPr/>
            <p:nvPr/>
          </p:nvSpPr>
          <p:spPr>
            <a:xfrm>
              <a:off x="10788550" y="959475"/>
              <a:ext cx="144375" cy="80975"/>
            </a:xfrm>
            <a:custGeom>
              <a:rect b="b" l="l" r="r" t="t"/>
              <a:pathLst>
                <a:path extrusionOk="0" h="3239" w="5775">
                  <a:moveTo>
                    <a:pt x="4572" y="0"/>
                  </a:moveTo>
                  <a:lnTo>
                    <a:pt x="3774" y="417"/>
                  </a:lnTo>
                  <a:lnTo>
                    <a:pt x="2536" y="1084"/>
                  </a:lnTo>
                  <a:lnTo>
                    <a:pt x="1881" y="2132"/>
                  </a:lnTo>
                  <a:cubicBezTo>
                    <a:pt x="1881" y="2132"/>
                    <a:pt x="405" y="2513"/>
                    <a:pt x="0" y="2941"/>
                  </a:cubicBezTo>
                  <a:lnTo>
                    <a:pt x="0" y="3239"/>
                  </a:lnTo>
                  <a:lnTo>
                    <a:pt x="4322" y="3239"/>
                  </a:lnTo>
                  <a:cubicBezTo>
                    <a:pt x="4322" y="3239"/>
                    <a:pt x="5775" y="1239"/>
                    <a:pt x="45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4"/>
            <p:cNvSpPr/>
            <p:nvPr/>
          </p:nvSpPr>
          <p:spPr>
            <a:xfrm>
              <a:off x="10788550" y="1033000"/>
              <a:ext cx="112525" cy="7450"/>
            </a:xfrm>
            <a:custGeom>
              <a:rect b="b" l="l" r="r" t="t"/>
              <a:pathLst>
                <a:path extrusionOk="0" h="298" w="4501">
                  <a:moveTo>
                    <a:pt x="0" y="0"/>
                  </a:moveTo>
                  <a:lnTo>
                    <a:pt x="0" y="298"/>
                  </a:lnTo>
                  <a:lnTo>
                    <a:pt x="4298" y="298"/>
                  </a:lnTo>
                  <a:cubicBezTo>
                    <a:pt x="4298" y="298"/>
                    <a:pt x="4382" y="203"/>
                    <a:pt x="4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4"/>
            <p:cNvSpPr/>
            <p:nvPr/>
          </p:nvSpPr>
          <p:spPr>
            <a:xfrm>
              <a:off x="10731675" y="776425"/>
              <a:ext cx="223875" cy="199150"/>
            </a:xfrm>
            <a:custGeom>
              <a:rect b="b" l="l" r="r" t="t"/>
              <a:pathLst>
                <a:path extrusionOk="0" h="7966" w="8955">
                  <a:moveTo>
                    <a:pt x="6847" y="0"/>
                  </a:moveTo>
                  <a:cubicBezTo>
                    <a:pt x="6847" y="0"/>
                    <a:pt x="1442" y="1179"/>
                    <a:pt x="906" y="1393"/>
                  </a:cubicBezTo>
                  <a:cubicBezTo>
                    <a:pt x="906" y="1393"/>
                    <a:pt x="227" y="1810"/>
                    <a:pt x="1" y="2739"/>
                  </a:cubicBezTo>
                  <a:cubicBezTo>
                    <a:pt x="1" y="2739"/>
                    <a:pt x="739" y="4667"/>
                    <a:pt x="4371" y="7965"/>
                  </a:cubicBezTo>
                  <a:cubicBezTo>
                    <a:pt x="4371" y="7965"/>
                    <a:pt x="5561" y="7870"/>
                    <a:pt x="6395" y="6906"/>
                  </a:cubicBezTo>
                  <a:lnTo>
                    <a:pt x="3930" y="3572"/>
                  </a:lnTo>
                  <a:lnTo>
                    <a:pt x="3930" y="3572"/>
                  </a:lnTo>
                  <a:cubicBezTo>
                    <a:pt x="3930" y="3572"/>
                    <a:pt x="5478" y="3774"/>
                    <a:pt x="8954" y="3941"/>
                  </a:cubicBezTo>
                  <a:cubicBezTo>
                    <a:pt x="8931" y="3941"/>
                    <a:pt x="8645" y="500"/>
                    <a:pt x="68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4"/>
            <p:cNvSpPr/>
            <p:nvPr/>
          </p:nvSpPr>
          <p:spPr>
            <a:xfrm>
              <a:off x="10840625" y="949050"/>
              <a:ext cx="61950" cy="37525"/>
            </a:xfrm>
            <a:custGeom>
              <a:rect b="b" l="l" r="r" t="t"/>
              <a:pathLst>
                <a:path extrusionOk="0" h="1501" w="2478">
                  <a:moveTo>
                    <a:pt x="2025" y="1"/>
                  </a:moveTo>
                  <a:cubicBezTo>
                    <a:pt x="1191" y="965"/>
                    <a:pt x="1" y="1060"/>
                    <a:pt x="1" y="1060"/>
                  </a:cubicBezTo>
                  <a:lnTo>
                    <a:pt x="453" y="1501"/>
                  </a:lnTo>
                  <a:cubicBezTo>
                    <a:pt x="453" y="1501"/>
                    <a:pt x="1798" y="1370"/>
                    <a:pt x="2477" y="406"/>
                  </a:cubicBezTo>
                  <a:lnTo>
                    <a:pt x="2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4"/>
            <p:cNvSpPr/>
            <p:nvPr/>
          </p:nvSpPr>
          <p:spPr>
            <a:xfrm>
              <a:off x="11015650" y="930725"/>
              <a:ext cx="91400" cy="124125"/>
            </a:xfrm>
            <a:custGeom>
              <a:rect b="b" l="l" r="r" t="t"/>
              <a:pathLst>
                <a:path extrusionOk="0" h="4965" w="3656">
                  <a:moveTo>
                    <a:pt x="1716" y="1"/>
                  </a:moveTo>
                  <a:cubicBezTo>
                    <a:pt x="1698" y="1"/>
                    <a:pt x="1691" y="7"/>
                    <a:pt x="1691" y="7"/>
                  </a:cubicBezTo>
                  <a:lnTo>
                    <a:pt x="1" y="877"/>
                  </a:lnTo>
                  <a:cubicBezTo>
                    <a:pt x="436" y="1206"/>
                    <a:pt x="1033" y="2604"/>
                    <a:pt x="1048" y="2604"/>
                  </a:cubicBezTo>
                  <a:cubicBezTo>
                    <a:pt x="1048" y="2604"/>
                    <a:pt x="1048" y="2603"/>
                    <a:pt x="1048" y="2603"/>
                  </a:cubicBezTo>
                  <a:lnTo>
                    <a:pt x="1608" y="3782"/>
                  </a:lnTo>
                  <a:cubicBezTo>
                    <a:pt x="1024" y="4865"/>
                    <a:pt x="1608" y="4960"/>
                    <a:pt x="1608" y="4960"/>
                  </a:cubicBezTo>
                  <a:lnTo>
                    <a:pt x="2001" y="4960"/>
                  </a:lnTo>
                  <a:cubicBezTo>
                    <a:pt x="2051" y="4962"/>
                    <a:pt x="2118" y="4965"/>
                    <a:pt x="2195" y="4965"/>
                  </a:cubicBezTo>
                  <a:cubicBezTo>
                    <a:pt x="2628" y="4965"/>
                    <a:pt x="3395" y="4891"/>
                    <a:pt x="3537" y="4234"/>
                  </a:cubicBezTo>
                  <a:lnTo>
                    <a:pt x="3537" y="4187"/>
                  </a:lnTo>
                  <a:cubicBezTo>
                    <a:pt x="3656" y="3401"/>
                    <a:pt x="2977" y="1924"/>
                    <a:pt x="2977" y="1924"/>
                  </a:cubicBezTo>
                  <a:cubicBezTo>
                    <a:pt x="2112" y="155"/>
                    <a:pt x="1799" y="1"/>
                    <a:pt x="17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4"/>
            <p:cNvSpPr/>
            <p:nvPr/>
          </p:nvSpPr>
          <p:spPr>
            <a:xfrm>
              <a:off x="10822175" y="804300"/>
              <a:ext cx="254525" cy="260575"/>
            </a:xfrm>
            <a:custGeom>
              <a:rect b="b" l="l" r="r" t="t"/>
              <a:pathLst>
                <a:path extrusionOk="0" h="10423" w="10181">
                  <a:moveTo>
                    <a:pt x="8776" y="1"/>
                  </a:moveTo>
                  <a:cubicBezTo>
                    <a:pt x="7868" y="1"/>
                    <a:pt x="6280" y="121"/>
                    <a:pt x="4822" y="862"/>
                  </a:cubicBezTo>
                  <a:cubicBezTo>
                    <a:pt x="4822" y="862"/>
                    <a:pt x="3370" y="4838"/>
                    <a:pt x="1822" y="7053"/>
                  </a:cubicBezTo>
                  <a:cubicBezTo>
                    <a:pt x="1822" y="7053"/>
                    <a:pt x="0" y="9660"/>
                    <a:pt x="1941" y="10339"/>
                  </a:cubicBezTo>
                  <a:cubicBezTo>
                    <a:pt x="1941" y="10339"/>
                    <a:pt x="2179" y="10422"/>
                    <a:pt x="2607" y="10422"/>
                  </a:cubicBezTo>
                  <a:cubicBezTo>
                    <a:pt x="3229" y="10422"/>
                    <a:pt x="4254" y="10247"/>
                    <a:pt x="5537" y="9386"/>
                  </a:cubicBezTo>
                  <a:lnTo>
                    <a:pt x="9002" y="7577"/>
                  </a:lnTo>
                  <a:cubicBezTo>
                    <a:pt x="9002" y="7577"/>
                    <a:pt x="9025" y="6350"/>
                    <a:pt x="7740" y="5934"/>
                  </a:cubicBezTo>
                  <a:lnTo>
                    <a:pt x="6335" y="6350"/>
                  </a:lnTo>
                  <a:cubicBezTo>
                    <a:pt x="6335" y="6350"/>
                    <a:pt x="10180" y="3302"/>
                    <a:pt x="9525" y="28"/>
                  </a:cubicBezTo>
                  <a:lnTo>
                    <a:pt x="9525" y="28"/>
                  </a:lnTo>
                  <a:cubicBezTo>
                    <a:pt x="9525" y="28"/>
                    <a:pt x="9524" y="28"/>
                    <a:pt x="9522" y="28"/>
                  </a:cubicBezTo>
                  <a:cubicBezTo>
                    <a:pt x="9490" y="28"/>
                    <a:pt x="9211" y="1"/>
                    <a:pt x="87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4"/>
            <p:cNvSpPr/>
            <p:nvPr/>
          </p:nvSpPr>
          <p:spPr>
            <a:xfrm>
              <a:off x="10765025" y="588650"/>
              <a:ext cx="295300" cy="250300"/>
            </a:xfrm>
            <a:custGeom>
              <a:rect b="b" l="l" r="r" t="t"/>
              <a:pathLst>
                <a:path extrusionOk="0" h="10012" w="11812">
                  <a:moveTo>
                    <a:pt x="3844" y="0"/>
                  </a:moveTo>
                  <a:cubicBezTo>
                    <a:pt x="3217" y="0"/>
                    <a:pt x="2650" y="190"/>
                    <a:pt x="2298" y="725"/>
                  </a:cubicBezTo>
                  <a:cubicBezTo>
                    <a:pt x="2298" y="725"/>
                    <a:pt x="0" y="2725"/>
                    <a:pt x="1060" y="4654"/>
                  </a:cubicBezTo>
                  <a:cubicBezTo>
                    <a:pt x="1060" y="4654"/>
                    <a:pt x="3251" y="7702"/>
                    <a:pt x="5418" y="9130"/>
                  </a:cubicBezTo>
                  <a:cubicBezTo>
                    <a:pt x="5418" y="9130"/>
                    <a:pt x="6428" y="10011"/>
                    <a:pt x="8111" y="10011"/>
                  </a:cubicBezTo>
                  <a:cubicBezTo>
                    <a:pt x="9125" y="10011"/>
                    <a:pt x="10383" y="9691"/>
                    <a:pt x="11811" y="8666"/>
                  </a:cubicBezTo>
                  <a:cubicBezTo>
                    <a:pt x="11811" y="8666"/>
                    <a:pt x="10180" y="3046"/>
                    <a:pt x="7287" y="1141"/>
                  </a:cubicBezTo>
                  <a:cubicBezTo>
                    <a:pt x="7287" y="1141"/>
                    <a:pt x="5383" y="0"/>
                    <a:pt x="38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4"/>
            <p:cNvSpPr/>
            <p:nvPr/>
          </p:nvSpPr>
          <p:spPr>
            <a:xfrm>
              <a:off x="10799850" y="589200"/>
              <a:ext cx="63125" cy="72950"/>
            </a:xfrm>
            <a:custGeom>
              <a:rect b="b" l="l" r="r" t="t"/>
              <a:pathLst>
                <a:path extrusionOk="0" h="2918" w="2525">
                  <a:moveTo>
                    <a:pt x="1989" y="0"/>
                  </a:moveTo>
                  <a:cubicBezTo>
                    <a:pt x="1560" y="72"/>
                    <a:pt x="1167" y="286"/>
                    <a:pt x="905" y="691"/>
                  </a:cubicBezTo>
                  <a:cubicBezTo>
                    <a:pt x="905" y="691"/>
                    <a:pt x="429" y="1095"/>
                    <a:pt x="0" y="1738"/>
                  </a:cubicBezTo>
                  <a:cubicBezTo>
                    <a:pt x="96" y="2179"/>
                    <a:pt x="322" y="2727"/>
                    <a:pt x="774" y="2893"/>
                  </a:cubicBezTo>
                  <a:cubicBezTo>
                    <a:pt x="818" y="2910"/>
                    <a:pt x="859" y="2918"/>
                    <a:pt x="898" y="2918"/>
                  </a:cubicBezTo>
                  <a:cubicBezTo>
                    <a:pt x="1137" y="2918"/>
                    <a:pt x="1298" y="2637"/>
                    <a:pt x="1441" y="2453"/>
                  </a:cubicBezTo>
                  <a:cubicBezTo>
                    <a:pt x="1632" y="2203"/>
                    <a:pt x="1798" y="1941"/>
                    <a:pt x="1941" y="1643"/>
                  </a:cubicBezTo>
                  <a:cubicBezTo>
                    <a:pt x="2144" y="1262"/>
                    <a:pt x="2525" y="667"/>
                    <a:pt x="2239" y="238"/>
                  </a:cubicBezTo>
                  <a:cubicBezTo>
                    <a:pt x="2167" y="131"/>
                    <a:pt x="2084" y="60"/>
                    <a:pt x="1989"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4"/>
            <p:cNvSpPr/>
            <p:nvPr/>
          </p:nvSpPr>
          <p:spPr>
            <a:xfrm>
              <a:off x="11006125" y="949950"/>
              <a:ext cx="46150" cy="48850"/>
            </a:xfrm>
            <a:custGeom>
              <a:rect b="b" l="l" r="r" t="t"/>
              <a:pathLst>
                <a:path extrusionOk="0" h="1954" w="1846">
                  <a:moveTo>
                    <a:pt x="584" y="0"/>
                  </a:moveTo>
                  <a:lnTo>
                    <a:pt x="1" y="227"/>
                  </a:lnTo>
                  <a:cubicBezTo>
                    <a:pt x="1" y="227"/>
                    <a:pt x="1096" y="727"/>
                    <a:pt x="1251" y="1953"/>
                  </a:cubicBezTo>
                  <a:lnTo>
                    <a:pt x="1846" y="1644"/>
                  </a:lnTo>
                  <a:cubicBezTo>
                    <a:pt x="1846" y="1644"/>
                    <a:pt x="1703" y="429"/>
                    <a:pt x="5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4"/>
            <p:cNvSpPr/>
            <p:nvPr/>
          </p:nvSpPr>
          <p:spPr>
            <a:xfrm>
              <a:off x="10843300" y="680900"/>
              <a:ext cx="72075" cy="35275"/>
            </a:xfrm>
            <a:custGeom>
              <a:rect b="b" l="l" r="r" t="t"/>
              <a:pathLst>
                <a:path extrusionOk="0" h="1411" w="2883">
                  <a:moveTo>
                    <a:pt x="2080" y="1"/>
                  </a:moveTo>
                  <a:cubicBezTo>
                    <a:pt x="1571" y="1"/>
                    <a:pt x="849" y="264"/>
                    <a:pt x="1" y="1321"/>
                  </a:cubicBezTo>
                  <a:cubicBezTo>
                    <a:pt x="1" y="1321"/>
                    <a:pt x="259" y="1411"/>
                    <a:pt x="653" y="1411"/>
                  </a:cubicBezTo>
                  <a:cubicBezTo>
                    <a:pt x="1232" y="1411"/>
                    <a:pt x="2103" y="1217"/>
                    <a:pt x="2882" y="261"/>
                  </a:cubicBezTo>
                  <a:cubicBezTo>
                    <a:pt x="2882" y="261"/>
                    <a:pt x="2586" y="1"/>
                    <a:pt x="20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4"/>
            <p:cNvSpPr/>
            <p:nvPr/>
          </p:nvSpPr>
          <p:spPr>
            <a:xfrm>
              <a:off x="10658475" y="617200"/>
              <a:ext cx="257775" cy="363425"/>
            </a:xfrm>
            <a:custGeom>
              <a:rect b="b" l="l" r="r" t="t"/>
              <a:pathLst>
                <a:path extrusionOk="0" h="14537" w="10311">
                  <a:moveTo>
                    <a:pt x="8999" y="0"/>
                  </a:moveTo>
                  <a:cubicBezTo>
                    <a:pt x="8630" y="0"/>
                    <a:pt x="7471" y="313"/>
                    <a:pt x="7632" y="4297"/>
                  </a:cubicBezTo>
                  <a:lnTo>
                    <a:pt x="7441" y="7869"/>
                  </a:lnTo>
                  <a:cubicBezTo>
                    <a:pt x="7441" y="7869"/>
                    <a:pt x="6013" y="9072"/>
                    <a:pt x="4965" y="10191"/>
                  </a:cubicBezTo>
                  <a:cubicBezTo>
                    <a:pt x="4965" y="10191"/>
                    <a:pt x="3524" y="11215"/>
                    <a:pt x="2929" y="11453"/>
                  </a:cubicBezTo>
                  <a:lnTo>
                    <a:pt x="1131" y="11786"/>
                  </a:lnTo>
                  <a:cubicBezTo>
                    <a:pt x="1131" y="11786"/>
                    <a:pt x="179" y="12322"/>
                    <a:pt x="179" y="13037"/>
                  </a:cubicBezTo>
                  <a:cubicBezTo>
                    <a:pt x="179" y="13037"/>
                    <a:pt x="0" y="13882"/>
                    <a:pt x="500" y="14537"/>
                  </a:cubicBezTo>
                  <a:cubicBezTo>
                    <a:pt x="500" y="14537"/>
                    <a:pt x="1381" y="13465"/>
                    <a:pt x="2048" y="13346"/>
                  </a:cubicBezTo>
                  <a:cubicBezTo>
                    <a:pt x="2048" y="13346"/>
                    <a:pt x="3358" y="13334"/>
                    <a:pt x="3524" y="12906"/>
                  </a:cubicBezTo>
                  <a:cubicBezTo>
                    <a:pt x="3524" y="12906"/>
                    <a:pt x="7894" y="10131"/>
                    <a:pt x="8787" y="9334"/>
                  </a:cubicBezTo>
                  <a:cubicBezTo>
                    <a:pt x="8787" y="9334"/>
                    <a:pt x="9192" y="8941"/>
                    <a:pt x="9299" y="8084"/>
                  </a:cubicBezTo>
                  <a:cubicBezTo>
                    <a:pt x="9299" y="8084"/>
                    <a:pt x="10025" y="2869"/>
                    <a:pt x="10097" y="1690"/>
                  </a:cubicBezTo>
                  <a:cubicBezTo>
                    <a:pt x="10097" y="1690"/>
                    <a:pt x="10311" y="202"/>
                    <a:pt x="9108" y="11"/>
                  </a:cubicBezTo>
                  <a:cubicBezTo>
                    <a:pt x="9108" y="11"/>
                    <a:pt x="9067" y="0"/>
                    <a:pt x="8999"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4"/>
            <p:cNvSpPr/>
            <p:nvPr/>
          </p:nvSpPr>
          <p:spPr>
            <a:xfrm>
              <a:off x="10837350" y="610600"/>
              <a:ext cx="85800" cy="103025"/>
            </a:xfrm>
            <a:custGeom>
              <a:rect b="b" l="l" r="r" t="t"/>
              <a:pathLst>
                <a:path extrusionOk="0" h="4121" w="3432">
                  <a:moveTo>
                    <a:pt x="1945" y="0"/>
                  </a:moveTo>
                  <a:cubicBezTo>
                    <a:pt x="1928" y="0"/>
                    <a:pt x="1911" y="1"/>
                    <a:pt x="1894" y="1"/>
                  </a:cubicBezTo>
                  <a:cubicBezTo>
                    <a:pt x="1894" y="1"/>
                    <a:pt x="1" y="25"/>
                    <a:pt x="239" y="4121"/>
                  </a:cubicBezTo>
                  <a:cubicBezTo>
                    <a:pt x="239" y="4121"/>
                    <a:pt x="1758" y="3035"/>
                    <a:pt x="2845" y="3035"/>
                  </a:cubicBezTo>
                  <a:cubicBezTo>
                    <a:pt x="2940" y="3035"/>
                    <a:pt x="3033" y="3043"/>
                    <a:pt x="3120" y="3061"/>
                  </a:cubicBezTo>
                  <a:cubicBezTo>
                    <a:pt x="3120" y="3061"/>
                    <a:pt x="3120" y="3061"/>
                    <a:pt x="3120" y="3061"/>
                  </a:cubicBezTo>
                  <a:cubicBezTo>
                    <a:pt x="3121" y="3061"/>
                    <a:pt x="3432" y="0"/>
                    <a:pt x="19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4"/>
            <p:cNvSpPr/>
            <p:nvPr/>
          </p:nvSpPr>
          <p:spPr>
            <a:xfrm>
              <a:off x="10660250" y="491400"/>
              <a:ext cx="169400" cy="155100"/>
            </a:xfrm>
            <a:custGeom>
              <a:rect b="b" l="l" r="r" t="t"/>
              <a:pathLst>
                <a:path extrusionOk="0" h="6204" w="6776">
                  <a:moveTo>
                    <a:pt x="4169" y="0"/>
                  </a:moveTo>
                  <a:cubicBezTo>
                    <a:pt x="3791" y="0"/>
                    <a:pt x="3363" y="97"/>
                    <a:pt x="2882" y="328"/>
                  </a:cubicBezTo>
                  <a:cubicBezTo>
                    <a:pt x="2882" y="328"/>
                    <a:pt x="0" y="1424"/>
                    <a:pt x="2632" y="5722"/>
                  </a:cubicBezTo>
                  <a:lnTo>
                    <a:pt x="3156" y="5400"/>
                  </a:lnTo>
                  <a:cubicBezTo>
                    <a:pt x="3156" y="5400"/>
                    <a:pt x="3762" y="6203"/>
                    <a:pt x="4309" y="6203"/>
                  </a:cubicBezTo>
                  <a:cubicBezTo>
                    <a:pt x="4408" y="6203"/>
                    <a:pt x="4505" y="6177"/>
                    <a:pt x="4596" y="6115"/>
                  </a:cubicBezTo>
                  <a:lnTo>
                    <a:pt x="6716" y="3638"/>
                  </a:lnTo>
                  <a:lnTo>
                    <a:pt x="6775" y="2602"/>
                  </a:lnTo>
                  <a:cubicBezTo>
                    <a:pt x="6775" y="2602"/>
                    <a:pt x="6131" y="0"/>
                    <a:pt x="4169"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4"/>
            <p:cNvSpPr/>
            <p:nvPr/>
          </p:nvSpPr>
          <p:spPr>
            <a:xfrm>
              <a:off x="10683175" y="491400"/>
              <a:ext cx="146475" cy="106150"/>
            </a:xfrm>
            <a:custGeom>
              <a:rect b="b" l="l" r="r" t="t"/>
              <a:pathLst>
                <a:path extrusionOk="0" h="4246" w="5859">
                  <a:moveTo>
                    <a:pt x="3252" y="0"/>
                  </a:moveTo>
                  <a:cubicBezTo>
                    <a:pt x="2874" y="0"/>
                    <a:pt x="2446" y="97"/>
                    <a:pt x="1965" y="328"/>
                  </a:cubicBezTo>
                  <a:cubicBezTo>
                    <a:pt x="1965" y="328"/>
                    <a:pt x="0" y="1078"/>
                    <a:pt x="798" y="3769"/>
                  </a:cubicBezTo>
                  <a:cubicBezTo>
                    <a:pt x="798" y="3769"/>
                    <a:pt x="860" y="3802"/>
                    <a:pt x="1004" y="3802"/>
                  </a:cubicBezTo>
                  <a:cubicBezTo>
                    <a:pt x="1208" y="3802"/>
                    <a:pt x="1576" y="3737"/>
                    <a:pt x="2167" y="3424"/>
                  </a:cubicBezTo>
                  <a:cubicBezTo>
                    <a:pt x="2167" y="3424"/>
                    <a:pt x="2798" y="3495"/>
                    <a:pt x="3274" y="4245"/>
                  </a:cubicBezTo>
                  <a:lnTo>
                    <a:pt x="3632" y="3972"/>
                  </a:lnTo>
                  <a:cubicBezTo>
                    <a:pt x="3632" y="3972"/>
                    <a:pt x="3060" y="2876"/>
                    <a:pt x="3501" y="2460"/>
                  </a:cubicBezTo>
                  <a:lnTo>
                    <a:pt x="3501" y="2460"/>
                  </a:lnTo>
                  <a:lnTo>
                    <a:pt x="4144" y="2531"/>
                  </a:lnTo>
                  <a:cubicBezTo>
                    <a:pt x="4144" y="2531"/>
                    <a:pt x="4619" y="3426"/>
                    <a:pt x="5306" y="3426"/>
                  </a:cubicBezTo>
                  <a:cubicBezTo>
                    <a:pt x="5323" y="3426"/>
                    <a:pt x="5340" y="3425"/>
                    <a:pt x="5358" y="3424"/>
                  </a:cubicBezTo>
                  <a:lnTo>
                    <a:pt x="5822" y="3257"/>
                  </a:lnTo>
                  <a:lnTo>
                    <a:pt x="5858" y="2602"/>
                  </a:lnTo>
                  <a:cubicBezTo>
                    <a:pt x="5858" y="2602"/>
                    <a:pt x="5214" y="0"/>
                    <a:pt x="3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4"/>
            <p:cNvSpPr/>
            <p:nvPr/>
          </p:nvSpPr>
          <p:spPr>
            <a:xfrm>
              <a:off x="10759675" y="543775"/>
              <a:ext cx="33350" cy="38925"/>
            </a:xfrm>
            <a:custGeom>
              <a:rect b="b" l="l" r="r" t="t"/>
              <a:pathLst>
                <a:path extrusionOk="0" h="1557" w="1334">
                  <a:moveTo>
                    <a:pt x="447" y="0"/>
                  </a:moveTo>
                  <a:cubicBezTo>
                    <a:pt x="386" y="0"/>
                    <a:pt x="328" y="14"/>
                    <a:pt x="274" y="43"/>
                  </a:cubicBezTo>
                  <a:cubicBezTo>
                    <a:pt x="24" y="174"/>
                    <a:pt x="0" y="626"/>
                    <a:pt x="203" y="1031"/>
                  </a:cubicBezTo>
                  <a:cubicBezTo>
                    <a:pt x="375" y="1348"/>
                    <a:pt x="657" y="1557"/>
                    <a:pt x="890" y="1557"/>
                  </a:cubicBezTo>
                  <a:cubicBezTo>
                    <a:pt x="946" y="1557"/>
                    <a:pt x="1000" y="1545"/>
                    <a:pt x="1048" y="1519"/>
                  </a:cubicBezTo>
                  <a:cubicBezTo>
                    <a:pt x="1310" y="1388"/>
                    <a:pt x="1334" y="936"/>
                    <a:pt x="1131" y="531"/>
                  </a:cubicBezTo>
                  <a:cubicBezTo>
                    <a:pt x="961" y="209"/>
                    <a:pt x="685" y="0"/>
                    <a:pt x="447"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4"/>
            <p:cNvSpPr/>
            <p:nvPr/>
          </p:nvSpPr>
          <p:spPr>
            <a:xfrm>
              <a:off x="11048400" y="931025"/>
              <a:ext cx="59550" cy="124525"/>
            </a:xfrm>
            <a:custGeom>
              <a:rect b="b" l="l" r="r" t="t"/>
              <a:pathLst>
                <a:path extrusionOk="0" h="4981" w="2382">
                  <a:moveTo>
                    <a:pt x="418" y="0"/>
                  </a:moveTo>
                  <a:cubicBezTo>
                    <a:pt x="400" y="0"/>
                    <a:pt x="393" y="7"/>
                    <a:pt x="393" y="7"/>
                  </a:cubicBezTo>
                  <a:lnTo>
                    <a:pt x="179" y="126"/>
                  </a:lnTo>
                  <a:cubicBezTo>
                    <a:pt x="607" y="638"/>
                    <a:pt x="1762" y="2222"/>
                    <a:pt x="1929" y="4020"/>
                  </a:cubicBezTo>
                  <a:cubicBezTo>
                    <a:pt x="1929" y="4020"/>
                    <a:pt x="1929" y="4651"/>
                    <a:pt x="798" y="4651"/>
                  </a:cubicBezTo>
                  <a:cubicBezTo>
                    <a:pt x="798" y="4651"/>
                    <a:pt x="685" y="4677"/>
                    <a:pt x="546" y="4677"/>
                  </a:cubicBezTo>
                  <a:cubicBezTo>
                    <a:pt x="375" y="4677"/>
                    <a:pt x="163" y="4637"/>
                    <a:pt x="72" y="4460"/>
                  </a:cubicBezTo>
                  <a:lnTo>
                    <a:pt x="72" y="4460"/>
                  </a:lnTo>
                  <a:cubicBezTo>
                    <a:pt x="0" y="4913"/>
                    <a:pt x="322" y="4972"/>
                    <a:pt x="322" y="4972"/>
                  </a:cubicBezTo>
                  <a:lnTo>
                    <a:pt x="726" y="4972"/>
                  </a:lnTo>
                  <a:cubicBezTo>
                    <a:pt x="782" y="4976"/>
                    <a:pt x="859" y="4980"/>
                    <a:pt x="950" y="4980"/>
                  </a:cubicBezTo>
                  <a:cubicBezTo>
                    <a:pt x="1384" y="4980"/>
                    <a:pt x="2125" y="4886"/>
                    <a:pt x="2262" y="4246"/>
                  </a:cubicBezTo>
                  <a:cubicBezTo>
                    <a:pt x="2227" y="4222"/>
                    <a:pt x="2227" y="4198"/>
                    <a:pt x="2239" y="4186"/>
                  </a:cubicBezTo>
                  <a:cubicBezTo>
                    <a:pt x="2381" y="3401"/>
                    <a:pt x="1679" y="1924"/>
                    <a:pt x="1679" y="1924"/>
                  </a:cubicBezTo>
                  <a:cubicBezTo>
                    <a:pt x="814" y="155"/>
                    <a:pt x="501" y="0"/>
                    <a:pt x="4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4"/>
            <p:cNvSpPr/>
            <p:nvPr/>
          </p:nvSpPr>
          <p:spPr>
            <a:xfrm>
              <a:off x="10291750" y="664200"/>
              <a:ext cx="141400" cy="113800"/>
            </a:xfrm>
            <a:custGeom>
              <a:rect b="b" l="l" r="r" t="t"/>
              <a:pathLst>
                <a:path extrusionOk="0" h="4552" w="5656">
                  <a:moveTo>
                    <a:pt x="1298" y="0"/>
                  </a:moveTo>
                  <a:cubicBezTo>
                    <a:pt x="536" y="60"/>
                    <a:pt x="1" y="1132"/>
                    <a:pt x="108" y="2382"/>
                  </a:cubicBezTo>
                  <a:cubicBezTo>
                    <a:pt x="212" y="3596"/>
                    <a:pt x="877" y="4551"/>
                    <a:pt x="1624" y="4551"/>
                  </a:cubicBezTo>
                  <a:cubicBezTo>
                    <a:pt x="1646" y="4551"/>
                    <a:pt x="1669" y="4550"/>
                    <a:pt x="1691" y="4549"/>
                  </a:cubicBezTo>
                  <a:lnTo>
                    <a:pt x="5656" y="4549"/>
                  </a:lnTo>
                  <a:lnTo>
                    <a:pt x="5275" y="0"/>
                  </a:ln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4"/>
            <p:cNvSpPr/>
            <p:nvPr/>
          </p:nvSpPr>
          <p:spPr>
            <a:xfrm>
              <a:off x="10391175" y="664125"/>
              <a:ext cx="74425" cy="113875"/>
            </a:xfrm>
            <a:custGeom>
              <a:rect b="b" l="l" r="r" t="t"/>
              <a:pathLst>
                <a:path extrusionOk="0" h="4555" w="2977">
                  <a:moveTo>
                    <a:pt x="1364" y="1"/>
                  </a:moveTo>
                  <a:cubicBezTo>
                    <a:pt x="1342" y="1"/>
                    <a:pt x="1320" y="2"/>
                    <a:pt x="1298" y="3"/>
                  </a:cubicBezTo>
                  <a:cubicBezTo>
                    <a:pt x="536" y="63"/>
                    <a:pt x="0" y="1135"/>
                    <a:pt x="107" y="2385"/>
                  </a:cubicBezTo>
                  <a:cubicBezTo>
                    <a:pt x="211" y="3621"/>
                    <a:pt x="887" y="4554"/>
                    <a:pt x="1612" y="4554"/>
                  </a:cubicBezTo>
                  <a:cubicBezTo>
                    <a:pt x="1634" y="4554"/>
                    <a:pt x="1657" y="4553"/>
                    <a:pt x="1679" y="4552"/>
                  </a:cubicBezTo>
                  <a:cubicBezTo>
                    <a:pt x="2441" y="4492"/>
                    <a:pt x="2977" y="3421"/>
                    <a:pt x="2870" y="2170"/>
                  </a:cubicBezTo>
                  <a:cubicBezTo>
                    <a:pt x="2777" y="957"/>
                    <a:pt x="2101" y="1"/>
                    <a:pt x="1364"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4"/>
            <p:cNvSpPr/>
            <p:nvPr/>
          </p:nvSpPr>
          <p:spPr>
            <a:xfrm>
              <a:off x="10369725" y="627350"/>
              <a:ext cx="114925" cy="150875"/>
            </a:xfrm>
            <a:custGeom>
              <a:rect b="b" l="l" r="r" t="t"/>
              <a:pathLst>
                <a:path extrusionOk="0" h="6035" w="4597">
                  <a:moveTo>
                    <a:pt x="1789" y="0"/>
                  </a:moveTo>
                  <a:cubicBezTo>
                    <a:pt x="1683" y="0"/>
                    <a:pt x="1620" y="10"/>
                    <a:pt x="1620" y="10"/>
                  </a:cubicBezTo>
                  <a:cubicBezTo>
                    <a:pt x="834" y="70"/>
                    <a:pt x="299" y="903"/>
                    <a:pt x="1" y="1498"/>
                  </a:cubicBezTo>
                  <a:lnTo>
                    <a:pt x="656" y="1498"/>
                  </a:lnTo>
                  <a:cubicBezTo>
                    <a:pt x="1025" y="677"/>
                    <a:pt x="1704" y="582"/>
                    <a:pt x="1704" y="582"/>
                  </a:cubicBezTo>
                  <a:cubicBezTo>
                    <a:pt x="3168" y="724"/>
                    <a:pt x="3418" y="2713"/>
                    <a:pt x="3418" y="2713"/>
                  </a:cubicBezTo>
                  <a:cubicBezTo>
                    <a:pt x="3723" y="5234"/>
                    <a:pt x="2757" y="5382"/>
                    <a:pt x="2526" y="5382"/>
                  </a:cubicBezTo>
                  <a:cubicBezTo>
                    <a:pt x="2495" y="5382"/>
                    <a:pt x="2477" y="5380"/>
                    <a:pt x="2477" y="5380"/>
                  </a:cubicBezTo>
                  <a:lnTo>
                    <a:pt x="2477" y="5380"/>
                  </a:lnTo>
                  <a:cubicBezTo>
                    <a:pt x="2477" y="5380"/>
                    <a:pt x="2025" y="5701"/>
                    <a:pt x="2537" y="6035"/>
                  </a:cubicBezTo>
                  <a:cubicBezTo>
                    <a:pt x="4597" y="5868"/>
                    <a:pt x="4001" y="2403"/>
                    <a:pt x="4001" y="2403"/>
                  </a:cubicBezTo>
                  <a:cubicBezTo>
                    <a:pt x="3621" y="200"/>
                    <a:pt x="2267" y="0"/>
                    <a:pt x="1789"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4"/>
            <p:cNvSpPr/>
            <p:nvPr/>
          </p:nvSpPr>
          <p:spPr>
            <a:xfrm>
              <a:off x="10327175" y="417675"/>
              <a:ext cx="53000" cy="33275"/>
            </a:xfrm>
            <a:custGeom>
              <a:rect b="b" l="l" r="r" t="t"/>
              <a:pathLst>
                <a:path extrusionOk="0" h="1331" w="2120">
                  <a:moveTo>
                    <a:pt x="1200" y="0"/>
                  </a:moveTo>
                  <a:cubicBezTo>
                    <a:pt x="727" y="0"/>
                    <a:pt x="206" y="265"/>
                    <a:pt x="0" y="1313"/>
                  </a:cubicBezTo>
                  <a:cubicBezTo>
                    <a:pt x="0" y="1313"/>
                    <a:pt x="103" y="1330"/>
                    <a:pt x="266" y="1330"/>
                  </a:cubicBezTo>
                  <a:cubicBezTo>
                    <a:pt x="704" y="1330"/>
                    <a:pt x="1582" y="1204"/>
                    <a:pt x="2120" y="277"/>
                  </a:cubicBezTo>
                  <a:cubicBezTo>
                    <a:pt x="2120" y="277"/>
                    <a:pt x="1685" y="0"/>
                    <a:pt x="12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4"/>
            <p:cNvSpPr/>
            <p:nvPr/>
          </p:nvSpPr>
          <p:spPr>
            <a:xfrm>
              <a:off x="10306325" y="339150"/>
              <a:ext cx="163450" cy="376450"/>
            </a:xfrm>
            <a:custGeom>
              <a:rect b="b" l="l" r="r" t="t"/>
              <a:pathLst>
                <a:path extrusionOk="0" h="15058" w="6538">
                  <a:moveTo>
                    <a:pt x="1227" y="1"/>
                  </a:moveTo>
                  <a:cubicBezTo>
                    <a:pt x="1227" y="13"/>
                    <a:pt x="310" y="822"/>
                    <a:pt x="1" y="2525"/>
                  </a:cubicBezTo>
                  <a:lnTo>
                    <a:pt x="1644" y="5561"/>
                  </a:lnTo>
                  <a:cubicBezTo>
                    <a:pt x="1644" y="5561"/>
                    <a:pt x="1584" y="6537"/>
                    <a:pt x="3085" y="8585"/>
                  </a:cubicBezTo>
                  <a:lnTo>
                    <a:pt x="4835" y="11217"/>
                  </a:lnTo>
                  <a:cubicBezTo>
                    <a:pt x="4835" y="11217"/>
                    <a:pt x="4597" y="11979"/>
                    <a:pt x="4954" y="13098"/>
                  </a:cubicBezTo>
                  <a:cubicBezTo>
                    <a:pt x="4954" y="13098"/>
                    <a:pt x="5192" y="13836"/>
                    <a:pt x="5525" y="13860"/>
                  </a:cubicBezTo>
                  <a:cubicBezTo>
                    <a:pt x="5525" y="13860"/>
                    <a:pt x="5835" y="13717"/>
                    <a:pt x="5656" y="13205"/>
                  </a:cubicBezTo>
                  <a:lnTo>
                    <a:pt x="5490" y="12717"/>
                  </a:lnTo>
                  <a:lnTo>
                    <a:pt x="5490" y="12717"/>
                  </a:lnTo>
                  <a:cubicBezTo>
                    <a:pt x="5490" y="12717"/>
                    <a:pt x="5847" y="12931"/>
                    <a:pt x="5990" y="13157"/>
                  </a:cubicBezTo>
                  <a:cubicBezTo>
                    <a:pt x="5990" y="13157"/>
                    <a:pt x="5835" y="14646"/>
                    <a:pt x="6168" y="15003"/>
                  </a:cubicBezTo>
                  <a:cubicBezTo>
                    <a:pt x="6168" y="15003"/>
                    <a:pt x="6199" y="15058"/>
                    <a:pt x="6243" y="15058"/>
                  </a:cubicBezTo>
                  <a:cubicBezTo>
                    <a:pt x="6351" y="15058"/>
                    <a:pt x="6537" y="14727"/>
                    <a:pt x="6537" y="12443"/>
                  </a:cubicBezTo>
                  <a:lnTo>
                    <a:pt x="5704" y="10824"/>
                  </a:lnTo>
                  <a:cubicBezTo>
                    <a:pt x="5704" y="10824"/>
                    <a:pt x="4359" y="6121"/>
                    <a:pt x="2977" y="4609"/>
                  </a:cubicBezTo>
                  <a:cubicBezTo>
                    <a:pt x="2977" y="4609"/>
                    <a:pt x="2263" y="1370"/>
                    <a:pt x="1227"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4"/>
            <p:cNvSpPr/>
            <p:nvPr/>
          </p:nvSpPr>
          <p:spPr>
            <a:xfrm>
              <a:off x="10061075" y="538575"/>
              <a:ext cx="140800" cy="456950"/>
            </a:xfrm>
            <a:custGeom>
              <a:rect b="b" l="l" r="r" t="t"/>
              <a:pathLst>
                <a:path extrusionOk="0" h="18278" w="5632">
                  <a:moveTo>
                    <a:pt x="2222" y="1"/>
                  </a:moveTo>
                  <a:cubicBezTo>
                    <a:pt x="1777" y="1"/>
                    <a:pt x="1484" y="61"/>
                    <a:pt x="1488" y="61"/>
                  </a:cubicBezTo>
                  <a:lnTo>
                    <a:pt x="2655" y="8466"/>
                  </a:lnTo>
                  <a:lnTo>
                    <a:pt x="762" y="15896"/>
                  </a:lnTo>
                  <a:lnTo>
                    <a:pt x="0" y="17598"/>
                  </a:lnTo>
                  <a:lnTo>
                    <a:pt x="0" y="18039"/>
                  </a:lnTo>
                  <a:lnTo>
                    <a:pt x="5632" y="18277"/>
                  </a:lnTo>
                  <a:lnTo>
                    <a:pt x="5632" y="17801"/>
                  </a:lnTo>
                  <a:cubicBezTo>
                    <a:pt x="3786" y="17206"/>
                    <a:pt x="2572" y="16491"/>
                    <a:pt x="2572" y="16491"/>
                  </a:cubicBezTo>
                  <a:lnTo>
                    <a:pt x="5298" y="8002"/>
                  </a:lnTo>
                  <a:lnTo>
                    <a:pt x="5156" y="1192"/>
                  </a:lnTo>
                  <a:cubicBezTo>
                    <a:pt x="4239" y="184"/>
                    <a:pt x="2999" y="1"/>
                    <a:pt x="22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4"/>
            <p:cNvSpPr/>
            <p:nvPr/>
          </p:nvSpPr>
          <p:spPr>
            <a:xfrm>
              <a:off x="10061075" y="943400"/>
              <a:ext cx="140800" cy="51525"/>
            </a:xfrm>
            <a:custGeom>
              <a:rect b="b" l="l" r="r" t="t"/>
              <a:pathLst>
                <a:path extrusionOk="0" h="2061" w="5632">
                  <a:moveTo>
                    <a:pt x="619" y="1"/>
                  </a:moveTo>
                  <a:lnTo>
                    <a:pt x="0" y="1370"/>
                  </a:lnTo>
                  <a:lnTo>
                    <a:pt x="0" y="1822"/>
                  </a:lnTo>
                  <a:lnTo>
                    <a:pt x="5632" y="2060"/>
                  </a:lnTo>
                  <a:lnTo>
                    <a:pt x="5632" y="1596"/>
                  </a:lnTo>
                  <a:cubicBezTo>
                    <a:pt x="3786" y="1013"/>
                    <a:pt x="2584" y="286"/>
                    <a:pt x="2584" y="286"/>
                  </a:cubicBezTo>
                  <a:lnTo>
                    <a:pt x="619" y="1"/>
                  </a:ln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4"/>
            <p:cNvSpPr/>
            <p:nvPr/>
          </p:nvSpPr>
          <p:spPr>
            <a:xfrm>
              <a:off x="10061075" y="977925"/>
              <a:ext cx="140800" cy="17300"/>
            </a:xfrm>
            <a:custGeom>
              <a:rect b="b" l="l" r="r" t="t"/>
              <a:pathLst>
                <a:path extrusionOk="0" h="692" w="5632">
                  <a:moveTo>
                    <a:pt x="0" y="1"/>
                  </a:moveTo>
                  <a:lnTo>
                    <a:pt x="0" y="453"/>
                  </a:lnTo>
                  <a:lnTo>
                    <a:pt x="5632" y="691"/>
                  </a:lnTo>
                  <a:lnTo>
                    <a:pt x="5632" y="215"/>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4"/>
            <p:cNvSpPr/>
            <p:nvPr/>
          </p:nvSpPr>
          <p:spPr>
            <a:xfrm>
              <a:off x="10285050" y="338500"/>
              <a:ext cx="95125" cy="112000"/>
            </a:xfrm>
            <a:custGeom>
              <a:rect b="b" l="l" r="r" t="t"/>
              <a:pathLst>
                <a:path extrusionOk="0" h="4480" w="3805">
                  <a:moveTo>
                    <a:pt x="1282" y="0"/>
                  </a:moveTo>
                  <a:cubicBezTo>
                    <a:pt x="1177" y="0"/>
                    <a:pt x="1069" y="17"/>
                    <a:pt x="959" y="51"/>
                  </a:cubicBezTo>
                  <a:cubicBezTo>
                    <a:pt x="959" y="51"/>
                    <a:pt x="959" y="51"/>
                    <a:pt x="959" y="51"/>
                  </a:cubicBezTo>
                  <a:lnTo>
                    <a:pt x="959" y="51"/>
                  </a:lnTo>
                  <a:cubicBezTo>
                    <a:pt x="953" y="51"/>
                    <a:pt x="0" y="1810"/>
                    <a:pt x="1685" y="4480"/>
                  </a:cubicBezTo>
                  <a:cubicBezTo>
                    <a:pt x="1685" y="4480"/>
                    <a:pt x="2404" y="3392"/>
                    <a:pt x="3421" y="3392"/>
                  </a:cubicBezTo>
                  <a:cubicBezTo>
                    <a:pt x="3545" y="3392"/>
                    <a:pt x="3673" y="3408"/>
                    <a:pt x="3805" y="3444"/>
                  </a:cubicBezTo>
                  <a:cubicBezTo>
                    <a:pt x="3805" y="3444"/>
                    <a:pt x="2824" y="0"/>
                    <a:pt x="12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4"/>
            <p:cNvSpPr/>
            <p:nvPr/>
          </p:nvSpPr>
          <p:spPr>
            <a:xfrm>
              <a:off x="10014925" y="503150"/>
              <a:ext cx="178625" cy="486400"/>
            </a:xfrm>
            <a:custGeom>
              <a:rect b="b" l="l" r="r" t="t"/>
              <a:pathLst>
                <a:path extrusionOk="0" h="19456" w="7145">
                  <a:moveTo>
                    <a:pt x="2426" y="0"/>
                  </a:moveTo>
                  <a:cubicBezTo>
                    <a:pt x="2174" y="0"/>
                    <a:pt x="1902" y="30"/>
                    <a:pt x="1608" y="96"/>
                  </a:cubicBezTo>
                  <a:cubicBezTo>
                    <a:pt x="1608" y="96"/>
                    <a:pt x="1" y="2013"/>
                    <a:pt x="4049" y="10050"/>
                  </a:cubicBezTo>
                  <a:cubicBezTo>
                    <a:pt x="4049" y="10050"/>
                    <a:pt x="3334" y="14884"/>
                    <a:pt x="4323" y="19456"/>
                  </a:cubicBezTo>
                  <a:lnTo>
                    <a:pt x="6001" y="19456"/>
                  </a:lnTo>
                  <a:cubicBezTo>
                    <a:pt x="6001" y="19456"/>
                    <a:pt x="6418" y="12860"/>
                    <a:pt x="6871" y="11014"/>
                  </a:cubicBezTo>
                  <a:cubicBezTo>
                    <a:pt x="6871" y="11014"/>
                    <a:pt x="7144" y="10205"/>
                    <a:pt x="6418" y="7966"/>
                  </a:cubicBezTo>
                  <a:lnTo>
                    <a:pt x="5394" y="2656"/>
                  </a:lnTo>
                  <a:cubicBezTo>
                    <a:pt x="5383" y="2656"/>
                    <a:pt x="4799" y="0"/>
                    <a:pt x="24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4"/>
            <p:cNvSpPr/>
            <p:nvPr/>
          </p:nvSpPr>
          <p:spPr>
            <a:xfrm>
              <a:off x="10055125" y="298975"/>
              <a:ext cx="276825" cy="271450"/>
            </a:xfrm>
            <a:custGeom>
              <a:rect b="b" l="l" r="r" t="t"/>
              <a:pathLst>
                <a:path extrusionOk="0" h="10858" w="11073">
                  <a:moveTo>
                    <a:pt x="8751" y="1"/>
                  </a:moveTo>
                  <a:cubicBezTo>
                    <a:pt x="5394" y="274"/>
                    <a:pt x="3810" y="2060"/>
                    <a:pt x="3810" y="2060"/>
                  </a:cubicBezTo>
                  <a:lnTo>
                    <a:pt x="0" y="8275"/>
                  </a:lnTo>
                  <a:cubicBezTo>
                    <a:pt x="1192" y="10498"/>
                    <a:pt x="3240" y="10858"/>
                    <a:pt x="4440" y="10858"/>
                  </a:cubicBezTo>
                  <a:cubicBezTo>
                    <a:pt x="5013" y="10858"/>
                    <a:pt x="5394" y="10776"/>
                    <a:pt x="5394" y="10776"/>
                  </a:cubicBezTo>
                  <a:lnTo>
                    <a:pt x="6810" y="8930"/>
                  </a:lnTo>
                  <a:cubicBezTo>
                    <a:pt x="9513" y="6311"/>
                    <a:pt x="11073" y="3227"/>
                    <a:pt x="11073" y="3227"/>
                  </a:cubicBezTo>
                  <a:cubicBezTo>
                    <a:pt x="11061" y="132"/>
                    <a:pt x="8751" y="1"/>
                    <a:pt x="87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4"/>
            <p:cNvSpPr/>
            <p:nvPr/>
          </p:nvSpPr>
          <p:spPr>
            <a:xfrm>
              <a:off x="10231325" y="323100"/>
              <a:ext cx="72050" cy="64075"/>
            </a:xfrm>
            <a:custGeom>
              <a:rect b="b" l="l" r="r" t="t"/>
              <a:pathLst>
                <a:path extrusionOk="0" h="2563" w="2882">
                  <a:moveTo>
                    <a:pt x="1786" y="1"/>
                  </a:moveTo>
                  <a:cubicBezTo>
                    <a:pt x="1403" y="1"/>
                    <a:pt x="980" y="212"/>
                    <a:pt x="691" y="405"/>
                  </a:cubicBezTo>
                  <a:cubicBezTo>
                    <a:pt x="179" y="750"/>
                    <a:pt x="1" y="1548"/>
                    <a:pt x="370" y="2084"/>
                  </a:cubicBezTo>
                  <a:cubicBezTo>
                    <a:pt x="621" y="2437"/>
                    <a:pt x="1028" y="2562"/>
                    <a:pt x="1440" y="2562"/>
                  </a:cubicBezTo>
                  <a:cubicBezTo>
                    <a:pt x="1652" y="2562"/>
                    <a:pt x="1866" y="2529"/>
                    <a:pt x="2060" y="2476"/>
                  </a:cubicBezTo>
                  <a:cubicBezTo>
                    <a:pt x="2679" y="2310"/>
                    <a:pt x="2775" y="1786"/>
                    <a:pt x="2834" y="1250"/>
                  </a:cubicBezTo>
                  <a:cubicBezTo>
                    <a:pt x="2882" y="714"/>
                    <a:pt x="2656" y="345"/>
                    <a:pt x="2179" y="95"/>
                  </a:cubicBezTo>
                  <a:cubicBezTo>
                    <a:pt x="2059" y="29"/>
                    <a:pt x="1925" y="1"/>
                    <a:pt x="1786"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4"/>
            <p:cNvSpPr/>
            <p:nvPr/>
          </p:nvSpPr>
          <p:spPr>
            <a:xfrm>
              <a:off x="10251275" y="247650"/>
              <a:ext cx="220575" cy="157175"/>
            </a:xfrm>
            <a:custGeom>
              <a:rect b="b" l="l" r="r" t="t"/>
              <a:pathLst>
                <a:path extrusionOk="0" h="6287" w="8823">
                  <a:moveTo>
                    <a:pt x="4460" y="1"/>
                  </a:moveTo>
                  <a:cubicBezTo>
                    <a:pt x="2823" y="1"/>
                    <a:pt x="1703" y="1934"/>
                    <a:pt x="1703" y="1934"/>
                  </a:cubicBezTo>
                  <a:lnTo>
                    <a:pt x="1524" y="2708"/>
                  </a:lnTo>
                  <a:cubicBezTo>
                    <a:pt x="1477" y="2911"/>
                    <a:pt x="1298" y="3030"/>
                    <a:pt x="1179" y="3113"/>
                  </a:cubicBezTo>
                  <a:lnTo>
                    <a:pt x="1012" y="3185"/>
                  </a:lnTo>
                  <a:lnTo>
                    <a:pt x="0" y="3625"/>
                  </a:lnTo>
                  <a:lnTo>
                    <a:pt x="155" y="4994"/>
                  </a:lnTo>
                  <a:cubicBezTo>
                    <a:pt x="434" y="4907"/>
                    <a:pt x="727" y="4874"/>
                    <a:pt x="1009" y="4874"/>
                  </a:cubicBezTo>
                  <a:cubicBezTo>
                    <a:pt x="1605" y="4874"/>
                    <a:pt x="2147" y="5021"/>
                    <a:pt x="2382" y="5102"/>
                  </a:cubicBezTo>
                  <a:lnTo>
                    <a:pt x="2810" y="6090"/>
                  </a:lnTo>
                  <a:cubicBezTo>
                    <a:pt x="2929" y="6233"/>
                    <a:pt x="3092" y="6286"/>
                    <a:pt x="3270" y="6286"/>
                  </a:cubicBezTo>
                  <a:cubicBezTo>
                    <a:pt x="3802" y="6286"/>
                    <a:pt x="4465" y="5804"/>
                    <a:pt x="4465" y="5804"/>
                  </a:cubicBezTo>
                  <a:lnTo>
                    <a:pt x="4882" y="6280"/>
                  </a:lnTo>
                  <a:cubicBezTo>
                    <a:pt x="8823" y="2768"/>
                    <a:pt x="6263" y="803"/>
                    <a:pt x="6263" y="803"/>
                  </a:cubicBezTo>
                  <a:cubicBezTo>
                    <a:pt x="5619" y="219"/>
                    <a:pt x="5010" y="1"/>
                    <a:pt x="4460"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4"/>
            <p:cNvSpPr/>
            <p:nvPr/>
          </p:nvSpPr>
          <p:spPr>
            <a:xfrm>
              <a:off x="10289975" y="247650"/>
              <a:ext cx="161350" cy="115100"/>
            </a:xfrm>
            <a:custGeom>
              <a:rect b="b" l="l" r="r" t="t"/>
              <a:pathLst>
                <a:path extrusionOk="0" h="4604" w="6454">
                  <a:moveTo>
                    <a:pt x="2912" y="1"/>
                  </a:moveTo>
                  <a:cubicBezTo>
                    <a:pt x="1275" y="1"/>
                    <a:pt x="155" y="1934"/>
                    <a:pt x="155" y="1934"/>
                  </a:cubicBezTo>
                  <a:lnTo>
                    <a:pt x="0" y="2577"/>
                  </a:lnTo>
                  <a:lnTo>
                    <a:pt x="417" y="2887"/>
                  </a:lnTo>
                  <a:cubicBezTo>
                    <a:pt x="515" y="2921"/>
                    <a:pt x="614" y="2936"/>
                    <a:pt x="712" y="2936"/>
                  </a:cubicBezTo>
                  <a:cubicBezTo>
                    <a:pt x="1329" y="2936"/>
                    <a:pt x="1905" y="2351"/>
                    <a:pt x="1905" y="2351"/>
                  </a:cubicBezTo>
                  <a:lnTo>
                    <a:pt x="2560" y="2470"/>
                  </a:lnTo>
                  <a:cubicBezTo>
                    <a:pt x="2869" y="3018"/>
                    <a:pt x="1965" y="3959"/>
                    <a:pt x="1965" y="3959"/>
                  </a:cubicBezTo>
                  <a:lnTo>
                    <a:pt x="2238" y="4328"/>
                  </a:lnTo>
                  <a:cubicBezTo>
                    <a:pt x="2743" y="3891"/>
                    <a:pt x="3229" y="3830"/>
                    <a:pt x="3463" y="3830"/>
                  </a:cubicBezTo>
                  <a:cubicBezTo>
                    <a:pt x="3555" y="3830"/>
                    <a:pt x="3608" y="3839"/>
                    <a:pt x="3608" y="3839"/>
                  </a:cubicBezTo>
                  <a:cubicBezTo>
                    <a:pt x="4329" y="4551"/>
                    <a:pt x="4739" y="4603"/>
                    <a:pt x="4843" y="4603"/>
                  </a:cubicBezTo>
                  <a:cubicBezTo>
                    <a:pt x="4861" y="4603"/>
                    <a:pt x="4870" y="4601"/>
                    <a:pt x="4870" y="4601"/>
                  </a:cubicBezTo>
                  <a:cubicBezTo>
                    <a:pt x="6453" y="2137"/>
                    <a:pt x="4715" y="803"/>
                    <a:pt x="4715" y="803"/>
                  </a:cubicBezTo>
                  <a:cubicBezTo>
                    <a:pt x="4071" y="219"/>
                    <a:pt x="3462" y="1"/>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4"/>
            <p:cNvSpPr/>
            <p:nvPr/>
          </p:nvSpPr>
          <p:spPr>
            <a:xfrm>
              <a:off x="10324200" y="300250"/>
              <a:ext cx="41100" cy="36725"/>
            </a:xfrm>
            <a:custGeom>
              <a:rect b="b" l="l" r="r" t="t"/>
              <a:pathLst>
                <a:path extrusionOk="0" h="1469" w="1644">
                  <a:moveTo>
                    <a:pt x="1128" y="0"/>
                  </a:moveTo>
                  <a:cubicBezTo>
                    <a:pt x="909" y="0"/>
                    <a:pt x="646" y="129"/>
                    <a:pt x="429" y="354"/>
                  </a:cubicBezTo>
                  <a:cubicBezTo>
                    <a:pt x="84" y="700"/>
                    <a:pt x="0" y="1140"/>
                    <a:pt x="215" y="1366"/>
                  </a:cubicBezTo>
                  <a:cubicBezTo>
                    <a:pt x="288" y="1436"/>
                    <a:pt x="389" y="1469"/>
                    <a:pt x="504" y="1469"/>
                  </a:cubicBezTo>
                  <a:cubicBezTo>
                    <a:pt x="724" y="1469"/>
                    <a:pt x="992" y="1347"/>
                    <a:pt x="1203" y="1128"/>
                  </a:cubicBezTo>
                  <a:cubicBezTo>
                    <a:pt x="1548" y="783"/>
                    <a:pt x="1643" y="319"/>
                    <a:pt x="1429" y="116"/>
                  </a:cubicBezTo>
                  <a:cubicBezTo>
                    <a:pt x="1350" y="37"/>
                    <a:pt x="1245" y="0"/>
                    <a:pt x="1128"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4"/>
            <p:cNvSpPr/>
            <p:nvPr/>
          </p:nvSpPr>
          <p:spPr>
            <a:xfrm>
              <a:off x="10117325" y="989525"/>
              <a:ext cx="138425" cy="70175"/>
            </a:xfrm>
            <a:custGeom>
              <a:rect b="b" l="l" r="r" t="t"/>
              <a:pathLst>
                <a:path extrusionOk="0" h="2807" w="5537">
                  <a:moveTo>
                    <a:pt x="227" y="1"/>
                  </a:moveTo>
                  <a:cubicBezTo>
                    <a:pt x="227" y="1"/>
                    <a:pt x="12" y="1132"/>
                    <a:pt x="0" y="1799"/>
                  </a:cubicBezTo>
                  <a:cubicBezTo>
                    <a:pt x="0" y="1799"/>
                    <a:pt x="2990" y="2806"/>
                    <a:pt x="5219" y="2806"/>
                  </a:cubicBezTo>
                  <a:cubicBezTo>
                    <a:pt x="5327" y="2806"/>
                    <a:pt x="5433" y="2804"/>
                    <a:pt x="5537" y="2799"/>
                  </a:cubicBezTo>
                  <a:lnTo>
                    <a:pt x="5537" y="2275"/>
                  </a:lnTo>
                  <a:lnTo>
                    <a:pt x="1905" y="1"/>
                  </a:ln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4"/>
            <p:cNvSpPr/>
            <p:nvPr/>
          </p:nvSpPr>
          <p:spPr>
            <a:xfrm>
              <a:off x="10109875" y="422100"/>
              <a:ext cx="67875" cy="51025"/>
            </a:xfrm>
            <a:custGeom>
              <a:rect b="b" l="l" r="r" t="t"/>
              <a:pathLst>
                <a:path extrusionOk="0" h="2041" w="2715">
                  <a:moveTo>
                    <a:pt x="481" y="0"/>
                  </a:moveTo>
                  <a:cubicBezTo>
                    <a:pt x="332" y="0"/>
                    <a:pt x="172" y="9"/>
                    <a:pt x="1" y="29"/>
                  </a:cubicBezTo>
                  <a:cubicBezTo>
                    <a:pt x="1" y="29"/>
                    <a:pt x="298" y="1755"/>
                    <a:pt x="2537" y="2041"/>
                  </a:cubicBezTo>
                  <a:cubicBezTo>
                    <a:pt x="2537" y="2041"/>
                    <a:pt x="2715" y="0"/>
                    <a:pt x="4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4"/>
            <p:cNvSpPr/>
            <p:nvPr/>
          </p:nvSpPr>
          <p:spPr>
            <a:xfrm>
              <a:off x="10060175" y="369050"/>
              <a:ext cx="168200" cy="369700"/>
            </a:xfrm>
            <a:custGeom>
              <a:rect b="b" l="l" r="r" t="t"/>
              <a:pathLst>
                <a:path extrusionOk="0" h="14788" w="6728">
                  <a:moveTo>
                    <a:pt x="4741" y="1"/>
                  </a:moveTo>
                  <a:cubicBezTo>
                    <a:pt x="3612" y="1"/>
                    <a:pt x="2536" y="1650"/>
                    <a:pt x="2536" y="1650"/>
                  </a:cubicBezTo>
                  <a:lnTo>
                    <a:pt x="751" y="4246"/>
                  </a:lnTo>
                  <a:cubicBezTo>
                    <a:pt x="0" y="5353"/>
                    <a:pt x="441" y="6365"/>
                    <a:pt x="441" y="6365"/>
                  </a:cubicBezTo>
                  <a:lnTo>
                    <a:pt x="2263" y="10973"/>
                  </a:lnTo>
                  <a:lnTo>
                    <a:pt x="2048" y="12819"/>
                  </a:lnTo>
                  <a:cubicBezTo>
                    <a:pt x="1608" y="13045"/>
                    <a:pt x="1751" y="13390"/>
                    <a:pt x="1751" y="13390"/>
                  </a:cubicBezTo>
                  <a:lnTo>
                    <a:pt x="2275" y="13211"/>
                  </a:lnTo>
                  <a:lnTo>
                    <a:pt x="2477" y="12688"/>
                  </a:lnTo>
                  <a:lnTo>
                    <a:pt x="2525" y="13283"/>
                  </a:lnTo>
                  <a:lnTo>
                    <a:pt x="2179" y="13831"/>
                  </a:lnTo>
                  <a:cubicBezTo>
                    <a:pt x="1882" y="14223"/>
                    <a:pt x="2120" y="14343"/>
                    <a:pt x="2120" y="14343"/>
                  </a:cubicBezTo>
                  <a:cubicBezTo>
                    <a:pt x="2187" y="14393"/>
                    <a:pt x="2244" y="14411"/>
                    <a:pt x="2291" y="14411"/>
                  </a:cubicBezTo>
                  <a:cubicBezTo>
                    <a:pt x="2410" y="14411"/>
                    <a:pt x="2465" y="14295"/>
                    <a:pt x="2465" y="14295"/>
                  </a:cubicBezTo>
                  <a:lnTo>
                    <a:pt x="2953" y="13557"/>
                  </a:lnTo>
                  <a:lnTo>
                    <a:pt x="3072" y="12973"/>
                  </a:lnTo>
                  <a:lnTo>
                    <a:pt x="3120" y="13640"/>
                  </a:lnTo>
                  <a:cubicBezTo>
                    <a:pt x="2536" y="14751"/>
                    <a:pt x="2820" y="14783"/>
                    <a:pt x="2855" y="14783"/>
                  </a:cubicBezTo>
                  <a:cubicBezTo>
                    <a:pt x="2857" y="14783"/>
                    <a:pt x="2858" y="14783"/>
                    <a:pt x="2858" y="14783"/>
                  </a:cubicBezTo>
                  <a:cubicBezTo>
                    <a:pt x="2871" y="14786"/>
                    <a:pt x="2884" y="14787"/>
                    <a:pt x="2897" y="14787"/>
                  </a:cubicBezTo>
                  <a:cubicBezTo>
                    <a:pt x="3272" y="14787"/>
                    <a:pt x="3572" y="13652"/>
                    <a:pt x="3572" y="13652"/>
                  </a:cubicBezTo>
                  <a:lnTo>
                    <a:pt x="3656" y="13033"/>
                  </a:lnTo>
                  <a:lnTo>
                    <a:pt x="3787" y="13652"/>
                  </a:lnTo>
                  <a:cubicBezTo>
                    <a:pt x="3537" y="14712"/>
                    <a:pt x="3810" y="14712"/>
                    <a:pt x="3810" y="14712"/>
                  </a:cubicBezTo>
                  <a:cubicBezTo>
                    <a:pt x="4227" y="14712"/>
                    <a:pt x="4263" y="13569"/>
                    <a:pt x="4263" y="13569"/>
                  </a:cubicBezTo>
                  <a:lnTo>
                    <a:pt x="4120" y="12033"/>
                  </a:lnTo>
                  <a:lnTo>
                    <a:pt x="4120" y="12033"/>
                  </a:lnTo>
                  <a:cubicBezTo>
                    <a:pt x="4358" y="12143"/>
                    <a:pt x="4513" y="12190"/>
                    <a:pt x="4605" y="12190"/>
                  </a:cubicBezTo>
                  <a:cubicBezTo>
                    <a:pt x="5112" y="12190"/>
                    <a:pt x="3751" y="10794"/>
                    <a:pt x="3751" y="10794"/>
                  </a:cubicBezTo>
                  <a:cubicBezTo>
                    <a:pt x="2810" y="8235"/>
                    <a:pt x="2382" y="6020"/>
                    <a:pt x="2382" y="6020"/>
                  </a:cubicBezTo>
                  <a:lnTo>
                    <a:pt x="4715" y="3639"/>
                  </a:lnTo>
                  <a:cubicBezTo>
                    <a:pt x="6727" y="1258"/>
                    <a:pt x="5489" y="281"/>
                    <a:pt x="5489" y="281"/>
                  </a:cubicBezTo>
                  <a:cubicBezTo>
                    <a:pt x="5245" y="82"/>
                    <a:pt x="4991" y="1"/>
                    <a:pt x="4741"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4"/>
            <p:cNvSpPr/>
            <p:nvPr/>
          </p:nvSpPr>
          <p:spPr>
            <a:xfrm>
              <a:off x="10109875" y="364050"/>
              <a:ext cx="130400" cy="109075"/>
            </a:xfrm>
            <a:custGeom>
              <a:rect b="b" l="l" r="r" t="t"/>
              <a:pathLst>
                <a:path extrusionOk="0" h="4363" w="5216">
                  <a:moveTo>
                    <a:pt x="2796" y="0"/>
                  </a:moveTo>
                  <a:cubicBezTo>
                    <a:pt x="2149" y="0"/>
                    <a:pt x="1165" y="426"/>
                    <a:pt x="1" y="2351"/>
                  </a:cubicBezTo>
                  <a:cubicBezTo>
                    <a:pt x="1" y="2351"/>
                    <a:pt x="2215" y="2779"/>
                    <a:pt x="2537" y="4363"/>
                  </a:cubicBezTo>
                  <a:cubicBezTo>
                    <a:pt x="2537" y="4363"/>
                    <a:pt x="5216" y="1946"/>
                    <a:pt x="3620" y="267"/>
                  </a:cubicBezTo>
                  <a:lnTo>
                    <a:pt x="3620" y="267"/>
                  </a:lnTo>
                  <a:cubicBezTo>
                    <a:pt x="3620" y="267"/>
                    <a:pt x="3620" y="267"/>
                    <a:pt x="3620" y="267"/>
                  </a:cubicBezTo>
                  <a:cubicBezTo>
                    <a:pt x="3609" y="267"/>
                    <a:pt x="3308" y="0"/>
                    <a:pt x="27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4"/>
            <p:cNvSpPr/>
            <p:nvPr/>
          </p:nvSpPr>
          <p:spPr>
            <a:xfrm>
              <a:off x="10117325" y="1024650"/>
              <a:ext cx="138425" cy="35050"/>
            </a:xfrm>
            <a:custGeom>
              <a:rect b="b" l="l" r="r" t="t"/>
              <a:pathLst>
                <a:path extrusionOk="0" h="1402" w="5537">
                  <a:moveTo>
                    <a:pt x="36" y="1"/>
                  </a:moveTo>
                  <a:cubicBezTo>
                    <a:pt x="12" y="132"/>
                    <a:pt x="12" y="275"/>
                    <a:pt x="0" y="394"/>
                  </a:cubicBezTo>
                  <a:cubicBezTo>
                    <a:pt x="0" y="394"/>
                    <a:pt x="2990" y="1401"/>
                    <a:pt x="5219" y="1401"/>
                  </a:cubicBezTo>
                  <a:cubicBezTo>
                    <a:pt x="5327" y="1401"/>
                    <a:pt x="5433" y="1399"/>
                    <a:pt x="5537" y="1394"/>
                  </a:cubicBezTo>
                  <a:lnTo>
                    <a:pt x="5537" y="870"/>
                  </a:lnTo>
                  <a:cubicBezTo>
                    <a:pt x="5308" y="899"/>
                    <a:pt x="5064" y="912"/>
                    <a:pt x="4813" y="912"/>
                  </a:cubicBezTo>
                  <a:cubicBezTo>
                    <a:pt x="2714" y="912"/>
                    <a:pt x="36" y="1"/>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4"/>
            <p:cNvSpPr/>
            <p:nvPr/>
          </p:nvSpPr>
          <p:spPr>
            <a:xfrm>
              <a:off x="10361700" y="778200"/>
              <a:ext cx="118800" cy="116100"/>
            </a:xfrm>
            <a:custGeom>
              <a:rect b="b" l="l" r="r" t="t"/>
              <a:pathLst>
                <a:path extrusionOk="0" h="4644" w="4752">
                  <a:moveTo>
                    <a:pt x="0" y="1"/>
                  </a:moveTo>
                  <a:lnTo>
                    <a:pt x="0" y="12"/>
                  </a:lnTo>
                  <a:lnTo>
                    <a:pt x="25" y="12"/>
                  </a:lnTo>
                  <a:cubicBezTo>
                    <a:pt x="10" y="5"/>
                    <a:pt x="2" y="1"/>
                    <a:pt x="0" y="1"/>
                  </a:cubicBezTo>
                  <a:close/>
                  <a:moveTo>
                    <a:pt x="25" y="12"/>
                  </a:moveTo>
                  <a:lnTo>
                    <a:pt x="25" y="12"/>
                  </a:lnTo>
                  <a:cubicBezTo>
                    <a:pt x="297" y="163"/>
                    <a:pt x="2765" y="1719"/>
                    <a:pt x="3953" y="3156"/>
                  </a:cubicBezTo>
                  <a:cubicBezTo>
                    <a:pt x="3953" y="3156"/>
                    <a:pt x="3906" y="3846"/>
                    <a:pt x="4394" y="4644"/>
                  </a:cubicBezTo>
                  <a:cubicBezTo>
                    <a:pt x="4394" y="4644"/>
                    <a:pt x="4263" y="2620"/>
                    <a:pt x="4751" y="1870"/>
                  </a:cubicBezTo>
                  <a:lnTo>
                    <a:pt x="4751" y="1870"/>
                  </a:lnTo>
                  <a:cubicBezTo>
                    <a:pt x="4751" y="1870"/>
                    <a:pt x="4394" y="1989"/>
                    <a:pt x="4287" y="2215"/>
                  </a:cubicBezTo>
                  <a:lnTo>
                    <a:pt x="2072" y="12"/>
                  </a:ln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4"/>
            <p:cNvSpPr/>
            <p:nvPr/>
          </p:nvSpPr>
          <p:spPr>
            <a:xfrm>
              <a:off x="10458150" y="824625"/>
              <a:ext cx="44075" cy="69400"/>
            </a:xfrm>
            <a:custGeom>
              <a:rect b="b" l="l" r="r" t="t"/>
              <a:pathLst>
                <a:path extrusionOk="0" h="2776" w="1763">
                  <a:moveTo>
                    <a:pt x="893" y="1"/>
                  </a:moveTo>
                  <a:lnTo>
                    <a:pt x="893" y="1"/>
                  </a:lnTo>
                  <a:cubicBezTo>
                    <a:pt x="0" y="1096"/>
                    <a:pt x="536" y="2775"/>
                    <a:pt x="536" y="2775"/>
                  </a:cubicBezTo>
                  <a:cubicBezTo>
                    <a:pt x="1762" y="1430"/>
                    <a:pt x="893" y="1"/>
                    <a:pt x="893" y="1"/>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4"/>
            <p:cNvSpPr/>
            <p:nvPr/>
          </p:nvSpPr>
          <p:spPr>
            <a:xfrm>
              <a:off x="11552025" y="1710700"/>
              <a:ext cx="116100" cy="160525"/>
            </a:xfrm>
            <a:custGeom>
              <a:rect b="b" l="l" r="r" t="t"/>
              <a:pathLst>
                <a:path extrusionOk="0" h="6421" w="4644">
                  <a:moveTo>
                    <a:pt x="2396" y="0"/>
                  </a:moveTo>
                  <a:cubicBezTo>
                    <a:pt x="2341" y="0"/>
                    <a:pt x="2310" y="3"/>
                    <a:pt x="2310" y="3"/>
                  </a:cubicBezTo>
                  <a:cubicBezTo>
                    <a:pt x="1" y="98"/>
                    <a:pt x="227" y="2682"/>
                    <a:pt x="227" y="2682"/>
                  </a:cubicBezTo>
                  <a:cubicBezTo>
                    <a:pt x="390" y="4873"/>
                    <a:pt x="1004" y="5117"/>
                    <a:pt x="1234" y="5117"/>
                  </a:cubicBezTo>
                  <a:cubicBezTo>
                    <a:pt x="1289" y="5117"/>
                    <a:pt x="1322" y="5103"/>
                    <a:pt x="1322" y="5099"/>
                  </a:cubicBezTo>
                  <a:lnTo>
                    <a:pt x="1965" y="6420"/>
                  </a:lnTo>
                  <a:cubicBezTo>
                    <a:pt x="3692" y="6099"/>
                    <a:pt x="4323" y="5218"/>
                    <a:pt x="4323" y="5218"/>
                  </a:cubicBezTo>
                  <a:lnTo>
                    <a:pt x="4263" y="4194"/>
                  </a:lnTo>
                  <a:cubicBezTo>
                    <a:pt x="4644" y="3646"/>
                    <a:pt x="4537" y="2420"/>
                    <a:pt x="4537" y="2420"/>
                  </a:cubicBezTo>
                  <a:cubicBezTo>
                    <a:pt x="4432" y="138"/>
                    <a:pt x="2791" y="0"/>
                    <a:pt x="2396"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4"/>
            <p:cNvSpPr/>
            <p:nvPr/>
          </p:nvSpPr>
          <p:spPr>
            <a:xfrm>
              <a:off x="11552025" y="1710975"/>
              <a:ext cx="116100" cy="120750"/>
            </a:xfrm>
            <a:custGeom>
              <a:rect b="b" l="l" r="r" t="t"/>
              <a:pathLst>
                <a:path extrusionOk="0" h="4830" w="4644">
                  <a:moveTo>
                    <a:pt x="2404" y="1"/>
                  </a:moveTo>
                  <a:cubicBezTo>
                    <a:pt x="2344" y="1"/>
                    <a:pt x="2310" y="4"/>
                    <a:pt x="2310" y="4"/>
                  </a:cubicBezTo>
                  <a:cubicBezTo>
                    <a:pt x="1" y="99"/>
                    <a:pt x="227" y="2683"/>
                    <a:pt x="227" y="2683"/>
                  </a:cubicBezTo>
                  <a:cubicBezTo>
                    <a:pt x="251" y="3123"/>
                    <a:pt x="310" y="3504"/>
                    <a:pt x="393" y="3790"/>
                  </a:cubicBezTo>
                  <a:cubicBezTo>
                    <a:pt x="429" y="3802"/>
                    <a:pt x="465" y="3808"/>
                    <a:pt x="501" y="3808"/>
                  </a:cubicBezTo>
                  <a:cubicBezTo>
                    <a:pt x="536" y="3808"/>
                    <a:pt x="572" y="3802"/>
                    <a:pt x="608" y="3790"/>
                  </a:cubicBezTo>
                  <a:cubicBezTo>
                    <a:pt x="608" y="3552"/>
                    <a:pt x="513" y="3195"/>
                    <a:pt x="834" y="3195"/>
                  </a:cubicBezTo>
                  <a:cubicBezTo>
                    <a:pt x="1108" y="3195"/>
                    <a:pt x="1263" y="3421"/>
                    <a:pt x="1358" y="3647"/>
                  </a:cubicBezTo>
                  <a:cubicBezTo>
                    <a:pt x="1465" y="3873"/>
                    <a:pt x="1501" y="4088"/>
                    <a:pt x="1596" y="4314"/>
                  </a:cubicBezTo>
                  <a:cubicBezTo>
                    <a:pt x="1656" y="4480"/>
                    <a:pt x="1739" y="4623"/>
                    <a:pt x="1798" y="4790"/>
                  </a:cubicBezTo>
                  <a:cubicBezTo>
                    <a:pt x="1869" y="4777"/>
                    <a:pt x="1949" y="4772"/>
                    <a:pt x="2033" y="4772"/>
                  </a:cubicBezTo>
                  <a:cubicBezTo>
                    <a:pt x="2257" y="4772"/>
                    <a:pt x="2506" y="4808"/>
                    <a:pt x="2679" y="4826"/>
                  </a:cubicBezTo>
                  <a:cubicBezTo>
                    <a:pt x="2757" y="4828"/>
                    <a:pt x="2833" y="4830"/>
                    <a:pt x="2908" y="4830"/>
                  </a:cubicBezTo>
                  <a:cubicBezTo>
                    <a:pt x="3165" y="4830"/>
                    <a:pt x="3409" y="4812"/>
                    <a:pt x="3668" y="4766"/>
                  </a:cubicBezTo>
                  <a:lnTo>
                    <a:pt x="4287" y="4623"/>
                  </a:lnTo>
                  <a:lnTo>
                    <a:pt x="4263" y="4230"/>
                  </a:lnTo>
                  <a:cubicBezTo>
                    <a:pt x="4644" y="3659"/>
                    <a:pt x="4537" y="2433"/>
                    <a:pt x="4537" y="2433"/>
                  </a:cubicBezTo>
                  <a:cubicBezTo>
                    <a:pt x="4433" y="146"/>
                    <a:pt x="2814" y="1"/>
                    <a:pt x="2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4"/>
            <p:cNvSpPr/>
            <p:nvPr/>
          </p:nvSpPr>
          <p:spPr>
            <a:xfrm>
              <a:off x="11567800" y="1780925"/>
              <a:ext cx="18775" cy="34075"/>
            </a:xfrm>
            <a:custGeom>
              <a:rect b="b" l="l" r="r" t="t"/>
              <a:pathLst>
                <a:path extrusionOk="0" h="1363" w="751">
                  <a:moveTo>
                    <a:pt x="305" y="1"/>
                  </a:moveTo>
                  <a:cubicBezTo>
                    <a:pt x="295" y="1"/>
                    <a:pt x="285" y="2"/>
                    <a:pt x="274" y="4"/>
                  </a:cubicBezTo>
                  <a:cubicBezTo>
                    <a:pt x="96" y="27"/>
                    <a:pt x="1" y="361"/>
                    <a:pt x="60" y="730"/>
                  </a:cubicBezTo>
                  <a:cubicBezTo>
                    <a:pt x="117" y="1085"/>
                    <a:pt x="296" y="1362"/>
                    <a:pt x="468" y="1362"/>
                  </a:cubicBezTo>
                  <a:cubicBezTo>
                    <a:pt x="475" y="1362"/>
                    <a:pt x="482" y="1362"/>
                    <a:pt x="489" y="1361"/>
                  </a:cubicBezTo>
                  <a:cubicBezTo>
                    <a:pt x="655" y="1325"/>
                    <a:pt x="751" y="1004"/>
                    <a:pt x="715" y="623"/>
                  </a:cubicBezTo>
                  <a:cubicBezTo>
                    <a:pt x="659" y="275"/>
                    <a:pt x="476" y="1"/>
                    <a:pt x="305"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4"/>
            <p:cNvSpPr/>
            <p:nvPr/>
          </p:nvSpPr>
          <p:spPr>
            <a:xfrm>
              <a:off x="11594600" y="1840800"/>
              <a:ext cx="103600" cy="34000"/>
            </a:xfrm>
            <a:custGeom>
              <a:rect b="b" l="l" r="r" t="t"/>
              <a:pathLst>
                <a:path extrusionOk="0" h="1360" w="4144">
                  <a:moveTo>
                    <a:pt x="2444" y="0"/>
                  </a:moveTo>
                  <a:cubicBezTo>
                    <a:pt x="1242" y="0"/>
                    <a:pt x="334" y="549"/>
                    <a:pt x="334" y="549"/>
                  </a:cubicBezTo>
                  <a:lnTo>
                    <a:pt x="0" y="1359"/>
                  </a:lnTo>
                  <a:cubicBezTo>
                    <a:pt x="918" y="1011"/>
                    <a:pt x="1779" y="909"/>
                    <a:pt x="2475" y="909"/>
                  </a:cubicBezTo>
                  <a:cubicBezTo>
                    <a:pt x="3453" y="909"/>
                    <a:pt x="4108" y="1109"/>
                    <a:pt x="4142" y="1109"/>
                  </a:cubicBezTo>
                  <a:cubicBezTo>
                    <a:pt x="4143" y="1109"/>
                    <a:pt x="4143" y="1109"/>
                    <a:pt x="4144" y="1109"/>
                  </a:cubicBezTo>
                  <a:lnTo>
                    <a:pt x="3882" y="288"/>
                  </a:lnTo>
                  <a:cubicBezTo>
                    <a:pt x="3383" y="77"/>
                    <a:pt x="2893" y="0"/>
                    <a:pt x="24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4"/>
            <p:cNvSpPr/>
            <p:nvPr/>
          </p:nvSpPr>
          <p:spPr>
            <a:xfrm>
              <a:off x="11455300" y="1798675"/>
              <a:ext cx="156275" cy="146075"/>
            </a:xfrm>
            <a:custGeom>
              <a:rect b="b" l="l" r="r" t="t"/>
              <a:pathLst>
                <a:path extrusionOk="0" h="5843" w="6251">
                  <a:moveTo>
                    <a:pt x="3739" y="0"/>
                  </a:moveTo>
                  <a:cubicBezTo>
                    <a:pt x="3238" y="0"/>
                    <a:pt x="2858" y="175"/>
                    <a:pt x="2858" y="175"/>
                  </a:cubicBezTo>
                  <a:cubicBezTo>
                    <a:pt x="0" y="389"/>
                    <a:pt x="726" y="4937"/>
                    <a:pt x="726" y="4937"/>
                  </a:cubicBezTo>
                  <a:cubicBezTo>
                    <a:pt x="1977" y="5683"/>
                    <a:pt x="4510" y="5843"/>
                    <a:pt x="4682" y="5843"/>
                  </a:cubicBezTo>
                  <a:cubicBezTo>
                    <a:pt x="4688" y="5843"/>
                    <a:pt x="4692" y="5842"/>
                    <a:pt x="4691" y="5842"/>
                  </a:cubicBezTo>
                  <a:cubicBezTo>
                    <a:pt x="6251" y="4199"/>
                    <a:pt x="5834" y="1961"/>
                    <a:pt x="5834" y="1961"/>
                  </a:cubicBezTo>
                  <a:cubicBezTo>
                    <a:pt x="5370" y="339"/>
                    <a:pt x="4437" y="0"/>
                    <a:pt x="3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4"/>
            <p:cNvSpPr/>
            <p:nvPr/>
          </p:nvSpPr>
          <p:spPr>
            <a:xfrm>
              <a:off x="11463025" y="1915550"/>
              <a:ext cx="78025" cy="38425"/>
            </a:xfrm>
            <a:custGeom>
              <a:rect b="b" l="l" r="r" t="t"/>
              <a:pathLst>
                <a:path extrusionOk="0" h="1537" w="3121">
                  <a:moveTo>
                    <a:pt x="632" y="0"/>
                  </a:moveTo>
                  <a:cubicBezTo>
                    <a:pt x="334" y="36"/>
                    <a:pt x="1" y="691"/>
                    <a:pt x="1" y="691"/>
                  </a:cubicBezTo>
                  <a:cubicBezTo>
                    <a:pt x="941" y="1405"/>
                    <a:pt x="3120" y="1536"/>
                    <a:pt x="3120" y="1536"/>
                  </a:cubicBezTo>
                  <a:lnTo>
                    <a:pt x="3120" y="1024"/>
                  </a:lnTo>
                  <a:cubicBezTo>
                    <a:pt x="1941" y="905"/>
                    <a:pt x="632" y="0"/>
                    <a:pt x="6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4"/>
            <p:cNvSpPr/>
            <p:nvPr/>
          </p:nvSpPr>
          <p:spPr>
            <a:xfrm>
              <a:off x="11622275" y="2191275"/>
              <a:ext cx="107175" cy="527075"/>
            </a:xfrm>
            <a:custGeom>
              <a:rect b="b" l="l" r="r" t="t"/>
              <a:pathLst>
                <a:path extrusionOk="0" h="21083" w="4287">
                  <a:moveTo>
                    <a:pt x="3176" y="0"/>
                  </a:moveTo>
                  <a:cubicBezTo>
                    <a:pt x="2120" y="0"/>
                    <a:pt x="1522" y="604"/>
                    <a:pt x="1513" y="604"/>
                  </a:cubicBezTo>
                  <a:lnTo>
                    <a:pt x="0" y="5402"/>
                  </a:lnTo>
                  <a:lnTo>
                    <a:pt x="1989" y="21082"/>
                  </a:lnTo>
                  <a:lnTo>
                    <a:pt x="3965" y="21082"/>
                  </a:lnTo>
                  <a:lnTo>
                    <a:pt x="4287" y="211"/>
                  </a:lnTo>
                  <a:cubicBezTo>
                    <a:pt x="3875" y="58"/>
                    <a:pt x="3503" y="0"/>
                    <a:pt x="31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4"/>
            <p:cNvSpPr/>
            <p:nvPr/>
          </p:nvSpPr>
          <p:spPr>
            <a:xfrm>
              <a:off x="11545775" y="2181975"/>
              <a:ext cx="114625" cy="536375"/>
            </a:xfrm>
            <a:custGeom>
              <a:rect b="b" l="l" r="r" t="t"/>
              <a:pathLst>
                <a:path extrusionOk="0" h="21455" w="4585">
                  <a:moveTo>
                    <a:pt x="1705" y="0"/>
                  </a:moveTo>
                  <a:cubicBezTo>
                    <a:pt x="1123" y="0"/>
                    <a:pt x="528" y="151"/>
                    <a:pt x="1" y="571"/>
                  </a:cubicBezTo>
                  <a:lnTo>
                    <a:pt x="132" y="21454"/>
                  </a:lnTo>
                  <a:lnTo>
                    <a:pt x="2132" y="21454"/>
                  </a:lnTo>
                  <a:lnTo>
                    <a:pt x="4584" y="976"/>
                  </a:lnTo>
                  <a:cubicBezTo>
                    <a:pt x="4584" y="976"/>
                    <a:pt x="3186" y="0"/>
                    <a:pt x="17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4"/>
            <p:cNvSpPr/>
            <p:nvPr/>
          </p:nvSpPr>
          <p:spPr>
            <a:xfrm>
              <a:off x="11710975" y="1914050"/>
              <a:ext cx="80700" cy="212550"/>
            </a:xfrm>
            <a:custGeom>
              <a:rect b="b" l="l" r="r" t="t"/>
              <a:pathLst>
                <a:path extrusionOk="0" h="8502" w="3228">
                  <a:moveTo>
                    <a:pt x="1691" y="1"/>
                  </a:moveTo>
                  <a:cubicBezTo>
                    <a:pt x="489" y="2084"/>
                    <a:pt x="1" y="8502"/>
                    <a:pt x="1" y="8502"/>
                  </a:cubicBezTo>
                  <a:cubicBezTo>
                    <a:pt x="774" y="8252"/>
                    <a:pt x="1977" y="6537"/>
                    <a:pt x="1977" y="6537"/>
                  </a:cubicBezTo>
                  <a:cubicBezTo>
                    <a:pt x="3227" y="1834"/>
                    <a:pt x="1691" y="1"/>
                    <a:pt x="16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4"/>
            <p:cNvSpPr/>
            <p:nvPr/>
          </p:nvSpPr>
          <p:spPr>
            <a:xfrm>
              <a:off x="11545775" y="1861425"/>
              <a:ext cx="230400" cy="344750"/>
            </a:xfrm>
            <a:custGeom>
              <a:rect b="b" l="l" r="r" t="t"/>
              <a:pathLst>
                <a:path extrusionOk="0" h="13790" w="9216">
                  <a:moveTo>
                    <a:pt x="4421" y="1"/>
                  </a:moveTo>
                  <a:cubicBezTo>
                    <a:pt x="2524" y="1"/>
                    <a:pt x="905" y="1070"/>
                    <a:pt x="905" y="1070"/>
                  </a:cubicBezTo>
                  <a:cubicBezTo>
                    <a:pt x="1382" y="3261"/>
                    <a:pt x="346" y="8404"/>
                    <a:pt x="346" y="8404"/>
                  </a:cubicBezTo>
                  <a:cubicBezTo>
                    <a:pt x="191" y="9464"/>
                    <a:pt x="72" y="11714"/>
                    <a:pt x="1" y="13393"/>
                  </a:cubicBezTo>
                  <a:cubicBezTo>
                    <a:pt x="651" y="13552"/>
                    <a:pt x="1894" y="13790"/>
                    <a:pt x="3575" y="13790"/>
                  </a:cubicBezTo>
                  <a:cubicBezTo>
                    <a:pt x="4662" y="13790"/>
                    <a:pt x="5934" y="13690"/>
                    <a:pt x="7347" y="13405"/>
                  </a:cubicBezTo>
                  <a:cubicBezTo>
                    <a:pt x="7275" y="13095"/>
                    <a:pt x="7216" y="12905"/>
                    <a:pt x="7216" y="12905"/>
                  </a:cubicBezTo>
                  <a:cubicBezTo>
                    <a:pt x="6859" y="10547"/>
                    <a:pt x="7942" y="7785"/>
                    <a:pt x="7942" y="7785"/>
                  </a:cubicBezTo>
                  <a:cubicBezTo>
                    <a:pt x="9216" y="3701"/>
                    <a:pt x="8180" y="1868"/>
                    <a:pt x="8180" y="1868"/>
                  </a:cubicBezTo>
                  <a:cubicBezTo>
                    <a:pt x="7585" y="951"/>
                    <a:pt x="6073" y="308"/>
                    <a:pt x="6073" y="308"/>
                  </a:cubicBezTo>
                  <a:cubicBezTo>
                    <a:pt x="5520" y="87"/>
                    <a:pt x="4959" y="1"/>
                    <a:pt x="44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4"/>
            <p:cNvSpPr/>
            <p:nvPr/>
          </p:nvSpPr>
          <p:spPr>
            <a:xfrm>
              <a:off x="11492800" y="2718325"/>
              <a:ext cx="105675" cy="43475"/>
            </a:xfrm>
            <a:custGeom>
              <a:rect b="b" l="l" r="r" t="t"/>
              <a:pathLst>
                <a:path extrusionOk="0" h="1739" w="4227">
                  <a:moveTo>
                    <a:pt x="2251" y="0"/>
                  </a:moveTo>
                  <a:lnTo>
                    <a:pt x="0" y="1310"/>
                  </a:lnTo>
                  <a:lnTo>
                    <a:pt x="0" y="1739"/>
                  </a:lnTo>
                  <a:lnTo>
                    <a:pt x="4227" y="1739"/>
                  </a:lnTo>
                  <a:lnTo>
                    <a:pt x="422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4"/>
            <p:cNvSpPr/>
            <p:nvPr/>
          </p:nvSpPr>
          <p:spPr>
            <a:xfrm>
              <a:off x="11613950" y="2718325"/>
              <a:ext cx="107775" cy="43475"/>
            </a:xfrm>
            <a:custGeom>
              <a:rect b="b" l="l" r="r" t="t"/>
              <a:pathLst>
                <a:path extrusionOk="0" h="1739" w="4311">
                  <a:moveTo>
                    <a:pt x="2322" y="0"/>
                  </a:moveTo>
                  <a:lnTo>
                    <a:pt x="0" y="1310"/>
                  </a:lnTo>
                  <a:lnTo>
                    <a:pt x="0" y="1739"/>
                  </a:lnTo>
                  <a:lnTo>
                    <a:pt x="4298" y="1739"/>
                  </a:lnTo>
                  <a:lnTo>
                    <a:pt x="43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4"/>
            <p:cNvSpPr/>
            <p:nvPr/>
          </p:nvSpPr>
          <p:spPr>
            <a:xfrm>
              <a:off x="11357050" y="1979550"/>
              <a:ext cx="114925" cy="147300"/>
            </a:xfrm>
            <a:custGeom>
              <a:rect b="b" l="l" r="r" t="t"/>
              <a:pathLst>
                <a:path extrusionOk="0" h="5892" w="4597">
                  <a:moveTo>
                    <a:pt x="1287" y="0"/>
                  </a:moveTo>
                  <a:cubicBezTo>
                    <a:pt x="1287" y="0"/>
                    <a:pt x="168" y="3667"/>
                    <a:pt x="1" y="5025"/>
                  </a:cubicBezTo>
                  <a:cubicBezTo>
                    <a:pt x="1" y="5025"/>
                    <a:pt x="530" y="5892"/>
                    <a:pt x="2186" y="5892"/>
                  </a:cubicBezTo>
                  <a:cubicBezTo>
                    <a:pt x="2287" y="5892"/>
                    <a:pt x="2392" y="5889"/>
                    <a:pt x="2501" y="5882"/>
                  </a:cubicBezTo>
                  <a:lnTo>
                    <a:pt x="2608" y="5882"/>
                  </a:lnTo>
                  <a:cubicBezTo>
                    <a:pt x="4597" y="5715"/>
                    <a:pt x="3740" y="1917"/>
                    <a:pt x="3740" y="1917"/>
                  </a:cubicBezTo>
                  <a:lnTo>
                    <a:pt x="128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4"/>
            <p:cNvSpPr/>
            <p:nvPr/>
          </p:nvSpPr>
          <p:spPr>
            <a:xfrm>
              <a:off x="11328475" y="2150100"/>
              <a:ext cx="165825" cy="617650"/>
            </a:xfrm>
            <a:custGeom>
              <a:rect b="b" l="l" r="r" t="t"/>
              <a:pathLst>
                <a:path extrusionOk="0" h="24706" w="6633">
                  <a:moveTo>
                    <a:pt x="4513" y="0"/>
                  </a:moveTo>
                  <a:lnTo>
                    <a:pt x="2620" y="131"/>
                  </a:lnTo>
                  <a:cubicBezTo>
                    <a:pt x="2620" y="131"/>
                    <a:pt x="1" y="2644"/>
                    <a:pt x="2620" y="6537"/>
                  </a:cubicBezTo>
                  <a:cubicBezTo>
                    <a:pt x="2620" y="6537"/>
                    <a:pt x="3001" y="11133"/>
                    <a:pt x="3811" y="13681"/>
                  </a:cubicBezTo>
                  <a:lnTo>
                    <a:pt x="3811" y="14347"/>
                  </a:lnTo>
                  <a:cubicBezTo>
                    <a:pt x="3811" y="14347"/>
                    <a:pt x="1561" y="15657"/>
                    <a:pt x="1192" y="22348"/>
                  </a:cubicBezTo>
                  <a:cubicBezTo>
                    <a:pt x="1192" y="22348"/>
                    <a:pt x="918" y="22527"/>
                    <a:pt x="501" y="24468"/>
                  </a:cubicBezTo>
                  <a:cubicBezTo>
                    <a:pt x="501" y="24468"/>
                    <a:pt x="537" y="24706"/>
                    <a:pt x="1025" y="24706"/>
                  </a:cubicBezTo>
                  <a:lnTo>
                    <a:pt x="3644" y="24277"/>
                  </a:lnTo>
                  <a:lnTo>
                    <a:pt x="3751" y="23837"/>
                  </a:lnTo>
                  <a:lnTo>
                    <a:pt x="2192" y="22860"/>
                  </a:lnTo>
                  <a:lnTo>
                    <a:pt x="3799" y="17681"/>
                  </a:lnTo>
                  <a:lnTo>
                    <a:pt x="5966" y="14455"/>
                  </a:lnTo>
                  <a:cubicBezTo>
                    <a:pt x="5966" y="14455"/>
                    <a:pt x="6633" y="13597"/>
                    <a:pt x="6311" y="11657"/>
                  </a:cubicBezTo>
                  <a:lnTo>
                    <a:pt x="6157" y="6608"/>
                  </a:lnTo>
                  <a:lnTo>
                    <a:pt x="5859" y="3322"/>
                  </a:lnTo>
                  <a:lnTo>
                    <a:pt x="4513" y="0"/>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4"/>
            <p:cNvSpPr/>
            <p:nvPr/>
          </p:nvSpPr>
          <p:spPr>
            <a:xfrm>
              <a:off x="11340700" y="2735200"/>
              <a:ext cx="81575" cy="32850"/>
            </a:xfrm>
            <a:custGeom>
              <a:rect b="b" l="l" r="r" t="t"/>
              <a:pathLst>
                <a:path extrusionOk="0" h="1314" w="3263">
                  <a:moveTo>
                    <a:pt x="432" y="1"/>
                  </a:moveTo>
                  <a:cubicBezTo>
                    <a:pt x="369" y="1"/>
                    <a:pt x="307" y="9"/>
                    <a:pt x="250" y="28"/>
                  </a:cubicBezTo>
                  <a:cubicBezTo>
                    <a:pt x="179" y="302"/>
                    <a:pt x="95" y="647"/>
                    <a:pt x="0" y="1076"/>
                  </a:cubicBezTo>
                  <a:cubicBezTo>
                    <a:pt x="0" y="1076"/>
                    <a:pt x="36" y="1314"/>
                    <a:pt x="524" y="1314"/>
                  </a:cubicBezTo>
                  <a:lnTo>
                    <a:pt x="3143" y="885"/>
                  </a:lnTo>
                  <a:lnTo>
                    <a:pt x="3262" y="421"/>
                  </a:lnTo>
                  <a:lnTo>
                    <a:pt x="2750" y="111"/>
                  </a:lnTo>
                  <a:cubicBezTo>
                    <a:pt x="2750" y="171"/>
                    <a:pt x="2739" y="206"/>
                    <a:pt x="2691" y="278"/>
                  </a:cubicBezTo>
                  <a:cubicBezTo>
                    <a:pt x="2629" y="364"/>
                    <a:pt x="2541" y="388"/>
                    <a:pt x="2447" y="388"/>
                  </a:cubicBezTo>
                  <a:cubicBezTo>
                    <a:pt x="2398" y="388"/>
                    <a:pt x="2347" y="381"/>
                    <a:pt x="2298" y="373"/>
                  </a:cubicBezTo>
                  <a:cubicBezTo>
                    <a:pt x="2143" y="373"/>
                    <a:pt x="2024" y="314"/>
                    <a:pt x="1893" y="302"/>
                  </a:cubicBezTo>
                  <a:cubicBezTo>
                    <a:pt x="1872" y="300"/>
                    <a:pt x="1852" y="299"/>
                    <a:pt x="1833" y="299"/>
                  </a:cubicBezTo>
                  <a:cubicBezTo>
                    <a:pt x="1706" y="299"/>
                    <a:pt x="1600" y="330"/>
                    <a:pt x="1477" y="361"/>
                  </a:cubicBezTo>
                  <a:cubicBezTo>
                    <a:pt x="1419" y="372"/>
                    <a:pt x="1369" y="377"/>
                    <a:pt x="1326" y="377"/>
                  </a:cubicBezTo>
                  <a:cubicBezTo>
                    <a:pt x="1087" y="377"/>
                    <a:pt x="1017" y="228"/>
                    <a:pt x="786" y="87"/>
                  </a:cubicBezTo>
                  <a:cubicBezTo>
                    <a:pt x="705" y="39"/>
                    <a:pt x="568" y="1"/>
                    <a:pt x="432" y="1"/>
                  </a:cubicBezTo>
                  <a:close/>
                </a:path>
              </a:pathLst>
            </a:custGeom>
            <a:solidFill>
              <a:srgbClr val="0D13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4"/>
            <p:cNvSpPr/>
            <p:nvPr/>
          </p:nvSpPr>
          <p:spPr>
            <a:xfrm>
              <a:off x="11358850" y="2271850"/>
              <a:ext cx="135950" cy="428925"/>
            </a:xfrm>
            <a:custGeom>
              <a:rect b="b" l="l" r="r" t="t"/>
              <a:pathLst>
                <a:path extrusionOk="0" h="17157" w="5438">
                  <a:moveTo>
                    <a:pt x="2667" y="0"/>
                  </a:moveTo>
                  <a:lnTo>
                    <a:pt x="965" y="488"/>
                  </a:lnTo>
                  <a:lnTo>
                    <a:pt x="929" y="857"/>
                  </a:lnTo>
                  <a:cubicBezTo>
                    <a:pt x="989" y="976"/>
                    <a:pt x="1060" y="1095"/>
                    <a:pt x="1132" y="1226"/>
                  </a:cubicBezTo>
                  <a:cubicBezTo>
                    <a:pt x="1132" y="1226"/>
                    <a:pt x="1132" y="1250"/>
                    <a:pt x="1143" y="1250"/>
                  </a:cubicBezTo>
                  <a:cubicBezTo>
                    <a:pt x="1227" y="1381"/>
                    <a:pt x="1310" y="1500"/>
                    <a:pt x="1405" y="1631"/>
                  </a:cubicBezTo>
                  <a:cubicBezTo>
                    <a:pt x="1405" y="1631"/>
                    <a:pt x="1786" y="6227"/>
                    <a:pt x="2596" y="8775"/>
                  </a:cubicBezTo>
                  <a:lnTo>
                    <a:pt x="2596" y="9442"/>
                  </a:lnTo>
                  <a:cubicBezTo>
                    <a:pt x="2596" y="9442"/>
                    <a:pt x="572" y="10632"/>
                    <a:pt x="48" y="16490"/>
                  </a:cubicBezTo>
                  <a:cubicBezTo>
                    <a:pt x="36" y="16681"/>
                    <a:pt x="12" y="16859"/>
                    <a:pt x="0" y="17062"/>
                  </a:cubicBezTo>
                  <a:lnTo>
                    <a:pt x="0" y="17085"/>
                  </a:lnTo>
                  <a:lnTo>
                    <a:pt x="1239" y="17157"/>
                  </a:lnTo>
                  <a:lnTo>
                    <a:pt x="2596" y="12763"/>
                  </a:lnTo>
                  <a:lnTo>
                    <a:pt x="4763" y="9537"/>
                  </a:lnTo>
                  <a:cubicBezTo>
                    <a:pt x="4763" y="9537"/>
                    <a:pt x="4763" y="9537"/>
                    <a:pt x="4763" y="9537"/>
                  </a:cubicBezTo>
                  <a:cubicBezTo>
                    <a:pt x="4781" y="9537"/>
                    <a:pt x="5437" y="8677"/>
                    <a:pt x="5108" y="6751"/>
                  </a:cubicBezTo>
                  <a:lnTo>
                    <a:pt x="4977" y="2060"/>
                  </a:lnTo>
                  <a:lnTo>
                    <a:pt x="266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4"/>
            <p:cNvSpPr/>
            <p:nvPr/>
          </p:nvSpPr>
          <p:spPr>
            <a:xfrm>
              <a:off x="11363325" y="2157225"/>
              <a:ext cx="170275" cy="620675"/>
            </a:xfrm>
            <a:custGeom>
              <a:rect b="b" l="l" r="r" t="t"/>
              <a:pathLst>
                <a:path extrusionOk="0" h="24827" w="6811">
                  <a:moveTo>
                    <a:pt x="3717" y="0"/>
                  </a:moveTo>
                  <a:cubicBezTo>
                    <a:pt x="3321" y="0"/>
                    <a:pt x="2887" y="53"/>
                    <a:pt x="2417" y="180"/>
                  </a:cubicBezTo>
                  <a:cubicBezTo>
                    <a:pt x="2417" y="180"/>
                    <a:pt x="0" y="1942"/>
                    <a:pt x="2131" y="5883"/>
                  </a:cubicBezTo>
                  <a:cubicBezTo>
                    <a:pt x="2131" y="5883"/>
                    <a:pt x="2084" y="11264"/>
                    <a:pt x="1524" y="13836"/>
                  </a:cubicBezTo>
                  <a:cubicBezTo>
                    <a:pt x="1524" y="13836"/>
                    <a:pt x="1000" y="16575"/>
                    <a:pt x="1250" y="22075"/>
                  </a:cubicBezTo>
                  <a:cubicBezTo>
                    <a:pt x="1286" y="22825"/>
                    <a:pt x="714" y="23825"/>
                    <a:pt x="810" y="24635"/>
                  </a:cubicBezTo>
                  <a:cubicBezTo>
                    <a:pt x="810" y="24635"/>
                    <a:pt x="851" y="24827"/>
                    <a:pt x="1241" y="24827"/>
                  </a:cubicBezTo>
                  <a:cubicBezTo>
                    <a:pt x="1317" y="24827"/>
                    <a:pt x="1407" y="24819"/>
                    <a:pt x="1512" y="24802"/>
                  </a:cubicBezTo>
                  <a:cubicBezTo>
                    <a:pt x="1512" y="24802"/>
                    <a:pt x="3251" y="24387"/>
                    <a:pt x="4129" y="24387"/>
                  </a:cubicBezTo>
                  <a:cubicBezTo>
                    <a:pt x="4204" y="24387"/>
                    <a:pt x="4273" y="24390"/>
                    <a:pt x="4334" y="24397"/>
                  </a:cubicBezTo>
                  <a:cubicBezTo>
                    <a:pt x="4334" y="24397"/>
                    <a:pt x="5453" y="24087"/>
                    <a:pt x="3548" y="23706"/>
                  </a:cubicBezTo>
                  <a:cubicBezTo>
                    <a:pt x="3548" y="23706"/>
                    <a:pt x="2548" y="23444"/>
                    <a:pt x="2369" y="22349"/>
                  </a:cubicBezTo>
                  <a:cubicBezTo>
                    <a:pt x="2369" y="22349"/>
                    <a:pt x="3989" y="17420"/>
                    <a:pt x="3917" y="14336"/>
                  </a:cubicBezTo>
                  <a:cubicBezTo>
                    <a:pt x="3917" y="14336"/>
                    <a:pt x="6346" y="8312"/>
                    <a:pt x="6810" y="1382"/>
                  </a:cubicBezTo>
                  <a:cubicBezTo>
                    <a:pt x="6810" y="1382"/>
                    <a:pt x="5745" y="0"/>
                    <a:pt x="3717"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4"/>
            <p:cNvSpPr/>
            <p:nvPr/>
          </p:nvSpPr>
          <p:spPr>
            <a:xfrm>
              <a:off x="11363900" y="2157400"/>
              <a:ext cx="169700" cy="535050"/>
            </a:xfrm>
            <a:custGeom>
              <a:rect b="b" l="l" r="r" t="t"/>
              <a:pathLst>
                <a:path extrusionOk="0" h="21402" w="6788">
                  <a:moveTo>
                    <a:pt x="3715" y="1"/>
                  </a:moveTo>
                  <a:cubicBezTo>
                    <a:pt x="3316" y="1"/>
                    <a:pt x="2879" y="55"/>
                    <a:pt x="2406" y="185"/>
                  </a:cubicBezTo>
                  <a:cubicBezTo>
                    <a:pt x="2406" y="185"/>
                    <a:pt x="1" y="1959"/>
                    <a:pt x="2120" y="5900"/>
                  </a:cubicBezTo>
                  <a:cubicBezTo>
                    <a:pt x="2120" y="5900"/>
                    <a:pt x="2084" y="11269"/>
                    <a:pt x="1513" y="13841"/>
                  </a:cubicBezTo>
                  <a:cubicBezTo>
                    <a:pt x="1513" y="13841"/>
                    <a:pt x="1049" y="16270"/>
                    <a:pt x="1215" y="21187"/>
                  </a:cubicBezTo>
                  <a:lnTo>
                    <a:pt x="2656" y="21402"/>
                  </a:lnTo>
                  <a:cubicBezTo>
                    <a:pt x="3108" y="19782"/>
                    <a:pt x="3942" y="16579"/>
                    <a:pt x="3894" y="14353"/>
                  </a:cubicBezTo>
                  <a:cubicBezTo>
                    <a:pt x="3894" y="14353"/>
                    <a:pt x="6323" y="8328"/>
                    <a:pt x="6787" y="1387"/>
                  </a:cubicBezTo>
                  <a:cubicBezTo>
                    <a:pt x="6787" y="1387"/>
                    <a:pt x="5733" y="1"/>
                    <a:pt x="3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4"/>
            <p:cNvSpPr/>
            <p:nvPr/>
          </p:nvSpPr>
          <p:spPr>
            <a:xfrm>
              <a:off x="11337125" y="2148850"/>
              <a:ext cx="208675" cy="285525"/>
            </a:xfrm>
            <a:custGeom>
              <a:rect b="b" l="l" r="r" t="t"/>
              <a:pathLst>
                <a:path extrusionOk="0" h="11421" w="8347">
                  <a:moveTo>
                    <a:pt x="3016" y="1"/>
                  </a:moveTo>
                  <a:cubicBezTo>
                    <a:pt x="2664" y="1"/>
                    <a:pt x="2298" y="23"/>
                    <a:pt x="1917" y="74"/>
                  </a:cubicBezTo>
                  <a:cubicBezTo>
                    <a:pt x="1917" y="74"/>
                    <a:pt x="0" y="2193"/>
                    <a:pt x="119" y="9956"/>
                  </a:cubicBezTo>
                  <a:cubicBezTo>
                    <a:pt x="119" y="9956"/>
                    <a:pt x="4072" y="11230"/>
                    <a:pt x="8251" y="11421"/>
                  </a:cubicBezTo>
                  <a:cubicBezTo>
                    <a:pt x="8251" y="11421"/>
                    <a:pt x="8347" y="4146"/>
                    <a:pt x="8073" y="1789"/>
                  </a:cubicBezTo>
                  <a:cubicBezTo>
                    <a:pt x="8062" y="1789"/>
                    <a:pt x="6129" y="1"/>
                    <a:pt x="30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4"/>
            <p:cNvSpPr/>
            <p:nvPr/>
          </p:nvSpPr>
          <p:spPr>
            <a:xfrm>
              <a:off x="11362425" y="1932800"/>
              <a:ext cx="227125" cy="264050"/>
            </a:xfrm>
            <a:custGeom>
              <a:rect b="b" l="l" r="r" t="t"/>
              <a:pathLst>
                <a:path extrusionOk="0" h="10562" w="9085">
                  <a:moveTo>
                    <a:pt x="4025" y="1"/>
                  </a:moveTo>
                  <a:lnTo>
                    <a:pt x="1703" y="620"/>
                  </a:lnTo>
                  <a:cubicBezTo>
                    <a:pt x="1703" y="620"/>
                    <a:pt x="846" y="1037"/>
                    <a:pt x="1084" y="3192"/>
                  </a:cubicBezTo>
                  <a:cubicBezTo>
                    <a:pt x="1084" y="3192"/>
                    <a:pt x="1167" y="5132"/>
                    <a:pt x="1036" y="6204"/>
                  </a:cubicBezTo>
                  <a:cubicBezTo>
                    <a:pt x="1036" y="6204"/>
                    <a:pt x="96" y="7716"/>
                    <a:pt x="0" y="8454"/>
                  </a:cubicBezTo>
                  <a:lnTo>
                    <a:pt x="7620" y="10562"/>
                  </a:lnTo>
                  <a:lnTo>
                    <a:pt x="7620" y="9419"/>
                  </a:lnTo>
                  <a:lnTo>
                    <a:pt x="7358" y="9347"/>
                  </a:lnTo>
                  <a:lnTo>
                    <a:pt x="7263" y="8657"/>
                  </a:lnTo>
                  <a:lnTo>
                    <a:pt x="7454" y="8157"/>
                  </a:lnTo>
                  <a:cubicBezTo>
                    <a:pt x="7454" y="8157"/>
                    <a:pt x="9085" y="4299"/>
                    <a:pt x="8513" y="2811"/>
                  </a:cubicBezTo>
                  <a:cubicBezTo>
                    <a:pt x="8513" y="2811"/>
                    <a:pt x="8370" y="2073"/>
                    <a:pt x="7144" y="846"/>
                  </a:cubicBezTo>
                  <a:cubicBezTo>
                    <a:pt x="7144" y="846"/>
                    <a:pt x="4965" y="1"/>
                    <a:pt x="40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4"/>
            <p:cNvSpPr/>
            <p:nvPr/>
          </p:nvSpPr>
          <p:spPr>
            <a:xfrm>
              <a:off x="11685375" y="2072700"/>
              <a:ext cx="66100" cy="80700"/>
            </a:xfrm>
            <a:custGeom>
              <a:rect b="b" l="l" r="r" t="t"/>
              <a:pathLst>
                <a:path extrusionOk="0" h="3228" w="2644">
                  <a:moveTo>
                    <a:pt x="2048" y="1"/>
                  </a:moveTo>
                  <a:cubicBezTo>
                    <a:pt x="1263" y="13"/>
                    <a:pt x="1203" y="1251"/>
                    <a:pt x="1203" y="1251"/>
                  </a:cubicBezTo>
                  <a:lnTo>
                    <a:pt x="1" y="1906"/>
                  </a:lnTo>
                  <a:cubicBezTo>
                    <a:pt x="24" y="2370"/>
                    <a:pt x="417" y="3227"/>
                    <a:pt x="429" y="3227"/>
                  </a:cubicBezTo>
                  <a:lnTo>
                    <a:pt x="1548" y="2382"/>
                  </a:lnTo>
                  <a:lnTo>
                    <a:pt x="2537" y="1477"/>
                  </a:lnTo>
                  <a:cubicBezTo>
                    <a:pt x="2644" y="322"/>
                    <a:pt x="2048" y="1"/>
                    <a:pt x="2048"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4"/>
            <p:cNvSpPr/>
            <p:nvPr/>
          </p:nvSpPr>
          <p:spPr>
            <a:xfrm>
              <a:off x="11530000" y="1996975"/>
              <a:ext cx="175050" cy="202425"/>
            </a:xfrm>
            <a:custGeom>
              <a:rect b="b" l="l" r="r" t="t"/>
              <a:pathLst>
                <a:path extrusionOk="0" h="8097" w="7002">
                  <a:moveTo>
                    <a:pt x="1655" y="1"/>
                  </a:moveTo>
                  <a:cubicBezTo>
                    <a:pt x="1367" y="1"/>
                    <a:pt x="288" y="187"/>
                    <a:pt x="1" y="2923"/>
                  </a:cubicBezTo>
                  <a:cubicBezTo>
                    <a:pt x="1" y="2923"/>
                    <a:pt x="2370" y="7626"/>
                    <a:pt x="3132" y="7995"/>
                  </a:cubicBezTo>
                  <a:cubicBezTo>
                    <a:pt x="3132" y="7995"/>
                    <a:pt x="3282" y="8097"/>
                    <a:pt x="3650" y="8097"/>
                  </a:cubicBezTo>
                  <a:cubicBezTo>
                    <a:pt x="4097" y="8097"/>
                    <a:pt x="4865" y="7946"/>
                    <a:pt x="6073" y="7280"/>
                  </a:cubicBezTo>
                  <a:lnTo>
                    <a:pt x="6823" y="6864"/>
                  </a:lnTo>
                  <a:cubicBezTo>
                    <a:pt x="6823" y="6864"/>
                    <a:pt x="7001" y="5363"/>
                    <a:pt x="6049" y="4816"/>
                  </a:cubicBezTo>
                  <a:lnTo>
                    <a:pt x="4144" y="5482"/>
                  </a:lnTo>
                  <a:lnTo>
                    <a:pt x="3322" y="3220"/>
                  </a:lnTo>
                  <a:cubicBezTo>
                    <a:pt x="3322" y="3220"/>
                    <a:pt x="2918" y="648"/>
                    <a:pt x="1727" y="6"/>
                  </a:cubicBezTo>
                  <a:cubicBezTo>
                    <a:pt x="1727" y="6"/>
                    <a:pt x="1701" y="1"/>
                    <a:pt x="16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4"/>
            <p:cNvSpPr/>
            <p:nvPr/>
          </p:nvSpPr>
          <p:spPr>
            <a:xfrm>
              <a:off x="11656200" y="2113175"/>
              <a:ext cx="57475" cy="74750"/>
            </a:xfrm>
            <a:custGeom>
              <a:rect b="b" l="l" r="r" t="t"/>
              <a:pathLst>
                <a:path extrusionOk="0" h="2990" w="2299">
                  <a:moveTo>
                    <a:pt x="941" y="1"/>
                  </a:moveTo>
                  <a:lnTo>
                    <a:pt x="1" y="394"/>
                  </a:lnTo>
                  <a:cubicBezTo>
                    <a:pt x="1" y="394"/>
                    <a:pt x="1072" y="632"/>
                    <a:pt x="810" y="2989"/>
                  </a:cubicBezTo>
                  <a:lnTo>
                    <a:pt x="1882" y="2358"/>
                  </a:lnTo>
                  <a:cubicBezTo>
                    <a:pt x="1882" y="2358"/>
                    <a:pt x="2299" y="692"/>
                    <a:pt x="9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4"/>
            <p:cNvSpPr/>
            <p:nvPr/>
          </p:nvSpPr>
          <p:spPr>
            <a:xfrm>
              <a:off x="11372850" y="1887850"/>
              <a:ext cx="215700" cy="138750"/>
            </a:xfrm>
            <a:custGeom>
              <a:rect b="b" l="l" r="r" t="t"/>
              <a:pathLst>
                <a:path extrusionOk="0" h="5550" w="8628">
                  <a:moveTo>
                    <a:pt x="7822" y="1"/>
                  </a:moveTo>
                  <a:lnTo>
                    <a:pt x="3286" y="2704"/>
                  </a:lnTo>
                  <a:cubicBezTo>
                    <a:pt x="3286" y="2704"/>
                    <a:pt x="3182" y="2714"/>
                    <a:pt x="3020" y="2714"/>
                  </a:cubicBezTo>
                  <a:cubicBezTo>
                    <a:pt x="2606" y="2714"/>
                    <a:pt x="1815" y="2647"/>
                    <a:pt x="1405" y="2168"/>
                  </a:cubicBezTo>
                  <a:cubicBezTo>
                    <a:pt x="1405" y="2168"/>
                    <a:pt x="1320" y="2150"/>
                    <a:pt x="1192" y="2150"/>
                  </a:cubicBezTo>
                  <a:cubicBezTo>
                    <a:pt x="810" y="2150"/>
                    <a:pt x="45" y="2310"/>
                    <a:pt x="0" y="3585"/>
                  </a:cubicBezTo>
                  <a:cubicBezTo>
                    <a:pt x="0" y="3585"/>
                    <a:pt x="750" y="5204"/>
                    <a:pt x="2822" y="5549"/>
                  </a:cubicBezTo>
                  <a:cubicBezTo>
                    <a:pt x="2822" y="5549"/>
                    <a:pt x="6167" y="4716"/>
                    <a:pt x="7822" y="3549"/>
                  </a:cubicBezTo>
                  <a:cubicBezTo>
                    <a:pt x="7822" y="3549"/>
                    <a:pt x="7822" y="3549"/>
                    <a:pt x="7822" y="3549"/>
                  </a:cubicBezTo>
                  <a:cubicBezTo>
                    <a:pt x="7832" y="3549"/>
                    <a:pt x="8627" y="1481"/>
                    <a:pt x="78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4"/>
            <p:cNvSpPr/>
            <p:nvPr/>
          </p:nvSpPr>
          <p:spPr>
            <a:xfrm>
              <a:off x="11382650" y="2746500"/>
              <a:ext cx="115675" cy="31900"/>
            </a:xfrm>
            <a:custGeom>
              <a:rect b="b" l="l" r="r" t="t"/>
              <a:pathLst>
                <a:path extrusionOk="0" h="1276" w="4627">
                  <a:moveTo>
                    <a:pt x="3573" y="850"/>
                  </a:moveTo>
                  <a:cubicBezTo>
                    <a:pt x="3573" y="850"/>
                    <a:pt x="3573" y="850"/>
                    <a:pt x="3573" y="850"/>
                  </a:cubicBezTo>
                  <a:cubicBezTo>
                    <a:pt x="3573" y="850"/>
                    <a:pt x="3573" y="850"/>
                    <a:pt x="3573" y="850"/>
                  </a:cubicBezTo>
                  <a:close/>
                  <a:moveTo>
                    <a:pt x="1006" y="0"/>
                  </a:moveTo>
                  <a:cubicBezTo>
                    <a:pt x="985" y="0"/>
                    <a:pt x="964" y="2"/>
                    <a:pt x="942" y="4"/>
                  </a:cubicBezTo>
                  <a:cubicBezTo>
                    <a:pt x="783" y="20"/>
                    <a:pt x="614" y="68"/>
                    <a:pt x="452" y="68"/>
                  </a:cubicBezTo>
                  <a:cubicBezTo>
                    <a:pt x="358" y="68"/>
                    <a:pt x="266" y="52"/>
                    <a:pt x="180" y="4"/>
                  </a:cubicBezTo>
                  <a:cubicBezTo>
                    <a:pt x="84" y="374"/>
                    <a:pt x="1" y="743"/>
                    <a:pt x="49" y="1088"/>
                  </a:cubicBezTo>
                  <a:cubicBezTo>
                    <a:pt x="49" y="1088"/>
                    <a:pt x="91" y="1275"/>
                    <a:pt x="494" y="1275"/>
                  </a:cubicBezTo>
                  <a:cubicBezTo>
                    <a:pt x="567" y="1275"/>
                    <a:pt x="652" y="1269"/>
                    <a:pt x="751" y="1255"/>
                  </a:cubicBezTo>
                  <a:cubicBezTo>
                    <a:pt x="751" y="1255"/>
                    <a:pt x="2458" y="838"/>
                    <a:pt x="3344" y="838"/>
                  </a:cubicBezTo>
                  <a:cubicBezTo>
                    <a:pt x="3429" y="838"/>
                    <a:pt x="3505" y="841"/>
                    <a:pt x="3573" y="850"/>
                  </a:cubicBezTo>
                  <a:lnTo>
                    <a:pt x="3573" y="850"/>
                  </a:lnTo>
                  <a:cubicBezTo>
                    <a:pt x="3568" y="848"/>
                    <a:pt x="4627" y="551"/>
                    <a:pt x="2894" y="183"/>
                  </a:cubicBezTo>
                  <a:cubicBezTo>
                    <a:pt x="2847" y="243"/>
                    <a:pt x="2823" y="314"/>
                    <a:pt x="2775" y="374"/>
                  </a:cubicBezTo>
                  <a:cubicBezTo>
                    <a:pt x="2668" y="493"/>
                    <a:pt x="2501" y="493"/>
                    <a:pt x="2358" y="504"/>
                  </a:cubicBezTo>
                  <a:cubicBezTo>
                    <a:pt x="2341" y="505"/>
                    <a:pt x="2324" y="506"/>
                    <a:pt x="2306" y="506"/>
                  </a:cubicBezTo>
                  <a:cubicBezTo>
                    <a:pt x="2053" y="506"/>
                    <a:pt x="1820" y="425"/>
                    <a:pt x="1608" y="314"/>
                  </a:cubicBezTo>
                  <a:cubicBezTo>
                    <a:pt x="1388" y="193"/>
                    <a:pt x="1259" y="0"/>
                    <a:pt x="1006" y="0"/>
                  </a:cubicBezTo>
                  <a:close/>
                </a:path>
              </a:pathLst>
            </a:custGeom>
            <a:solidFill>
              <a:srgbClr val="0D13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4"/>
            <p:cNvSpPr/>
            <p:nvPr/>
          </p:nvSpPr>
          <p:spPr>
            <a:xfrm>
              <a:off x="11613950" y="2751075"/>
              <a:ext cx="107475" cy="10725"/>
            </a:xfrm>
            <a:custGeom>
              <a:rect b="b" l="l" r="r" t="t"/>
              <a:pathLst>
                <a:path extrusionOk="0" h="429" w="4299">
                  <a:moveTo>
                    <a:pt x="0" y="0"/>
                  </a:moveTo>
                  <a:lnTo>
                    <a:pt x="0" y="429"/>
                  </a:lnTo>
                  <a:lnTo>
                    <a:pt x="4298" y="429"/>
                  </a:lnTo>
                  <a:lnTo>
                    <a:pt x="42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4"/>
            <p:cNvSpPr/>
            <p:nvPr/>
          </p:nvSpPr>
          <p:spPr>
            <a:xfrm>
              <a:off x="11492800" y="2751075"/>
              <a:ext cx="105675" cy="10725"/>
            </a:xfrm>
            <a:custGeom>
              <a:rect b="b" l="l" r="r" t="t"/>
              <a:pathLst>
                <a:path extrusionOk="0" h="429" w="4227">
                  <a:moveTo>
                    <a:pt x="0" y="0"/>
                  </a:moveTo>
                  <a:lnTo>
                    <a:pt x="0" y="429"/>
                  </a:lnTo>
                  <a:lnTo>
                    <a:pt x="4227" y="429"/>
                  </a:lnTo>
                  <a:lnTo>
                    <a:pt x="42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4"/>
            <p:cNvSpPr/>
            <p:nvPr/>
          </p:nvSpPr>
          <p:spPr>
            <a:xfrm>
              <a:off x="10901950" y="1591100"/>
              <a:ext cx="60150" cy="1011450"/>
            </a:xfrm>
            <a:custGeom>
              <a:rect b="b" l="l" r="r" t="t"/>
              <a:pathLst>
                <a:path extrusionOk="0" h="40458" w="2406">
                  <a:moveTo>
                    <a:pt x="500" y="0"/>
                  </a:moveTo>
                  <a:lnTo>
                    <a:pt x="0" y="24"/>
                  </a:lnTo>
                  <a:lnTo>
                    <a:pt x="119" y="2656"/>
                  </a:lnTo>
                  <a:lnTo>
                    <a:pt x="155" y="3144"/>
                  </a:lnTo>
                  <a:lnTo>
                    <a:pt x="286" y="6096"/>
                  </a:lnTo>
                  <a:lnTo>
                    <a:pt x="298" y="6585"/>
                  </a:lnTo>
                  <a:lnTo>
                    <a:pt x="453" y="9549"/>
                  </a:lnTo>
                  <a:lnTo>
                    <a:pt x="465" y="10037"/>
                  </a:lnTo>
                  <a:lnTo>
                    <a:pt x="619" y="12978"/>
                  </a:lnTo>
                  <a:lnTo>
                    <a:pt x="631" y="13478"/>
                  </a:lnTo>
                  <a:lnTo>
                    <a:pt x="774" y="16419"/>
                  </a:lnTo>
                  <a:lnTo>
                    <a:pt x="798" y="16907"/>
                  </a:lnTo>
                  <a:lnTo>
                    <a:pt x="941" y="19872"/>
                  </a:lnTo>
                  <a:lnTo>
                    <a:pt x="953" y="20360"/>
                  </a:lnTo>
                  <a:lnTo>
                    <a:pt x="1108" y="23313"/>
                  </a:lnTo>
                  <a:lnTo>
                    <a:pt x="1120" y="23801"/>
                  </a:lnTo>
                  <a:lnTo>
                    <a:pt x="1250" y="26754"/>
                  </a:lnTo>
                  <a:lnTo>
                    <a:pt x="1286" y="27242"/>
                  </a:lnTo>
                  <a:lnTo>
                    <a:pt x="1417" y="30207"/>
                  </a:lnTo>
                  <a:lnTo>
                    <a:pt x="1453" y="30695"/>
                  </a:lnTo>
                  <a:lnTo>
                    <a:pt x="1584" y="33636"/>
                  </a:lnTo>
                  <a:lnTo>
                    <a:pt x="1608" y="34136"/>
                  </a:lnTo>
                  <a:lnTo>
                    <a:pt x="1751" y="37076"/>
                  </a:lnTo>
                  <a:lnTo>
                    <a:pt x="1774" y="37565"/>
                  </a:lnTo>
                  <a:lnTo>
                    <a:pt x="1905" y="40458"/>
                  </a:lnTo>
                  <a:lnTo>
                    <a:pt x="2405" y="40422"/>
                  </a:lnTo>
                  <a:lnTo>
                    <a:pt x="2263" y="37565"/>
                  </a:lnTo>
                  <a:lnTo>
                    <a:pt x="2239" y="37076"/>
                  </a:lnTo>
                  <a:lnTo>
                    <a:pt x="2108" y="34136"/>
                  </a:lnTo>
                  <a:lnTo>
                    <a:pt x="2084" y="33636"/>
                  </a:lnTo>
                  <a:lnTo>
                    <a:pt x="1941" y="30695"/>
                  </a:lnTo>
                  <a:lnTo>
                    <a:pt x="1929" y="30207"/>
                  </a:lnTo>
                  <a:lnTo>
                    <a:pt x="1774" y="27242"/>
                  </a:lnTo>
                  <a:lnTo>
                    <a:pt x="1762" y="26754"/>
                  </a:lnTo>
                  <a:lnTo>
                    <a:pt x="1608" y="23801"/>
                  </a:lnTo>
                  <a:lnTo>
                    <a:pt x="1596" y="23313"/>
                  </a:lnTo>
                  <a:lnTo>
                    <a:pt x="1453" y="20360"/>
                  </a:lnTo>
                  <a:lnTo>
                    <a:pt x="1429" y="19872"/>
                  </a:lnTo>
                  <a:lnTo>
                    <a:pt x="1286" y="16907"/>
                  </a:lnTo>
                  <a:lnTo>
                    <a:pt x="1274" y="16419"/>
                  </a:lnTo>
                  <a:lnTo>
                    <a:pt x="1131" y="13478"/>
                  </a:lnTo>
                  <a:lnTo>
                    <a:pt x="1108" y="12978"/>
                  </a:lnTo>
                  <a:lnTo>
                    <a:pt x="953" y="10037"/>
                  </a:lnTo>
                  <a:lnTo>
                    <a:pt x="941" y="9549"/>
                  </a:lnTo>
                  <a:lnTo>
                    <a:pt x="810" y="6585"/>
                  </a:lnTo>
                  <a:lnTo>
                    <a:pt x="774" y="6096"/>
                  </a:lnTo>
                  <a:lnTo>
                    <a:pt x="643" y="3144"/>
                  </a:lnTo>
                  <a:lnTo>
                    <a:pt x="619" y="2656"/>
                  </a:lnTo>
                  <a:lnTo>
                    <a:pt x="5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4"/>
            <p:cNvSpPr/>
            <p:nvPr/>
          </p:nvSpPr>
          <p:spPr>
            <a:xfrm>
              <a:off x="11126075" y="1591100"/>
              <a:ext cx="60150" cy="1011450"/>
            </a:xfrm>
            <a:custGeom>
              <a:rect b="b" l="l" r="r" t="t"/>
              <a:pathLst>
                <a:path extrusionOk="0" h="40458" w="2406">
                  <a:moveTo>
                    <a:pt x="489" y="0"/>
                  </a:moveTo>
                  <a:lnTo>
                    <a:pt x="1" y="24"/>
                  </a:lnTo>
                  <a:lnTo>
                    <a:pt x="120" y="2656"/>
                  </a:lnTo>
                  <a:lnTo>
                    <a:pt x="144" y="3144"/>
                  </a:lnTo>
                  <a:lnTo>
                    <a:pt x="286" y="6096"/>
                  </a:lnTo>
                  <a:lnTo>
                    <a:pt x="310" y="6585"/>
                  </a:lnTo>
                  <a:lnTo>
                    <a:pt x="441" y="9549"/>
                  </a:lnTo>
                  <a:lnTo>
                    <a:pt x="477" y="10037"/>
                  </a:lnTo>
                  <a:lnTo>
                    <a:pt x="608" y="12978"/>
                  </a:lnTo>
                  <a:lnTo>
                    <a:pt x="644" y="13478"/>
                  </a:lnTo>
                  <a:lnTo>
                    <a:pt x="775" y="16419"/>
                  </a:lnTo>
                  <a:lnTo>
                    <a:pt x="798" y="16907"/>
                  </a:lnTo>
                  <a:lnTo>
                    <a:pt x="941" y="19872"/>
                  </a:lnTo>
                  <a:lnTo>
                    <a:pt x="965" y="20360"/>
                  </a:lnTo>
                  <a:lnTo>
                    <a:pt x="1096" y="23313"/>
                  </a:lnTo>
                  <a:lnTo>
                    <a:pt x="1132" y="23801"/>
                  </a:lnTo>
                  <a:lnTo>
                    <a:pt x="1263" y="26754"/>
                  </a:lnTo>
                  <a:lnTo>
                    <a:pt x="1275" y="27242"/>
                  </a:lnTo>
                  <a:lnTo>
                    <a:pt x="1429" y="30207"/>
                  </a:lnTo>
                  <a:lnTo>
                    <a:pt x="1453" y="30695"/>
                  </a:lnTo>
                  <a:lnTo>
                    <a:pt x="1596" y="33636"/>
                  </a:lnTo>
                  <a:lnTo>
                    <a:pt x="1608" y="34136"/>
                  </a:lnTo>
                  <a:lnTo>
                    <a:pt x="1751" y="37076"/>
                  </a:lnTo>
                  <a:lnTo>
                    <a:pt x="1775" y="37565"/>
                  </a:lnTo>
                  <a:lnTo>
                    <a:pt x="1906" y="40458"/>
                  </a:lnTo>
                  <a:lnTo>
                    <a:pt x="2406" y="40422"/>
                  </a:lnTo>
                  <a:lnTo>
                    <a:pt x="2263" y="37565"/>
                  </a:lnTo>
                  <a:lnTo>
                    <a:pt x="2251" y="37076"/>
                  </a:lnTo>
                  <a:lnTo>
                    <a:pt x="2108" y="34136"/>
                  </a:lnTo>
                  <a:lnTo>
                    <a:pt x="2084" y="33636"/>
                  </a:lnTo>
                  <a:lnTo>
                    <a:pt x="1953" y="30695"/>
                  </a:lnTo>
                  <a:lnTo>
                    <a:pt x="1918" y="30207"/>
                  </a:lnTo>
                  <a:lnTo>
                    <a:pt x="1787" y="27242"/>
                  </a:lnTo>
                  <a:lnTo>
                    <a:pt x="1751" y="26754"/>
                  </a:lnTo>
                  <a:lnTo>
                    <a:pt x="1620" y="23801"/>
                  </a:lnTo>
                  <a:lnTo>
                    <a:pt x="1596" y="23313"/>
                  </a:lnTo>
                  <a:lnTo>
                    <a:pt x="1453" y="20360"/>
                  </a:lnTo>
                  <a:lnTo>
                    <a:pt x="1429" y="19872"/>
                  </a:lnTo>
                  <a:lnTo>
                    <a:pt x="1299" y="16907"/>
                  </a:lnTo>
                  <a:lnTo>
                    <a:pt x="1263" y="16419"/>
                  </a:lnTo>
                  <a:lnTo>
                    <a:pt x="1132" y="13478"/>
                  </a:lnTo>
                  <a:lnTo>
                    <a:pt x="1096" y="12978"/>
                  </a:lnTo>
                  <a:lnTo>
                    <a:pt x="965" y="10037"/>
                  </a:lnTo>
                  <a:lnTo>
                    <a:pt x="941" y="9549"/>
                  </a:lnTo>
                  <a:lnTo>
                    <a:pt x="798" y="6585"/>
                  </a:lnTo>
                  <a:lnTo>
                    <a:pt x="787" y="6096"/>
                  </a:lnTo>
                  <a:lnTo>
                    <a:pt x="644" y="3144"/>
                  </a:lnTo>
                  <a:lnTo>
                    <a:pt x="620" y="2656"/>
                  </a:lnTo>
                  <a:lnTo>
                    <a:pt x="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4"/>
            <p:cNvSpPr/>
            <p:nvPr/>
          </p:nvSpPr>
          <p:spPr>
            <a:xfrm>
              <a:off x="10904925" y="1657475"/>
              <a:ext cx="237250" cy="12225"/>
            </a:xfrm>
            <a:custGeom>
              <a:rect b="b" l="l" r="r" t="t"/>
              <a:pathLst>
                <a:path extrusionOk="0" h="489" w="9490">
                  <a:moveTo>
                    <a:pt x="0" y="1"/>
                  </a:moveTo>
                  <a:lnTo>
                    <a:pt x="36" y="489"/>
                  </a:lnTo>
                  <a:lnTo>
                    <a:pt x="9490" y="489"/>
                  </a:lnTo>
                  <a:lnTo>
                    <a:pt x="9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4"/>
            <p:cNvSpPr/>
            <p:nvPr/>
          </p:nvSpPr>
          <p:spPr>
            <a:xfrm>
              <a:off x="10909100" y="1743500"/>
              <a:ext cx="236950" cy="12225"/>
            </a:xfrm>
            <a:custGeom>
              <a:rect b="b" l="l" r="r" t="t"/>
              <a:pathLst>
                <a:path extrusionOk="0" h="489" w="9478">
                  <a:moveTo>
                    <a:pt x="0" y="0"/>
                  </a:moveTo>
                  <a:lnTo>
                    <a:pt x="12" y="489"/>
                  </a:lnTo>
                  <a:lnTo>
                    <a:pt x="9477" y="489"/>
                  </a:lnTo>
                  <a:lnTo>
                    <a:pt x="9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4"/>
            <p:cNvSpPr/>
            <p:nvPr/>
          </p:nvSpPr>
          <p:spPr>
            <a:xfrm>
              <a:off x="10913250" y="1829825"/>
              <a:ext cx="236975" cy="12225"/>
            </a:xfrm>
            <a:custGeom>
              <a:rect b="b" l="l" r="r" t="t"/>
              <a:pathLst>
                <a:path extrusionOk="0" h="489" w="9479">
                  <a:moveTo>
                    <a:pt x="1" y="0"/>
                  </a:moveTo>
                  <a:lnTo>
                    <a:pt x="13" y="488"/>
                  </a:lnTo>
                  <a:lnTo>
                    <a:pt x="9478" y="488"/>
                  </a:lnTo>
                  <a:lnTo>
                    <a:pt x="94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4"/>
            <p:cNvSpPr/>
            <p:nvPr/>
          </p:nvSpPr>
          <p:spPr>
            <a:xfrm>
              <a:off x="10917425" y="1915550"/>
              <a:ext cx="236950" cy="12525"/>
            </a:xfrm>
            <a:custGeom>
              <a:rect b="b" l="l" r="r" t="t"/>
              <a:pathLst>
                <a:path extrusionOk="0" h="501" w="9478">
                  <a:moveTo>
                    <a:pt x="0" y="0"/>
                  </a:moveTo>
                  <a:lnTo>
                    <a:pt x="12" y="500"/>
                  </a:lnTo>
                  <a:lnTo>
                    <a:pt x="9478" y="500"/>
                  </a:lnTo>
                  <a:lnTo>
                    <a:pt x="94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4"/>
            <p:cNvSpPr/>
            <p:nvPr/>
          </p:nvSpPr>
          <p:spPr>
            <a:xfrm>
              <a:off x="10921300" y="2001575"/>
              <a:ext cx="237250" cy="12225"/>
            </a:xfrm>
            <a:custGeom>
              <a:rect b="b" l="l" r="r" t="t"/>
              <a:pathLst>
                <a:path extrusionOk="0" h="489" w="9490">
                  <a:moveTo>
                    <a:pt x="0" y="0"/>
                  </a:moveTo>
                  <a:lnTo>
                    <a:pt x="24" y="488"/>
                  </a:lnTo>
                  <a:lnTo>
                    <a:pt x="9490" y="488"/>
                  </a:lnTo>
                  <a:lnTo>
                    <a:pt x="94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4"/>
            <p:cNvSpPr/>
            <p:nvPr/>
          </p:nvSpPr>
          <p:spPr>
            <a:xfrm>
              <a:off x="10925450" y="2087875"/>
              <a:ext cx="236975" cy="12250"/>
            </a:xfrm>
            <a:custGeom>
              <a:rect b="b" l="l" r="r" t="t"/>
              <a:pathLst>
                <a:path extrusionOk="0" h="490" w="9479">
                  <a:moveTo>
                    <a:pt x="1" y="1"/>
                  </a:moveTo>
                  <a:lnTo>
                    <a:pt x="13" y="489"/>
                  </a:lnTo>
                  <a:lnTo>
                    <a:pt x="9478" y="489"/>
                  </a:lnTo>
                  <a:lnTo>
                    <a:pt x="94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4"/>
            <p:cNvSpPr/>
            <p:nvPr/>
          </p:nvSpPr>
          <p:spPr>
            <a:xfrm>
              <a:off x="10929625" y="2173900"/>
              <a:ext cx="236950" cy="12250"/>
            </a:xfrm>
            <a:custGeom>
              <a:rect b="b" l="l" r="r" t="t"/>
              <a:pathLst>
                <a:path extrusionOk="0" h="490" w="9478">
                  <a:moveTo>
                    <a:pt x="1" y="1"/>
                  </a:moveTo>
                  <a:lnTo>
                    <a:pt x="13" y="489"/>
                  </a:lnTo>
                  <a:lnTo>
                    <a:pt x="9478" y="489"/>
                  </a:lnTo>
                  <a:lnTo>
                    <a:pt x="94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4"/>
            <p:cNvSpPr/>
            <p:nvPr/>
          </p:nvSpPr>
          <p:spPr>
            <a:xfrm>
              <a:off x="10933200" y="2259925"/>
              <a:ext cx="237550" cy="12225"/>
            </a:xfrm>
            <a:custGeom>
              <a:rect b="b" l="l" r="r" t="t"/>
              <a:pathLst>
                <a:path extrusionOk="0" h="489" w="9502">
                  <a:moveTo>
                    <a:pt x="0" y="1"/>
                  </a:moveTo>
                  <a:lnTo>
                    <a:pt x="36" y="489"/>
                  </a:lnTo>
                  <a:lnTo>
                    <a:pt x="9502" y="489"/>
                  </a:lnTo>
                  <a:lnTo>
                    <a:pt x="9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4"/>
            <p:cNvSpPr/>
            <p:nvPr/>
          </p:nvSpPr>
          <p:spPr>
            <a:xfrm>
              <a:off x="10937375" y="2346250"/>
              <a:ext cx="237550" cy="12225"/>
            </a:xfrm>
            <a:custGeom>
              <a:rect b="b" l="l" r="r" t="t"/>
              <a:pathLst>
                <a:path extrusionOk="0" h="489" w="9502">
                  <a:moveTo>
                    <a:pt x="0" y="1"/>
                  </a:moveTo>
                  <a:lnTo>
                    <a:pt x="36" y="489"/>
                  </a:lnTo>
                  <a:lnTo>
                    <a:pt x="9501" y="489"/>
                  </a:lnTo>
                  <a:lnTo>
                    <a:pt x="9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4"/>
            <p:cNvSpPr/>
            <p:nvPr/>
          </p:nvSpPr>
          <p:spPr>
            <a:xfrm>
              <a:off x="10941525" y="2431975"/>
              <a:ext cx="237275" cy="12525"/>
            </a:xfrm>
            <a:custGeom>
              <a:rect b="b" l="l" r="r" t="t"/>
              <a:pathLst>
                <a:path extrusionOk="0" h="501" w="9491">
                  <a:moveTo>
                    <a:pt x="1" y="1"/>
                  </a:moveTo>
                  <a:lnTo>
                    <a:pt x="25" y="501"/>
                  </a:lnTo>
                  <a:lnTo>
                    <a:pt x="9490" y="501"/>
                  </a:lnTo>
                  <a:lnTo>
                    <a:pt x="9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4"/>
            <p:cNvSpPr/>
            <p:nvPr/>
          </p:nvSpPr>
          <p:spPr>
            <a:xfrm>
              <a:off x="10945700" y="2518000"/>
              <a:ext cx="236950" cy="12225"/>
            </a:xfrm>
            <a:custGeom>
              <a:rect b="b" l="l" r="r" t="t"/>
              <a:pathLst>
                <a:path extrusionOk="0" h="489" w="9478">
                  <a:moveTo>
                    <a:pt x="1" y="0"/>
                  </a:moveTo>
                  <a:lnTo>
                    <a:pt x="24" y="489"/>
                  </a:lnTo>
                  <a:lnTo>
                    <a:pt x="9478" y="489"/>
                  </a:lnTo>
                  <a:lnTo>
                    <a:pt x="9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4"/>
            <p:cNvSpPr/>
            <p:nvPr/>
          </p:nvSpPr>
          <p:spPr>
            <a:xfrm>
              <a:off x="10521550" y="474600"/>
              <a:ext cx="63425" cy="173550"/>
            </a:xfrm>
            <a:custGeom>
              <a:rect b="b" l="l" r="r" t="t"/>
              <a:pathLst>
                <a:path extrusionOk="0" h="6942" w="2537">
                  <a:moveTo>
                    <a:pt x="1750" y="0"/>
                  </a:moveTo>
                  <a:cubicBezTo>
                    <a:pt x="1381" y="1262"/>
                    <a:pt x="607" y="2405"/>
                    <a:pt x="298" y="3703"/>
                  </a:cubicBezTo>
                  <a:cubicBezTo>
                    <a:pt x="0" y="4941"/>
                    <a:pt x="453" y="6132"/>
                    <a:pt x="1334" y="6942"/>
                  </a:cubicBezTo>
                  <a:cubicBezTo>
                    <a:pt x="1453" y="6775"/>
                    <a:pt x="1572" y="6596"/>
                    <a:pt x="1667" y="6418"/>
                  </a:cubicBezTo>
                  <a:cubicBezTo>
                    <a:pt x="1965" y="5858"/>
                    <a:pt x="2179" y="5370"/>
                    <a:pt x="2322" y="4763"/>
                  </a:cubicBezTo>
                  <a:cubicBezTo>
                    <a:pt x="2536" y="3739"/>
                    <a:pt x="2381" y="2703"/>
                    <a:pt x="2215" y="1691"/>
                  </a:cubicBezTo>
                  <a:cubicBezTo>
                    <a:pt x="2143" y="1215"/>
                    <a:pt x="1988" y="762"/>
                    <a:pt x="1846" y="298"/>
                  </a:cubicBezTo>
                  <a:cubicBezTo>
                    <a:pt x="1810" y="203"/>
                    <a:pt x="1786" y="107"/>
                    <a:pt x="17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4"/>
            <p:cNvSpPr/>
            <p:nvPr/>
          </p:nvSpPr>
          <p:spPr>
            <a:xfrm>
              <a:off x="10468250" y="587700"/>
              <a:ext cx="60750" cy="97650"/>
            </a:xfrm>
            <a:custGeom>
              <a:rect b="b" l="l" r="r" t="t"/>
              <a:pathLst>
                <a:path extrusionOk="0" h="3906" w="2430">
                  <a:moveTo>
                    <a:pt x="1" y="1"/>
                  </a:moveTo>
                  <a:cubicBezTo>
                    <a:pt x="49" y="215"/>
                    <a:pt x="49" y="417"/>
                    <a:pt x="72" y="584"/>
                  </a:cubicBezTo>
                  <a:cubicBezTo>
                    <a:pt x="144" y="1108"/>
                    <a:pt x="227" y="1667"/>
                    <a:pt x="441" y="2156"/>
                  </a:cubicBezTo>
                  <a:cubicBezTo>
                    <a:pt x="703" y="2727"/>
                    <a:pt x="1561" y="3870"/>
                    <a:pt x="2370" y="3906"/>
                  </a:cubicBezTo>
                  <a:cubicBezTo>
                    <a:pt x="2430" y="3227"/>
                    <a:pt x="2370" y="2549"/>
                    <a:pt x="1989" y="1906"/>
                  </a:cubicBezTo>
                  <a:cubicBezTo>
                    <a:pt x="1668" y="1322"/>
                    <a:pt x="1239" y="953"/>
                    <a:pt x="715" y="536"/>
                  </a:cubicBezTo>
                  <a:cubicBezTo>
                    <a:pt x="549" y="417"/>
                    <a:pt x="251" y="227"/>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4"/>
            <p:cNvSpPr/>
            <p:nvPr/>
          </p:nvSpPr>
          <p:spPr>
            <a:xfrm>
              <a:off x="10570650" y="656750"/>
              <a:ext cx="117600" cy="89625"/>
            </a:xfrm>
            <a:custGeom>
              <a:rect b="b" l="l" r="r" t="t"/>
              <a:pathLst>
                <a:path extrusionOk="0" h="3585" w="4704">
                  <a:moveTo>
                    <a:pt x="4704" y="1"/>
                  </a:moveTo>
                  <a:lnTo>
                    <a:pt x="4704" y="1"/>
                  </a:lnTo>
                  <a:cubicBezTo>
                    <a:pt x="4311" y="203"/>
                    <a:pt x="3668" y="382"/>
                    <a:pt x="3549" y="394"/>
                  </a:cubicBezTo>
                  <a:cubicBezTo>
                    <a:pt x="2953" y="501"/>
                    <a:pt x="2346" y="525"/>
                    <a:pt x="1799" y="691"/>
                  </a:cubicBezTo>
                  <a:cubicBezTo>
                    <a:pt x="1072" y="894"/>
                    <a:pt x="513" y="1394"/>
                    <a:pt x="215" y="2120"/>
                  </a:cubicBezTo>
                  <a:cubicBezTo>
                    <a:pt x="72" y="2489"/>
                    <a:pt x="1" y="3085"/>
                    <a:pt x="84" y="3585"/>
                  </a:cubicBezTo>
                  <a:cubicBezTo>
                    <a:pt x="96" y="3585"/>
                    <a:pt x="120" y="3561"/>
                    <a:pt x="132" y="3561"/>
                  </a:cubicBezTo>
                  <a:cubicBezTo>
                    <a:pt x="370" y="3489"/>
                    <a:pt x="656" y="3501"/>
                    <a:pt x="906" y="3477"/>
                  </a:cubicBezTo>
                  <a:cubicBezTo>
                    <a:pt x="1525" y="3418"/>
                    <a:pt x="2156" y="3358"/>
                    <a:pt x="2715" y="3037"/>
                  </a:cubicBezTo>
                  <a:cubicBezTo>
                    <a:pt x="3323" y="2715"/>
                    <a:pt x="4049" y="2418"/>
                    <a:pt x="4358" y="1763"/>
                  </a:cubicBezTo>
                  <a:cubicBezTo>
                    <a:pt x="4608" y="1227"/>
                    <a:pt x="4549" y="572"/>
                    <a:pt x="47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4"/>
            <p:cNvSpPr/>
            <p:nvPr/>
          </p:nvSpPr>
          <p:spPr>
            <a:xfrm>
              <a:off x="10534925" y="560575"/>
              <a:ext cx="25625" cy="342675"/>
            </a:xfrm>
            <a:custGeom>
              <a:rect b="b" l="l" r="r" t="t"/>
              <a:pathLst>
                <a:path extrusionOk="0" h="13707" w="1025">
                  <a:moveTo>
                    <a:pt x="985" y="0"/>
                  </a:moveTo>
                  <a:cubicBezTo>
                    <a:pt x="958" y="0"/>
                    <a:pt x="899" y="177"/>
                    <a:pt x="799" y="502"/>
                  </a:cubicBezTo>
                  <a:cubicBezTo>
                    <a:pt x="715" y="836"/>
                    <a:pt x="549" y="1324"/>
                    <a:pt x="513" y="1979"/>
                  </a:cubicBezTo>
                  <a:cubicBezTo>
                    <a:pt x="501" y="2312"/>
                    <a:pt x="549" y="2669"/>
                    <a:pt x="596" y="3026"/>
                  </a:cubicBezTo>
                  <a:cubicBezTo>
                    <a:pt x="656" y="3372"/>
                    <a:pt x="668" y="3729"/>
                    <a:pt x="608" y="4134"/>
                  </a:cubicBezTo>
                  <a:cubicBezTo>
                    <a:pt x="501" y="4919"/>
                    <a:pt x="191" y="5789"/>
                    <a:pt x="72" y="6765"/>
                  </a:cubicBezTo>
                  <a:cubicBezTo>
                    <a:pt x="1" y="7265"/>
                    <a:pt x="37" y="7765"/>
                    <a:pt x="96" y="8277"/>
                  </a:cubicBezTo>
                  <a:cubicBezTo>
                    <a:pt x="180" y="8717"/>
                    <a:pt x="263" y="9134"/>
                    <a:pt x="334" y="9539"/>
                  </a:cubicBezTo>
                  <a:cubicBezTo>
                    <a:pt x="394" y="9932"/>
                    <a:pt x="418" y="10301"/>
                    <a:pt x="418" y="10670"/>
                  </a:cubicBezTo>
                  <a:cubicBezTo>
                    <a:pt x="430" y="11027"/>
                    <a:pt x="430" y="11373"/>
                    <a:pt x="430" y="11682"/>
                  </a:cubicBezTo>
                  <a:cubicBezTo>
                    <a:pt x="441" y="12932"/>
                    <a:pt x="489" y="13706"/>
                    <a:pt x="549" y="13706"/>
                  </a:cubicBezTo>
                  <a:cubicBezTo>
                    <a:pt x="608" y="13694"/>
                    <a:pt x="680" y="12932"/>
                    <a:pt x="739" y="11682"/>
                  </a:cubicBezTo>
                  <a:cubicBezTo>
                    <a:pt x="751" y="11373"/>
                    <a:pt x="775" y="11027"/>
                    <a:pt x="787" y="10658"/>
                  </a:cubicBezTo>
                  <a:cubicBezTo>
                    <a:pt x="799" y="10289"/>
                    <a:pt x="799" y="9872"/>
                    <a:pt x="739" y="9456"/>
                  </a:cubicBezTo>
                  <a:cubicBezTo>
                    <a:pt x="620" y="8622"/>
                    <a:pt x="370" y="7753"/>
                    <a:pt x="489" y="6848"/>
                  </a:cubicBezTo>
                  <a:cubicBezTo>
                    <a:pt x="596" y="5943"/>
                    <a:pt x="894" y="5062"/>
                    <a:pt x="977" y="4217"/>
                  </a:cubicBezTo>
                  <a:cubicBezTo>
                    <a:pt x="1025" y="3776"/>
                    <a:pt x="989" y="3348"/>
                    <a:pt x="930" y="2991"/>
                  </a:cubicBezTo>
                  <a:cubicBezTo>
                    <a:pt x="870" y="2621"/>
                    <a:pt x="811" y="2288"/>
                    <a:pt x="811" y="1990"/>
                  </a:cubicBezTo>
                  <a:cubicBezTo>
                    <a:pt x="811" y="1395"/>
                    <a:pt x="918" y="895"/>
                    <a:pt x="965" y="550"/>
                  </a:cubicBezTo>
                  <a:cubicBezTo>
                    <a:pt x="1013" y="205"/>
                    <a:pt x="1025" y="2"/>
                    <a:pt x="989" y="2"/>
                  </a:cubicBezTo>
                  <a:cubicBezTo>
                    <a:pt x="988" y="1"/>
                    <a:pt x="986" y="0"/>
                    <a:pt x="9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4"/>
            <p:cNvSpPr/>
            <p:nvPr/>
          </p:nvSpPr>
          <p:spPr>
            <a:xfrm>
              <a:off x="10542375" y="704075"/>
              <a:ext cx="90225" cy="61950"/>
            </a:xfrm>
            <a:custGeom>
              <a:rect b="b" l="l" r="r" t="t"/>
              <a:pathLst>
                <a:path extrusionOk="0" h="2478" w="3609">
                  <a:moveTo>
                    <a:pt x="3596" y="1"/>
                  </a:moveTo>
                  <a:cubicBezTo>
                    <a:pt x="3596" y="1"/>
                    <a:pt x="3275" y="60"/>
                    <a:pt x="2763" y="251"/>
                  </a:cubicBezTo>
                  <a:cubicBezTo>
                    <a:pt x="2513" y="358"/>
                    <a:pt x="2215" y="489"/>
                    <a:pt x="1929" y="727"/>
                  </a:cubicBezTo>
                  <a:cubicBezTo>
                    <a:pt x="1632" y="977"/>
                    <a:pt x="1429" y="1311"/>
                    <a:pt x="1155" y="1596"/>
                  </a:cubicBezTo>
                  <a:cubicBezTo>
                    <a:pt x="1132" y="1620"/>
                    <a:pt x="1096" y="1668"/>
                    <a:pt x="1048" y="1704"/>
                  </a:cubicBezTo>
                  <a:lnTo>
                    <a:pt x="929" y="1787"/>
                  </a:lnTo>
                  <a:cubicBezTo>
                    <a:pt x="858" y="1846"/>
                    <a:pt x="786" y="1906"/>
                    <a:pt x="715" y="1954"/>
                  </a:cubicBezTo>
                  <a:cubicBezTo>
                    <a:pt x="548" y="2049"/>
                    <a:pt x="370" y="2108"/>
                    <a:pt x="215" y="2180"/>
                  </a:cubicBezTo>
                  <a:cubicBezTo>
                    <a:pt x="143" y="2204"/>
                    <a:pt x="72" y="2251"/>
                    <a:pt x="1" y="2287"/>
                  </a:cubicBezTo>
                  <a:cubicBezTo>
                    <a:pt x="12" y="2335"/>
                    <a:pt x="24" y="2406"/>
                    <a:pt x="36" y="2477"/>
                  </a:cubicBezTo>
                  <a:cubicBezTo>
                    <a:pt x="132" y="2430"/>
                    <a:pt x="215" y="2406"/>
                    <a:pt x="310" y="2358"/>
                  </a:cubicBezTo>
                  <a:cubicBezTo>
                    <a:pt x="477" y="2287"/>
                    <a:pt x="632" y="2227"/>
                    <a:pt x="834" y="2132"/>
                  </a:cubicBezTo>
                  <a:cubicBezTo>
                    <a:pt x="929" y="2085"/>
                    <a:pt x="1013" y="2013"/>
                    <a:pt x="1084" y="1954"/>
                  </a:cubicBezTo>
                  <a:lnTo>
                    <a:pt x="1203" y="1846"/>
                  </a:lnTo>
                  <a:cubicBezTo>
                    <a:pt x="1251" y="1823"/>
                    <a:pt x="1275" y="1775"/>
                    <a:pt x="1310" y="1727"/>
                  </a:cubicBezTo>
                  <a:cubicBezTo>
                    <a:pt x="1608" y="1418"/>
                    <a:pt x="1798" y="1072"/>
                    <a:pt x="2048" y="870"/>
                  </a:cubicBezTo>
                  <a:cubicBezTo>
                    <a:pt x="2298" y="644"/>
                    <a:pt x="2584" y="501"/>
                    <a:pt x="2822" y="382"/>
                  </a:cubicBezTo>
                  <a:cubicBezTo>
                    <a:pt x="3299" y="144"/>
                    <a:pt x="3608" y="37"/>
                    <a:pt x="35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4"/>
            <p:cNvSpPr/>
            <p:nvPr/>
          </p:nvSpPr>
          <p:spPr>
            <a:xfrm>
              <a:off x="10505175" y="651350"/>
              <a:ext cx="40800" cy="63175"/>
            </a:xfrm>
            <a:custGeom>
              <a:rect b="b" l="l" r="r" t="t"/>
              <a:pathLst>
                <a:path extrusionOk="0" h="2527" w="1632">
                  <a:moveTo>
                    <a:pt x="19" y="0"/>
                  </a:moveTo>
                  <a:cubicBezTo>
                    <a:pt x="16" y="0"/>
                    <a:pt x="14" y="1"/>
                    <a:pt x="12" y="3"/>
                  </a:cubicBezTo>
                  <a:cubicBezTo>
                    <a:pt x="0" y="14"/>
                    <a:pt x="84" y="205"/>
                    <a:pt x="262" y="479"/>
                  </a:cubicBezTo>
                  <a:cubicBezTo>
                    <a:pt x="334" y="622"/>
                    <a:pt x="429" y="800"/>
                    <a:pt x="536" y="991"/>
                  </a:cubicBezTo>
                  <a:cubicBezTo>
                    <a:pt x="631" y="1193"/>
                    <a:pt x="738" y="1407"/>
                    <a:pt x="893" y="1622"/>
                  </a:cubicBezTo>
                  <a:cubicBezTo>
                    <a:pt x="1036" y="1848"/>
                    <a:pt x="1167" y="2038"/>
                    <a:pt x="1310" y="2205"/>
                  </a:cubicBezTo>
                  <a:cubicBezTo>
                    <a:pt x="1381" y="2324"/>
                    <a:pt x="1453" y="2419"/>
                    <a:pt x="1524" y="2527"/>
                  </a:cubicBezTo>
                  <a:cubicBezTo>
                    <a:pt x="1560" y="2503"/>
                    <a:pt x="1572" y="2455"/>
                    <a:pt x="1608" y="2396"/>
                  </a:cubicBezTo>
                  <a:cubicBezTo>
                    <a:pt x="1608" y="2384"/>
                    <a:pt x="1620" y="2360"/>
                    <a:pt x="1631" y="2360"/>
                  </a:cubicBezTo>
                  <a:cubicBezTo>
                    <a:pt x="1584" y="2289"/>
                    <a:pt x="1548" y="2205"/>
                    <a:pt x="1477" y="2110"/>
                  </a:cubicBezTo>
                  <a:cubicBezTo>
                    <a:pt x="1358" y="1931"/>
                    <a:pt x="1227" y="1729"/>
                    <a:pt x="1084" y="1515"/>
                  </a:cubicBezTo>
                  <a:cubicBezTo>
                    <a:pt x="929" y="1312"/>
                    <a:pt x="834" y="1086"/>
                    <a:pt x="715" y="907"/>
                  </a:cubicBezTo>
                  <a:cubicBezTo>
                    <a:pt x="584" y="717"/>
                    <a:pt x="488" y="550"/>
                    <a:pt x="393" y="395"/>
                  </a:cubicBezTo>
                  <a:cubicBezTo>
                    <a:pt x="193" y="151"/>
                    <a:pt x="56" y="0"/>
                    <a:pt x="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4"/>
            <p:cNvSpPr/>
            <p:nvPr/>
          </p:nvSpPr>
          <p:spPr>
            <a:xfrm>
              <a:off x="10450700" y="875225"/>
              <a:ext cx="172375" cy="75025"/>
            </a:xfrm>
            <a:custGeom>
              <a:rect b="b" l="l" r="r" t="t"/>
              <a:pathLst>
                <a:path extrusionOk="0" h="3001" w="6895">
                  <a:moveTo>
                    <a:pt x="3837" y="1"/>
                  </a:moveTo>
                  <a:cubicBezTo>
                    <a:pt x="2880" y="1"/>
                    <a:pt x="2548" y="1080"/>
                    <a:pt x="1834" y="1644"/>
                  </a:cubicBezTo>
                  <a:cubicBezTo>
                    <a:pt x="1215" y="2096"/>
                    <a:pt x="536" y="2358"/>
                    <a:pt x="0" y="2906"/>
                  </a:cubicBezTo>
                  <a:cubicBezTo>
                    <a:pt x="1045" y="2953"/>
                    <a:pt x="2112" y="3000"/>
                    <a:pt x="3167" y="3000"/>
                  </a:cubicBezTo>
                  <a:cubicBezTo>
                    <a:pt x="3446" y="3000"/>
                    <a:pt x="3724" y="2997"/>
                    <a:pt x="4001" y="2989"/>
                  </a:cubicBezTo>
                  <a:cubicBezTo>
                    <a:pt x="4441" y="2978"/>
                    <a:pt x="5763" y="2858"/>
                    <a:pt x="6894" y="2858"/>
                  </a:cubicBezTo>
                  <a:cubicBezTo>
                    <a:pt x="6727" y="2501"/>
                    <a:pt x="6656" y="2132"/>
                    <a:pt x="6418" y="1823"/>
                  </a:cubicBezTo>
                  <a:cubicBezTo>
                    <a:pt x="6025" y="1287"/>
                    <a:pt x="4858" y="215"/>
                    <a:pt x="4203" y="49"/>
                  </a:cubicBezTo>
                  <a:cubicBezTo>
                    <a:pt x="4071" y="16"/>
                    <a:pt x="3950" y="1"/>
                    <a:pt x="3837" y="1"/>
                  </a:cubicBez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4"/>
            <p:cNvSpPr/>
            <p:nvPr/>
          </p:nvSpPr>
          <p:spPr>
            <a:xfrm>
              <a:off x="9847650" y="1608950"/>
              <a:ext cx="82775" cy="69975"/>
            </a:xfrm>
            <a:custGeom>
              <a:rect b="b" l="l" r="r" t="t"/>
              <a:pathLst>
                <a:path extrusionOk="0" h="2799" w="3311">
                  <a:moveTo>
                    <a:pt x="2572" y="1"/>
                  </a:moveTo>
                  <a:lnTo>
                    <a:pt x="0" y="1156"/>
                  </a:lnTo>
                  <a:lnTo>
                    <a:pt x="739" y="2799"/>
                  </a:lnTo>
                  <a:lnTo>
                    <a:pt x="3310" y="1644"/>
                  </a:lnTo>
                  <a:lnTo>
                    <a:pt x="25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4"/>
            <p:cNvSpPr/>
            <p:nvPr/>
          </p:nvSpPr>
          <p:spPr>
            <a:xfrm>
              <a:off x="9892900" y="1673275"/>
              <a:ext cx="41675" cy="61300"/>
            </a:xfrm>
            <a:custGeom>
              <a:rect b="b" l="l" r="r" t="t"/>
              <a:pathLst>
                <a:path extrusionOk="0" h="2452" w="1667">
                  <a:moveTo>
                    <a:pt x="514" y="0"/>
                  </a:moveTo>
                  <a:cubicBezTo>
                    <a:pt x="476" y="0"/>
                    <a:pt x="439" y="8"/>
                    <a:pt x="405" y="23"/>
                  </a:cubicBezTo>
                  <a:cubicBezTo>
                    <a:pt x="262" y="83"/>
                    <a:pt x="191" y="262"/>
                    <a:pt x="262" y="392"/>
                  </a:cubicBezTo>
                  <a:lnTo>
                    <a:pt x="322" y="547"/>
                  </a:lnTo>
                  <a:lnTo>
                    <a:pt x="0" y="678"/>
                  </a:lnTo>
                  <a:lnTo>
                    <a:pt x="107" y="904"/>
                  </a:lnTo>
                  <a:cubicBezTo>
                    <a:pt x="107" y="904"/>
                    <a:pt x="142" y="889"/>
                    <a:pt x="197" y="889"/>
                  </a:cubicBezTo>
                  <a:cubicBezTo>
                    <a:pt x="308" y="889"/>
                    <a:pt x="504" y="952"/>
                    <a:pt x="679" y="1333"/>
                  </a:cubicBezTo>
                  <a:lnTo>
                    <a:pt x="1096" y="2286"/>
                  </a:lnTo>
                  <a:cubicBezTo>
                    <a:pt x="1140" y="2391"/>
                    <a:pt x="1249" y="2451"/>
                    <a:pt x="1356" y="2451"/>
                  </a:cubicBezTo>
                  <a:cubicBezTo>
                    <a:pt x="1393" y="2451"/>
                    <a:pt x="1431" y="2444"/>
                    <a:pt x="1465" y="2428"/>
                  </a:cubicBezTo>
                  <a:cubicBezTo>
                    <a:pt x="1607" y="2369"/>
                    <a:pt x="1667" y="2190"/>
                    <a:pt x="1607" y="2059"/>
                  </a:cubicBezTo>
                  <a:lnTo>
                    <a:pt x="1191" y="1107"/>
                  </a:lnTo>
                  <a:cubicBezTo>
                    <a:pt x="941" y="547"/>
                    <a:pt x="1250" y="392"/>
                    <a:pt x="1250" y="392"/>
                  </a:cubicBezTo>
                  <a:lnTo>
                    <a:pt x="1155" y="166"/>
                  </a:lnTo>
                  <a:lnTo>
                    <a:pt x="834" y="321"/>
                  </a:lnTo>
                  <a:lnTo>
                    <a:pt x="774" y="166"/>
                  </a:lnTo>
                  <a:cubicBezTo>
                    <a:pt x="730" y="61"/>
                    <a:pt x="621" y="0"/>
                    <a:pt x="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4"/>
            <p:cNvSpPr/>
            <p:nvPr/>
          </p:nvSpPr>
          <p:spPr>
            <a:xfrm>
              <a:off x="9892900" y="1673575"/>
              <a:ext cx="31275" cy="25600"/>
            </a:xfrm>
            <a:custGeom>
              <a:rect b="b" l="l" r="r" t="t"/>
              <a:pathLst>
                <a:path extrusionOk="0" h="1024" w="1251">
                  <a:moveTo>
                    <a:pt x="512" y="1"/>
                  </a:moveTo>
                  <a:cubicBezTo>
                    <a:pt x="475" y="1"/>
                    <a:pt x="439" y="8"/>
                    <a:pt x="405" y="23"/>
                  </a:cubicBezTo>
                  <a:cubicBezTo>
                    <a:pt x="262" y="83"/>
                    <a:pt x="191" y="261"/>
                    <a:pt x="262" y="392"/>
                  </a:cubicBezTo>
                  <a:lnTo>
                    <a:pt x="322" y="547"/>
                  </a:lnTo>
                  <a:lnTo>
                    <a:pt x="0" y="678"/>
                  </a:lnTo>
                  <a:lnTo>
                    <a:pt x="107" y="904"/>
                  </a:lnTo>
                  <a:cubicBezTo>
                    <a:pt x="107" y="904"/>
                    <a:pt x="140" y="891"/>
                    <a:pt x="193" y="891"/>
                  </a:cubicBezTo>
                  <a:cubicBezTo>
                    <a:pt x="263" y="891"/>
                    <a:pt x="368" y="915"/>
                    <a:pt x="476" y="1023"/>
                  </a:cubicBezTo>
                  <a:lnTo>
                    <a:pt x="1107" y="738"/>
                  </a:lnTo>
                  <a:cubicBezTo>
                    <a:pt x="1084" y="476"/>
                    <a:pt x="1250" y="380"/>
                    <a:pt x="1250" y="380"/>
                  </a:cubicBezTo>
                  <a:lnTo>
                    <a:pt x="1155" y="154"/>
                  </a:lnTo>
                  <a:lnTo>
                    <a:pt x="834" y="297"/>
                  </a:lnTo>
                  <a:lnTo>
                    <a:pt x="774" y="178"/>
                  </a:lnTo>
                  <a:cubicBezTo>
                    <a:pt x="730" y="63"/>
                    <a:pt x="620" y="1"/>
                    <a:pt x="5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4"/>
            <p:cNvSpPr/>
            <p:nvPr/>
          </p:nvSpPr>
          <p:spPr>
            <a:xfrm>
              <a:off x="9863725" y="1644675"/>
              <a:ext cx="78600" cy="60150"/>
            </a:xfrm>
            <a:custGeom>
              <a:rect b="b" l="l" r="r" t="t"/>
              <a:pathLst>
                <a:path extrusionOk="0" h="2406" w="3144">
                  <a:moveTo>
                    <a:pt x="2572" y="1"/>
                  </a:moveTo>
                  <a:lnTo>
                    <a:pt x="0" y="1144"/>
                  </a:lnTo>
                  <a:lnTo>
                    <a:pt x="572" y="2406"/>
                  </a:lnTo>
                  <a:lnTo>
                    <a:pt x="3144" y="1263"/>
                  </a:lnTo>
                  <a:lnTo>
                    <a:pt x="2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4"/>
            <p:cNvSpPr/>
            <p:nvPr/>
          </p:nvSpPr>
          <p:spPr>
            <a:xfrm>
              <a:off x="9867300" y="1651825"/>
              <a:ext cx="71150" cy="44375"/>
            </a:xfrm>
            <a:custGeom>
              <a:rect b="b" l="l" r="r" t="t"/>
              <a:pathLst>
                <a:path extrusionOk="0" h="1775" w="2846">
                  <a:moveTo>
                    <a:pt x="2560" y="0"/>
                  </a:moveTo>
                  <a:lnTo>
                    <a:pt x="0" y="1155"/>
                  </a:lnTo>
                  <a:lnTo>
                    <a:pt x="274" y="1774"/>
                  </a:lnTo>
                  <a:lnTo>
                    <a:pt x="2846" y="631"/>
                  </a:lnTo>
                  <a:lnTo>
                    <a:pt x="25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4"/>
            <p:cNvSpPr/>
            <p:nvPr/>
          </p:nvSpPr>
          <p:spPr>
            <a:xfrm>
              <a:off x="9525275" y="1998000"/>
              <a:ext cx="64925" cy="36650"/>
            </a:xfrm>
            <a:custGeom>
              <a:rect b="b" l="l" r="r" t="t"/>
              <a:pathLst>
                <a:path extrusionOk="0" h="1466" w="2597">
                  <a:moveTo>
                    <a:pt x="739" y="0"/>
                  </a:moveTo>
                  <a:lnTo>
                    <a:pt x="287" y="274"/>
                  </a:lnTo>
                  <a:lnTo>
                    <a:pt x="1" y="798"/>
                  </a:lnTo>
                  <a:cubicBezTo>
                    <a:pt x="1" y="798"/>
                    <a:pt x="574" y="1466"/>
                    <a:pt x="1670" y="1466"/>
                  </a:cubicBezTo>
                  <a:cubicBezTo>
                    <a:pt x="1867" y="1466"/>
                    <a:pt x="2081" y="1444"/>
                    <a:pt x="2311" y="1393"/>
                  </a:cubicBezTo>
                  <a:lnTo>
                    <a:pt x="2596" y="988"/>
                  </a:lnTo>
                  <a:lnTo>
                    <a:pt x="1823" y="572"/>
                  </a:lnTo>
                  <a:lnTo>
                    <a:pt x="739" y="0"/>
                  </a:lnTo>
                  <a:close/>
                </a:path>
              </a:pathLst>
            </a:custGeom>
            <a:solidFill>
              <a:srgbClr val="FD8F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4"/>
            <p:cNvSpPr/>
            <p:nvPr/>
          </p:nvSpPr>
          <p:spPr>
            <a:xfrm>
              <a:off x="9786625" y="1883400"/>
              <a:ext cx="49725" cy="67750"/>
            </a:xfrm>
            <a:custGeom>
              <a:rect b="b" l="l" r="r" t="t"/>
              <a:pathLst>
                <a:path extrusionOk="0" h="2710" w="1989">
                  <a:moveTo>
                    <a:pt x="608" y="0"/>
                  </a:moveTo>
                  <a:cubicBezTo>
                    <a:pt x="1" y="239"/>
                    <a:pt x="382" y="1251"/>
                    <a:pt x="405" y="1251"/>
                  </a:cubicBezTo>
                  <a:cubicBezTo>
                    <a:pt x="753" y="2584"/>
                    <a:pt x="1580" y="2710"/>
                    <a:pt x="1879" y="2710"/>
                  </a:cubicBezTo>
                  <a:cubicBezTo>
                    <a:pt x="1948" y="2710"/>
                    <a:pt x="1989" y="2703"/>
                    <a:pt x="1989" y="2703"/>
                  </a:cubicBezTo>
                  <a:cubicBezTo>
                    <a:pt x="1846" y="608"/>
                    <a:pt x="608" y="0"/>
                    <a:pt x="608" y="0"/>
                  </a:cubicBezTo>
                  <a:close/>
                </a:path>
              </a:pathLst>
            </a:custGeom>
            <a:solidFill>
              <a:srgbClr val="FD8F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4"/>
            <p:cNvSpPr/>
            <p:nvPr/>
          </p:nvSpPr>
          <p:spPr>
            <a:xfrm>
              <a:off x="9525275" y="1894700"/>
              <a:ext cx="79800" cy="428350"/>
            </a:xfrm>
            <a:custGeom>
              <a:rect b="b" l="l" r="r" t="t"/>
              <a:pathLst>
                <a:path extrusionOk="0" h="17134" w="3192">
                  <a:moveTo>
                    <a:pt x="2251" y="1"/>
                  </a:moveTo>
                  <a:cubicBezTo>
                    <a:pt x="2251" y="1"/>
                    <a:pt x="525" y="215"/>
                    <a:pt x="299" y="4156"/>
                  </a:cubicBezTo>
                  <a:lnTo>
                    <a:pt x="1" y="9562"/>
                  </a:lnTo>
                  <a:cubicBezTo>
                    <a:pt x="1" y="9562"/>
                    <a:pt x="299" y="11050"/>
                    <a:pt x="858" y="12895"/>
                  </a:cubicBezTo>
                  <a:lnTo>
                    <a:pt x="1132" y="15872"/>
                  </a:lnTo>
                  <a:cubicBezTo>
                    <a:pt x="1132" y="15872"/>
                    <a:pt x="1275" y="17086"/>
                    <a:pt x="2501" y="17134"/>
                  </a:cubicBezTo>
                  <a:cubicBezTo>
                    <a:pt x="2501" y="17134"/>
                    <a:pt x="2608" y="16646"/>
                    <a:pt x="2013" y="16360"/>
                  </a:cubicBezTo>
                  <a:cubicBezTo>
                    <a:pt x="2013" y="16360"/>
                    <a:pt x="1787" y="15455"/>
                    <a:pt x="1954" y="14931"/>
                  </a:cubicBezTo>
                  <a:cubicBezTo>
                    <a:pt x="1953" y="14931"/>
                    <a:pt x="1953" y="14931"/>
                    <a:pt x="1953" y="14931"/>
                  </a:cubicBezTo>
                  <a:lnTo>
                    <a:pt x="1953" y="14931"/>
                  </a:lnTo>
                  <a:cubicBezTo>
                    <a:pt x="1956" y="14931"/>
                    <a:pt x="2597" y="15473"/>
                    <a:pt x="2656" y="16074"/>
                  </a:cubicBezTo>
                  <a:cubicBezTo>
                    <a:pt x="2656" y="16074"/>
                    <a:pt x="3192" y="14765"/>
                    <a:pt x="2049" y="14014"/>
                  </a:cubicBezTo>
                  <a:cubicBezTo>
                    <a:pt x="2049" y="14014"/>
                    <a:pt x="1894" y="13479"/>
                    <a:pt x="1823" y="11776"/>
                  </a:cubicBezTo>
                  <a:cubicBezTo>
                    <a:pt x="1823" y="11776"/>
                    <a:pt x="1715" y="9764"/>
                    <a:pt x="1715" y="9347"/>
                  </a:cubicBezTo>
                  <a:lnTo>
                    <a:pt x="2358" y="3037"/>
                  </a:lnTo>
                  <a:lnTo>
                    <a:pt x="2251" y="1"/>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4"/>
            <p:cNvSpPr/>
            <p:nvPr/>
          </p:nvSpPr>
          <p:spPr>
            <a:xfrm>
              <a:off x="9525275" y="1894700"/>
              <a:ext cx="84825" cy="137850"/>
            </a:xfrm>
            <a:custGeom>
              <a:rect b="b" l="l" r="r" t="t"/>
              <a:pathLst>
                <a:path extrusionOk="0" h="5514" w="3393">
                  <a:moveTo>
                    <a:pt x="2251" y="1"/>
                  </a:moveTo>
                  <a:cubicBezTo>
                    <a:pt x="2251" y="1"/>
                    <a:pt x="1" y="477"/>
                    <a:pt x="1" y="4918"/>
                  </a:cubicBezTo>
                  <a:cubicBezTo>
                    <a:pt x="1" y="4918"/>
                    <a:pt x="209" y="4852"/>
                    <a:pt x="539" y="4852"/>
                  </a:cubicBezTo>
                  <a:cubicBezTo>
                    <a:pt x="979" y="4852"/>
                    <a:pt x="1637" y="4969"/>
                    <a:pt x="2311" y="5513"/>
                  </a:cubicBezTo>
                  <a:cubicBezTo>
                    <a:pt x="2311" y="5513"/>
                    <a:pt x="2311" y="5513"/>
                    <a:pt x="2311" y="5513"/>
                  </a:cubicBezTo>
                  <a:cubicBezTo>
                    <a:pt x="2314" y="5513"/>
                    <a:pt x="3392" y="2081"/>
                    <a:pt x="22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4"/>
            <p:cNvSpPr/>
            <p:nvPr/>
          </p:nvSpPr>
          <p:spPr>
            <a:xfrm>
              <a:off x="9900025" y="1699450"/>
              <a:ext cx="58975" cy="50625"/>
            </a:xfrm>
            <a:custGeom>
              <a:rect b="b" l="l" r="r" t="t"/>
              <a:pathLst>
                <a:path extrusionOk="0" h="2025" w="2359">
                  <a:moveTo>
                    <a:pt x="882" y="0"/>
                  </a:moveTo>
                  <a:lnTo>
                    <a:pt x="882" y="0"/>
                  </a:lnTo>
                  <a:cubicBezTo>
                    <a:pt x="965" y="536"/>
                    <a:pt x="1" y="941"/>
                    <a:pt x="1" y="941"/>
                  </a:cubicBezTo>
                  <a:lnTo>
                    <a:pt x="346" y="1655"/>
                  </a:lnTo>
                  <a:lnTo>
                    <a:pt x="1299" y="2024"/>
                  </a:lnTo>
                  <a:lnTo>
                    <a:pt x="1882" y="1858"/>
                  </a:lnTo>
                  <a:cubicBezTo>
                    <a:pt x="2358" y="715"/>
                    <a:pt x="882" y="0"/>
                    <a:pt x="882"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4"/>
            <p:cNvSpPr/>
            <p:nvPr/>
          </p:nvSpPr>
          <p:spPr>
            <a:xfrm>
              <a:off x="9546125" y="2189200"/>
              <a:ext cx="255600" cy="529750"/>
            </a:xfrm>
            <a:custGeom>
              <a:rect b="b" l="l" r="r" t="t"/>
              <a:pathLst>
                <a:path extrusionOk="0" h="21190" w="10224">
                  <a:moveTo>
                    <a:pt x="5942" y="1"/>
                  </a:moveTo>
                  <a:cubicBezTo>
                    <a:pt x="4561" y="1"/>
                    <a:pt x="3081" y="262"/>
                    <a:pt x="1893" y="1103"/>
                  </a:cubicBezTo>
                  <a:lnTo>
                    <a:pt x="0" y="21189"/>
                  </a:lnTo>
                  <a:lnTo>
                    <a:pt x="2263" y="21189"/>
                  </a:lnTo>
                  <a:lnTo>
                    <a:pt x="5918" y="5044"/>
                  </a:lnTo>
                  <a:lnTo>
                    <a:pt x="6394" y="5044"/>
                  </a:lnTo>
                  <a:lnTo>
                    <a:pt x="7835" y="21189"/>
                  </a:lnTo>
                  <a:lnTo>
                    <a:pt x="10216" y="21189"/>
                  </a:lnTo>
                  <a:lnTo>
                    <a:pt x="10216" y="710"/>
                  </a:lnTo>
                  <a:cubicBezTo>
                    <a:pt x="10223" y="710"/>
                    <a:pt x="8216" y="1"/>
                    <a:pt x="59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4"/>
            <p:cNvSpPr/>
            <p:nvPr/>
          </p:nvSpPr>
          <p:spPr>
            <a:xfrm>
              <a:off x="9639875" y="1715450"/>
              <a:ext cx="126525" cy="175700"/>
            </a:xfrm>
            <a:custGeom>
              <a:rect b="b" l="l" r="r" t="t"/>
              <a:pathLst>
                <a:path extrusionOk="0" h="7028" w="5061">
                  <a:moveTo>
                    <a:pt x="2459" y="1"/>
                  </a:moveTo>
                  <a:cubicBezTo>
                    <a:pt x="2032" y="1"/>
                    <a:pt x="223" y="149"/>
                    <a:pt x="108" y="2646"/>
                  </a:cubicBezTo>
                  <a:cubicBezTo>
                    <a:pt x="108" y="2646"/>
                    <a:pt x="1" y="3992"/>
                    <a:pt x="418" y="4587"/>
                  </a:cubicBezTo>
                  <a:lnTo>
                    <a:pt x="96" y="6206"/>
                  </a:lnTo>
                  <a:cubicBezTo>
                    <a:pt x="96" y="6206"/>
                    <a:pt x="1037" y="6671"/>
                    <a:pt x="2918" y="7028"/>
                  </a:cubicBezTo>
                  <a:lnTo>
                    <a:pt x="3620" y="5587"/>
                  </a:lnTo>
                  <a:cubicBezTo>
                    <a:pt x="3620" y="5586"/>
                    <a:pt x="3622" y="5586"/>
                    <a:pt x="3626" y="5586"/>
                  </a:cubicBezTo>
                  <a:cubicBezTo>
                    <a:pt x="3634" y="5586"/>
                    <a:pt x="3652" y="5588"/>
                    <a:pt x="3676" y="5588"/>
                  </a:cubicBezTo>
                  <a:cubicBezTo>
                    <a:pt x="3885" y="5588"/>
                    <a:pt x="4619" y="5455"/>
                    <a:pt x="4823" y="2920"/>
                  </a:cubicBezTo>
                  <a:cubicBezTo>
                    <a:pt x="4823" y="2920"/>
                    <a:pt x="5061" y="110"/>
                    <a:pt x="2549" y="3"/>
                  </a:cubicBezTo>
                  <a:cubicBezTo>
                    <a:pt x="2549" y="3"/>
                    <a:pt x="2516" y="1"/>
                    <a:pt x="2459"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4"/>
            <p:cNvSpPr/>
            <p:nvPr/>
          </p:nvSpPr>
          <p:spPr>
            <a:xfrm>
              <a:off x="9639875" y="1715450"/>
              <a:ext cx="126400" cy="131350"/>
            </a:xfrm>
            <a:custGeom>
              <a:rect b="b" l="l" r="r" t="t"/>
              <a:pathLst>
                <a:path extrusionOk="0" h="5254" w="5056">
                  <a:moveTo>
                    <a:pt x="2459" y="1"/>
                  </a:moveTo>
                  <a:cubicBezTo>
                    <a:pt x="2032" y="1"/>
                    <a:pt x="223" y="149"/>
                    <a:pt x="108" y="2646"/>
                  </a:cubicBezTo>
                  <a:cubicBezTo>
                    <a:pt x="108" y="2646"/>
                    <a:pt x="1" y="3992"/>
                    <a:pt x="418" y="4587"/>
                  </a:cubicBezTo>
                  <a:lnTo>
                    <a:pt x="322" y="5075"/>
                  </a:lnTo>
                  <a:cubicBezTo>
                    <a:pt x="572" y="5111"/>
                    <a:pt x="918" y="5135"/>
                    <a:pt x="1072" y="5182"/>
                  </a:cubicBezTo>
                  <a:cubicBezTo>
                    <a:pt x="1321" y="5232"/>
                    <a:pt x="1565" y="5253"/>
                    <a:pt x="1814" y="5253"/>
                  </a:cubicBezTo>
                  <a:cubicBezTo>
                    <a:pt x="1923" y="5253"/>
                    <a:pt x="2032" y="5249"/>
                    <a:pt x="2144" y="5242"/>
                  </a:cubicBezTo>
                  <a:cubicBezTo>
                    <a:pt x="2324" y="5225"/>
                    <a:pt x="2602" y="5183"/>
                    <a:pt x="2846" y="5183"/>
                  </a:cubicBezTo>
                  <a:cubicBezTo>
                    <a:pt x="2941" y="5183"/>
                    <a:pt x="3031" y="5190"/>
                    <a:pt x="3108" y="5206"/>
                  </a:cubicBezTo>
                  <a:cubicBezTo>
                    <a:pt x="3192" y="5028"/>
                    <a:pt x="3275" y="4873"/>
                    <a:pt x="3335" y="4694"/>
                  </a:cubicBezTo>
                  <a:cubicBezTo>
                    <a:pt x="3430" y="4444"/>
                    <a:pt x="3466" y="4194"/>
                    <a:pt x="3585" y="3956"/>
                  </a:cubicBezTo>
                  <a:cubicBezTo>
                    <a:pt x="3689" y="3723"/>
                    <a:pt x="3862" y="3479"/>
                    <a:pt x="4148" y="3479"/>
                  </a:cubicBezTo>
                  <a:cubicBezTo>
                    <a:pt x="4154" y="3479"/>
                    <a:pt x="4161" y="3480"/>
                    <a:pt x="4168" y="3480"/>
                  </a:cubicBezTo>
                  <a:cubicBezTo>
                    <a:pt x="4525" y="3504"/>
                    <a:pt x="4418" y="3885"/>
                    <a:pt x="4406" y="4135"/>
                  </a:cubicBezTo>
                  <a:cubicBezTo>
                    <a:pt x="4430" y="4143"/>
                    <a:pt x="4456" y="4145"/>
                    <a:pt x="4484" y="4145"/>
                  </a:cubicBezTo>
                  <a:cubicBezTo>
                    <a:pt x="4538" y="4145"/>
                    <a:pt x="4597" y="4135"/>
                    <a:pt x="4644" y="4135"/>
                  </a:cubicBezTo>
                  <a:cubicBezTo>
                    <a:pt x="4680" y="3980"/>
                    <a:pt x="4716" y="3801"/>
                    <a:pt x="4740" y="3599"/>
                  </a:cubicBezTo>
                  <a:lnTo>
                    <a:pt x="4740" y="3551"/>
                  </a:lnTo>
                  <a:cubicBezTo>
                    <a:pt x="4751" y="3480"/>
                    <a:pt x="4751" y="3397"/>
                    <a:pt x="4763" y="3301"/>
                  </a:cubicBezTo>
                  <a:cubicBezTo>
                    <a:pt x="4763" y="3277"/>
                    <a:pt x="4763" y="3254"/>
                    <a:pt x="4775" y="3230"/>
                  </a:cubicBezTo>
                  <a:cubicBezTo>
                    <a:pt x="4799" y="3123"/>
                    <a:pt x="4799" y="3027"/>
                    <a:pt x="4811" y="2908"/>
                  </a:cubicBezTo>
                  <a:cubicBezTo>
                    <a:pt x="4811" y="2908"/>
                    <a:pt x="4811" y="2908"/>
                    <a:pt x="4811" y="2908"/>
                  </a:cubicBezTo>
                  <a:cubicBezTo>
                    <a:pt x="4824" y="2908"/>
                    <a:pt x="5056" y="110"/>
                    <a:pt x="2549" y="3"/>
                  </a:cubicBezTo>
                  <a:cubicBezTo>
                    <a:pt x="2549" y="3"/>
                    <a:pt x="2516" y="1"/>
                    <a:pt x="2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4"/>
            <p:cNvSpPr/>
            <p:nvPr/>
          </p:nvSpPr>
          <p:spPr>
            <a:xfrm>
              <a:off x="9728575" y="1791675"/>
              <a:ext cx="21175" cy="37000"/>
            </a:xfrm>
            <a:custGeom>
              <a:rect b="b" l="l" r="r" t="t"/>
              <a:pathLst>
                <a:path extrusionOk="0" h="1480" w="847">
                  <a:moveTo>
                    <a:pt x="513" y="1"/>
                  </a:moveTo>
                  <a:cubicBezTo>
                    <a:pt x="308" y="1"/>
                    <a:pt x="118" y="303"/>
                    <a:pt x="60" y="693"/>
                  </a:cubicBezTo>
                  <a:cubicBezTo>
                    <a:pt x="1" y="1098"/>
                    <a:pt x="120" y="1443"/>
                    <a:pt x="310" y="1479"/>
                  </a:cubicBezTo>
                  <a:cubicBezTo>
                    <a:pt x="318" y="1480"/>
                    <a:pt x="325" y="1480"/>
                    <a:pt x="332" y="1480"/>
                  </a:cubicBezTo>
                  <a:cubicBezTo>
                    <a:pt x="528" y="1480"/>
                    <a:pt x="729" y="1178"/>
                    <a:pt x="787" y="788"/>
                  </a:cubicBezTo>
                  <a:cubicBezTo>
                    <a:pt x="846" y="395"/>
                    <a:pt x="727" y="38"/>
                    <a:pt x="537" y="2"/>
                  </a:cubicBezTo>
                  <a:cubicBezTo>
                    <a:pt x="529" y="1"/>
                    <a:pt x="521" y="1"/>
                    <a:pt x="513"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4"/>
            <p:cNvSpPr/>
            <p:nvPr/>
          </p:nvSpPr>
          <p:spPr>
            <a:xfrm>
              <a:off x="9557425" y="1870600"/>
              <a:ext cx="244700" cy="356550"/>
            </a:xfrm>
            <a:custGeom>
              <a:rect b="b" l="l" r="r" t="t"/>
              <a:pathLst>
                <a:path extrusionOk="0" h="14262" w="9788">
                  <a:moveTo>
                    <a:pt x="3394" y="0"/>
                  </a:moveTo>
                  <a:cubicBezTo>
                    <a:pt x="3394" y="0"/>
                    <a:pt x="2025" y="655"/>
                    <a:pt x="965" y="965"/>
                  </a:cubicBezTo>
                  <a:cubicBezTo>
                    <a:pt x="965" y="965"/>
                    <a:pt x="1" y="3691"/>
                    <a:pt x="965" y="5834"/>
                  </a:cubicBezTo>
                  <a:cubicBezTo>
                    <a:pt x="965" y="5834"/>
                    <a:pt x="1549" y="11145"/>
                    <a:pt x="1453" y="13847"/>
                  </a:cubicBezTo>
                  <a:cubicBezTo>
                    <a:pt x="1453" y="13847"/>
                    <a:pt x="3161" y="14261"/>
                    <a:pt x="5298" y="14261"/>
                  </a:cubicBezTo>
                  <a:cubicBezTo>
                    <a:pt x="6730" y="14261"/>
                    <a:pt x="8355" y="14075"/>
                    <a:pt x="9788" y="13454"/>
                  </a:cubicBezTo>
                  <a:cubicBezTo>
                    <a:pt x="9788" y="13454"/>
                    <a:pt x="7978" y="7489"/>
                    <a:pt x="8752" y="3989"/>
                  </a:cubicBezTo>
                  <a:cubicBezTo>
                    <a:pt x="8752" y="3989"/>
                    <a:pt x="6740" y="3156"/>
                    <a:pt x="7276" y="822"/>
                  </a:cubicBezTo>
                  <a:lnTo>
                    <a:pt x="6025" y="239"/>
                  </a:lnTo>
                  <a:lnTo>
                    <a:pt x="33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4"/>
            <p:cNvSpPr/>
            <p:nvPr/>
          </p:nvSpPr>
          <p:spPr>
            <a:xfrm>
              <a:off x="9723825" y="1721425"/>
              <a:ext cx="222675" cy="249350"/>
            </a:xfrm>
            <a:custGeom>
              <a:rect b="b" l="l" r="r" t="t"/>
              <a:pathLst>
                <a:path extrusionOk="0" h="9974" w="8907">
                  <a:moveTo>
                    <a:pt x="7508" y="0"/>
                  </a:moveTo>
                  <a:cubicBezTo>
                    <a:pt x="7234" y="0"/>
                    <a:pt x="7037" y="62"/>
                    <a:pt x="7037" y="62"/>
                  </a:cubicBezTo>
                  <a:cubicBezTo>
                    <a:pt x="6275" y="931"/>
                    <a:pt x="7204" y="2038"/>
                    <a:pt x="7204" y="2038"/>
                  </a:cubicBezTo>
                  <a:lnTo>
                    <a:pt x="6858" y="5694"/>
                  </a:lnTo>
                  <a:lnTo>
                    <a:pt x="4406" y="6622"/>
                  </a:lnTo>
                  <a:lnTo>
                    <a:pt x="608" y="6789"/>
                  </a:lnTo>
                  <a:cubicBezTo>
                    <a:pt x="0" y="7325"/>
                    <a:pt x="608" y="8813"/>
                    <a:pt x="596" y="8813"/>
                  </a:cubicBezTo>
                  <a:cubicBezTo>
                    <a:pt x="1043" y="9838"/>
                    <a:pt x="1625" y="9973"/>
                    <a:pt x="1901" y="9973"/>
                  </a:cubicBezTo>
                  <a:cubicBezTo>
                    <a:pt x="2000" y="9973"/>
                    <a:pt x="2060" y="9956"/>
                    <a:pt x="2060" y="9956"/>
                  </a:cubicBezTo>
                  <a:cubicBezTo>
                    <a:pt x="2155" y="9492"/>
                    <a:pt x="2584" y="9385"/>
                    <a:pt x="2584" y="9385"/>
                  </a:cubicBezTo>
                  <a:cubicBezTo>
                    <a:pt x="6668" y="8539"/>
                    <a:pt x="8430" y="6789"/>
                    <a:pt x="8430" y="6789"/>
                  </a:cubicBezTo>
                  <a:lnTo>
                    <a:pt x="8359" y="1884"/>
                  </a:lnTo>
                  <a:cubicBezTo>
                    <a:pt x="8751" y="1407"/>
                    <a:pt x="8906" y="979"/>
                    <a:pt x="8906" y="979"/>
                  </a:cubicBezTo>
                  <a:cubicBezTo>
                    <a:pt x="8577" y="158"/>
                    <a:pt x="7945" y="0"/>
                    <a:pt x="7508"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4"/>
            <p:cNvSpPr/>
            <p:nvPr/>
          </p:nvSpPr>
          <p:spPr>
            <a:xfrm>
              <a:off x="9715500" y="1883100"/>
              <a:ext cx="120850" cy="87875"/>
            </a:xfrm>
            <a:custGeom>
              <a:rect b="b" l="l" r="r" t="t"/>
              <a:pathLst>
                <a:path extrusionOk="0" h="3515" w="4834">
                  <a:moveTo>
                    <a:pt x="3453" y="0"/>
                  </a:moveTo>
                  <a:cubicBezTo>
                    <a:pt x="2381" y="48"/>
                    <a:pt x="941" y="322"/>
                    <a:pt x="941" y="322"/>
                  </a:cubicBezTo>
                  <a:cubicBezTo>
                    <a:pt x="0" y="465"/>
                    <a:pt x="572" y="2167"/>
                    <a:pt x="583" y="2167"/>
                  </a:cubicBezTo>
                  <a:cubicBezTo>
                    <a:pt x="1054" y="3348"/>
                    <a:pt x="1802" y="3514"/>
                    <a:pt x="2185" y="3514"/>
                  </a:cubicBezTo>
                  <a:cubicBezTo>
                    <a:pt x="2335" y="3514"/>
                    <a:pt x="2429" y="3489"/>
                    <a:pt x="2429" y="3489"/>
                  </a:cubicBezTo>
                  <a:lnTo>
                    <a:pt x="4834" y="2715"/>
                  </a:lnTo>
                  <a:cubicBezTo>
                    <a:pt x="3155" y="2048"/>
                    <a:pt x="3453" y="1"/>
                    <a:pt x="34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4"/>
            <p:cNvSpPr/>
            <p:nvPr/>
          </p:nvSpPr>
          <p:spPr>
            <a:xfrm>
              <a:off x="9546725" y="2719225"/>
              <a:ext cx="105100" cy="45250"/>
            </a:xfrm>
            <a:custGeom>
              <a:rect b="b" l="l" r="r" t="t"/>
              <a:pathLst>
                <a:path extrusionOk="0" h="1810" w="4204">
                  <a:moveTo>
                    <a:pt x="0" y="0"/>
                  </a:moveTo>
                  <a:lnTo>
                    <a:pt x="0" y="1810"/>
                  </a:lnTo>
                  <a:lnTo>
                    <a:pt x="2262" y="1810"/>
                  </a:lnTo>
                  <a:lnTo>
                    <a:pt x="4203" y="893"/>
                  </a:lnTo>
                  <a:lnTo>
                    <a:pt x="4203" y="238"/>
                  </a:lnTo>
                  <a:lnTo>
                    <a:pt x="226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4"/>
            <p:cNvSpPr/>
            <p:nvPr/>
          </p:nvSpPr>
          <p:spPr>
            <a:xfrm>
              <a:off x="9742275" y="2719225"/>
              <a:ext cx="125350" cy="42875"/>
            </a:xfrm>
            <a:custGeom>
              <a:rect b="b" l="l" r="r" t="t"/>
              <a:pathLst>
                <a:path extrusionOk="0" h="1715" w="5014">
                  <a:moveTo>
                    <a:pt x="1" y="0"/>
                  </a:moveTo>
                  <a:lnTo>
                    <a:pt x="1" y="1715"/>
                  </a:lnTo>
                  <a:lnTo>
                    <a:pt x="2382" y="1715"/>
                  </a:lnTo>
                  <a:lnTo>
                    <a:pt x="5013" y="1155"/>
                  </a:lnTo>
                  <a:lnTo>
                    <a:pt x="5013" y="703"/>
                  </a:lnTo>
                  <a:lnTo>
                    <a:pt x="238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4"/>
            <p:cNvSpPr/>
            <p:nvPr/>
          </p:nvSpPr>
          <p:spPr>
            <a:xfrm>
              <a:off x="9546725" y="2734700"/>
              <a:ext cx="105100" cy="29775"/>
            </a:xfrm>
            <a:custGeom>
              <a:rect b="b" l="l" r="r" t="t"/>
              <a:pathLst>
                <a:path extrusionOk="0" h="1191" w="4204">
                  <a:moveTo>
                    <a:pt x="4203" y="0"/>
                  </a:moveTo>
                  <a:lnTo>
                    <a:pt x="2239" y="655"/>
                  </a:lnTo>
                  <a:lnTo>
                    <a:pt x="0" y="655"/>
                  </a:lnTo>
                  <a:lnTo>
                    <a:pt x="0" y="1191"/>
                  </a:lnTo>
                  <a:lnTo>
                    <a:pt x="2262" y="1191"/>
                  </a:lnTo>
                  <a:lnTo>
                    <a:pt x="4203" y="274"/>
                  </a:lnTo>
                  <a:lnTo>
                    <a:pt x="420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4"/>
            <p:cNvSpPr/>
            <p:nvPr/>
          </p:nvSpPr>
          <p:spPr>
            <a:xfrm>
              <a:off x="9742275" y="2739150"/>
              <a:ext cx="125350" cy="22950"/>
            </a:xfrm>
            <a:custGeom>
              <a:rect b="b" l="l" r="r" t="t"/>
              <a:pathLst>
                <a:path extrusionOk="0" h="918" w="5014">
                  <a:moveTo>
                    <a:pt x="5013" y="1"/>
                  </a:moveTo>
                  <a:lnTo>
                    <a:pt x="2215" y="417"/>
                  </a:lnTo>
                  <a:lnTo>
                    <a:pt x="1" y="417"/>
                  </a:lnTo>
                  <a:lnTo>
                    <a:pt x="1" y="918"/>
                  </a:lnTo>
                  <a:lnTo>
                    <a:pt x="2382" y="918"/>
                  </a:lnTo>
                  <a:lnTo>
                    <a:pt x="5013" y="358"/>
                  </a:lnTo>
                  <a:lnTo>
                    <a:pt x="50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4"/>
            <p:cNvSpPr/>
            <p:nvPr/>
          </p:nvSpPr>
          <p:spPr>
            <a:xfrm>
              <a:off x="10787950" y="578775"/>
              <a:ext cx="68775" cy="55100"/>
            </a:xfrm>
            <a:custGeom>
              <a:rect b="b" l="l" r="r" t="t"/>
              <a:pathLst>
                <a:path extrusionOk="0" h="2204" w="2751">
                  <a:moveTo>
                    <a:pt x="1441" y="0"/>
                  </a:moveTo>
                  <a:lnTo>
                    <a:pt x="0" y="584"/>
                  </a:lnTo>
                  <a:lnTo>
                    <a:pt x="24" y="1834"/>
                  </a:lnTo>
                  <a:cubicBezTo>
                    <a:pt x="24" y="1834"/>
                    <a:pt x="102" y="1828"/>
                    <a:pt x="232" y="1828"/>
                  </a:cubicBezTo>
                  <a:cubicBezTo>
                    <a:pt x="585" y="1828"/>
                    <a:pt x="1323" y="1872"/>
                    <a:pt x="1941" y="2203"/>
                  </a:cubicBezTo>
                  <a:lnTo>
                    <a:pt x="2751" y="1120"/>
                  </a:lnTo>
                  <a:lnTo>
                    <a:pt x="1441" y="0"/>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1" name="Google Shape;3761;p74"/>
          <p:cNvSpPr/>
          <p:nvPr/>
        </p:nvSpPr>
        <p:spPr>
          <a:xfrm rot="2131755">
            <a:off x="3287764" y="351946"/>
            <a:ext cx="185028" cy="37486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3608"/>
                                        </p:tgtEl>
                                        <p:attrNameLst>
                                          <p:attrName>style.visibility</p:attrName>
                                        </p:attrNameLst>
                                      </p:cBhvr>
                                      <p:to>
                                        <p:strVal val="visible"/>
                                      </p:to>
                                    </p:set>
                                    <p:animEffect filter="fade" transition="in">
                                      <p:cBhvr>
                                        <p:cTn dur="1000"/>
                                        <p:tgtEl>
                                          <p:spTgt spid="360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606"/>
                                        </p:tgtEl>
                                        <p:attrNameLst>
                                          <p:attrName>style.visibility</p:attrName>
                                        </p:attrNameLst>
                                      </p:cBhvr>
                                      <p:to>
                                        <p:strVal val="visible"/>
                                      </p:to>
                                    </p:set>
                                    <p:animEffect filter="fade" transition="in">
                                      <p:cBhvr>
                                        <p:cTn dur="1000"/>
                                        <p:tgtEl>
                                          <p:spTgt spid="3606"/>
                                        </p:tgtEl>
                                      </p:cBhvr>
                                    </p:animEffect>
                                  </p:childTnLst>
                                </p:cTn>
                              </p:par>
                              <p:par>
                                <p:cTn fill="hold" nodeType="withEffect" presetClass="entr" presetID="10" presetSubtype="0">
                                  <p:stCondLst>
                                    <p:cond delay="0"/>
                                  </p:stCondLst>
                                  <p:childTnLst>
                                    <p:set>
                                      <p:cBhvr>
                                        <p:cTn dur="1" fill="hold">
                                          <p:stCondLst>
                                            <p:cond delay="0"/>
                                          </p:stCondLst>
                                        </p:cTn>
                                        <p:tgtEl>
                                          <p:spTgt spid="3609"/>
                                        </p:tgtEl>
                                        <p:attrNameLst>
                                          <p:attrName>style.visibility</p:attrName>
                                        </p:attrNameLst>
                                      </p:cBhvr>
                                      <p:to>
                                        <p:strVal val="visible"/>
                                      </p:to>
                                    </p:set>
                                    <p:animEffect filter="fade" transition="in">
                                      <p:cBhvr>
                                        <p:cTn dur="1000"/>
                                        <p:tgtEl>
                                          <p:spTgt spid="3609"/>
                                        </p:tgtEl>
                                      </p:cBhvr>
                                    </p:animEffect>
                                  </p:childTnLst>
                                </p:cTn>
                              </p:par>
                              <p:par>
                                <p:cTn fill="hold" nodeType="withEffect" presetClass="entr" presetID="10" presetSubtype="0">
                                  <p:stCondLst>
                                    <p:cond delay="0"/>
                                  </p:stCondLst>
                                  <p:childTnLst>
                                    <p:set>
                                      <p:cBhvr>
                                        <p:cTn dur="1" fill="hold">
                                          <p:stCondLst>
                                            <p:cond delay="0"/>
                                          </p:stCondLst>
                                        </p:cTn>
                                        <p:tgtEl>
                                          <p:spTgt spid="3611"/>
                                        </p:tgtEl>
                                        <p:attrNameLst>
                                          <p:attrName>style.visibility</p:attrName>
                                        </p:attrNameLst>
                                      </p:cBhvr>
                                      <p:to>
                                        <p:strVal val="visible"/>
                                      </p:to>
                                    </p:set>
                                    <p:animEffect filter="fade" transition="in">
                                      <p:cBhvr>
                                        <p:cTn dur="1000"/>
                                        <p:tgtEl>
                                          <p:spTgt spid="3611"/>
                                        </p:tgtEl>
                                      </p:cBhvr>
                                    </p:animEffect>
                                  </p:childTnLst>
                                </p:cTn>
                              </p:par>
                              <p:par>
                                <p:cTn fill="hold" nodeType="withEffect" presetClass="entr" presetID="10" presetSubtype="0">
                                  <p:stCondLst>
                                    <p:cond delay="0"/>
                                  </p:stCondLst>
                                  <p:childTnLst>
                                    <p:set>
                                      <p:cBhvr>
                                        <p:cTn dur="1" fill="hold">
                                          <p:stCondLst>
                                            <p:cond delay="0"/>
                                          </p:stCondLst>
                                        </p:cTn>
                                        <p:tgtEl>
                                          <p:spTgt spid="3618"/>
                                        </p:tgtEl>
                                        <p:attrNameLst>
                                          <p:attrName>style.visibility</p:attrName>
                                        </p:attrNameLst>
                                      </p:cBhvr>
                                      <p:to>
                                        <p:strVal val="visible"/>
                                      </p:to>
                                    </p:set>
                                    <p:animEffect filter="fade" transition="in">
                                      <p:cBhvr>
                                        <p:cTn dur="1000"/>
                                        <p:tgtEl>
                                          <p:spTgt spid="361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607"/>
                                        </p:tgtEl>
                                        <p:attrNameLst>
                                          <p:attrName>style.visibility</p:attrName>
                                        </p:attrNameLst>
                                      </p:cBhvr>
                                      <p:to>
                                        <p:strVal val="visible"/>
                                      </p:to>
                                    </p:set>
                                    <p:animEffect filter="fade" transition="in">
                                      <p:cBhvr>
                                        <p:cTn dur="1000"/>
                                        <p:tgtEl>
                                          <p:spTgt spid="3607"/>
                                        </p:tgtEl>
                                      </p:cBhvr>
                                    </p:animEffect>
                                  </p:childTnLst>
                                </p:cTn>
                              </p:par>
                              <p:par>
                                <p:cTn fill="hold" nodeType="withEffect" presetClass="entr" presetID="10" presetSubtype="0">
                                  <p:stCondLst>
                                    <p:cond delay="0"/>
                                  </p:stCondLst>
                                  <p:childTnLst>
                                    <p:set>
                                      <p:cBhvr>
                                        <p:cTn dur="1" fill="hold">
                                          <p:stCondLst>
                                            <p:cond delay="0"/>
                                          </p:stCondLst>
                                        </p:cTn>
                                        <p:tgtEl>
                                          <p:spTgt spid="3610"/>
                                        </p:tgtEl>
                                        <p:attrNameLst>
                                          <p:attrName>style.visibility</p:attrName>
                                        </p:attrNameLst>
                                      </p:cBhvr>
                                      <p:to>
                                        <p:strVal val="visible"/>
                                      </p:to>
                                    </p:set>
                                    <p:animEffect filter="fade" transition="in">
                                      <p:cBhvr>
                                        <p:cTn dur="1000"/>
                                        <p:tgtEl>
                                          <p:spTgt spid="3610"/>
                                        </p:tgtEl>
                                      </p:cBhvr>
                                    </p:animEffect>
                                  </p:childTnLst>
                                </p:cTn>
                              </p:par>
                              <p:par>
                                <p:cTn fill="hold" nodeType="withEffect" presetClass="entr" presetID="10" presetSubtype="0">
                                  <p:stCondLst>
                                    <p:cond delay="0"/>
                                  </p:stCondLst>
                                  <p:childTnLst>
                                    <p:set>
                                      <p:cBhvr>
                                        <p:cTn dur="1" fill="hold">
                                          <p:stCondLst>
                                            <p:cond delay="0"/>
                                          </p:stCondLst>
                                        </p:cTn>
                                        <p:tgtEl>
                                          <p:spTgt spid="3612"/>
                                        </p:tgtEl>
                                        <p:attrNameLst>
                                          <p:attrName>style.visibility</p:attrName>
                                        </p:attrNameLst>
                                      </p:cBhvr>
                                      <p:to>
                                        <p:strVal val="visible"/>
                                      </p:to>
                                    </p:set>
                                    <p:animEffect filter="fade" transition="in">
                                      <p:cBhvr>
                                        <p:cTn dur="1000"/>
                                        <p:tgtEl>
                                          <p:spTgt spid="3612"/>
                                        </p:tgtEl>
                                      </p:cBhvr>
                                    </p:animEffect>
                                  </p:childTnLst>
                                </p:cTn>
                              </p:par>
                              <p:par>
                                <p:cTn fill="hold" nodeType="withEffect" presetClass="entr" presetID="10" presetSubtype="0">
                                  <p:stCondLst>
                                    <p:cond delay="0"/>
                                  </p:stCondLst>
                                  <p:childTnLst>
                                    <p:set>
                                      <p:cBhvr>
                                        <p:cTn dur="1" fill="hold">
                                          <p:stCondLst>
                                            <p:cond delay="0"/>
                                          </p:stCondLst>
                                        </p:cTn>
                                        <p:tgtEl>
                                          <p:spTgt spid="3613"/>
                                        </p:tgtEl>
                                        <p:attrNameLst>
                                          <p:attrName>style.visibility</p:attrName>
                                        </p:attrNameLst>
                                      </p:cBhvr>
                                      <p:to>
                                        <p:strVal val="visible"/>
                                      </p:to>
                                    </p:set>
                                    <p:animEffect filter="fade" transition="in">
                                      <p:cBhvr>
                                        <p:cTn dur="1000"/>
                                        <p:tgtEl>
                                          <p:spTgt spid="361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5" name="Shape 3765"/>
        <p:cNvGrpSpPr/>
        <p:nvPr/>
      </p:nvGrpSpPr>
      <p:grpSpPr>
        <a:xfrm>
          <a:off x="0" y="0"/>
          <a:ext cx="0" cy="0"/>
          <a:chOff x="0" y="0"/>
          <a:chExt cx="0" cy="0"/>
        </a:xfrm>
      </p:grpSpPr>
      <p:sp>
        <p:nvSpPr>
          <p:cNvPr id="3766" name="Google Shape;3766;p75"/>
          <p:cNvSpPr txBox="1"/>
          <p:nvPr>
            <p:ph type="ctrTitle"/>
          </p:nvPr>
        </p:nvSpPr>
        <p:spPr>
          <a:xfrm>
            <a:off x="713275" y="1459200"/>
            <a:ext cx="3949200" cy="249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EASY WAYS TO REPURPOSE YOUR BOTTLES</a:t>
            </a:r>
            <a:endParaRPr/>
          </a:p>
        </p:txBody>
      </p:sp>
      <p:sp>
        <p:nvSpPr>
          <p:cNvPr id="3767" name="Google Shape;3767;p75"/>
          <p:cNvSpPr txBox="1"/>
          <p:nvPr>
            <p:ph idx="1" type="subTitle"/>
          </p:nvPr>
        </p:nvSpPr>
        <p:spPr>
          <a:xfrm>
            <a:off x="713275" y="3888109"/>
            <a:ext cx="2480700" cy="71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3768" name="Google Shape;3768;p75"/>
          <p:cNvSpPr/>
          <p:nvPr/>
        </p:nvSpPr>
        <p:spPr>
          <a:xfrm>
            <a:off x="776425" y="541400"/>
            <a:ext cx="982500" cy="982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5"/>
          <p:cNvSpPr txBox="1"/>
          <p:nvPr>
            <p:ph idx="2" type="title"/>
          </p:nvPr>
        </p:nvSpPr>
        <p:spPr>
          <a:xfrm>
            <a:off x="776425" y="723800"/>
            <a:ext cx="982500" cy="617700"/>
          </a:xfrm>
          <a:prstGeom prst="rect">
            <a:avLst/>
          </a:prstGeom>
        </p:spPr>
        <p:txBody>
          <a:bodyPr anchorCtr="0" anchor="ctr" bIns="91425" lIns="91425" spcFirstLastPara="1" rIns="91425" wrap="square" tIns="91425">
            <a:noAutofit/>
          </a:bodyPr>
          <a:lstStyle/>
          <a:p>
            <a:pPr indent="0" lvl="0" marL="0" rtl="0" algn="ctr">
              <a:spcBef>
                <a:spcPts val="1000"/>
              </a:spcBef>
              <a:spcAft>
                <a:spcPts val="0"/>
              </a:spcAft>
              <a:buNone/>
            </a:pPr>
            <a:r>
              <a:rPr lang="en"/>
              <a:t>02</a:t>
            </a:r>
            <a:endParaRPr/>
          </a:p>
        </p:txBody>
      </p:sp>
      <p:grpSp>
        <p:nvGrpSpPr>
          <p:cNvPr id="3770" name="Google Shape;3770;p75"/>
          <p:cNvGrpSpPr/>
          <p:nvPr/>
        </p:nvGrpSpPr>
        <p:grpSpPr>
          <a:xfrm>
            <a:off x="5040032" y="736582"/>
            <a:ext cx="4415658" cy="3769668"/>
            <a:chOff x="563750" y="1103550"/>
            <a:chExt cx="1946253" cy="1661525"/>
          </a:xfrm>
        </p:grpSpPr>
        <p:sp>
          <p:nvSpPr>
            <p:cNvPr id="3771" name="Google Shape;3771;p75"/>
            <p:cNvSpPr/>
            <p:nvPr/>
          </p:nvSpPr>
          <p:spPr>
            <a:xfrm>
              <a:off x="1004275" y="1553900"/>
              <a:ext cx="25" cy="625"/>
            </a:xfrm>
            <a:custGeom>
              <a:rect b="b" l="l" r="r" t="t"/>
              <a:pathLst>
                <a:path extrusionOk="0" h="25" w="1">
                  <a:moveTo>
                    <a:pt x="1" y="24"/>
                  </a:moveTo>
                  <a:cubicBezTo>
                    <a:pt x="1" y="24"/>
                    <a:pt x="1" y="0"/>
                    <a:pt x="1" y="24"/>
                  </a:cubicBezTo>
                  <a:lnTo>
                    <a:pt x="1" y="24"/>
                  </a:lnTo>
                  <a:close/>
                </a:path>
              </a:pathLst>
            </a:custGeom>
            <a:solidFill>
              <a:srgbClr val="DBCC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5"/>
            <p:cNvSpPr/>
            <p:nvPr/>
          </p:nvSpPr>
          <p:spPr>
            <a:xfrm>
              <a:off x="1004275" y="1548825"/>
              <a:ext cx="4800" cy="5100"/>
            </a:xfrm>
            <a:custGeom>
              <a:rect b="b" l="l" r="r" t="t"/>
              <a:pathLst>
                <a:path extrusionOk="0" h="204" w="192">
                  <a:moveTo>
                    <a:pt x="191" y="1"/>
                  </a:moveTo>
                  <a:cubicBezTo>
                    <a:pt x="84" y="120"/>
                    <a:pt x="13" y="191"/>
                    <a:pt x="1" y="203"/>
                  </a:cubicBezTo>
                  <a:cubicBezTo>
                    <a:pt x="60" y="144"/>
                    <a:pt x="132" y="72"/>
                    <a:pt x="191" y="1"/>
                  </a:cubicBezTo>
                  <a:close/>
                </a:path>
              </a:pathLst>
            </a:custGeom>
            <a:solidFill>
              <a:srgbClr val="DBCC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5"/>
            <p:cNvSpPr/>
            <p:nvPr/>
          </p:nvSpPr>
          <p:spPr>
            <a:xfrm>
              <a:off x="1405828" y="1145547"/>
              <a:ext cx="347376" cy="200951"/>
            </a:xfrm>
            <a:custGeom>
              <a:rect b="b" l="l" r="r" t="t"/>
              <a:pathLst>
                <a:path extrusionOk="0" h="5228" w="9038">
                  <a:moveTo>
                    <a:pt x="5252" y="1"/>
                  </a:moveTo>
                  <a:cubicBezTo>
                    <a:pt x="4156" y="1"/>
                    <a:pt x="3430" y="1870"/>
                    <a:pt x="3085" y="3096"/>
                  </a:cubicBezTo>
                  <a:cubicBezTo>
                    <a:pt x="3047" y="3228"/>
                    <a:pt x="2934" y="3293"/>
                    <a:pt x="2820" y="3293"/>
                  </a:cubicBezTo>
                  <a:cubicBezTo>
                    <a:pt x="2716" y="3293"/>
                    <a:pt x="2612" y="3240"/>
                    <a:pt x="2561" y="3132"/>
                  </a:cubicBezTo>
                  <a:cubicBezTo>
                    <a:pt x="2394" y="2727"/>
                    <a:pt x="2156" y="2358"/>
                    <a:pt x="1787" y="2322"/>
                  </a:cubicBezTo>
                  <a:cubicBezTo>
                    <a:pt x="1762" y="2320"/>
                    <a:pt x="1737" y="2319"/>
                    <a:pt x="1712" y="2319"/>
                  </a:cubicBezTo>
                  <a:cubicBezTo>
                    <a:pt x="506" y="2319"/>
                    <a:pt x="36" y="5014"/>
                    <a:pt x="3" y="5216"/>
                  </a:cubicBezTo>
                  <a:lnTo>
                    <a:pt x="8752" y="5216"/>
                  </a:lnTo>
                  <a:cubicBezTo>
                    <a:pt x="8752" y="5216"/>
                    <a:pt x="9038" y="3049"/>
                    <a:pt x="7990" y="2811"/>
                  </a:cubicBezTo>
                  <a:cubicBezTo>
                    <a:pt x="7923" y="2794"/>
                    <a:pt x="7858" y="2787"/>
                    <a:pt x="7795" y="2787"/>
                  </a:cubicBezTo>
                  <a:cubicBezTo>
                    <a:pt x="7347" y="2787"/>
                    <a:pt x="6977" y="3165"/>
                    <a:pt x="6716" y="3561"/>
                  </a:cubicBezTo>
                  <a:cubicBezTo>
                    <a:pt x="6673" y="3621"/>
                    <a:pt x="6614" y="3647"/>
                    <a:pt x="6555" y="3647"/>
                  </a:cubicBezTo>
                  <a:cubicBezTo>
                    <a:pt x="6451" y="3647"/>
                    <a:pt x="6351" y="3564"/>
                    <a:pt x="6359" y="3442"/>
                  </a:cubicBezTo>
                  <a:cubicBezTo>
                    <a:pt x="6442" y="2144"/>
                    <a:pt x="6395" y="1"/>
                    <a:pt x="5252" y="1"/>
                  </a:cubicBezTo>
                  <a:close/>
                  <a:moveTo>
                    <a:pt x="1" y="5216"/>
                  </a:moveTo>
                  <a:lnTo>
                    <a:pt x="1" y="5228"/>
                  </a:lnTo>
                  <a:cubicBezTo>
                    <a:pt x="1" y="5228"/>
                    <a:pt x="2" y="5223"/>
                    <a:pt x="3" y="52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5"/>
            <p:cNvSpPr/>
            <p:nvPr/>
          </p:nvSpPr>
          <p:spPr>
            <a:xfrm>
              <a:off x="2196723" y="1308139"/>
              <a:ext cx="313280" cy="180800"/>
            </a:xfrm>
            <a:custGeom>
              <a:rect b="b" l="l" r="r" t="t"/>
              <a:pathLst>
                <a:path extrusionOk="0" h="5216" w="9038">
                  <a:moveTo>
                    <a:pt x="5251" y="1"/>
                  </a:moveTo>
                  <a:cubicBezTo>
                    <a:pt x="4156" y="1"/>
                    <a:pt x="3418" y="1870"/>
                    <a:pt x="3084" y="3096"/>
                  </a:cubicBezTo>
                  <a:cubicBezTo>
                    <a:pt x="3041" y="3226"/>
                    <a:pt x="2931" y="3292"/>
                    <a:pt x="2820" y="3292"/>
                  </a:cubicBezTo>
                  <a:cubicBezTo>
                    <a:pt x="2716" y="3292"/>
                    <a:pt x="2612" y="3235"/>
                    <a:pt x="2561" y="3120"/>
                  </a:cubicBezTo>
                  <a:cubicBezTo>
                    <a:pt x="2394" y="2715"/>
                    <a:pt x="2156" y="2346"/>
                    <a:pt x="1787" y="2323"/>
                  </a:cubicBezTo>
                  <a:cubicBezTo>
                    <a:pt x="1761" y="2320"/>
                    <a:pt x="1736" y="2319"/>
                    <a:pt x="1711" y="2319"/>
                  </a:cubicBezTo>
                  <a:cubicBezTo>
                    <a:pt x="506" y="2319"/>
                    <a:pt x="36" y="5003"/>
                    <a:pt x="3" y="5204"/>
                  </a:cubicBezTo>
                  <a:lnTo>
                    <a:pt x="8752" y="5204"/>
                  </a:lnTo>
                  <a:cubicBezTo>
                    <a:pt x="8752" y="5204"/>
                    <a:pt x="9038" y="3049"/>
                    <a:pt x="7990" y="2811"/>
                  </a:cubicBezTo>
                  <a:cubicBezTo>
                    <a:pt x="7923" y="2794"/>
                    <a:pt x="7858" y="2787"/>
                    <a:pt x="7794" y="2787"/>
                  </a:cubicBezTo>
                  <a:cubicBezTo>
                    <a:pt x="7346" y="2787"/>
                    <a:pt x="6976" y="3163"/>
                    <a:pt x="6716" y="3549"/>
                  </a:cubicBezTo>
                  <a:cubicBezTo>
                    <a:pt x="6672" y="3610"/>
                    <a:pt x="6609" y="3638"/>
                    <a:pt x="6547" y="3638"/>
                  </a:cubicBezTo>
                  <a:cubicBezTo>
                    <a:pt x="6442" y="3638"/>
                    <a:pt x="6344" y="3558"/>
                    <a:pt x="6359" y="3430"/>
                  </a:cubicBezTo>
                  <a:cubicBezTo>
                    <a:pt x="6442" y="2144"/>
                    <a:pt x="6394" y="1"/>
                    <a:pt x="5251" y="1"/>
                  </a:cubicBezTo>
                  <a:close/>
                  <a:moveTo>
                    <a:pt x="1" y="5204"/>
                  </a:moveTo>
                  <a:lnTo>
                    <a:pt x="1" y="5216"/>
                  </a:lnTo>
                  <a:cubicBezTo>
                    <a:pt x="1" y="5216"/>
                    <a:pt x="1" y="5212"/>
                    <a:pt x="3" y="520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5"/>
            <p:cNvSpPr/>
            <p:nvPr/>
          </p:nvSpPr>
          <p:spPr>
            <a:xfrm>
              <a:off x="678650" y="1746400"/>
              <a:ext cx="455425" cy="240100"/>
            </a:xfrm>
            <a:custGeom>
              <a:rect b="b" l="l" r="r" t="t"/>
              <a:pathLst>
                <a:path extrusionOk="0" h="9604" w="18217">
                  <a:moveTo>
                    <a:pt x="11087" y="1"/>
                  </a:moveTo>
                  <a:cubicBezTo>
                    <a:pt x="9962" y="1"/>
                    <a:pt x="8671" y="183"/>
                    <a:pt x="7192" y="623"/>
                  </a:cubicBezTo>
                  <a:cubicBezTo>
                    <a:pt x="7073" y="658"/>
                    <a:pt x="6965" y="694"/>
                    <a:pt x="6858" y="730"/>
                  </a:cubicBezTo>
                  <a:cubicBezTo>
                    <a:pt x="4929" y="1337"/>
                    <a:pt x="2679" y="2385"/>
                    <a:pt x="84" y="4004"/>
                  </a:cubicBezTo>
                  <a:cubicBezTo>
                    <a:pt x="60" y="4016"/>
                    <a:pt x="24" y="4040"/>
                    <a:pt x="0" y="4064"/>
                  </a:cubicBezTo>
                  <a:cubicBezTo>
                    <a:pt x="0" y="4064"/>
                    <a:pt x="72" y="4147"/>
                    <a:pt x="226" y="4314"/>
                  </a:cubicBezTo>
                  <a:cubicBezTo>
                    <a:pt x="786" y="4909"/>
                    <a:pt x="2334" y="6445"/>
                    <a:pt x="4596" y="7731"/>
                  </a:cubicBezTo>
                  <a:cubicBezTo>
                    <a:pt x="4691" y="7778"/>
                    <a:pt x="4775" y="7838"/>
                    <a:pt x="4870" y="7885"/>
                  </a:cubicBezTo>
                  <a:cubicBezTo>
                    <a:pt x="6072" y="8540"/>
                    <a:pt x="7454" y="9124"/>
                    <a:pt x="8978" y="9445"/>
                  </a:cubicBezTo>
                  <a:cubicBezTo>
                    <a:pt x="9001" y="9445"/>
                    <a:pt x="9049" y="9457"/>
                    <a:pt x="9073" y="9457"/>
                  </a:cubicBezTo>
                  <a:lnTo>
                    <a:pt x="9299" y="9505"/>
                  </a:lnTo>
                  <a:cubicBezTo>
                    <a:pt x="9682" y="9572"/>
                    <a:pt x="10057" y="9604"/>
                    <a:pt x="10422" y="9604"/>
                  </a:cubicBezTo>
                  <a:cubicBezTo>
                    <a:pt x="14747" y="9604"/>
                    <a:pt x="17718" y="5195"/>
                    <a:pt x="18157" y="4492"/>
                  </a:cubicBezTo>
                  <a:cubicBezTo>
                    <a:pt x="18205" y="4433"/>
                    <a:pt x="18217" y="4397"/>
                    <a:pt x="18217" y="4397"/>
                  </a:cubicBezTo>
                  <a:cubicBezTo>
                    <a:pt x="18217" y="4397"/>
                    <a:pt x="18193" y="4314"/>
                    <a:pt x="18133" y="4183"/>
                  </a:cubicBezTo>
                  <a:cubicBezTo>
                    <a:pt x="17788" y="3421"/>
                    <a:pt x="16419" y="920"/>
                    <a:pt x="13038" y="194"/>
                  </a:cubicBezTo>
                  <a:cubicBezTo>
                    <a:pt x="12907" y="158"/>
                    <a:pt x="12764" y="146"/>
                    <a:pt x="12621" y="123"/>
                  </a:cubicBezTo>
                  <a:cubicBezTo>
                    <a:pt x="12148" y="44"/>
                    <a:pt x="11637" y="1"/>
                    <a:pt x="110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5"/>
            <p:cNvSpPr/>
            <p:nvPr/>
          </p:nvSpPr>
          <p:spPr>
            <a:xfrm>
              <a:off x="678350" y="1843975"/>
              <a:ext cx="455725" cy="14750"/>
            </a:xfrm>
            <a:custGeom>
              <a:rect b="b" l="l" r="r" t="t"/>
              <a:pathLst>
                <a:path extrusionOk="0" h="590" w="18229">
                  <a:moveTo>
                    <a:pt x="7775" y="0"/>
                  </a:moveTo>
                  <a:cubicBezTo>
                    <a:pt x="4670" y="0"/>
                    <a:pt x="1780" y="49"/>
                    <a:pt x="84" y="89"/>
                  </a:cubicBezTo>
                  <a:cubicBezTo>
                    <a:pt x="60" y="101"/>
                    <a:pt x="24" y="125"/>
                    <a:pt x="0" y="149"/>
                  </a:cubicBezTo>
                  <a:cubicBezTo>
                    <a:pt x="0" y="149"/>
                    <a:pt x="72" y="232"/>
                    <a:pt x="215" y="399"/>
                  </a:cubicBezTo>
                  <a:cubicBezTo>
                    <a:pt x="1858" y="363"/>
                    <a:pt x="4501" y="327"/>
                    <a:pt x="7382" y="327"/>
                  </a:cubicBezTo>
                  <a:lnTo>
                    <a:pt x="7775" y="327"/>
                  </a:lnTo>
                  <a:cubicBezTo>
                    <a:pt x="9263" y="327"/>
                    <a:pt x="10811" y="327"/>
                    <a:pt x="12288" y="351"/>
                  </a:cubicBezTo>
                  <a:lnTo>
                    <a:pt x="12645" y="351"/>
                  </a:lnTo>
                  <a:cubicBezTo>
                    <a:pt x="14740" y="399"/>
                    <a:pt x="16693" y="470"/>
                    <a:pt x="18169" y="589"/>
                  </a:cubicBezTo>
                  <a:cubicBezTo>
                    <a:pt x="18217" y="530"/>
                    <a:pt x="18229" y="494"/>
                    <a:pt x="18229" y="494"/>
                  </a:cubicBezTo>
                  <a:cubicBezTo>
                    <a:pt x="18229" y="494"/>
                    <a:pt x="18205" y="411"/>
                    <a:pt x="18145" y="280"/>
                  </a:cubicBezTo>
                  <a:cubicBezTo>
                    <a:pt x="17348" y="196"/>
                    <a:pt x="16431" y="161"/>
                    <a:pt x="15419" y="113"/>
                  </a:cubicBezTo>
                  <a:cubicBezTo>
                    <a:pt x="15300" y="113"/>
                    <a:pt x="15169" y="101"/>
                    <a:pt x="15038" y="101"/>
                  </a:cubicBezTo>
                  <a:cubicBezTo>
                    <a:pt x="13466" y="53"/>
                    <a:pt x="11692" y="30"/>
                    <a:pt x="9918" y="6"/>
                  </a:cubicBezTo>
                  <a:lnTo>
                    <a:pt x="9525" y="6"/>
                  </a:lnTo>
                  <a:cubicBezTo>
                    <a:pt x="8939" y="2"/>
                    <a:pt x="8353" y="0"/>
                    <a:pt x="77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5"/>
            <p:cNvSpPr/>
            <p:nvPr/>
          </p:nvSpPr>
          <p:spPr>
            <a:xfrm>
              <a:off x="793550" y="1846200"/>
              <a:ext cx="80375" cy="97350"/>
            </a:xfrm>
            <a:custGeom>
              <a:rect b="b" l="l" r="r" t="t"/>
              <a:pathLst>
                <a:path extrusionOk="0" h="3894" w="3215">
                  <a:moveTo>
                    <a:pt x="2989" y="0"/>
                  </a:moveTo>
                  <a:lnTo>
                    <a:pt x="2786" y="250"/>
                  </a:lnTo>
                  <a:lnTo>
                    <a:pt x="0" y="3751"/>
                  </a:lnTo>
                  <a:cubicBezTo>
                    <a:pt x="95" y="3786"/>
                    <a:pt x="179" y="3846"/>
                    <a:pt x="274" y="3893"/>
                  </a:cubicBezTo>
                  <a:lnTo>
                    <a:pt x="3179" y="238"/>
                  </a:lnTo>
                  <a:lnTo>
                    <a:pt x="3215" y="179"/>
                  </a:lnTo>
                  <a:lnTo>
                    <a:pt x="2989" y="0"/>
                  </a:lnTo>
                  <a:close/>
                </a:path>
              </a:pathLst>
            </a:custGeom>
            <a:solidFill>
              <a:srgbClr val="A6D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5"/>
            <p:cNvSpPr/>
            <p:nvPr/>
          </p:nvSpPr>
          <p:spPr>
            <a:xfrm>
              <a:off x="850100" y="1761950"/>
              <a:ext cx="78000" cy="88725"/>
            </a:xfrm>
            <a:custGeom>
              <a:rect b="b" l="l" r="r" t="t"/>
              <a:pathLst>
                <a:path extrusionOk="0" h="3549" w="3120">
                  <a:moveTo>
                    <a:pt x="334" y="1"/>
                  </a:moveTo>
                  <a:cubicBezTo>
                    <a:pt x="215" y="36"/>
                    <a:pt x="107" y="72"/>
                    <a:pt x="0" y="108"/>
                  </a:cubicBezTo>
                  <a:lnTo>
                    <a:pt x="2667" y="3287"/>
                  </a:lnTo>
                  <a:lnTo>
                    <a:pt x="2882" y="3549"/>
                  </a:lnTo>
                  <a:lnTo>
                    <a:pt x="3120" y="3346"/>
                  </a:lnTo>
                  <a:lnTo>
                    <a:pt x="3072" y="3287"/>
                  </a:lnTo>
                  <a:lnTo>
                    <a:pt x="3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5"/>
            <p:cNvSpPr/>
            <p:nvPr/>
          </p:nvSpPr>
          <p:spPr>
            <a:xfrm>
              <a:off x="903075" y="1846775"/>
              <a:ext cx="92600" cy="137250"/>
            </a:xfrm>
            <a:custGeom>
              <a:rect b="b" l="l" r="r" t="t"/>
              <a:pathLst>
                <a:path extrusionOk="0" h="5490" w="3704">
                  <a:moveTo>
                    <a:pt x="3453" y="1"/>
                  </a:moveTo>
                  <a:lnTo>
                    <a:pt x="3299" y="239"/>
                  </a:lnTo>
                  <a:lnTo>
                    <a:pt x="1" y="5430"/>
                  </a:lnTo>
                  <a:cubicBezTo>
                    <a:pt x="24" y="5430"/>
                    <a:pt x="72" y="5442"/>
                    <a:pt x="96" y="5442"/>
                  </a:cubicBezTo>
                  <a:lnTo>
                    <a:pt x="322" y="5490"/>
                  </a:lnTo>
                  <a:lnTo>
                    <a:pt x="3656" y="239"/>
                  </a:lnTo>
                  <a:lnTo>
                    <a:pt x="3703" y="168"/>
                  </a:lnTo>
                  <a:lnTo>
                    <a:pt x="34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5"/>
            <p:cNvSpPr/>
            <p:nvPr/>
          </p:nvSpPr>
          <p:spPr>
            <a:xfrm>
              <a:off x="993275" y="1749450"/>
              <a:ext cx="71150" cy="102125"/>
            </a:xfrm>
            <a:custGeom>
              <a:rect b="b" l="l" r="r" t="t"/>
              <a:pathLst>
                <a:path extrusionOk="0" h="4085" w="2846">
                  <a:moveTo>
                    <a:pt x="0" y="1"/>
                  </a:moveTo>
                  <a:lnTo>
                    <a:pt x="2441" y="3882"/>
                  </a:lnTo>
                  <a:lnTo>
                    <a:pt x="2584" y="4084"/>
                  </a:lnTo>
                  <a:lnTo>
                    <a:pt x="2846" y="3930"/>
                  </a:lnTo>
                  <a:lnTo>
                    <a:pt x="2834" y="3894"/>
                  </a:lnTo>
                  <a:lnTo>
                    <a:pt x="441" y="72"/>
                  </a:lnTo>
                  <a:cubicBezTo>
                    <a:pt x="310" y="60"/>
                    <a:pt x="167" y="24"/>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5"/>
            <p:cNvSpPr/>
            <p:nvPr/>
          </p:nvSpPr>
          <p:spPr>
            <a:xfrm>
              <a:off x="677750" y="1214300"/>
              <a:ext cx="496825" cy="516125"/>
            </a:xfrm>
            <a:custGeom>
              <a:rect b="b" l="l" r="r" t="t"/>
              <a:pathLst>
                <a:path extrusionOk="0" h="20645" w="19873">
                  <a:moveTo>
                    <a:pt x="4127" y="0"/>
                  </a:moveTo>
                  <a:cubicBezTo>
                    <a:pt x="3768" y="0"/>
                    <a:pt x="3407" y="122"/>
                    <a:pt x="3049" y="404"/>
                  </a:cubicBezTo>
                  <a:cubicBezTo>
                    <a:pt x="3001" y="428"/>
                    <a:pt x="2953" y="464"/>
                    <a:pt x="2906" y="499"/>
                  </a:cubicBezTo>
                  <a:cubicBezTo>
                    <a:pt x="2858" y="535"/>
                    <a:pt x="2822" y="583"/>
                    <a:pt x="2775" y="606"/>
                  </a:cubicBezTo>
                  <a:cubicBezTo>
                    <a:pt x="1" y="2809"/>
                    <a:pt x="6466" y="7381"/>
                    <a:pt x="6097" y="8084"/>
                  </a:cubicBezTo>
                  <a:cubicBezTo>
                    <a:pt x="6010" y="8241"/>
                    <a:pt x="5847" y="8292"/>
                    <a:pt x="5635" y="8292"/>
                  </a:cubicBezTo>
                  <a:cubicBezTo>
                    <a:pt x="5262" y="8292"/>
                    <a:pt x="4736" y="8135"/>
                    <a:pt x="4209" y="8135"/>
                  </a:cubicBezTo>
                  <a:cubicBezTo>
                    <a:pt x="3683" y="8135"/>
                    <a:pt x="3155" y="8291"/>
                    <a:pt x="2775" y="8917"/>
                  </a:cubicBezTo>
                  <a:cubicBezTo>
                    <a:pt x="2727" y="8953"/>
                    <a:pt x="2715" y="9012"/>
                    <a:pt x="2679" y="9060"/>
                  </a:cubicBezTo>
                  <a:cubicBezTo>
                    <a:pt x="2656" y="9119"/>
                    <a:pt x="2620" y="9167"/>
                    <a:pt x="2608" y="9227"/>
                  </a:cubicBezTo>
                  <a:cubicBezTo>
                    <a:pt x="2048" y="10715"/>
                    <a:pt x="4025" y="12048"/>
                    <a:pt x="5942" y="12691"/>
                  </a:cubicBezTo>
                  <a:cubicBezTo>
                    <a:pt x="8002" y="13382"/>
                    <a:pt x="10252" y="14870"/>
                    <a:pt x="9871" y="15227"/>
                  </a:cubicBezTo>
                  <a:cubicBezTo>
                    <a:pt x="9597" y="15489"/>
                    <a:pt x="7990" y="15394"/>
                    <a:pt x="7656" y="16239"/>
                  </a:cubicBezTo>
                  <a:cubicBezTo>
                    <a:pt x="7609" y="16346"/>
                    <a:pt x="7597" y="16442"/>
                    <a:pt x="7597" y="16585"/>
                  </a:cubicBezTo>
                  <a:cubicBezTo>
                    <a:pt x="7597" y="16835"/>
                    <a:pt x="7692" y="17144"/>
                    <a:pt x="7882" y="17513"/>
                  </a:cubicBezTo>
                  <a:cubicBezTo>
                    <a:pt x="8525" y="18740"/>
                    <a:pt x="10383" y="19573"/>
                    <a:pt x="11895" y="20061"/>
                  </a:cubicBezTo>
                  <a:cubicBezTo>
                    <a:pt x="12181" y="20156"/>
                    <a:pt x="12454" y="20228"/>
                    <a:pt x="12705" y="20299"/>
                  </a:cubicBezTo>
                  <a:cubicBezTo>
                    <a:pt x="13502" y="20526"/>
                    <a:pt x="14098" y="20633"/>
                    <a:pt x="14145" y="20645"/>
                  </a:cubicBezTo>
                  <a:lnTo>
                    <a:pt x="19848" y="16132"/>
                  </a:lnTo>
                  <a:cubicBezTo>
                    <a:pt x="19848" y="16084"/>
                    <a:pt x="19872" y="15489"/>
                    <a:pt x="19848" y="14656"/>
                  </a:cubicBezTo>
                  <a:cubicBezTo>
                    <a:pt x="19824" y="14394"/>
                    <a:pt x="19824" y="14108"/>
                    <a:pt x="19801" y="13810"/>
                  </a:cubicBezTo>
                  <a:cubicBezTo>
                    <a:pt x="19682" y="12215"/>
                    <a:pt x="19312" y="10227"/>
                    <a:pt x="18277" y="9298"/>
                  </a:cubicBezTo>
                  <a:cubicBezTo>
                    <a:pt x="17955" y="9012"/>
                    <a:pt x="17669" y="8869"/>
                    <a:pt x="17431" y="8810"/>
                  </a:cubicBezTo>
                  <a:cubicBezTo>
                    <a:pt x="17366" y="8790"/>
                    <a:pt x="17300" y="8781"/>
                    <a:pt x="17237" y="8781"/>
                  </a:cubicBezTo>
                  <a:cubicBezTo>
                    <a:pt x="17185" y="8781"/>
                    <a:pt x="17134" y="8787"/>
                    <a:pt x="17086" y="8798"/>
                  </a:cubicBezTo>
                  <a:cubicBezTo>
                    <a:pt x="16181" y="8917"/>
                    <a:pt x="15919" y="10500"/>
                    <a:pt x="15586" y="10715"/>
                  </a:cubicBezTo>
                  <a:cubicBezTo>
                    <a:pt x="15564" y="10730"/>
                    <a:pt x="15541" y="10737"/>
                    <a:pt x="15517" y="10737"/>
                  </a:cubicBezTo>
                  <a:cubicBezTo>
                    <a:pt x="15074" y="10737"/>
                    <a:pt x="14230" y="8352"/>
                    <a:pt x="14038" y="6309"/>
                  </a:cubicBezTo>
                  <a:cubicBezTo>
                    <a:pt x="13867" y="4376"/>
                    <a:pt x="13099" y="2247"/>
                    <a:pt x="11661" y="2247"/>
                  </a:cubicBezTo>
                  <a:cubicBezTo>
                    <a:pt x="11594" y="2247"/>
                    <a:pt x="11525" y="2252"/>
                    <a:pt x="11454" y="2261"/>
                  </a:cubicBezTo>
                  <a:cubicBezTo>
                    <a:pt x="11395" y="2261"/>
                    <a:pt x="11335" y="2273"/>
                    <a:pt x="11276" y="2285"/>
                  </a:cubicBezTo>
                  <a:cubicBezTo>
                    <a:pt x="11216" y="2309"/>
                    <a:pt x="11169" y="2321"/>
                    <a:pt x="11109" y="2333"/>
                  </a:cubicBezTo>
                  <a:cubicBezTo>
                    <a:pt x="9323" y="2928"/>
                    <a:pt x="10323" y="5166"/>
                    <a:pt x="9537" y="5369"/>
                  </a:cubicBezTo>
                  <a:cubicBezTo>
                    <a:pt x="9526" y="5372"/>
                    <a:pt x="9515" y="5373"/>
                    <a:pt x="9503" y="5373"/>
                  </a:cubicBezTo>
                  <a:cubicBezTo>
                    <a:pt x="8787" y="5373"/>
                    <a:pt x="6507" y="0"/>
                    <a:pt x="41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5"/>
            <p:cNvSpPr/>
            <p:nvPr/>
          </p:nvSpPr>
          <p:spPr>
            <a:xfrm>
              <a:off x="746500" y="1224100"/>
              <a:ext cx="359600" cy="452450"/>
            </a:xfrm>
            <a:custGeom>
              <a:rect b="b" l="l" r="r" t="t"/>
              <a:pathLst>
                <a:path extrusionOk="0" h="18098" w="14384">
                  <a:moveTo>
                    <a:pt x="263" y="0"/>
                  </a:moveTo>
                  <a:cubicBezTo>
                    <a:pt x="215" y="36"/>
                    <a:pt x="179" y="72"/>
                    <a:pt x="132" y="95"/>
                  </a:cubicBezTo>
                  <a:cubicBezTo>
                    <a:pt x="84" y="131"/>
                    <a:pt x="37" y="179"/>
                    <a:pt x="1" y="203"/>
                  </a:cubicBezTo>
                  <a:lnTo>
                    <a:pt x="14122" y="18098"/>
                  </a:lnTo>
                  <a:lnTo>
                    <a:pt x="14384" y="17883"/>
                  </a:lnTo>
                  <a:lnTo>
                    <a:pt x="2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5"/>
            <p:cNvSpPr/>
            <p:nvPr/>
          </p:nvSpPr>
          <p:spPr>
            <a:xfrm>
              <a:off x="741450" y="1440475"/>
              <a:ext cx="212850" cy="48850"/>
            </a:xfrm>
            <a:custGeom>
              <a:rect b="b" l="l" r="r" t="t"/>
              <a:pathLst>
                <a:path extrusionOk="0" h="1954" w="8514">
                  <a:moveTo>
                    <a:pt x="143" y="1"/>
                  </a:moveTo>
                  <a:cubicBezTo>
                    <a:pt x="108" y="60"/>
                    <a:pt x="84" y="108"/>
                    <a:pt x="60" y="168"/>
                  </a:cubicBezTo>
                  <a:lnTo>
                    <a:pt x="0" y="322"/>
                  </a:lnTo>
                  <a:lnTo>
                    <a:pt x="8394" y="1942"/>
                  </a:lnTo>
                  <a:lnTo>
                    <a:pt x="8454" y="1954"/>
                  </a:lnTo>
                  <a:lnTo>
                    <a:pt x="8490" y="1787"/>
                  </a:lnTo>
                  <a:lnTo>
                    <a:pt x="8513" y="1620"/>
                  </a:lnTo>
                  <a:lnTo>
                    <a:pt x="8335" y="1561"/>
                  </a:lnTo>
                  <a:lnTo>
                    <a:pt x="8085" y="1525"/>
                  </a:lnTo>
                  <a:lnTo>
                    <a:pt x="14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5"/>
            <p:cNvSpPr/>
            <p:nvPr/>
          </p:nvSpPr>
          <p:spPr>
            <a:xfrm>
              <a:off x="867650" y="1619975"/>
              <a:ext cx="231600" cy="52400"/>
            </a:xfrm>
            <a:custGeom>
              <a:rect b="b" l="l" r="r" t="t"/>
              <a:pathLst>
                <a:path extrusionOk="0" h="2096" w="9264">
                  <a:moveTo>
                    <a:pt x="60" y="0"/>
                  </a:moveTo>
                  <a:cubicBezTo>
                    <a:pt x="13" y="96"/>
                    <a:pt x="1" y="203"/>
                    <a:pt x="1" y="334"/>
                  </a:cubicBezTo>
                  <a:lnTo>
                    <a:pt x="9145" y="2084"/>
                  </a:lnTo>
                  <a:lnTo>
                    <a:pt x="9204" y="2096"/>
                  </a:lnTo>
                  <a:lnTo>
                    <a:pt x="9228" y="1929"/>
                  </a:lnTo>
                  <a:lnTo>
                    <a:pt x="9264" y="1762"/>
                  </a:lnTo>
                  <a:lnTo>
                    <a:pt x="9061" y="1703"/>
                  </a:lnTo>
                  <a:lnTo>
                    <a:pt x="8811" y="1655"/>
                  </a:lnTo>
                  <a:lnTo>
                    <a:pt x="60" y="0"/>
                  </a:lnTo>
                  <a:close/>
                </a:path>
              </a:pathLst>
            </a:custGeom>
            <a:solidFill>
              <a:srgbClr val="A6D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5"/>
            <p:cNvSpPr/>
            <p:nvPr/>
          </p:nvSpPr>
          <p:spPr>
            <a:xfrm>
              <a:off x="949500" y="1270525"/>
              <a:ext cx="18200" cy="214925"/>
            </a:xfrm>
            <a:custGeom>
              <a:rect b="b" l="l" r="r" t="t"/>
              <a:pathLst>
                <a:path extrusionOk="0" h="8597" w="728">
                  <a:moveTo>
                    <a:pt x="727" y="0"/>
                  </a:moveTo>
                  <a:lnTo>
                    <a:pt x="584" y="12"/>
                  </a:lnTo>
                  <a:cubicBezTo>
                    <a:pt x="525" y="12"/>
                    <a:pt x="465" y="24"/>
                    <a:pt x="406" y="48"/>
                  </a:cubicBezTo>
                  <a:lnTo>
                    <a:pt x="37" y="8121"/>
                  </a:lnTo>
                  <a:lnTo>
                    <a:pt x="13" y="8394"/>
                  </a:lnTo>
                  <a:lnTo>
                    <a:pt x="1" y="8585"/>
                  </a:lnTo>
                  <a:lnTo>
                    <a:pt x="180" y="8585"/>
                  </a:lnTo>
                  <a:lnTo>
                    <a:pt x="346" y="8597"/>
                  </a:lnTo>
                  <a:lnTo>
                    <a:pt x="346" y="8537"/>
                  </a:lnTo>
                  <a:lnTo>
                    <a:pt x="7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5"/>
            <p:cNvSpPr/>
            <p:nvPr/>
          </p:nvSpPr>
          <p:spPr>
            <a:xfrm>
              <a:off x="1094175" y="1434125"/>
              <a:ext cx="19075" cy="234400"/>
            </a:xfrm>
            <a:custGeom>
              <a:rect b="b" l="l" r="r" t="t"/>
              <a:pathLst>
                <a:path extrusionOk="0" h="9376" w="763">
                  <a:moveTo>
                    <a:pt x="508" y="0"/>
                  </a:moveTo>
                  <a:cubicBezTo>
                    <a:pt x="481" y="0"/>
                    <a:pt x="455" y="2"/>
                    <a:pt x="429" y="5"/>
                  </a:cubicBezTo>
                  <a:lnTo>
                    <a:pt x="36" y="8899"/>
                  </a:lnTo>
                  <a:lnTo>
                    <a:pt x="24" y="9173"/>
                  </a:lnTo>
                  <a:lnTo>
                    <a:pt x="0" y="9363"/>
                  </a:lnTo>
                  <a:lnTo>
                    <a:pt x="179" y="9363"/>
                  </a:lnTo>
                  <a:lnTo>
                    <a:pt x="346" y="9375"/>
                  </a:lnTo>
                  <a:lnTo>
                    <a:pt x="346" y="9316"/>
                  </a:lnTo>
                  <a:lnTo>
                    <a:pt x="762" y="29"/>
                  </a:lnTo>
                  <a:cubicBezTo>
                    <a:pt x="667" y="11"/>
                    <a:pt x="583" y="0"/>
                    <a:pt x="5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5"/>
            <p:cNvSpPr/>
            <p:nvPr/>
          </p:nvSpPr>
          <p:spPr>
            <a:xfrm>
              <a:off x="1689175" y="2085425"/>
              <a:ext cx="603100" cy="398600"/>
            </a:xfrm>
            <a:custGeom>
              <a:rect b="b" l="l" r="r" t="t"/>
              <a:pathLst>
                <a:path extrusionOk="0" h="15944" w="24124">
                  <a:moveTo>
                    <a:pt x="13497" y="1"/>
                  </a:moveTo>
                  <a:cubicBezTo>
                    <a:pt x="12347" y="1"/>
                    <a:pt x="11003" y="1217"/>
                    <a:pt x="10074" y="2528"/>
                  </a:cubicBezTo>
                  <a:cubicBezTo>
                    <a:pt x="8953" y="4124"/>
                    <a:pt x="7175" y="5664"/>
                    <a:pt x="6624" y="5664"/>
                  </a:cubicBezTo>
                  <a:cubicBezTo>
                    <a:pt x="6555" y="5664"/>
                    <a:pt x="6505" y="5640"/>
                    <a:pt x="6478" y="5588"/>
                  </a:cubicBezTo>
                  <a:cubicBezTo>
                    <a:pt x="6311" y="5254"/>
                    <a:pt x="6859" y="3718"/>
                    <a:pt x="6145" y="3147"/>
                  </a:cubicBezTo>
                  <a:cubicBezTo>
                    <a:pt x="6061" y="3076"/>
                    <a:pt x="5954" y="3028"/>
                    <a:pt x="5835" y="2992"/>
                  </a:cubicBezTo>
                  <a:cubicBezTo>
                    <a:pt x="5716" y="2951"/>
                    <a:pt x="5579" y="2930"/>
                    <a:pt x="5418" y="2930"/>
                  </a:cubicBezTo>
                  <a:cubicBezTo>
                    <a:pt x="5258" y="2930"/>
                    <a:pt x="5073" y="2951"/>
                    <a:pt x="4859" y="2992"/>
                  </a:cubicBezTo>
                  <a:cubicBezTo>
                    <a:pt x="3466" y="3242"/>
                    <a:pt x="2132" y="4802"/>
                    <a:pt x="1204" y="6124"/>
                  </a:cubicBezTo>
                  <a:cubicBezTo>
                    <a:pt x="1049" y="6385"/>
                    <a:pt x="882" y="6624"/>
                    <a:pt x="751" y="6838"/>
                  </a:cubicBezTo>
                  <a:cubicBezTo>
                    <a:pt x="299" y="7552"/>
                    <a:pt x="37" y="8088"/>
                    <a:pt x="1" y="8136"/>
                  </a:cubicBezTo>
                  <a:lnTo>
                    <a:pt x="2680" y="14982"/>
                  </a:lnTo>
                  <a:cubicBezTo>
                    <a:pt x="2728" y="14994"/>
                    <a:pt x="3287" y="15196"/>
                    <a:pt x="4109" y="15410"/>
                  </a:cubicBezTo>
                  <a:cubicBezTo>
                    <a:pt x="4382" y="15494"/>
                    <a:pt x="4644" y="15565"/>
                    <a:pt x="4942" y="15625"/>
                  </a:cubicBezTo>
                  <a:cubicBezTo>
                    <a:pt x="5751" y="15801"/>
                    <a:pt x="6679" y="15943"/>
                    <a:pt x="7551" y="15943"/>
                  </a:cubicBezTo>
                  <a:cubicBezTo>
                    <a:pt x="8386" y="15943"/>
                    <a:pt x="9170" y="15813"/>
                    <a:pt x="9752" y="15458"/>
                  </a:cubicBezTo>
                  <a:cubicBezTo>
                    <a:pt x="10109" y="15232"/>
                    <a:pt x="10336" y="15017"/>
                    <a:pt x="10467" y="14791"/>
                  </a:cubicBezTo>
                  <a:cubicBezTo>
                    <a:pt x="10526" y="14684"/>
                    <a:pt x="10562" y="14565"/>
                    <a:pt x="10586" y="14458"/>
                  </a:cubicBezTo>
                  <a:cubicBezTo>
                    <a:pt x="10729" y="13553"/>
                    <a:pt x="9276" y="12827"/>
                    <a:pt x="9169" y="12458"/>
                  </a:cubicBezTo>
                  <a:cubicBezTo>
                    <a:pt x="9083" y="12151"/>
                    <a:pt x="10019" y="11968"/>
                    <a:pt x="11246" y="11968"/>
                  </a:cubicBezTo>
                  <a:cubicBezTo>
                    <a:pt x="12068" y="11968"/>
                    <a:pt x="13020" y="12050"/>
                    <a:pt x="13884" y="12231"/>
                  </a:cubicBezTo>
                  <a:cubicBezTo>
                    <a:pt x="14487" y="12356"/>
                    <a:pt x="15124" y="12429"/>
                    <a:pt x="15728" y="12429"/>
                  </a:cubicBezTo>
                  <a:cubicBezTo>
                    <a:pt x="17151" y="12429"/>
                    <a:pt x="18391" y="12021"/>
                    <a:pt x="18575" y="10910"/>
                  </a:cubicBezTo>
                  <a:cubicBezTo>
                    <a:pt x="18575" y="10850"/>
                    <a:pt x="18587" y="10791"/>
                    <a:pt x="18587" y="10731"/>
                  </a:cubicBezTo>
                  <a:lnTo>
                    <a:pt x="18587" y="10553"/>
                  </a:lnTo>
                  <a:cubicBezTo>
                    <a:pt x="18539" y="8624"/>
                    <a:pt x="16086" y="8945"/>
                    <a:pt x="16122" y="8124"/>
                  </a:cubicBezTo>
                  <a:cubicBezTo>
                    <a:pt x="16146" y="7302"/>
                    <a:pt x="24123" y="6600"/>
                    <a:pt x="22837" y="3290"/>
                  </a:cubicBezTo>
                  <a:cubicBezTo>
                    <a:pt x="22801" y="3230"/>
                    <a:pt x="22790" y="3183"/>
                    <a:pt x="22754" y="3123"/>
                  </a:cubicBezTo>
                  <a:cubicBezTo>
                    <a:pt x="22742" y="3064"/>
                    <a:pt x="22718" y="3004"/>
                    <a:pt x="22694" y="2956"/>
                  </a:cubicBezTo>
                  <a:cubicBezTo>
                    <a:pt x="22357" y="2114"/>
                    <a:pt x="21695" y="1807"/>
                    <a:pt x="20887" y="1807"/>
                  </a:cubicBezTo>
                  <a:cubicBezTo>
                    <a:pt x="18704" y="1807"/>
                    <a:pt x="15453" y="4049"/>
                    <a:pt x="14647" y="4049"/>
                  </a:cubicBezTo>
                  <a:cubicBezTo>
                    <a:pt x="14583" y="4049"/>
                    <a:pt x="14534" y="4035"/>
                    <a:pt x="14503" y="4004"/>
                  </a:cubicBezTo>
                  <a:cubicBezTo>
                    <a:pt x="13919" y="3421"/>
                    <a:pt x="15932" y="1980"/>
                    <a:pt x="14658" y="551"/>
                  </a:cubicBezTo>
                  <a:lnTo>
                    <a:pt x="14539" y="432"/>
                  </a:lnTo>
                  <a:cubicBezTo>
                    <a:pt x="14503" y="385"/>
                    <a:pt x="14455" y="337"/>
                    <a:pt x="14408" y="313"/>
                  </a:cubicBezTo>
                  <a:cubicBezTo>
                    <a:pt x="14128" y="97"/>
                    <a:pt x="13820" y="1"/>
                    <a:pt x="134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5"/>
            <p:cNvSpPr/>
            <p:nvPr/>
          </p:nvSpPr>
          <p:spPr>
            <a:xfrm>
              <a:off x="1720750" y="2159325"/>
              <a:ext cx="539375" cy="219100"/>
            </a:xfrm>
            <a:custGeom>
              <a:rect b="b" l="l" r="r" t="t"/>
              <a:pathLst>
                <a:path extrusionOk="0" h="8764" w="21575">
                  <a:moveTo>
                    <a:pt x="21431" y="0"/>
                  </a:moveTo>
                  <a:lnTo>
                    <a:pt x="0" y="8442"/>
                  </a:lnTo>
                  <a:lnTo>
                    <a:pt x="143" y="8763"/>
                  </a:lnTo>
                  <a:lnTo>
                    <a:pt x="21574" y="334"/>
                  </a:lnTo>
                  <a:cubicBezTo>
                    <a:pt x="21550" y="274"/>
                    <a:pt x="21538" y="227"/>
                    <a:pt x="21491" y="167"/>
                  </a:cubicBezTo>
                  <a:cubicBezTo>
                    <a:pt x="21479" y="108"/>
                    <a:pt x="21455" y="48"/>
                    <a:pt x="214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5"/>
            <p:cNvSpPr/>
            <p:nvPr/>
          </p:nvSpPr>
          <p:spPr>
            <a:xfrm>
              <a:off x="1945175" y="2090875"/>
              <a:ext cx="107775" cy="196475"/>
            </a:xfrm>
            <a:custGeom>
              <a:rect b="b" l="l" r="r" t="t"/>
              <a:pathLst>
                <a:path extrusionOk="0" h="7859" w="4311">
                  <a:moveTo>
                    <a:pt x="4037" y="0"/>
                  </a:moveTo>
                  <a:lnTo>
                    <a:pt x="36" y="7656"/>
                  </a:lnTo>
                  <a:lnTo>
                    <a:pt x="0" y="7715"/>
                  </a:lnTo>
                  <a:lnTo>
                    <a:pt x="155" y="7787"/>
                  </a:lnTo>
                  <a:lnTo>
                    <a:pt x="298" y="7858"/>
                  </a:lnTo>
                  <a:lnTo>
                    <a:pt x="405" y="7715"/>
                  </a:lnTo>
                  <a:lnTo>
                    <a:pt x="524" y="7477"/>
                  </a:lnTo>
                  <a:lnTo>
                    <a:pt x="4310" y="226"/>
                  </a:lnTo>
                  <a:cubicBezTo>
                    <a:pt x="4275" y="179"/>
                    <a:pt x="4227" y="131"/>
                    <a:pt x="4179" y="107"/>
                  </a:cubicBezTo>
                  <a:lnTo>
                    <a:pt x="40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5"/>
            <p:cNvSpPr/>
            <p:nvPr/>
          </p:nvSpPr>
          <p:spPr>
            <a:xfrm>
              <a:off x="1725800" y="2160225"/>
              <a:ext cx="117600" cy="213425"/>
            </a:xfrm>
            <a:custGeom>
              <a:rect b="b" l="l" r="r" t="t"/>
              <a:pathLst>
                <a:path extrusionOk="0" h="8537" w="4704">
                  <a:moveTo>
                    <a:pt x="4382" y="0"/>
                  </a:moveTo>
                  <a:lnTo>
                    <a:pt x="24" y="8335"/>
                  </a:lnTo>
                  <a:lnTo>
                    <a:pt x="0" y="8394"/>
                  </a:lnTo>
                  <a:lnTo>
                    <a:pt x="143" y="8465"/>
                  </a:lnTo>
                  <a:lnTo>
                    <a:pt x="298" y="8537"/>
                  </a:lnTo>
                  <a:lnTo>
                    <a:pt x="417" y="8370"/>
                  </a:lnTo>
                  <a:lnTo>
                    <a:pt x="536" y="8132"/>
                  </a:lnTo>
                  <a:lnTo>
                    <a:pt x="4703" y="155"/>
                  </a:lnTo>
                  <a:cubicBezTo>
                    <a:pt x="4608" y="84"/>
                    <a:pt x="4501" y="36"/>
                    <a:pt x="4382" y="0"/>
                  </a:cubicBezTo>
                  <a:close/>
                </a:path>
              </a:pathLst>
            </a:custGeom>
            <a:solidFill>
              <a:srgbClr val="A6D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5"/>
            <p:cNvSpPr/>
            <p:nvPr/>
          </p:nvSpPr>
          <p:spPr>
            <a:xfrm>
              <a:off x="1947850" y="2281375"/>
              <a:ext cx="206900" cy="80375"/>
            </a:xfrm>
            <a:custGeom>
              <a:rect b="b" l="l" r="r" t="t"/>
              <a:pathLst>
                <a:path extrusionOk="0" h="3215" w="8276">
                  <a:moveTo>
                    <a:pt x="120" y="0"/>
                  </a:moveTo>
                  <a:lnTo>
                    <a:pt x="60" y="167"/>
                  </a:lnTo>
                  <a:lnTo>
                    <a:pt x="1" y="321"/>
                  </a:lnTo>
                  <a:lnTo>
                    <a:pt x="60" y="345"/>
                  </a:lnTo>
                  <a:lnTo>
                    <a:pt x="8204" y="3215"/>
                  </a:lnTo>
                  <a:lnTo>
                    <a:pt x="8263" y="3048"/>
                  </a:lnTo>
                  <a:cubicBezTo>
                    <a:pt x="8263" y="2988"/>
                    <a:pt x="8275" y="2929"/>
                    <a:pt x="8275" y="2869"/>
                  </a:cubicBezTo>
                  <a:lnTo>
                    <a:pt x="560" y="167"/>
                  </a:lnTo>
                  <a:lnTo>
                    <a:pt x="310" y="71"/>
                  </a:lnTo>
                  <a:lnTo>
                    <a:pt x="1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5"/>
            <p:cNvSpPr/>
            <p:nvPr/>
          </p:nvSpPr>
          <p:spPr>
            <a:xfrm>
              <a:off x="1727875" y="2367675"/>
              <a:ext cx="226550" cy="86650"/>
            </a:xfrm>
            <a:custGeom>
              <a:rect b="b" l="l" r="r" t="t"/>
              <a:pathLst>
                <a:path extrusionOk="0" h="3466" w="9062">
                  <a:moveTo>
                    <a:pt x="120" y="1"/>
                  </a:moveTo>
                  <a:lnTo>
                    <a:pt x="60" y="167"/>
                  </a:lnTo>
                  <a:lnTo>
                    <a:pt x="1" y="334"/>
                  </a:lnTo>
                  <a:lnTo>
                    <a:pt x="60" y="346"/>
                  </a:lnTo>
                  <a:lnTo>
                    <a:pt x="8930" y="3466"/>
                  </a:lnTo>
                  <a:cubicBezTo>
                    <a:pt x="8990" y="3370"/>
                    <a:pt x="9038" y="3263"/>
                    <a:pt x="9061" y="3156"/>
                  </a:cubicBezTo>
                  <a:lnTo>
                    <a:pt x="560" y="167"/>
                  </a:lnTo>
                  <a:lnTo>
                    <a:pt x="310" y="72"/>
                  </a:lnTo>
                  <a:lnTo>
                    <a:pt x="12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5"/>
            <p:cNvSpPr/>
            <p:nvPr/>
          </p:nvSpPr>
          <p:spPr>
            <a:xfrm>
              <a:off x="626550" y="2128075"/>
              <a:ext cx="615575" cy="346450"/>
            </a:xfrm>
            <a:custGeom>
              <a:rect b="b" l="l" r="r" t="t"/>
              <a:pathLst>
                <a:path extrusionOk="0" h="13858" w="24623">
                  <a:moveTo>
                    <a:pt x="10669" y="0"/>
                  </a:moveTo>
                  <a:cubicBezTo>
                    <a:pt x="7787" y="48"/>
                    <a:pt x="4335" y="572"/>
                    <a:pt x="144" y="1727"/>
                  </a:cubicBezTo>
                  <a:cubicBezTo>
                    <a:pt x="108" y="1739"/>
                    <a:pt x="48" y="1762"/>
                    <a:pt x="1" y="1774"/>
                  </a:cubicBezTo>
                  <a:cubicBezTo>
                    <a:pt x="1" y="1774"/>
                    <a:pt x="72" y="1917"/>
                    <a:pt x="203" y="2203"/>
                  </a:cubicBezTo>
                  <a:cubicBezTo>
                    <a:pt x="727" y="3227"/>
                    <a:pt x="2227" y="5942"/>
                    <a:pt x="4775" y="8609"/>
                  </a:cubicBezTo>
                  <a:lnTo>
                    <a:pt x="5085" y="8918"/>
                  </a:lnTo>
                  <a:cubicBezTo>
                    <a:pt x="6454" y="10287"/>
                    <a:pt x="8109" y="11621"/>
                    <a:pt x="10050" y="12680"/>
                  </a:cubicBezTo>
                  <a:cubicBezTo>
                    <a:pt x="10097" y="12716"/>
                    <a:pt x="10133" y="12728"/>
                    <a:pt x="10181" y="12752"/>
                  </a:cubicBezTo>
                  <a:cubicBezTo>
                    <a:pt x="10264" y="12799"/>
                    <a:pt x="10371" y="12859"/>
                    <a:pt x="10466" y="12907"/>
                  </a:cubicBezTo>
                  <a:cubicBezTo>
                    <a:pt x="11835" y="13586"/>
                    <a:pt x="13223" y="13858"/>
                    <a:pt x="14567" y="13858"/>
                  </a:cubicBezTo>
                  <a:cubicBezTo>
                    <a:pt x="19440" y="13858"/>
                    <a:pt x="23738" y="10286"/>
                    <a:pt x="24504" y="9632"/>
                  </a:cubicBezTo>
                  <a:cubicBezTo>
                    <a:pt x="24575" y="9561"/>
                    <a:pt x="24623" y="9525"/>
                    <a:pt x="24623" y="9525"/>
                  </a:cubicBezTo>
                  <a:cubicBezTo>
                    <a:pt x="24623" y="9525"/>
                    <a:pt x="24623" y="9394"/>
                    <a:pt x="24587" y="9180"/>
                  </a:cubicBezTo>
                  <a:cubicBezTo>
                    <a:pt x="24420" y="8025"/>
                    <a:pt x="23563" y="4084"/>
                    <a:pt x="19253" y="1762"/>
                  </a:cubicBezTo>
                  <a:lnTo>
                    <a:pt x="18717" y="1489"/>
                  </a:lnTo>
                  <a:cubicBezTo>
                    <a:pt x="16860" y="596"/>
                    <a:pt x="14395" y="0"/>
                    <a:pt x="111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5"/>
            <p:cNvSpPr/>
            <p:nvPr/>
          </p:nvSpPr>
          <p:spPr>
            <a:xfrm>
              <a:off x="626550" y="2170925"/>
              <a:ext cx="615575" cy="197975"/>
            </a:xfrm>
            <a:custGeom>
              <a:rect b="b" l="l" r="r" t="t"/>
              <a:pathLst>
                <a:path extrusionOk="0" h="7919" w="24623">
                  <a:moveTo>
                    <a:pt x="144" y="1"/>
                  </a:moveTo>
                  <a:cubicBezTo>
                    <a:pt x="108" y="13"/>
                    <a:pt x="48" y="25"/>
                    <a:pt x="1" y="48"/>
                  </a:cubicBezTo>
                  <a:cubicBezTo>
                    <a:pt x="1" y="48"/>
                    <a:pt x="72" y="191"/>
                    <a:pt x="203" y="477"/>
                  </a:cubicBezTo>
                  <a:cubicBezTo>
                    <a:pt x="2441" y="1084"/>
                    <a:pt x="6061" y="2084"/>
                    <a:pt x="9954" y="3227"/>
                  </a:cubicBezTo>
                  <a:cubicBezTo>
                    <a:pt x="10133" y="3287"/>
                    <a:pt x="10311" y="3335"/>
                    <a:pt x="10490" y="3394"/>
                  </a:cubicBezTo>
                  <a:cubicBezTo>
                    <a:pt x="12514" y="3989"/>
                    <a:pt x="14598" y="4609"/>
                    <a:pt x="16598" y="5240"/>
                  </a:cubicBezTo>
                  <a:cubicBezTo>
                    <a:pt x="16765" y="5287"/>
                    <a:pt x="16919" y="5347"/>
                    <a:pt x="17086" y="5382"/>
                  </a:cubicBezTo>
                  <a:cubicBezTo>
                    <a:pt x="19920" y="6275"/>
                    <a:pt x="22539" y="7156"/>
                    <a:pt x="24504" y="7918"/>
                  </a:cubicBezTo>
                  <a:cubicBezTo>
                    <a:pt x="24575" y="7847"/>
                    <a:pt x="24623" y="7811"/>
                    <a:pt x="24623" y="7811"/>
                  </a:cubicBezTo>
                  <a:cubicBezTo>
                    <a:pt x="24623" y="7811"/>
                    <a:pt x="24623" y="7680"/>
                    <a:pt x="24587" y="7466"/>
                  </a:cubicBezTo>
                  <a:cubicBezTo>
                    <a:pt x="23527" y="7073"/>
                    <a:pt x="22313" y="6633"/>
                    <a:pt x="20979" y="6192"/>
                  </a:cubicBezTo>
                  <a:cubicBezTo>
                    <a:pt x="20825" y="6144"/>
                    <a:pt x="20646" y="6085"/>
                    <a:pt x="20479" y="6025"/>
                  </a:cubicBezTo>
                  <a:cubicBezTo>
                    <a:pt x="18348" y="5311"/>
                    <a:pt x="15967" y="4573"/>
                    <a:pt x="13562" y="3835"/>
                  </a:cubicBezTo>
                  <a:cubicBezTo>
                    <a:pt x="13383" y="3775"/>
                    <a:pt x="13181" y="3739"/>
                    <a:pt x="13014" y="3680"/>
                  </a:cubicBezTo>
                  <a:cubicBezTo>
                    <a:pt x="7930" y="2156"/>
                    <a:pt x="2882" y="739"/>
                    <a:pt x="1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5"/>
            <p:cNvSpPr/>
            <p:nvPr/>
          </p:nvSpPr>
          <p:spPr>
            <a:xfrm>
              <a:off x="745925" y="2244750"/>
              <a:ext cx="145275" cy="106000"/>
            </a:xfrm>
            <a:custGeom>
              <a:rect b="b" l="l" r="r" t="t"/>
              <a:pathLst>
                <a:path extrusionOk="0" h="4240" w="5811">
                  <a:moveTo>
                    <a:pt x="5560" y="1"/>
                  </a:moveTo>
                  <a:lnTo>
                    <a:pt x="5179" y="274"/>
                  </a:lnTo>
                  <a:lnTo>
                    <a:pt x="0" y="3918"/>
                  </a:lnTo>
                  <a:lnTo>
                    <a:pt x="322" y="4239"/>
                  </a:lnTo>
                  <a:lnTo>
                    <a:pt x="5715" y="429"/>
                  </a:lnTo>
                  <a:lnTo>
                    <a:pt x="5810" y="370"/>
                  </a:lnTo>
                  <a:lnTo>
                    <a:pt x="55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5"/>
            <p:cNvSpPr/>
            <p:nvPr/>
          </p:nvSpPr>
          <p:spPr>
            <a:xfrm>
              <a:off x="892950" y="2127775"/>
              <a:ext cx="73250" cy="145875"/>
            </a:xfrm>
            <a:custGeom>
              <a:rect b="b" l="l" r="r" t="t"/>
              <a:pathLst>
                <a:path extrusionOk="0" h="5835" w="2930">
                  <a:moveTo>
                    <a:pt x="1" y="0"/>
                  </a:moveTo>
                  <a:lnTo>
                    <a:pt x="2334" y="5406"/>
                  </a:lnTo>
                  <a:lnTo>
                    <a:pt x="2537" y="5834"/>
                  </a:lnTo>
                  <a:lnTo>
                    <a:pt x="2930" y="5656"/>
                  </a:lnTo>
                  <a:lnTo>
                    <a:pt x="2882" y="5561"/>
                  </a:lnTo>
                  <a:lnTo>
                    <a:pt x="4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5"/>
            <p:cNvSpPr/>
            <p:nvPr/>
          </p:nvSpPr>
          <p:spPr>
            <a:xfrm>
              <a:off x="877775" y="2295650"/>
              <a:ext cx="178625" cy="155100"/>
            </a:xfrm>
            <a:custGeom>
              <a:rect b="b" l="l" r="r" t="t"/>
              <a:pathLst>
                <a:path extrusionOk="0" h="6204" w="7145">
                  <a:moveTo>
                    <a:pt x="6859" y="1"/>
                  </a:moveTo>
                  <a:lnTo>
                    <a:pt x="6561" y="251"/>
                  </a:lnTo>
                  <a:lnTo>
                    <a:pt x="1" y="5977"/>
                  </a:lnTo>
                  <a:cubicBezTo>
                    <a:pt x="48" y="6013"/>
                    <a:pt x="84" y="6025"/>
                    <a:pt x="132" y="6049"/>
                  </a:cubicBezTo>
                  <a:cubicBezTo>
                    <a:pt x="227" y="6096"/>
                    <a:pt x="322" y="6156"/>
                    <a:pt x="417" y="6204"/>
                  </a:cubicBezTo>
                  <a:lnTo>
                    <a:pt x="7049" y="393"/>
                  </a:lnTo>
                  <a:lnTo>
                    <a:pt x="7144" y="310"/>
                  </a:lnTo>
                  <a:lnTo>
                    <a:pt x="68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5"/>
            <p:cNvSpPr/>
            <p:nvPr/>
          </p:nvSpPr>
          <p:spPr>
            <a:xfrm>
              <a:off x="1094475" y="2164975"/>
              <a:ext cx="56575" cy="164925"/>
            </a:xfrm>
            <a:custGeom>
              <a:rect b="b" l="l" r="r" t="t"/>
              <a:pathLst>
                <a:path extrusionOk="0" h="6597" w="2263">
                  <a:moveTo>
                    <a:pt x="0" y="1"/>
                  </a:moveTo>
                  <a:lnTo>
                    <a:pt x="1762" y="6263"/>
                  </a:lnTo>
                  <a:lnTo>
                    <a:pt x="1846" y="6597"/>
                  </a:lnTo>
                  <a:lnTo>
                    <a:pt x="2262" y="6478"/>
                  </a:lnTo>
                  <a:lnTo>
                    <a:pt x="2251" y="6430"/>
                  </a:lnTo>
                  <a:lnTo>
                    <a:pt x="524" y="263"/>
                  </a:lnTo>
                  <a:cubicBezTo>
                    <a:pt x="369" y="179"/>
                    <a:pt x="191" y="84"/>
                    <a:pt x="0" y="1"/>
                  </a:cubicBezTo>
                  <a:close/>
                </a:path>
              </a:pathLst>
            </a:custGeom>
            <a:solidFill>
              <a:srgbClr val="A6D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5"/>
            <p:cNvSpPr/>
            <p:nvPr/>
          </p:nvSpPr>
          <p:spPr>
            <a:xfrm>
              <a:off x="1696625" y="1219025"/>
              <a:ext cx="456625" cy="477500"/>
            </a:xfrm>
            <a:custGeom>
              <a:rect b="b" l="l" r="r" t="t"/>
              <a:pathLst>
                <a:path extrusionOk="0" h="19100" w="18265">
                  <a:moveTo>
                    <a:pt x="17920" y="1"/>
                  </a:moveTo>
                  <a:lnTo>
                    <a:pt x="17789" y="48"/>
                  </a:lnTo>
                  <a:cubicBezTo>
                    <a:pt x="13812" y="1239"/>
                    <a:pt x="10728" y="2584"/>
                    <a:pt x="8383" y="4013"/>
                  </a:cubicBezTo>
                  <a:cubicBezTo>
                    <a:pt x="8240" y="4085"/>
                    <a:pt x="8121" y="4168"/>
                    <a:pt x="7990" y="4251"/>
                  </a:cubicBezTo>
                  <a:cubicBezTo>
                    <a:pt x="5358" y="5894"/>
                    <a:pt x="3668" y="7644"/>
                    <a:pt x="2608" y="9323"/>
                  </a:cubicBezTo>
                  <a:cubicBezTo>
                    <a:pt x="2501" y="9490"/>
                    <a:pt x="2394" y="9645"/>
                    <a:pt x="2310" y="9811"/>
                  </a:cubicBezTo>
                  <a:cubicBezTo>
                    <a:pt x="1" y="13895"/>
                    <a:pt x="1310" y="17539"/>
                    <a:pt x="1775" y="18562"/>
                  </a:cubicBezTo>
                  <a:cubicBezTo>
                    <a:pt x="1858" y="18753"/>
                    <a:pt x="1918" y="18860"/>
                    <a:pt x="1918" y="18860"/>
                  </a:cubicBezTo>
                  <a:cubicBezTo>
                    <a:pt x="1918" y="18860"/>
                    <a:pt x="1977" y="18872"/>
                    <a:pt x="2072" y="18896"/>
                  </a:cubicBezTo>
                  <a:cubicBezTo>
                    <a:pt x="2445" y="18955"/>
                    <a:pt x="3498" y="19100"/>
                    <a:pt x="4880" y="19100"/>
                  </a:cubicBezTo>
                  <a:cubicBezTo>
                    <a:pt x="7960" y="19100"/>
                    <a:pt x="12673" y="18381"/>
                    <a:pt x="15122" y="14395"/>
                  </a:cubicBezTo>
                  <a:cubicBezTo>
                    <a:pt x="15181" y="14312"/>
                    <a:pt x="15241" y="14217"/>
                    <a:pt x="15288" y="14133"/>
                  </a:cubicBezTo>
                  <a:cubicBezTo>
                    <a:pt x="15312" y="14098"/>
                    <a:pt x="15324" y="14050"/>
                    <a:pt x="15360" y="14014"/>
                  </a:cubicBezTo>
                  <a:cubicBezTo>
                    <a:pt x="16396" y="12169"/>
                    <a:pt x="17062" y="10228"/>
                    <a:pt x="17455" y="8430"/>
                  </a:cubicBezTo>
                  <a:cubicBezTo>
                    <a:pt x="17491" y="8299"/>
                    <a:pt x="17515" y="8145"/>
                    <a:pt x="17550" y="8014"/>
                  </a:cubicBezTo>
                  <a:cubicBezTo>
                    <a:pt x="18265" y="4561"/>
                    <a:pt x="18098" y="1596"/>
                    <a:pt x="17967" y="465"/>
                  </a:cubicBezTo>
                  <a:cubicBezTo>
                    <a:pt x="17955" y="167"/>
                    <a:pt x="17920" y="1"/>
                    <a:pt x="17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5"/>
            <p:cNvSpPr/>
            <p:nvPr/>
          </p:nvSpPr>
          <p:spPr>
            <a:xfrm>
              <a:off x="1740975" y="1219625"/>
              <a:ext cx="405425" cy="472100"/>
            </a:xfrm>
            <a:custGeom>
              <a:rect b="b" l="l" r="r" t="t"/>
              <a:pathLst>
                <a:path extrusionOk="0" h="18884" w="16217">
                  <a:moveTo>
                    <a:pt x="16146" y="1"/>
                  </a:moveTo>
                  <a:lnTo>
                    <a:pt x="16015" y="36"/>
                  </a:lnTo>
                  <a:cubicBezTo>
                    <a:pt x="14169" y="2048"/>
                    <a:pt x="10788" y="5751"/>
                    <a:pt x="7454" y="9561"/>
                  </a:cubicBezTo>
                  <a:cubicBezTo>
                    <a:pt x="7335" y="9704"/>
                    <a:pt x="7216" y="9847"/>
                    <a:pt x="7097" y="9978"/>
                  </a:cubicBezTo>
                  <a:cubicBezTo>
                    <a:pt x="5501" y="11800"/>
                    <a:pt x="3954" y="13609"/>
                    <a:pt x="2584" y="15276"/>
                  </a:cubicBezTo>
                  <a:cubicBezTo>
                    <a:pt x="2465" y="15395"/>
                    <a:pt x="2370" y="15538"/>
                    <a:pt x="2263" y="15669"/>
                  </a:cubicBezTo>
                  <a:cubicBezTo>
                    <a:pt x="1418" y="16729"/>
                    <a:pt x="644" y="17693"/>
                    <a:pt x="1" y="18550"/>
                  </a:cubicBezTo>
                  <a:cubicBezTo>
                    <a:pt x="84" y="18753"/>
                    <a:pt x="144" y="18848"/>
                    <a:pt x="144" y="18848"/>
                  </a:cubicBezTo>
                  <a:cubicBezTo>
                    <a:pt x="144" y="18848"/>
                    <a:pt x="203" y="18872"/>
                    <a:pt x="298" y="18884"/>
                  </a:cubicBezTo>
                  <a:cubicBezTo>
                    <a:pt x="1501" y="17276"/>
                    <a:pt x="3168" y="15217"/>
                    <a:pt x="5013" y="13062"/>
                  </a:cubicBezTo>
                  <a:cubicBezTo>
                    <a:pt x="5132" y="12943"/>
                    <a:pt x="5239" y="12812"/>
                    <a:pt x="5347" y="12693"/>
                  </a:cubicBezTo>
                  <a:cubicBezTo>
                    <a:pt x="6656" y="11157"/>
                    <a:pt x="8025" y="9597"/>
                    <a:pt x="9359" y="8073"/>
                  </a:cubicBezTo>
                  <a:lnTo>
                    <a:pt x="9716" y="7680"/>
                  </a:lnTo>
                  <a:cubicBezTo>
                    <a:pt x="12312" y="4763"/>
                    <a:pt x="14717" y="2108"/>
                    <a:pt x="16217" y="477"/>
                  </a:cubicBezTo>
                  <a:cubicBezTo>
                    <a:pt x="16193" y="179"/>
                    <a:pt x="16157" y="12"/>
                    <a:pt x="161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5"/>
            <p:cNvSpPr/>
            <p:nvPr/>
          </p:nvSpPr>
          <p:spPr>
            <a:xfrm>
              <a:off x="1972250" y="1410725"/>
              <a:ext cx="163150" cy="19075"/>
            </a:xfrm>
            <a:custGeom>
              <a:rect b="b" l="l" r="r" t="t"/>
              <a:pathLst>
                <a:path extrusionOk="0" h="763" w="6526">
                  <a:moveTo>
                    <a:pt x="25" y="0"/>
                  </a:moveTo>
                  <a:lnTo>
                    <a:pt x="1" y="417"/>
                  </a:lnTo>
                  <a:lnTo>
                    <a:pt x="108" y="417"/>
                  </a:lnTo>
                  <a:lnTo>
                    <a:pt x="6430" y="762"/>
                  </a:lnTo>
                  <a:cubicBezTo>
                    <a:pt x="6466" y="631"/>
                    <a:pt x="6490" y="477"/>
                    <a:pt x="6525" y="346"/>
                  </a:cubicBezTo>
                  <a:lnTo>
                    <a:pt x="465" y="24"/>
                  </a:lnTo>
                  <a:lnTo>
                    <a:pt x="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5"/>
            <p:cNvSpPr/>
            <p:nvPr/>
          </p:nvSpPr>
          <p:spPr>
            <a:xfrm>
              <a:off x="1896950" y="1319625"/>
              <a:ext cx="32775" cy="151850"/>
            </a:xfrm>
            <a:custGeom>
              <a:rect b="b" l="l" r="r" t="t"/>
              <a:pathLst>
                <a:path extrusionOk="0" h="6074" w="1311">
                  <a:moveTo>
                    <a:pt x="382" y="1"/>
                  </a:moveTo>
                  <a:cubicBezTo>
                    <a:pt x="251" y="72"/>
                    <a:pt x="132" y="168"/>
                    <a:pt x="1" y="239"/>
                  </a:cubicBezTo>
                  <a:lnTo>
                    <a:pt x="870" y="5978"/>
                  </a:lnTo>
                  <a:lnTo>
                    <a:pt x="894" y="6073"/>
                  </a:lnTo>
                  <a:lnTo>
                    <a:pt x="1310" y="6014"/>
                  </a:lnTo>
                  <a:lnTo>
                    <a:pt x="1227" y="5561"/>
                  </a:lnTo>
                  <a:lnTo>
                    <a:pt x="3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5"/>
            <p:cNvSpPr/>
            <p:nvPr/>
          </p:nvSpPr>
          <p:spPr>
            <a:xfrm>
              <a:off x="1863325" y="1535150"/>
              <a:ext cx="217300" cy="43775"/>
            </a:xfrm>
            <a:custGeom>
              <a:rect b="b" l="l" r="r" t="t"/>
              <a:pathLst>
                <a:path extrusionOk="0" h="1751" w="8692">
                  <a:moveTo>
                    <a:pt x="60" y="0"/>
                  </a:moveTo>
                  <a:lnTo>
                    <a:pt x="0" y="417"/>
                  </a:lnTo>
                  <a:lnTo>
                    <a:pt x="119" y="429"/>
                  </a:lnTo>
                  <a:lnTo>
                    <a:pt x="8454" y="1750"/>
                  </a:lnTo>
                  <a:cubicBezTo>
                    <a:pt x="8513" y="1667"/>
                    <a:pt x="8573" y="1572"/>
                    <a:pt x="8620" y="1488"/>
                  </a:cubicBezTo>
                  <a:cubicBezTo>
                    <a:pt x="8644" y="1453"/>
                    <a:pt x="8668" y="1405"/>
                    <a:pt x="8692" y="1369"/>
                  </a:cubicBezTo>
                  <a:lnTo>
                    <a:pt x="429" y="60"/>
                  </a:lnTo>
                  <a:lnTo>
                    <a:pt x="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5"/>
            <p:cNvSpPr/>
            <p:nvPr/>
          </p:nvSpPr>
          <p:spPr>
            <a:xfrm>
              <a:off x="1754375" y="1452400"/>
              <a:ext cx="53900" cy="160450"/>
            </a:xfrm>
            <a:custGeom>
              <a:rect b="b" l="l" r="r" t="t"/>
              <a:pathLst>
                <a:path extrusionOk="0" h="6418" w="2156">
                  <a:moveTo>
                    <a:pt x="298" y="0"/>
                  </a:moveTo>
                  <a:cubicBezTo>
                    <a:pt x="191" y="167"/>
                    <a:pt x="84" y="334"/>
                    <a:pt x="0" y="488"/>
                  </a:cubicBezTo>
                  <a:lnTo>
                    <a:pt x="1739" y="6370"/>
                  </a:lnTo>
                  <a:lnTo>
                    <a:pt x="1751" y="6418"/>
                  </a:lnTo>
                  <a:lnTo>
                    <a:pt x="2155" y="6299"/>
                  </a:lnTo>
                  <a:lnTo>
                    <a:pt x="2072" y="5965"/>
                  </a:lnTo>
                  <a:lnTo>
                    <a:pt x="29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5"/>
            <p:cNvSpPr/>
            <p:nvPr/>
          </p:nvSpPr>
          <p:spPr>
            <a:xfrm>
              <a:off x="1152800" y="1152925"/>
              <a:ext cx="188150" cy="363775"/>
            </a:xfrm>
            <a:custGeom>
              <a:rect b="b" l="l" r="r" t="t"/>
              <a:pathLst>
                <a:path extrusionOk="0" h="14551" w="7526">
                  <a:moveTo>
                    <a:pt x="475" y="0"/>
                  </a:moveTo>
                  <a:cubicBezTo>
                    <a:pt x="367" y="0"/>
                    <a:pt x="274" y="70"/>
                    <a:pt x="263" y="180"/>
                  </a:cubicBezTo>
                  <a:cubicBezTo>
                    <a:pt x="1" y="1918"/>
                    <a:pt x="691" y="4300"/>
                    <a:pt x="2358" y="7229"/>
                  </a:cubicBezTo>
                  <a:cubicBezTo>
                    <a:pt x="3585" y="9396"/>
                    <a:pt x="5311" y="11848"/>
                    <a:pt x="7526" y="14551"/>
                  </a:cubicBezTo>
                  <a:lnTo>
                    <a:pt x="7526" y="13884"/>
                  </a:lnTo>
                  <a:lnTo>
                    <a:pt x="7514" y="13884"/>
                  </a:lnTo>
                  <a:cubicBezTo>
                    <a:pt x="2585" y="7764"/>
                    <a:pt x="239" y="3061"/>
                    <a:pt x="680" y="240"/>
                  </a:cubicBezTo>
                  <a:cubicBezTo>
                    <a:pt x="691" y="121"/>
                    <a:pt x="620" y="13"/>
                    <a:pt x="501" y="2"/>
                  </a:cubicBezTo>
                  <a:cubicBezTo>
                    <a:pt x="492" y="1"/>
                    <a:pt x="484" y="0"/>
                    <a:pt x="4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5"/>
            <p:cNvSpPr/>
            <p:nvPr/>
          </p:nvSpPr>
          <p:spPr>
            <a:xfrm>
              <a:off x="1101325" y="1221650"/>
              <a:ext cx="78600" cy="48750"/>
            </a:xfrm>
            <a:custGeom>
              <a:rect b="b" l="l" r="r" t="t"/>
              <a:pathLst>
                <a:path extrusionOk="0" h="1950" w="3144">
                  <a:moveTo>
                    <a:pt x="1100" y="0"/>
                  </a:moveTo>
                  <a:cubicBezTo>
                    <a:pt x="500" y="0"/>
                    <a:pt x="5" y="181"/>
                    <a:pt x="0" y="181"/>
                  </a:cubicBezTo>
                  <a:cubicBezTo>
                    <a:pt x="951" y="1627"/>
                    <a:pt x="1813" y="1949"/>
                    <a:pt x="2394" y="1949"/>
                  </a:cubicBezTo>
                  <a:cubicBezTo>
                    <a:pt x="2860" y="1949"/>
                    <a:pt x="3143" y="1741"/>
                    <a:pt x="3143" y="1741"/>
                  </a:cubicBezTo>
                  <a:cubicBezTo>
                    <a:pt x="2853" y="310"/>
                    <a:pt x="1886" y="0"/>
                    <a:pt x="11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5"/>
            <p:cNvSpPr/>
            <p:nvPr/>
          </p:nvSpPr>
          <p:spPr>
            <a:xfrm>
              <a:off x="1172750" y="1218725"/>
              <a:ext cx="89325" cy="81300"/>
            </a:xfrm>
            <a:custGeom>
              <a:rect b="b" l="l" r="r" t="t"/>
              <a:pathLst>
                <a:path extrusionOk="0" h="3252" w="3573">
                  <a:moveTo>
                    <a:pt x="2477" y="1"/>
                  </a:moveTo>
                  <a:cubicBezTo>
                    <a:pt x="1" y="1858"/>
                    <a:pt x="1108" y="3251"/>
                    <a:pt x="1108" y="3251"/>
                  </a:cubicBezTo>
                  <a:cubicBezTo>
                    <a:pt x="3572" y="2608"/>
                    <a:pt x="2477" y="1"/>
                    <a:pt x="24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5"/>
            <p:cNvSpPr/>
            <p:nvPr/>
          </p:nvSpPr>
          <p:spPr>
            <a:xfrm>
              <a:off x="1126325" y="1103550"/>
              <a:ext cx="90800" cy="88125"/>
            </a:xfrm>
            <a:custGeom>
              <a:rect b="b" l="l" r="r" t="t"/>
              <a:pathLst>
                <a:path extrusionOk="0" h="3525" w="3632">
                  <a:moveTo>
                    <a:pt x="1727" y="0"/>
                  </a:moveTo>
                  <a:cubicBezTo>
                    <a:pt x="0" y="2596"/>
                    <a:pt x="1500" y="3524"/>
                    <a:pt x="1500" y="3524"/>
                  </a:cubicBezTo>
                  <a:cubicBezTo>
                    <a:pt x="3632" y="2084"/>
                    <a:pt x="1727" y="0"/>
                    <a:pt x="17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5"/>
            <p:cNvSpPr/>
            <p:nvPr/>
          </p:nvSpPr>
          <p:spPr>
            <a:xfrm>
              <a:off x="1151925" y="1343450"/>
              <a:ext cx="87225" cy="41125"/>
            </a:xfrm>
            <a:custGeom>
              <a:rect b="b" l="l" r="r" t="t"/>
              <a:pathLst>
                <a:path extrusionOk="0" h="1645" w="3489">
                  <a:moveTo>
                    <a:pt x="1779" y="0"/>
                  </a:moveTo>
                  <a:cubicBezTo>
                    <a:pt x="830" y="0"/>
                    <a:pt x="0" y="696"/>
                    <a:pt x="0" y="703"/>
                  </a:cubicBezTo>
                  <a:cubicBezTo>
                    <a:pt x="966" y="1424"/>
                    <a:pt x="1707" y="1644"/>
                    <a:pt x="2253" y="1644"/>
                  </a:cubicBezTo>
                  <a:cubicBezTo>
                    <a:pt x="3114" y="1644"/>
                    <a:pt x="3489" y="1096"/>
                    <a:pt x="3489" y="1096"/>
                  </a:cubicBezTo>
                  <a:cubicBezTo>
                    <a:pt x="2983" y="260"/>
                    <a:pt x="2359" y="0"/>
                    <a:pt x="17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5"/>
            <p:cNvSpPr/>
            <p:nvPr/>
          </p:nvSpPr>
          <p:spPr>
            <a:xfrm>
              <a:off x="1231975" y="1317250"/>
              <a:ext cx="90925" cy="86050"/>
            </a:xfrm>
            <a:custGeom>
              <a:rect b="b" l="l" r="r" t="t"/>
              <a:pathLst>
                <a:path extrusionOk="0" h="3442" w="3637">
                  <a:moveTo>
                    <a:pt x="2120" y="1"/>
                  </a:moveTo>
                  <a:cubicBezTo>
                    <a:pt x="2120" y="1"/>
                    <a:pt x="2120" y="1"/>
                    <a:pt x="2120" y="1"/>
                  </a:cubicBezTo>
                  <a:lnTo>
                    <a:pt x="2120" y="1"/>
                  </a:lnTo>
                  <a:cubicBezTo>
                    <a:pt x="2120" y="1"/>
                    <a:pt x="2120" y="1"/>
                    <a:pt x="2120" y="1"/>
                  </a:cubicBezTo>
                  <a:close/>
                  <a:moveTo>
                    <a:pt x="2120" y="1"/>
                  </a:moveTo>
                  <a:lnTo>
                    <a:pt x="2120" y="1"/>
                  </a:lnTo>
                  <a:cubicBezTo>
                    <a:pt x="1" y="2275"/>
                    <a:pt x="1323" y="3442"/>
                    <a:pt x="1323" y="3442"/>
                  </a:cubicBezTo>
                  <a:cubicBezTo>
                    <a:pt x="3637" y="2373"/>
                    <a:pt x="2118" y="16"/>
                    <a:pt x="21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5"/>
            <p:cNvSpPr/>
            <p:nvPr/>
          </p:nvSpPr>
          <p:spPr>
            <a:xfrm>
              <a:off x="1209375" y="1424100"/>
              <a:ext cx="86925" cy="41075"/>
            </a:xfrm>
            <a:custGeom>
              <a:rect b="b" l="l" r="r" t="t"/>
              <a:pathLst>
                <a:path extrusionOk="0" h="1643" w="3477">
                  <a:moveTo>
                    <a:pt x="1787" y="1"/>
                  </a:moveTo>
                  <a:cubicBezTo>
                    <a:pt x="830" y="1"/>
                    <a:pt x="0" y="727"/>
                    <a:pt x="0" y="727"/>
                  </a:cubicBezTo>
                  <a:cubicBezTo>
                    <a:pt x="958" y="1426"/>
                    <a:pt x="1690" y="1643"/>
                    <a:pt x="2231" y="1643"/>
                  </a:cubicBezTo>
                  <a:cubicBezTo>
                    <a:pt x="3107" y="1643"/>
                    <a:pt x="3477" y="1073"/>
                    <a:pt x="3477" y="1073"/>
                  </a:cubicBezTo>
                  <a:cubicBezTo>
                    <a:pt x="2967" y="257"/>
                    <a:pt x="2354" y="1"/>
                    <a:pt x="17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5"/>
            <p:cNvSpPr/>
            <p:nvPr/>
          </p:nvSpPr>
          <p:spPr>
            <a:xfrm>
              <a:off x="1876425" y="1576950"/>
              <a:ext cx="347375" cy="206750"/>
            </a:xfrm>
            <a:custGeom>
              <a:rect b="b" l="l" r="r" t="t"/>
              <a:pathLst>
                <a:path extrusionOk="0" h="8270" w="13895">
                  <a:moveTo>
                    <a:pt x="13666" y="0"/>
                  </a:moveTo>
                  <a:cubicBezTo>
                    <a:pt x="13586" y="0"/>
                    <a:pt x="13510" y="47"/>
                    <a:pt x="13466" y="126"/>
                  </a:cubicBezTo>
                  <a:cubicBezTo>
                    <a:pt x="12287" y="2745"/>
                    <a:pt x="7703" y="5377"/>
                    <a:pt x="167" y="7770"/>
                  </a:cubicBezTo>
                  <a:lnTo>
                    <a:pt x="0" y="8270"/>
                  </a:lnTo>
                  <a:cubicBezTo>
                    <a:pt x="3298" y="7222"/>
                    <a:pt x="6072" y="6139"/>
                    <a:pt x="8263" y="5019"/>
                  </a:cubicBezTo>
                  <a:cubicBezTo>
                    <a:pt x="11251" y="3483"/>
                    <a:pt x="13145" y="1900"/>
                    <a:pt x="13859" y="293"/>
                  </a:cubicBezTo>
                  <a:cubicBezTo>
                    <a:pt x="13895" y="185"/>
                    <a:pt x="13859" y="66"/>
                    <a:pt x="13752" y="19"/>
                  </a:cubicBezTo>
                  <a:cubicBezTo>
                    <a:pt x="13724" y="6"/>
                    <a:pt x="13695" y="0"/>
                    <a:pt x="136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5"/>
            <p:cNvSpPr/>
            <p:nvPr/>
          </p:nvSpPr>
          <p:spPr>
            <a:xfrm>
              <a:off x="2146375" y="1645200"/>
              <a:ext cx="87075" cy="39850"/>
            </a:xfrm>
            <a:custGeom>
              <a:rect b="b" l="l" r="r" t="t"/>
              <a:pathLst>
                <a:path extrusionOk="0" h="1594" w="3483">
                  <a:moveTo>
                    <a:pt x="1496" y="1"/>
                  </a:moveTo>
                  <a:cubicBezTo>
                    <a:pt x="1034" y="1"/>
                    <a:pt x="523" y="189"/>
                    <a:pt x="1" y="718"/>
                  </a:cubicBezTo>
                  <a:cubicBezTo>
                    <a:pt x="1" y="718"/>
                    <a:pt x="337" y="1594"/>
                    <a:pt x="1622" y="1594"/>
                  </a:cubicBezTo>
                  <a:cubicBezTo>
                    <a:pt x="2097" y="1594"/>
                    <a:pt x="2701" y="1474"/>
                    <a:pt x="3466" y="1146"/>
                  </a:cubicBezTo>
                  <a:cubicBezTo>
                    <a:pt x="3483" y="1146"/>
                    <a:pt x="2637" y="1"/>
                    <a:pt x="1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5"/>
            <p:cNvSpPr/>
            <p:nvPr/>
          </p:nvSpPr>
          <p:spPr>
            <a:xfrm>
              <a:off x="2068100" y="1593775"/>
              <a:ext cx="84850" cy="86650"/>
            </a:xfrm>
            <a:custGeom>
              <a:rect b="b" l="l" r="r" t="t"/>
              <a:pathLst>
                <a:path extrusionOk="0" h="3466" w="3394">
                  <a:moveTo>
                    <a:pt x="2334" y="1"/>
                  </a:moveTo>
                  <a:cubicBezTo>
                    <a:pt x="2334" y="1"/>
                    <a:pt x="1" y="1560"/>
                    <a:pt x="1703" y="3465"/>
                  </a:cubicBezTo>
                  <a:cubicBezTo>
                    <a:pt x="1703" y="3465"/>
                    <a:pt x="3394" y="2930"/>
                    <a:pt x="2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5"/>
            <p:cNvSpPr/>
            <p:nvPr/>
          </p:nvSpPr>
          <p:spPr>
            <a:xfrm>
              <a:off x="2175850" y="1533650"/>
              <a:ext cx="68175" cy="76525"/>
            </a:xfrm>
            <a:custGeom>
              <a:rect b="b" l="l" r="r" t="t"/>
              <a:pathLst>
                <a:path extrusionOk="0" h="3061" w="2727">
                  <a:moveTo>
                    <a:pt x="2715" y="1"/>
                  </a:moveTo>
                  <a:cubicBezTo>
                    <a:pt x="2715" y="1"/>
                    <a:pt x="1" y="679"/>
                    <a:pt x="965" y="3060"/>
                  </a:cubicBezTo>
                  <a:cubicBezTo>
                    <a:pt x="965" y="3060"/>
                    <a:pt x="967" y="3061"/>
                    <a:pt x="972" y="3061"/>
                  </a:cubicBezTo>
                  <a:cubicBezTo>
                    <a:pt x="1092" y="3061"/>
                    <a:pt x="2727" y="3005"/>
                    <a:pt x="27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5"/>
            <p:cNvSpPr/>
            <p:nvPr/>
          </p:nvSpPr>
          <p:spPr>
            <a:xfrm>
              <a:off x="2039825" y="1711825"/>
              <a:ext cx="78000" cy="46900"/>
            </a:xfrm>
            <a:custGeom>
              <a:rect b="b" l="l" r="r" t="t"/>
              <a:pathLst>
                <a:path extrusionOk="0" h="1876" w="3120">
                  <a:moveTo>
                    <a:pt x="1048" y="1"/>
                  </a:moveTo>
                  <a:cubicBezTo>
                    <a:pt x="739" y="1"/>
                    <a:pt x="391" y="79"/>
                    <a:pt x="1" y="267"/>
                  </a:cubicBezTo>
                  <a:cubicBezTo>
                    <a:pt x="1" y="267"/>
                    <a:pt x="22" y="1875"/>
                    <a:pt x="2696" y="1875"/>
                  </a:cubicBezTo>
                  <a:cubicBezTo>
                    <a:pt x="2830" y="1875"/>
                    <a:pt x="2972" y="1871"/>
                    <a:pt x="3120" y="1863"/>
                  </a:cubicBezTo>
                  <a:cubicBezTo>
                    <a:pt x="3120" y="1863"/>
                    <a:pt x="2554" y="1"/>
                    <a:pt x="10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5"/>
            <p:cNvSpPr/>
            <p:nvPr/>
          </p:nvSpPr>
          <p:spPr>
            <a:xfrm>
              <a:off x="1966300" y="1647650"/>
              <a:ext cx="78025" cy="83075"/>
            </a:xfrm>
            <a:custGeom>
              <a:rect b="b" l="l" r="r" t="t"/>
              <a:pathLst>
                <a:path extrusionOk="0" h="3323" w="3121">
                  <a:moveTo>
                    <a:pt x="2584" y="1"/>
                  </a:moveTo>
                  <a:cubicBezTo>
                    <a:pt x="2584" y="24"/>
                    <a:pt x="1" y="1156"/>
                    <a:pt x="1370" y="3322"/>
                  </a:cubicBezTo>
                  <a:cubicBezTo>
                    <a:pt x="1370" y="3322"/>
                    <a:pt x="3120" y="3084"/>
                    <a:pt x="25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5"/>
            <p:cNvSpPr/>
            <p:nvPr/>
          </p:nvSpPr>
          <p:spPr>
            <a:xfrm>
              <a:off x="1948450" y="1747075"/>
              <a:ext cx="77400" cy="47800"/>
            </a:xfrm>
            <a:custGeom>
              <a:rect b="b" l="l" r="r" t="t"/>
              <a:pathLst>
                <a:path extrusionOk="0" h="1912" w="3096">
                  <a:moveTo>
                    <a:pt x="1022" y="1"/>
                  </a:moveTo>
                  <a:cubicBezTo>
                    <a:pt x="721" y="1"/>
                    <a:pt x="382" y="74"/>
                    <a:pt x="0" y="250"/>
                  </a:cubicBezTo>
                  <a:cubicBezTo>
                    <a:pt x="0" y="250"/>
                    <a:pt x="0" y="1911"/>
                    <a:pt x="2804" y="1911"/>
                  </a:cubicBezTo>
                  <a:cubicBezTo>
                    <a:pt x="2898" y="1911"/>
                    <a:pt x="2995" y="1909"/>
                    <a:pt x="3096" y="1905"/>
                  </a:cubicBezTo>
                  <a:cubicBezTo>
                    <a:pt x="3086" y="1905"/>
                    <a:pt x="2552" y="1"/>
                    <a:pt x="10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5"/>
            <p:cNvSpPr/>
            <p:nvPr/>
          </p:nvSpPr>
          <p:spPr>
            <a:xfrm>
              <a:off x="1647525" y="1583075"/>
              <a:ext cx="306900" cy="1111750"/>
            </a:xfrm>
            <a:custGeom>
              <a:rect b="b" l="l" r="r" t="t"/>
              <a:pathLst>
                <a:path extrusionOk="0" h="44470" w="12276">
                  <a:moveTo>
                    <a:pt x="0" y="0"/>
                  </a:moveTo>
                  <a:lnTo>
                    <a:pt x="0" y="44470"/>
                  </a:lnTo>
                  <a:lnTo>
                    <a:pt x="5334" y="44470"/>
                  </a:lnTo>
                  <a:cubicBezTo>
                    <a:pt x="6846" y="44470"/>
                    <a:pt x="8108" y="43291"/>
                    <a:pt x="8275" y="41755"/>
                  </a:cubicBezTo>
                  <a:lnTo>
                    <a:pt x="122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5"/>
            <p:cNvSpPr/>
            <p:nvPr/>
          </p:nvSpPr>
          <p:spPr>
            <a:xfrm>
              <a:off x="941475" y="1492275"/>
              <a:ext cx="1063250" cy="90800"/>
            </a:xfrm>
            <a:custGeom>
              <a:rect b="b" l="l" r="r" t="t"/>
              <a:pathLst>
                <a:path extrusionOk="0" h="3632" w="42530">
                  <a:moveTo>
                    <a:pt x="810" y="1"/>
                  </a:moveTo>
                  <a:cubicBezTo>
                    <a:pt x="358" y="1"/>
                    <a:pt x="0" y="370"/>
                    <a:pt x="0" y="822"/>
                  </a:cubicBezTo>
                  <a:lnTo>
                    <a:pt x="0" y="2810"/>
                  </a:lnTo>
                  <a:cubicBezTo>
                    <a:pt x="0" y="3275"/>
                    <a:pt x="370" y="3632"/>
                    <a:pt x="810" y="3632"/>
                  </a:cubicBezTo>
                  <a:lnTo>
                    <a:pt x="41708" y="3632"/>
                  </a:lnTo>
                  <a:cubicBezTo>
                    <a:pt x="42161" y="3632"/>
                    <a:pt x="42518" y="3275"/>
                    <a:pt x="42530" y="2810"/>
                  </a:cubicBezTo>
                  <a:lnTo>
                    <a:pt x="42530" y="822"/>
                  </a:lnTo>
                  <a:cubicBezTo>
                    <a:pt x="42530" y="358"/>
                    <a:pt x="42161" y="1"/>
                    <a:pt x="417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5"/>
            <p:cNvSpPr/>
            <p:nvPr/>
          </p:nvSpPr>
          <p:spPr>
            <a:xfrm>
              <a:off x="985225" y="1583075"/>
              <a:ext cx="862625" cy="1111750"/>
            </a:xfrm>
            <a:custGeom>
              <a:rect b="b" l="l" r="r" t="t"/>
              <a:pathLst>
                <a:path extrusionOk="0" h="44470" w="34505">
                  <a:moveTo>
                    <a:pt x="34505" y="0"/>
                  </a:moveTo>
                  <a:lnTo>
                    <a:pt x="34504" y="12"/>
                  </a:lnTo>
                  <a:lnTo>
                    <a:pt x="34505" y="12"/>
                  </a:lnTo>
                  <a:lnTo>
                    <a:pt x="34505" y="0"/>
                  </a:lnTo>
                  <a:close/>
                  <a:moveTo>
                    <a:pt x="1" y="12"/>
                  </a:moveTo>
                  <a:lnTo>
                    <a:pt x="346" y="3798"/>
                  </a:lnTo>
                  <a:lnTo>
                    <a:pt x="3727" y="41731"/>
                  </a:lnTo>
                  <a:cubicBezTo>
                    <a:pt x="3858" y="43279"/>
                    <a:pt x="5156" y="44470"/>
                    <a:pt x="6716" y="44470"/>
                  </a:cubicBezTo>
                  <a:lnTo>
                    <a:pt x="30540" y="44470"/>
                  </a:lnTo>
                  <a:lnTo>
                    <a:pt x="34398" y="1131"/>
                  </a:lnTo>
                  <a:lnTo>
                    <a:pt x="34504" y="1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5"/>
            <p:cNvSpPr/>
            <p:nvPr/>
          </p:nvSpPr>
          <p:spPr>
            <a:xfrm>
              <a:off x="985225" y="1583075"/>
              <a:ext cx="862625" cy="66100"/>
            </a:xfrm>
            <a:custGeom>
              <a:rect b="b" l="l" r="r" t="t"/>
              <a:pathLst>
                <a:path extrusionOk="0" h="2644" w="34505">
                  <a:moveTo>
                    <a:pt x="1" y="0"/>
                  </a:moveTo>
                  <a:lnTo>
                    <a:pt x="275" y="2643"/>
                  </a:lnTo>
                  <a:lnTo>
                    <a:pt x="34338" y="1512"/>
                  </a:lnTo>
                  <a:lnTo>
                    <a:pt x="3450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5"/>
            <p:cNvSpPr/>
            <p:nvPr/>
          </p:nvSpPr>
          <p:spPr>
            <a:xfrm>
              <a:off x="1153400" y="2074800"/>
              <a:ext cx="175950" cy="213725"/>
            </a:xfrm>
            <a:custGeom>
              <a:rect b="b" l="l" r="r" t="t"/>
              <a:pathLst>
                <a:path extrusionOk="0" h="8549" w="7038">
                  <a:moveTo>
                    <a:pt x="4894" y="0"/>
                  </a:moveTo>
                  <a:lnTo>
                    <a:pt x="751" y="60"/>
                  </a:lnTo>
                  <a:lnTo>
                    <a:pt x="2025" y="798"/>
                  </a:lnTo>
                  <a:cubicBezTo>
                    <a:pt x="1" y="2739"/>
                    <a:pt x="1013" y="4501"/>
                    <a:pt x="1025" y="4501"/>
                  </a:cubicBezTo>
                  <a:lnTo>
                    <a:pt x="3358" y="8549"/>
                  </a:lnTo>
                  <a:lnTo>
                    <a:pt x="3358" y="8442"/>
                  </a:lnTo>
                  <a:cubicBezTo>
                    <a:pt x="3382" y="7596"/>
                    <a:pt x="3632" y="6763"/>
                    <a:pt x="4049" y="6013"/>
                  </a:cubicBezTo>
                  <a:lnTo>
                    <a:pt x="5763" y="2977"/>
                  </a:lnTo>
                  <a:lnTo>
                    <a:pt x="7037" y="3679"/>
                  </a:lnTo>
                  <a:lnTo>
                    <a:pt x="48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5"/>
            <p:cNvSpPr/>
            <p:nvPr/>
          </p:nvSpPr>
          <p:spPr>
            <a:xfrm>
              <a:off x="1439150" y="2197725"/>
              <a:ext cx="205700" cy="181000"/>
            </a:xfrm>
            <a:custGeom>
              <a:rect b="b" l="l" r="r" t="t"/>
              <a:pathLst>
                <a:path extrusionOk="0" h="7240" w="8228">
                  <a:moveTo>
                    <a:pt x="2191" y="0"/>
                  </a:moveTo>
                  <a:lnTo>
                    <a:pt x="1" y="3644"/>
                  </a:lnTo>
                  <a:lnTo>
                    <a:pt x="2061" y="7239"/>
                  </a:lnTo>
                  <a:lnTo>
                    <a:pt x="2084" y="5775"/>
                  </a:lnTo>
                  <a:cubicBezTo>
                    <a:pt x="2605" y="5937"/>
                    <a:pt x="3064" y="6002"/>
                    <a:pt x="3466" y="6002"/>
                  </a:cubicBezTo>
                  <a:cubicBezTo>
                    <a:pt x="5131" y="6002"/>
                    <a:pt x="5811" y="4882"/>
                    <a:pt x="5811" y="4882"/>
                  </a:cubicBezTo>
                  <a:lnTo>
                    <a:pt x="8228" y="893"/>
                  </a:lnTo>
                  <a:lnTo>
                    <a:pt x="8145" y="941"/>
                  </a:lnTo>
                  <a:cubicBezTo>
                    <a:pt x="7405" y="1311"/>
                    <a:pt x="6587" y="1501"/>
                    <a:pt x="5767" y="1501"/>
                  </a:cubicBezTo>
                  <a:cubicBezTo>
                    <a:pt x="5742" y="1501"/>
                    <a:pt x="5717" y="1501"/>
                    <a:pt x="5692" y="1501"/>
                  </a:cubicBezTo>
                  <a:lnTo>
                    <a:pt x="2203" y="1453"/>
                  </a:lnTo>
                  <a:lnTo>
                    <a:pt x="21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5"/>
            <p:cNvSpPr/>
            <p:nvPr/>
          </p:nvSpPr>
          <p:spPr>
            <a:xfrm>
              <a:off x="1426350" y="1904375"/>
              <a:ext cx="167900" cy="140375"/>
            </a:xfrm>
            <a:custGeom>
              <a:rect b="b" l="l" r="r" t="t"/>
              <a:pathLst>
                <a:path extrusionOk="0" h="5615" w="6716">
                  <a:moveTo>
                    <a:pt x="2670" y="1"/>
                  </a:moveTo>
                  <a:cubicBezTo>
                    <a:pt x="2571" y="1"/>
                    <a:pt x="2471" y="10"/>
                    <a:pt x="2370" y="31"/>
                  </a:cubicBezTo>
                  <a:cubicBezTo>
                    <a:pt x="632" y="364"/>
                    <a:pt x="1" y="1983"/>
                    <a:pt x="1" y="1983"/>
                  </a:cubicBezTo>
                  <a:lnTo>
                    <a:pt x="1691" y="4853"/>
                  </a:lnTo>
                  <a:lnTo>
                    <a:pt x="441" y="5615"/>
                  </a:lnTo>
                  <a:lnTo>
                    <a:pt x="4692" y="5603"/>
                  </a:lnTo>
                  <a:lnTo>
                    <a:pt x="6716" y="1983"/>
                  </a:lnTo>
                  <a:lnTo>
                    <a:pt x="5573" y="2650"/>
                  </a:lnTo>
                  <a:cubicBezTo>
                    <a:pt x="5573" y="2650"/>
                    <a:pt x="4312" y="1"/>
                    <a:pt x="26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5"/>
            <p:cNvSpPr/>
            <p:nvPr/>
          </p:nvSpPr>
          <p:spPr>
            <a:xfrm>
              <a:off x="1250450" y="2233150"/>
              <a:ext cx="147350" cy="107475"/>
            </a:xfrm>
            <a:custGeom>
              <a:rect b="b" l="l" r="r" t="t"/>
              <a:pathLst>
                <a:path extrusionOk="0" h="4299" w="5894">
                  <a:moveTo>
                    <a:pt x="881" y="0"/>
                  </a:moveTo>
                  <a:cubicBezTo>
                    <a:pt x="881" y="0"/>
                    <a:pt x="0" y="846"/>
                    <a:pt x="226" y="2393"/>
                  </a:cubicBezTo>
                  <a:cubicBezTo>
                    <a:pt x="476" y="4251"/>
                    <a:pt x="2131" y="4298"/>
                    <a:pt x="2131" y="4298"/>
                  </a:cubicBezTo>
                  <a:lnTo>
                    <a:pt x="5894" y="4298"/>
                  </a:lnTo>
                  <a:lnTo>
                    <a:pt x="58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5"/>
            <p:cNvSpPr/>
            <p:nvPr/>
          </p:nvSpPr>
          <p:spPr>
            <a:xfrm>
              <a:off x="1516550" y="2056625"/>
              <a:ext cx="151825" cy="164550"/>
            </a:xfrm>
            <a:custGeom>
              <a:rect b="b" l="l" r="r" t="t"/>
              <a:pathLst>
                <a:path extrusionOk="0" h="6582" w="6073">
                  <a:moveTo>
                    <a:pt x="3691" y="1"/>
                  </a:moveTo>
                  <a:lnTo>
                    <a:pt x="0" y="2192"/>
                  </a:lnTo>
                  <a:lnTo>
                    <a:pt x="2560" y="6490"/>
                  </a:lnTo>
                  <a:cubicBezTo>
                    <a:pt x="2560" y="6490"/>
                    <a:pt x="2731" y="6582"/>
                    <a:pt x="3041" y="6582"/>
                  </a:cubicBezTo>
                  <a:cubicBezTo>
                    <a:pt x="3390" y="6582"/>
                    <a:pt x="3916" y="6465"/>
                    <a:pt x="4572" y="5966"/>
                  </a:cubicBezTo>
                  <a:cubicBezTo>
                    <a:pt x="6073" y="4835"/>
                    <a:pt x="5608" y="3227"/>
                    <a:pt x="5608" y="3227"/>
                  </a:cubicBezTo>
                  <a:lnTo>
                    <a:pt x="369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5"/>
            <p:cNvSpPr/>
            <p:nvPr/>
          </p:nvSpPr>
          <p:spPr>
            <a:xfrm>
              <a:off x="1250450" y="1898875"/>
              <a:ext cx="201525" cy="163150"/>
            </a:xfrm>
            <a:custGeom>
              <a:rect b="b" l="l" r="r" t="t"/>
              <a:pathLst>
                <a:path extrusionOk="0" h="6526" w="8061">
                  <a:moveTo>
                    <a:pt x="3513" y="1"/>
                  </a:moveTo>
                  <a:cubicBezTo>
                    <a:pt x="2548" y="1"/>
                    <a:pt x="1941" y="1024"/>
                    <a:pt x="1941" y="1024"/>
                  </a:cubicBezTo>
                  <a:lnTo>
                    <a:pt x="0" y="4406"/>
                  </a:lnTo>
                  <a:lnTo>
                    <a:pt x="3751" y="6525"/>
                  </a:lnTo>
                  <a:cubicBezTo>
                    <a:pt x="3751" y="6525"/>
                    <a:pt x="5215" y="3727"/>
                    <a:pt x="6180" y="2203"/>
                  </a:cubicBezTo>
                  <a:cubicBezTo>
                    <a:pt x="7120" y="715"/>
                    <a:pt x="8061" y="1"/>
                    <a:pt x="80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5"/>
            <p:cNvSpPr/>
            <p:nvPr/>
          </p:nvSpPr>
          <p:spPr>
            <a:xfrm>
              <a:off x="1893975" y="1969125"/>
              <a:ext cx="123850" cy="108375"/>
            </a:xfrm>
            <a:custGeom>
              <a:rect b="b" l="l" r="r" t="t"/>
              <a:pathLst>
                <a:path extrusionOk="0" h="4335" w="4954">
                  <a:moveTo>
                    <a:pt x="4501" y="0"/>
                  </a:moveTo>
                  <a:cubicBezTo>
                    <a:pt x="4501" y="0"/>
                    <a:pt x="2584" y="1882"/>
                    <a:pt x="1691" y="2513"/>
                  </a:cubicBezTo>
                  <a:cubicBezTo>
                    <a:pt x="1691" y="2513"/>
                    <a:pt x="1143" y="2382"/>
                    <a:pt x="0" y="2060"/>
                  </a:cubicBezTo>
                  <a:lnTo>
                    <a:pt x="0" y="3787"/>
                  </a:lnTo>
                  <a:cubicBezTo>
                    <a:pt x="739" y="4084"/>
                    <a:pt x="1465" y="4322"/>
                    <a:pt x="1941" y="4334"/>
                  </a:cubicBezTo>
                  <a:cubicBezTo>
                    <a:pt x="1941" y="4334"/>
                    <a:pt x="3668" y="3310"/>
                    <a:pt x="4953" y="1941"/>
                  </a:cubicBezTo>
                  <a:lnTo>
                    <a:pt x="45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5"/>
            <p:cNvSpPr/>
            <p:nvPr/>
          </p:nvSpPr>
          <p:spPr>
            <a:xfrm>
              <a:off x="1960050" y="2239700"/>
              <a:ext cx="112850" cy="493525"/>
            </a:xfrm>
            <a:custGeom>
              <a:rect b="b" l="l" r="r" t="t"/>
              <a:pathLst>
                <a:path extrusionOk="0" h="19741" w="4514">
                  <a:moveTo>
                    <a:pt x="4513" y="0"/>
                  </a:moveTo>
                  <a:lnTo>
                    <a:pt x="953" y="334"/>
                  </a:lnTo>
                  <a:lnTo>
                    <a:pt x="1" y="9620"/>
                  </a:lnTo>
                  <a:lnTo>
                    <a:pt x="834" y="19741"/>
                  </a:lnTo>
                  <a:lnTo>
                    <a:pt x="2156" y="19741"/>
                  </a:lnTo>
                  <a:cubicBezTo>
                    <a:pt x="2477" y="16145"/>
                    <a:pt x="2977" y="13026"/>
                    <a:pt x="2370" y="10585"/>
                  </a:cubicBezTo>
                  <a:lnTo>
                    <a:pt x="45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5"/>
            <p:cNvSpPr/>
            <p:nvPr/>
          </p:nvSpPr>
          <p:spPr>
            <a:xfrm>
              <a:off x="1919575" y="2729325"/>
              <a:ext cx="97350" cy="35750"/>
            </a:xfrm>
            <a:custGeom>
              <a:rect b="b" l="l" r="r" t="t"/>
              <a:pathLst>
                <a:path extrusionOk="0" h="1430" w="3894">
                  <a:moveTo>
                    <a:pt x="2441" y="1"/>
                  </a:moveTo>
                  <a:cubicBezTo>
                    <a:pt x="1727" y="513"/>
                    <a:pt x="977" y="179"/>
                    <a:pt x="489" y="513"/>
                  </a:cubicBezTo>
                  <a:cubicBezTo>
                    <a:pt x="0" y="834"/>
                    <a:pt x="12" y="1430"/>
                    <a:pt x="12" y="1430"/>
                  </a:cubicBezTo>
                  <a:lnTo>
                    <a:pt x="3870" y="1430"/>
                  </a:lnTo>
                  <a:cubicBezTo>
                    <a:pt x="3870" y="1430"/>
                    <a:pt x="3894" y="644"/>
                    <a:pt x="3894" y="418"/>
                  </a:cubicBezTo>
                  <a:cubicBezTo>
                    <a:pt x="3894" y="179"/>
                    <a:pt x="3822" y="72"/>
                    <a:pt x="3822" y="72"/>
                  </a:cubicBezTo>
                  <a:cubicBezTo>
                    <a:pt x="3550" y="97"/>
                    <a:pt x="3331" y="107"/>
                    <a:pt x="3154" y="107"/>
                  </a:cubicBezTo>
                  <a:cubicBezTo>
                    <a:pt x="2565" y="107"/>
                    <a:pt x="2450" y="1"/>
                    <a:pt x="2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5"/>
            <p:cNvSpPr/>
            <p:nvPr/>
          </p:nvSpPr>
          <p:spPr>
            <a:xfrm>
              <a:off x="2052325" y="2235525"/>
              <a:ext cx="142000" cy="497825"/>
            </a:xfrm>
            <a:custGeom>
              <a:rect b="b" l="l" r="r" t="t"/>
              <a:pathLst>
                <a:path extrusionOk="0" h="19913" w="5680">
                  <a:moveTo>
                    <a:pt x="3477" y="0"/>
                  </a:moveTo>
                  <a:lnTo>
                    <a:pt x="1" y="822"/>
                  </a:lnTo>
                  <a:lnTo>
                    <a:pt x="1025" y="10371"/>
                  </a:lnTo>
                  <a:lnTo>
                    <a:pt x="4346" y="19741"/>
                  </a:lnTo>
                  <a:cubicBezTo>
                    <a:pt x="4559" y="19866"/>
                    <a:pt x="4789" y="19912"/>
                    <a:pt x="5026" y="19912"/>
                  </a:cubicBezTo>
                  <a:cubicBezTo>
                    <a:pt x="5240" y="19912"/>
                    <a:pt x="5460" y="19875"/>
                    <a:pt x="5680" y="19824"/>
                  </a:cubicBezTo>
                  <a:cubicBezTo>
                    <a:pt x="5430" y="17086"/>
                    <a:pt x="4239" y="11549"/>
                    <a:pt x="3477" y="10359"/>
                  </a:cubicBezTo>
                  <a:lnTo>
                    <a:pt x="347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5"/>
            <p:cNvSpPr/>
            <p:nvPr/>
          </p:nvSpPr>
          <p:spPr>
            <a:xfrm>
              <a:off x="2099950" y="2729325"/>
              <a:ext cx="96775" cy="35750"/>
            </a:xfrm>
            <a:custGeom>
              <a:rect b="b" l="l" r="r" t="t"/>
              <a:pathLst>
                <a:path extrusionOk="0" h="1430" w="3871">
                  <a:moveTo>
                    <a:pt x="2441" y="1"/>
                  </a:moveTo>
                  <a:cubicBezTo>
                    <a:pt x="1727" y="513"/>
                    <a:pt x="989" y="179"/>
                    <a:pt x="489" y="513"/>
                  </a:cubicBezTo>
                  <a:cubicBezTo>
                    <a:pt x="1" y="834"/>
                    <a:pt x="13" y="1430"/>
                    <a:pt x="13" y="1430"/>
                  </a:cubicBezTo>
                  <a:lnTo>
                    <a:pt x="3870" y="1430"/>
                  </a:lnTo>
                  <a:lnTo>
                    <a:pt x="3870" y="418"/>
                  </a:lnTo>
                  <a:cubicBezTo>
                    <a:pt x="3870" y="191"/>
                    <a:pt x="3775" y="72"/>
                    <a:pt x="3775" y="72"/>
                  </a:cubicBezTo>
                  <a:cubicBezTo>
                    <a:pt x="3506" y="97"/>
                    <a:pt x="3290" y="107"/>
                    <a:pt x="3117" y="107"/>
                  </a:cubicBezTo>
                  <a:cubicBezTo>
                    <a:pt x="2540" y="107"/>
                    <a:pt x="2441" y="1"/>
                    <a:pt x="2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5"/>
            <p:cNvSpPr/>
            <p:nvPr/>
          </p:nvSpPr>
          <p:spPr>
            <a:xfrm>
              <a:off x="1973750" y="1955725"/>
              <a:ext cx="189925" cy="322675"/>
            </a:xfrm>
            <a:custGeom>
              <a:rect b="b" l="l" r="r" t="t"/>
              <a:pathLst>
                <a:path extrusionOk="0" h="12907" w="7597">
                  <a:moveTo>
                    <a:pt x="4858" y="1"/>
                  </a:moveTo>
                  <a:lnTo>
                    <a:pt x="3096" y="298"/>
                  </a:lnTo>
                  <a:lnTo>
                    <a:pt x="2786" y="346"/>
                  </a:lnTo>
                  <a:lnTo>
                    <a:pt x="2679" y="358"/>
                  </a:lnTo>
                  <a:lnTo>
                    <a:pt x="1322" y="536"/>
                  </a:lnTo>
                  <a:lnTo>
                    <a:pt x="0" y="12014"/>
                  </a:lnTo>
                  <a:cubicBezTo>
                    <a:pt x="167" y="12300"/>
                    <a:pt x="750" y="12526"/>
                    <a:pt x="1251" y="12645"/>
                  </a:cubicBezTo>
                  <a:cubicBezTo>
                    <a:pt x="1286" y="12657"/>
                    <a:pt x="1334" y="12657"/>
                    <a:pt x="1358" y="12669"/>
                  </a:cubicBezTo>
                  <a:cubicBezTo>
                    <a:pt x="1453" y="12681"/>
                    <a:pt x="1524" y="12705"/>
                    <a:pt x="1608" y="12716"/>
                  </a:cubicBezTo>
                  <a:cubicBezTo>
                    <a:pt x="2429" y="12847"/>
                    <a:pt x="3251" y="12907"/>
                    <a:pt x="4084" y="12907"/>
                  </a:cubicBezTo>
                  <a:cubicBezTo>
                    <a:pt x="4227" y="12907"/>
                    <a:pt x="4394" y="12895"/>
                    <a:pt x="4560" y="12883"/>
                  </a:cubicBezTo>
                  <a:cubicBezTo>
                    <a:pt x="4584" y="12883"/>
                    <a:pt x="4632" y="12859"/>
                    <a:pt x="4656" y="12859"/>
                  </a:cubicBezTo>
                  <a:cubicBezTo>
                    <a:pt x="5525" y="12740"/>
                    <a:pt x="6477" y="12359"/>
                    <a:pt x="6954" y="11883"/>
                  </a:cubicBezTo>
                  <a:lnTo>
                    <a:pt x="6251" y="8740"/>
                  </a:lnTo>
                  <a:lnTo>
                    <a:pt x="7597" y="941"/>
                  </a:lnTo>
                  <a:lnTo>
                    <a:pt x="5811" y="334"/>
                  </a:lnTo>
                  <a:lnTo>
                    <a:pt x="5715" y="298"/>
                  </a:lnTo>
                  <a:lnTo>
                    <a:pt x="5322" y="167"/>
                  </a:lnTo>
                  <a:lnTo>
                    <a:pt x="48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5"/>
            <p:cNvSpPr/>
            <p:nvPr/>
          </p:nvSpPr>
          <p:spPr>
            <a:xfrm>
              <a:off x="2007675" y="1824450"/>
              <a:ext cx="27125" cy="49450"/>
            </a:xfrm>
            <a:custGeom>
              <a:rect b="b" l="l" r="r" t="t"/>
              <a:pathLst>
                <a:path extrusionOk="0" h="1978" w="1085">
                  <a:moveTo>
                    <a:pt x="477" y="1"/>
                  </a:moveTo>
                  <a:cubicBezTo>
                    <a:pt x="477" y="1"/>
                    <a:pt x="1" y="239"/>
                    <a:pt x="60" y="1049"/>
                  </a:cubicBezTo>
                  <a:cubicBezTo>
                    <a:pt x="120" y="1846"/>
                    <a:pt x="417" y="1977"/>
                    <a:pt x="417" y="1977"/>
                  </a:cubicBezTo>
                  <a:cubicBezTo>
                    <a:pt x="417" y="1977"/>
                    <a:pt x="1084" y="287"/>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5"/>
            <p:cNvSpPr/>
            <p:nvPr/>
          </p:nvSpPr>
          <p:spPr>
            <a:xfrm>
              <a:off x="2055600" y="1920100"/>
              <a:ext cx="45575" cy="47600"/>
            </a:xfrm>
            <a:custGeom>
              <a:rect b="b" l="l" r="r" t="t"/>
              <a:pathLst>
                <a:path extrusionOk="0" h="1904" w="1823">
                  <a:moveTo>
                    <a:pt x="1152" y="1"/>
                  </a:moveTo>
                  <a:cubicBezTo>
                    <a:pt x="906" y="1"/>
                    <a:pt x="647" y="29"/>
                    <a:pt x="453" y="56"/>
                  </a:cubicBezTo>
                  <a:cubicBezTo>
                    <a:pt x="239" y="92"/>
                    <a:pt x="108" y="116"/>
                    <a:pt x="108" y="116"/>
                  </a:cubicBezTo>
                  <a:lnTo>
                    <a:pt x="36" y="1116"/>
                  </a:lnTo>
                  <a:lnTo>
                    <a:pt x="1" y="1711"/>
                  </a:lnTo>
                  <a:cubicBezTo>
                    <a:pt x="153" y="1853"/>
                    <a:pt x="347" y="1904"/>
                    <a:pt x="545" y="1904"/>
                  </a:cubicBezTo>
                  <a:cubicBezTo>
                    <a:pt x="1027" y="1904"/>
                    <a:pt x="1536" y="1604"/>
                    <a:pt x="1536" y="1604"/>
                  </a:cubicBezTo>
                  <a:lnTo>
                    <a:pt x="1822" y="152"/>
                  </a:lnTo>
                  <a:cubicBezTo>
                    <a:pt x="1695" y="37"/>
                    <a:pt x="1432" y="1"/>
                    <a:pt x="1152"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5"/>
            <p:cNvSpPr/>
            <p:nvPr/>
          </p:nvSpPr>
          <p:spPr>
            <a:xfrm>
              <a:off x="1995175" y="1788550"/>
              <a:ext cx="138725" cy="139800"/>
            </a:xfrm>
            <a:custGeom>
              <a:rect b="b" l="l" r="r" t="t"/>
              <a:pathLst>
                <a:path extrusionOk="0" h="5592" w="5549">
                  <a:moveTo>
                    <a:pt x="1077" y="0"/>
                  </a:moveTo>
                  <a:cubicBezTo>
                    <a:pt x="795" y="0"/>
                    <a:pt x="570" y="99"/>
                    <a:pt x="429" y="377"/>
                  </a:cubicBezTo>
                  <a:cubicBezTo>
                    <a:pt x="1" y="1211"/>
                    <a:pt x="1013" y="1854"/>
                    <a:pt x="1013" y="1854"/>
                  </a:cubicBezTo>
                  <a:cubicBezTo>
                    <a:pt x="1053" y="1849"/>
                    <a:pt x="1093" y="1847"/>
                    <a:pt x="1133" y="1847"/>
                  </a:cubicBezTo>
                  <a:cubicBezTo>
                    <a:pt x="2318" y="1847"/>
                    <a:pt x="3470" y="3840"/>
                    <a:pt x="3608" y="4485"/>
                  </a:cubicBezTo>
                  <a:cubicBezTo>
                    <a:pt x="3731" y="5005"/>
                    <a:pt x="3899" y="5592"/>
                    <a:pt x="4219" y="5592"/>
                  </a:cubicBezTo>
                  <a:cubicBezTo>
                    <a:pt x="4302" y="5592"/>
                    <a:pt x="4396" y="5552"/>
                    <a:pt x="4501" y="5461"/>
                  </a:cubicBezTo>
                  <a:cubicBezTo>
                    <a:pt x="5025" y="5009"/>
                    <a:pt x="5192" y="3652"/>
                    <a:pt x="5370" y="2663"/>
                  </a:cubicBezTo>
                  <a:cubicBezTo>
                    <a:pt x="5549" y="1663"/>
                    <a:pt x="5132" y="901"/>
                    <a:pt x="3287" y="556"/>
                  </a:cubicBezTo>
                  <a:cubicBezTo>
                    <a:pt x="2464" y="412"/>
                    <a:pt x="1652" y="0"/>
                    <a:pt x="10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5"/>
            <p:cNvSpPr/>
            <p:nvPr/>
          </p:nvSpPr>
          <p:spPr>
            <a:xfrm>
              <a:off x="2013325" y="1817925"/>
              <a:ext cx="107500" cy="120075"/>
            </a:xfrm>
            <a:custGeom>
              <a:rect b="b" l="l" r="r" t="t"/>
              <a:pathLst>
                <a:path extrusionOk="0" h="4803" w="4300">
                  <a:moveTo>
                    <a:pt x="2059" y="0"/>
                  </a:moveTo>
                  <a:cubicBezTo>
                    <a:pt x="1275" y="0"/>
                    <a:pt x="546" y="232"/>
                    <a:pt x="299" y="619"/>
                  </a:cubicBezTo>
                  <a:cubicBezTo>
                    <a:pt x="191" y="810"/>
                    <a:pt x="120" y="1143"/>
                    <a:pt x="72" y="1524"/>
                  </a:cubicBezTo>
                  <a:cubicBezTo>
                    <a:pt x="72" y="1560"/>
                    <a:pt x="60" y="1607"/>
                    <a:pt x="60" y="1631"/>
                  </a:cubicBezTo>
                  <a:cubicBezTo>
                    <a:pt x="1" y="2262"/>
                    <a:pt x="13" y="3024"/>
                    <a:pt x="25" y="3667"/>
                  </a:cubicBezTo>
                  <a:cubicBezTo>
                    <a:pt x="59" y="4310"/>
                    <a:pt x="583" y="4803"/>
                    <a:pt x="1205" y="4803"/>
                  </a:cubicBezTo>
                  <a:cubicBezTo>
                    <a:pt x="1240" y="4803"/>
                    <a:pt x="1275" y="4801"/>
                    <a:pt x="1311" y="4798"/>
                  </a:cubicBezTo>
                  <a:cubicBezTo>
                    <a:pt x="2108" y="4739"/>
                    <a:pt x="3108" y="4620"/>
                    <a:pt x="3597" y="4382"/>
                  </a:cubicBezTo>
                  <a:cubicBezTo>
                    <a:pt x="3751" y="4310"/>
                    <a:pt x="3835" y="4239"/>
                    <a:pt x="3870" y="4131"/>
                  </a:cubicBezTo>
                  <a:cubicBezTo>
                    <a:pt x="3942" y="3905"/>
                    <a:pt x="4001" y="3608"/>
                    <a:pt x="4049" y="3274"/>
                  </a:cubicBezTo>
                  <a:cubicBezTo>
                    <a:pt x="4216" y="2262"/>
                    <a:pt x="4299" y="976"/>
                    <a:pt x="4299" y="976"/>
                  </a:cubicBezTo>
                  <a:cubicBezTo>
                    <a:pt x="3884" y="291"/>
                    <a:pt x="2937" y="0"/>
                    <a:pt x="2059"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5"/>
            <p:cNvSpPr/>
            <p:nvPr/>
          </p:nvSpPr>
          <p:spPr>
            <a:xfrm>
              <a:off x="2004750" y="1809075"/>
              <a:ext cx="126175" cy="70475"/>
            </a:xfrm>
            <a:custGeom>
              <a:rect b="b" l="l" r="r" t="t"/>
              <a:pathLst>
                <a:path extrusionOk="0" h="2819" w="5047">
                  <a:moveTo>
                    <a:pt x="2640" y="0"/>
                  </a:moveTo>
                  <a:cubicBezTo>
                    <a:pt x="1387" y="0"/>
                    <a:pt x="0" y="709"/>
                    <a:pt x="630" y="1033"/>
                  </a:cubicBezTo>
                  <a:cubicBezTo>
                    <a:pt x="964" y="1212"/>
                    <a:pt x="1372" y="1266"/>
                    <a:pt x="1742" y="1266"/>
                  </a:cubicBezTo>
                  <a:cubicBezTo>
                    <a:pt x="2307" y="1266"/>
                    <a:pt x="2785" y="1140"/>
                    <a:pt x="2785" y="1140"/>
                  </a:cubicBezTo>
                  <a:cubicBezTo>
                    <a:pt x="2808" y="1509"/>
                    <a:pt x="3344" y="1568"/>
                    <a:pt x="3440" y="1902"/>
                  </a:cubicBezTo>
                  <a:cubicBezTo>
                    <a:pt x="3523" y="2223"/>
                    <a:pt x="3440" y="2795"/>
                    <a:pt x="3440" y="2795"/>
                  </a:cubicBezTo>
                  <a:lnTo>
                    <a:pt x="3725" y="2819"/>
                  </a:lnTo>
                  <a:cubicBezTo>
                    <a:pt x="3895" y="2639"/>
                    <a:pt x="4058" y="2586"/>
                    <a:pt x="4193" y="2586"/>
                  </a:cubicBezTo>
                  <a:cubicBezTo>
                    <a:pt x="4389" y="2586"/>
                    <a:pt x="4523" y="2700"/>
                    <a:pt x="4523" y="2700"/>
                  </a:cubicBezTo>
                  <a:cubicBezTo>
                    <a:pt x="4856" y="1759"/>
                    <a:pt x="5047" y="1211"/>
                    <a:pt x="3844" y="330"/>
                  </a:cubicBezTo>
                  <a:cubicBezTo>
                    <a:pt x="3528" y="93"/>
                    <a:pt x="3093" y="0"/>
                    <a:pt x="26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5"/>
            <p:cNvSpPr/>
            <p:nvPr/>
          </p:nvSpPr>
          <p:spPr>
            <a:xfrm>
              <a:off x="2094000" y="1899775"/>
              <a:ext cx="20850" cy="27700"/>
            </a:xfrm>
            <a:custGeom>
              <a:rect b="b" l="l" r="r" t="t"/>
              <a:pathLst>
                <a:path extrusionOk="0" h="1108" w="834">
                  <a:moveTo>
                    <a:pt x="834" y="0"/>
                  </a:moveTo>
                  <a:lnTo>
                    <a:pt x="72" y="381"/>
                  </a:lnTo>
                  <a:cubicBezTo>
                    <a:pt x="72" y="393"/>
                    <a:pt x="0" y="893"/>
                    <a:pt x="393" y="1108"/>
                  </a:cubicBezTo>
                  <a:cubicBezTo>
                    <a:pt x="536" y="1036"/>
                    <a:pt x="632" y="965"/>
                    <a:pt x="655" y="857"/>
                  </a:cubicBezTo>
                  <a:cubicBezTo>
                    <a:pt x="727" y="631"/>
                    <a:pt x="786" y="334"/>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5"/>
            <p:cNvSpPr/>
            <p:nvPr/>
          </p:nvSpPr>
          <p:spPr>
            <a:xfrm>
              <a:off x="2095775" y="1873350"/>
              <a:ext cx="30250" cy="36500"/>
            </a:xfrm>
            <a:custGeom>
              <a:rect b="b" l="l" r="r" t="t"/>
              <a:pathLst>
                <a:path extrusionOk="0" h="1460" w="1210">
                  <a:moveTo>
                    <a:pt x="604" y="1"/>
                  </a:moveTo>
                  <a:cubicBezTo>
                    <a:pt x="344" y="1"/>
                    <a:pt x="84" y="248"/>
                    <a:pt x="84" y="248"/>
                  </a:cubicBezTo>
                  <a:lnTo>
                    <a:pt x="1" y="1450"/>
                  </a:lnTo>
                  <a:cubicBezTo>
                    <a:pt x="43" y="1456"/>
                    <a:pt x="83" y="1459"/>
                    <a:pt x="123" y="1459"/>
                  </a:cubicBezTo>
                  <a:cubicBezTo>
                    <a:pt x="841" y="1459"/>
                    <a:pt x="1209" y="478"/>
                    <a:pt x="882" y="129"/>
                  </a:cubicBezTo>
                  <a:cubicBezTo>
                    <a:pt x="798" y="35"/>
                    <a:pt x="701" y="1"/>
                    <a:pt x="604"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5"/>
            <p:cNvSpPr/>
            <p:nvPr/>
          </p:nvSpPr>
          <p:spPr>
            <a:xfrm>
              <a:off x="1774025" y="1809575"/>
              <a:ext cx="187250" cy="403575"/>
            </a:xfrm>
            <a:custGeom>
              <a:rect b="b" l="l" r="r" t="t"/>
              <a:pathLst>
                <a:path extrusionOk="0" h="16143" w="7490">
                  <a:moveTo>
                    <a:pt x="3048" y="1"/>
                  </a:moveTo>
                  <a:lnTo>
                    <a:pt x="965" y="358"/>
                  </a:lnTo>
                  <a:lnTo>
                    <a:pt x="1643" y="4215"/>
                  </a:lnTo>
                  <a:cubicBezTo>
                    <a:pt x="1703" y="4620"/>
                    <a:pt x="1441" y="4989"/>
                    <a:pt x="1048" y="5061"/>
                  </a:cubicBezTo>
                  <a:lnTo>
                    <a:pt x="1000" y="5061"/>
                  </a:lnTo>
                  <a:cubicBezTo>
                    <a:pt x="405" y="5168"/>
                    <a:pt x="0" y="5728"/>
                    <a:pt x="107" y="6323"/>
                  </a:cubicBezTo>
                  <a:lnTo>
                    <a:pt x="548" y="8859"/>
                  </a:lnTo>
                  <a:lnTo>
                    <a:pt x="893" y="10823"/>
                  </a:lnTo>
                  <a:lnTo>
                    <a:pt x="1108" y="12062"/>
                  </a:lnTo>
                  <a:lnTo>
                    <a:pt x="1703" y="15550"/>
                  </a:lnTo>
                  <a:cubicBezTo>
                    <a:pt x="1767" y="15904"/>
                    <a:pt x="2064" y="16142"/>
                    <a:pt x="2401" y="16142"/>
                  </a:cubicBezTo>
                  <a:cubicBezTo>
                    <a:pt x="2437" y="16142"/>
                    <a:pt x="2475" y="16139"/>
                    <a:pt x="2512" y="16134"/>
                  </a:cubicBezTo>
                  <a:lnTo>
                    <a:pt x="6846" y="15372"/>
                  </a:lnTo>
                  <a:cubicBezTo>
                    <a:pt x="7239" y="15300"/>
                    <a:pt x="7489" y="14943"/>
                    <a:pt x="7442" y="14562"/>
                  </a:cubicBezTo>
                  <a:lnTo>
                    <a:pt x="6846" y="11133"/>
                  </a:lnTo>
                  <a:lnTo>
                    <a:pt x="6620" y="9823"/>
                  </a:lnTo>
                  <a:lnTo>
                    <a:pt x="6263" y="7811"/>
                  </a:lnTo>
                  <a:lnTo>
                    <a:pt x="5834" y="5335"/>
                  </a:lnTo>
                  <a:cubicBezTo>
                    <a:pt x="5787" y="5037"/>
                    <a:pt x="5608" y="4799"/>
                    <a:pt x="5394" y="4632"/>
                  </a:cubicBezTo>
                  <a:cubicBezTo>
                    <a:pt x="5209" y="4503"/>
                    <a:pt x="4995" y="4438"/>
                    <a:pt x="4769" y="4438"/>
                  </a:cubicBezTo>
                  <a:cubicBezTo>
                    <a:pt x="4704" y="4438"/>
                    <a:pt x="4638" y="4443"/>
                    <a:pt x="4572" y="4454"/>
                  </a:cubicBezTo>
                  <a:cubicBezTo>
                    <a:pt x="4532" y="4459"/>
                    <a:pt x="4493" y="4462"/>
                    <a:pt x="4454" y="4462"/>
                  </a:cubicBezTo>
                  <a:cubicBezTo>
                    <a:pt x="4098" y="4462"/>
                    <a:pt x="3791" y="4223"/>
                    <a:pt x="3727" y="3858"/>
                  </a:cubicBezTo>
                  <a:lnTo>
                    <a:pt x="3048"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5"/>
            <p:cNvSpPr/>
            <p:nvPr/>
          </p:nvSpPr>
          <p:spPr>
            <a:xfrm>
              <a:off x="1797825" y="1809275"/>
              <a:ext cx="56000" cy="31875"/>
            </a:xfrm>
            <a:custGeom>
              <a:rect b="b" l="l" r="r" t="t"/>
              <a:pathLst>
                <a:path extrusionOk="0" h="1275" w="2240">
                  <a:moveTo>
                    <a:pt x="2072" y="1"/>
                  </a:moveTo>
                  <a:lnTo>
                    <a:pt x="1" y="370"/>
                  </a:lnTo>
                  <a:lnTo>
                    <a:pt x="167" y="1275"/>
                  </a:lnTo>
                  <a:cubicBezTo>
                    <a:pt x="870" y="1239"/>
                    <a:pt x="1549" y="1120"/>
                    <a:pt x="2239" y="906"/>
                  </a:cubicBezTo>
                  <a:lnTo>
                    <a:pt x="20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5"/>
            <p:cNvSpPr/>
            <p:nvPr/>
          </p:nvSpPr>
          <p:spPr>
            <a:xfrm>
              <a:off x="1789200" y="1794400"/>
              <a:ext cx="66400" cy="32775"/>
            </a:xfrm>
            <a:custGeom>
              <a:rect b="b" l="l" r="r" t="t"/>
              <a:pathLst>
                <a:path extrusionOk="0" h="1311" w="2656">
                  <a:moveTo>
                    <a:pt x="2501" y="0"/>
                  </a:moveTo>
                  <a:lnTo>
                    <a:pt x="0" y="429"/>
                  </a:lnTo>
                  <a:lnTo>
                    <a:pt x="155" y="1310"/>
                  </a:lnTo>
                  <a:cubicBezTo>
                    <a:pt x="1001" y="1274"/>
                    <a:pt x="1834" y="1143"/>
                    <a:pt x="2656" y="881"/>
                  </a:cubicBezTo>
                  <a:lnTo>
                    <a:pt x="25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5"/>
            <p:cNvSpPr/>
            <p:nvPr/>
          </p:nvSpPr>
          <p:spPr>
            <a:xfrm>
              <a:off x="1908250" y="1979250"/>
              <a:ext cx="274775" cy="171175"/>
            </a:xfrm>
            <a:custGeom>
              <a:rect b="b" l="l" r="r" t="t"/>
              <a:pathLst>
                <a:path extrusionOk="0" h="6847" w="10991">
                  <a:moveTo>
                    <a:pt x="10217" y="0"/>
                  </a:moveTo>
                  <a:cubicBezTo>
                    <a:pt x="8788" y="1012"/>
                    <a:pt x="5871" y="4453"/>
                    <a:pt x="5883" y="4453"/>
                  </a:cubicBezTo>
                  <a:cubicBezTo>
                    <a:pt x="4799" y="4584"/>
                    <a:pt x="3275" y="4989"/>
                    <a:pt x="2644" y="5120"/>
                  </a:cubicBezTo>
                  <a:cubicBezTo>
                    <a:pt x="2001" y="5251"/>
                    <a:pt x="1" y="5763"/>
                    <a:pt x="1" y="5763"/>
                  </a:cubicBezTo>
                  <a:lnTo>
                    <a:pt x="263" y="6846"/>
                  </a:lnTo>
                  <a:lnTo>
                    <a:pt x="6418" y="6168"/>
                  </a:lnTo>
                  <a:cubicBezTo>
                    <a:pt x="6418" y="6168"/>
                    <a:pt x="9669" y="4120"/>
                    <a:pt x="10324" y="2691"/>
                  </a:cubicBezTo>
                  <a:cubicBezTo>
                    <a:pt x="10990" y="1262"/>
                    <a:pt x="10217" y="0"/>
                    <a:pt x="102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5"/>
            <p:cNvSpPr/>
            <p:nvPr/>
          </p:nvSpPr>
          <p:spPr>
            <a:xfrm>
              <a:off x="1834150" y="2110875"/>
              <a:ext cx="80675" cy="56550"/>
            </a:xfrm>
            <a:custGeom>
              <a:rect b="b" l="l" r="r" t="t"/>
              <a:pathLst>
                <a:path extrusionOk="0" h="2262" w="3227">
                  <a:moveTo>
                    <a:pt x="1902" y="0"/>
                  </a:moveTo>
                  <a:cubicBezTo>
                    <a:pt x="1687" y="0"/>
                    <a:pt x="1470" y="38"/>
                    <a:pt x="1262" y="45"/>
                  </a:cubicBezTo>
                  <a:cubicBezTo>
                    <a:pt x="929" y="69"/>
                    <a:pt x="1036" y="319"/>
                    <a:pt x="1334" y="379"/>
                  </a:cubicBezTo>
                  <a:cubicBezTo>
                    <a:pt x="1631" y="450"/>
                    <a:pt x="1953" y="462"/>
                    <a:pt x="1882" y="569"/>
                  </a:cubicBezTo>
                  <a:cubicBezTo>
                    <a:pt x="1810" y="664"/>
                    <a:pt x="465" y="855"/>
                    <a:pt x="227" y="1117"/>
                  </a:cubicBezTo>
                  <a:cubicBezTo>
                    <a:pt x="129" y="1224"/>
                    <a:pt x="249" y="1256"/>
                    <a:pt x="431" y="1256"/>
                  </a:cubicBezTo>
                  <a:cubicBezTo>
                    <a:pt x="716" y="1256"/>
                    <a:pt x="1155" y="1176"/>
                    <a:pt x="1155" y="1176"/>
                  </a:cubicBezTo>
                  <a:lnTo>
                    <a:pt x="1155" y="1176"/>
                  </a:lnTo>
                  <a:cubicBezTo>
                    <a:pt x="1155" y="1176"/>
                    <a:pt x="48" y="1474"/>
                    <a:pt x="12" y="1688"/>
                  </a:cubicBezTo>
                  <a:cubicBezTo>
                    <a:pt x="1" y="1737"/>
                    <a:pt x="58" y="1755"/>
                    <a:pt x="151" y="1755"/>
                  </a:cubicBezTo>
                  <a:cubicBezTo>
                    <a:pt x="446" y="1755"/>
                    <a:pt x="1107" y="1569"/>
                    <a:pt x="1108" y="1569"/>
                  </a:cubicBezTo>
                  <a:lnTo>
                    <a:pt x="1108" y="1569"/>
                  </a:lnTo>
                  <a:cubicBezTo>
                    <a:pt x="1107" y="1569"/>
                    <a:pt x="274" y="1819"/>
                    <a:pt x="334" y="1998"/>
                  </a:cubicBezTo>
                  <a:cubicBezTo>
                    <a:pt x="346" y="2031"/>
                    <a:pt x="397" y="2044"/>
                    <a:pt x="472" y="2044"/>
                  </a:cubicBezTo>
                  <a:cubicBezTo>
                    <a:pt x="699" y="2044"/>
                    <a:pt x="1143" y="1924"/>
                    <a:pt x="1393" y="1843"/>
                  </a:cubicBezTo>
                  <a:lnTo>
                    <a:pt x="1393" y="1843"/>
                  </a:lnTo>
                  <a:cubicBezTo>
                    <a:pt x="1393" y="1843"/>
                    <a:pt x="572" y="2117"/>
                    <a:pt x="691" y="2224"/>
                  </a:cubicBezTo>
                  <a:cubicBezTo>
                    <a:pt x="720" y="2249"/>
                    <a:pt x="799" y="2262"/>
                    <a:pt x="914" y="2262"/>
                  </a:cubicBezTo>
                  <a:cubicBezTo>
                    <a:pt x="1401" y="2262"/>
                    <a:pt x="2533" y="2037"/>
                    <a:pt x="3227" y="1593"/>
                  </a:cubicBezTo>
                  <a:cubicBezTo>
                    <a:pt x="3179" y="1212"/>
                    <a:pt x="3060" y="867"/>
                    <a:pt x="2953" y="498"/>
                  </a:cubicBezTo>
                  <a:cubicBezTo>
                    <a:pt x="2953" y="498"/>
                    <a:pt x="2584" y="153"/>
                    <a:pt x="2251" y="45"/>
                  </a:cubicBezTo>
                  <a:cubicBezTo>
                    <a:pt x="2137" y="12"/>
                    <a:pt x="2020" y="0"/>
                    <a:pt x="1902"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5"/>
            <p:cNvSpPr/>
            <p:nvPr/>
          </p:nvSpPr>
          <p:spPr>
            <a:xfrm>
              <a:off x="935225" y="1495850"/>
              <a:ext cx="197675" cy="186950"/>
            </a:xfrm>
            <a:custGeom>
              <a:rect b="b" l="l" r="r" t="t"/>
              <a:pathLst>
                <a:path extrusionOk="0" h="7478" w="7907">
                  <a:moveTo>
                    <a:pt x="7870" y="0"/>
                  </a:moveTo>
                  <a:lnTo>
                    <a:pt x="0" y="48"/>
                  </a:lnTo>
                  <a:lnTo>
                    <a:pt x="48" y="6727"/>
                  </a:lnTo>
                  <a:cubicBezTo>
                    <a:pt x="48" y="7137"/>
                    <a:pt x="1752" y="7478"/>
                    <a:pt x="3868" y="7478"/>
                  </a:cubicBezTo>
                  <a:cubicBezTo>
                    <a:pt x="3905" y="7478"/>
                    <a:pt x="3941" y="7478"/>
                    <a:pt x="3977" y="7478"/>
                  </a:cubicBezTo>
                  <a:cubicBezTo>
                    <a:pt x="6156" y="7466"/>
                    <a:pt x="7906" y="7120"/>
                    <a:pt x="7906" y="6692"/>
                  </a:cubicBezTo>
                  <a:lnTo>
                    <a:pt x="78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5"/>
            <p:cNvSpPr/>
            <p:nvPr/>
          </p:nvSpPr>
          <p:spPr>
            <a:xfrm>
              <a:off x="935225" y="1477375"/>
              <a:ext cx="196775" cy="38450"/>
            </a:xfrm>
            <a:custGeom>
              <a:rect b="b" l="l" r="r" t="t"/>
              <a:pathLst>
                <a:path extrusionOk="0" h="1538" w="7871">
                  <a:moveTo>
                    <a:pt x="4058" y="1"/>
                  </a:moveTo>
                  <a:cubicBezTo>
                    <a:pt x="4019" y="1"/>
                    <a:pt x="3980" y="1"/>
                    <a:pt x="3941" y="1"/>
                  </a:cubicBezTo>
                  <a:cubicBezTo>
                    <a:pt x="1763" y="13"/>
                    <a:pt x="0" y="358"/>
                    <a:pt x="0" y="787"/>
                  </a:cubicBezTo>
                  <a:cubicBezTo>
                    <a:pt x="0" y="1197"/>
                    <a:pt x="1704" y="1537"/>
                    <a:pt x="3832" y="1537"/>
                  </a:cubicBezTo>
                  <a:cubicBezTo>
                    <a:pt x="3868" y="1537"/>
                    <a:pt x="3905" y="1537"/>
                    <a:pt x="3941" y="1537"/>
                  </a:cubicBezTo>
                  <a:cubicBezTo>
                    <a:pt x="6108" y="1513"/>
                    <a:pt x="7870" y="1180"/>
                    <a:pt x="7870" y="739"/>
                  </a:cubicBezTo>
                  <a:cubicBezTo>
                    <a:pt x="7870" y="319"/>
                    <a:pt x="6171" y="1"/>
                    <a:pt x="40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5"/>
            <p:cNvSpPr/>
            <p:nvPr/>
          </p:nvSpPr>
          <p:spPr>
            <a:xfrm>
              <a:off x="987900" y="1489875"/>
              <a:ext cx="91125" cy="13450"/>
            </a:xfrm>
            <a:custGeom>
              <a:rect b="b" l="l" r="r" t="t"/>
              <a:pathLst>
                <a:path extrusionOk="0" h="538" w="3645">
                  <a:moveTo>
                    <a:pt x="1953" y="1"/>
                  </a:moveTo>
                  <a:cubicBezTo>
                    <a:pt x="1906" y="1"/>
                    <a:pt x="1858" y="1"/>
                    <a:pt x="1811" y="1"/>
                  </a:cubicBezTo>
                  <a:cubicBezTo>
                    <a:pt x="822" y="25"/>
                    <a:pt x="1" y="144"/>
                    <a:pt x="1" y="287"/>
                  </a:cubicBezTo>
                  <a:cubicBezTo>
                    <a:pt x="1" y="442"/>
                    <a:pt x="822" y="537"/>
                    <a:pt x="1834" y="537"/>
                  </a:cubicBezTo>
                  <a:cubicBezTo>
                    <a:pt x="2823" y="525"/>
                    <a:pt x="3644" y="406"/>
                    <a:pt x="3644" y="263"/>
                  </a:cubicBezTo>
                  <a:cubicBezTo>
                    <a:pt x="3644" y="116"/>
                    <a:pt x="2918" y="1"/>
                    <a:pt x="19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5"/>
            <p:cNvSpPr/>
            <p:nvPr/>
          </p:nvSpPr>
          <p:spPr>
            <a:xfrm>
              <a:off x="815275" y="1816425"/>
              <a:ext cx="111925" cy="491750"/>
            </a:xfrm>
            <a:custGeom>
              <a:rect b="b" l="l" r="r" t="t"/>
              <a:pathLst>
                <a:path extrusionOk="0" h="19670" w="4477">
                  <a:moveTo>
                    <a:pt x="0" y="0"/>
                  </a:moveTo>
                  <a:lnTo>
                    <a:pt x="2131" y="10549"/>
                  </a:lnTo>
                  <a:cubicBezTo>
                    <a:pt x="1536" y="12978"/>
                    <a:pt x="2036" y="16098"/>
                    <a:pt x="2334" y="19670"/>
                  </a:cubicBezTo>
                  <a:lnTo>
                    <a:pt x="3644" y="19670"/>
                  </a:lnTo>
                  <a:lnTo>
                    <a:pt x="4477" y="9585"/>
                  </a:lnTo>
                  <a:lnTo>
                    <a:pt x="3536" y="322"/>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5"/>
            <p:cNvSpPr/>
            <p:nvPr/>
          </p:nvSpPr>
          <p:spPr>
            <a:xfrm>
              <a:off x="870925" y="2303975"/>
              <a:ext cx="96775" cy="35750"/>
            </a:xfrm>
            <a:custGeom>
              <a:rect b="b" l="l" r="r" t="t"/>
              <a:pathLst>
                <a:path extrusionOk="0" h="1430" w="3871">
                  <a:moveTo>
                    <a:pt x="1429" y="1"/>
                  </a:moveTo>
                  <a:cubicBezTo>
                    <a:pt x="1429" y="19"/>
                    <a:pt x="1324" y="115"/>
                    <a:pt x="745" y="115"/>
                  </a:cubicBezTo>
                  <a:cubicBezTo>
                    <a:pt x="571" y="115"/>
                    <a:pt x="354" y="106"/>
                    <a:pt x="84" y="84"/>
                  </a:cubicBezTo>
                  <a:cubicBezTo>
                    <a:pt x="84" y="84"/>
                    <a:pt x="1" y="179"/>
                    <a:pt x="1" y="418"/>
                  </a:cubicBezTo>
                  <a:cubicBezTo>
                    <a:pt x="1" y="644"/>
                    <a:pt x="36" y="1430"/>
                    <a:pt x="36" y="1430"/>
                  </a:cubicBezTo>
                  <a:lnTo>
                    <a:pt x="3858" y="1430"/>
                  </a:lnTo>
                  <a:cubicBezTo>
                    <a:pt x="3858" y="1430"/>
                    <a:pt x="3870" y="834"/>
                    <a:pt x="3382" y="513"/>
                  </a:cubicBezTo>
                  <a:cubicBezTo>
                    <a:pt x="2894" y="203"/>
                    <a:pt x="2144" y="513"/>
                    <a:pt x="14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5"/>
            <p:cNvSpPr/>
            <p:nvPr/>
          </p:nvSpPr>
          <p:spPr>
            <a:xfrm>
              <a:off x="714075" y="1812250"/>
              <a:ext cx="141700" cy="496100"/>
            </a:xfrm>
            <a:custGeom>
              <a:rect b="b" l="l" r="r" t="t"/>
              <a:pathLst>
                <a:path extrusionOk="0" h="19844" w="5668">
                  <a:moveTo>
                    <a:pt x="2203" y="1"/>
                  </a:moveTo>
                  <a:lnTo>
                    <a:pt x="2203" y="10323"/>
                  </a:lnTo>
                  <a:cubicBezTo>
                    <a:pt x="1441" y="11514"/>
                    <a:pt x="250" y="17027"/>
                    <a:pt x="0" y="19765"/>
                  </a:cubicBezTo>
                  <a:cubicBezTo>
                    <a:pt x="212" y="19813"/>
                    <a:pt x="419" y="19844"/>
                    <a:pt x="617" y="19844"/>
                  </a:cubicBezTo>
                  <a:cubicBezTo>
                    <a:pt x="865" y="19844"/>
                    <a:pt x="1098" y="19795"/>
                    <a:pt x="1310" y="19670"/>
                  </a:cubicBezTo>
                  <a:lnTo>
                    <a:pt x="4632" y="10347"/>
                  </a:lnTo>
                  <a:lnTo>
                    <a:pt x="5667" y="822"/>
                  </a:lnTo>
                  <a:lnTo>
                    <a:pt x="220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5"/>
            <p:cNvSpPr/>
            <p:nvPr/>
          </p:nvSpPr>
          <p:spPr>
            <a:xfrm>
              <a:off x="711675" y="2304575"/>
              <a:ext cx="96475" cy="35750"/>
            </a:xfrm>
            <a:custGeom>
              <a:rect b="b" l="l" r="r" t="t"/>
              <a:pathLst>
                <a:path extrusionOk="0" h="1430" w="3859">
                  <a:moveTo>
                    <a:pt x="1418" y="1"/>
                  </a:moveTo>
                  <a:cubicBezTo>
                    <a:pt x="1418" y="1"/>
                    <a:pt x="1418" y="1"/>
                    <a:pt x="1418" y="1"/>
                  </a:cubicBezTo>
                  <a:lnTo>
                    <a:pt x="1418" y="1"/>
                  </a:lnTo>
                  <a:cubicBezTo>
                    <a:pt x="1418" y="1"/>
                    <a:pt x="1418" y="1"/>
                    <a:pt x="1418" y="1"/>
                  </a:cubicBezTo>
                  <a:close/>
                  <a:moveTo>
                    <a:pt x="1418" y="1"/>
                  </a:moveTo>
                  <a:cubicBezTo>
                    <a:pt x="1419" y="8"/>
                    <a:pt x="1309" y="97"/>
                    <a:pt x="716" y="97"/>
                  </a:cubicBezTo>
                  <a:cubicBezTo>
                    <a:pt x="550" y="97"/>
                    <a:pt x="346" y="90"/>
                    <a:pt x="96" y="72"/>
                  </a:cubicBezTo>
                  <a:cubicBezTo>
                    <a:pt x="96" y="72"/>
                    <a:pt x="1" y="191"/>
                    <a:pt x="1" y="417"/>
                  </a:cubicBezTo>
                  <a:lnTo>
                    <a:pt x="1" y="1429"/>
                  </a:lnTo>
                  <a:lnTo>
                    <a:pt x="3847" y="1429"/>
                  </a:lnTo>
                  <a:cubicBezTo>
                    <a:pt x="3847" y="1429"/>
                    <a:pt x="3858" y="834"/>
                    <a:pt x="3370" y="501"/>
                  </a:cubicBezTo>
                  <a:cubicBezTo>
                    <a:pt x="2882" y="191"/>
                    <a:pt x="2132" y="501"/>
                    <a:pt x="14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5"/>
            <p:cNvSpPr/>
            <p:nvPr/>
          </p:nvSpPr>
          <p:spPr>
            <a:xfrm>
              <a:off x="757225" y="1526500"/>
              <a:ext cx="161050" cy="327100"/>
            </a:xfrm>
            <a:custGeom>
              <a:rect b="b" l="l" r="r" t="t"/>
              <a:pathLst>
                <a:path extrusionOk="0" h="13084" w="6442">
                  <a:moveTo>
                    <a:pt x="2691" y="1"/>
                  </a:moveTo>
                  <a:lnTo>
                    <a:pt x="1453" y="620"/>
                  </a:lnTo>
                  <a:lnTo>
                    <a:pt x="1072" y="822"/>
                  </a:lnTo>
                  <a:lnTo>
                    <a:pt x="893" y="906"/>
                  </a:lnTo>
                  <a:lnTo>
                    <a:pt x="1" y="1358"/>
                  </a:lnTo>
                  <a:lnTo>
                    <a:pt x="1322" y="6311"/>
                  </a:lnTo>
                  <a:lnTo>
                    <a:pt x="251" y="12217"/>
                  </a:lnTo>
                  <a:cubicBezTo>
                    <a:pt x="251" y="12217"/>
                    <a:pt x="1544" y="13083"/>
                    <a:pt x="3576" y="13083"/>
                  </a:cubicBezTo>
                  <a:cubicBezTo>
                    <a:pt x="4341" y="13083"/>
                    <a:pt x="5211" y="12960"/>
                    <a:pt x="6156" y="12621"/>
                  </a:cubicBezTo>
                  <a:lnTo>
                    <a:pt x="6132" y="5466"/>
                  </a:lnTo>
                  <a:lnTo>
                    <a:pt x="6132" y="5371"/>
                  </a:lnTo>
                  <a:cubicBezTo>
                    <a:pt x="6144" y="5359"/>
                    <a:pt x="6144" y="5347"/>
                    <a:pt x="6156" y="5323"/>
                  </a:cubicBezTo>
                  <a:cubicBezTo>
                    <a:pt x="6323" y="5120"/>
                    <a:pt x="6442" y="4847"/>
                    <a:pt x="6430" y="4489"/>
                  </a:cubicBezTo>
                  <a:cubicBezTo>
                    <a:pt x="6430" y="4097"/>
                    <a:pt x="6263" y="3644"/>
                    <a:pt x="6085" y="3239"/>
                  </a:cubicBezTo>
                  <a:cubicBezTo>
                    <a:pt x="5977" y="2227"/>
                    <a:pt x="5894" y="1251"/>
                    <a:pt x="6013" y="429"/>
                  </a:cubicBezTo>
                  <a:lnTo>
                    <a:pt x="5739" y="406"/>
                  </a:lnTo>
                  <a:lnTo>
                    <a:pt x="5537" y="370"/>
                  </a:lnTo>
                  <a:lnTo>
                    <a:pt x="5192" y="322"/>
                  </a:lnTo>
                  <a:lnTo>
                    <a:pt x="269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5"/>
            <p:cNvSpPr/>
            <p:nvPr/>
          </p:nvSpPr>
          <p:spPr>
            <a:xfrm>
              <a:off x="888200" y="1404775"/>
              <a:ext cx="13125" cy="44375"/>
            </a:xfrm>
            <a:custGeom>
              <a:rect b="b" l="l" r="r" t="t"/>
              <a:pathLst>
                <a:path extrusionOk="0" h="1775" w="525">
                  <a:moveTo>
                    <a:pt x="0" y="0"/>
                  </a:moveTo>
                  <a:lnTo>
                    <a:pt x="298" y="1774"/>
                  </a:lnTo>
                  <a:cubicBezTo>
                    <a:pt x="298" y="1774"/>
                    <a:pt x="524" y="1381"/>
                    <a:pt x="477" y="893"/>
                  </a:cubicBezTo>
                  <a:cubicBezTo>
                    <a:pt x="429" y="405"/>
                    <a:pt x="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5"/>
            <p:cNvSpPr/>
            <p:nvPr/>
          </p:nvSpPr>
          <p:spPr>
            <a:xfrm>
              <a:off x="700075" y="1371075"/>
              <a:ext cx="201250" cy="180175"/>
            </a:xfrm>
            <a:custGeom>
              <a:rect b="b" l="l" r="r" t="t"/>
              <a:pathLst>
                <a:path extrusionOk="0" h="7207" w="8050">
                  <a:moveTo>
                    <a:pt x="2223" y="0"/>
                  </a:moveTo>
                  <a:cubicBezTo>
                    <a:pt x="2193" y="0"/>
                    <a:pt x="2163" y="1"/>
                    <a:pt x="2132" y="3"/>
                  </a:cubicBezTo>
                  <a:cubicBezTo>
                    <a:pt x="929" y="62"/>
                    <a:pt x="1" y="2324"/>
                    <a:pt x="1108" y="3718"/>
                  </a:cubicBezTo>
                  <a:cubicBezTo>
                    <a:pt x="2193" y="5074"/>
                    <a:pt x="2554" y="6980"/>
                    <a:pt x="823" y="6980"/>
                  </a:cubicBezTo>
                  <a:cubicBezTo>
                    <a:pt x="807" y="6980"/>
                    <a:pt x="791" y="6980"/>
                    <a:pt x="774" y="6980"/>
                  </a:cubicBezTo>
                  <a:lnTo>
                    <a:pt x="774" y="6980"/>
                  </a:lnTo>
                  <a:cubicBezTo>
                    <a:pt x="774" y="6980"/>
                    <a:pt x="1185" y="7207"/>
                    <a:pt x="1671" y="7207"/>
                  </a:cubicBezTo>
                  <a:cubicBezTo>
                    <a:pt x="2104" y="7207"/>
                    <a:pt x="2598" y="7027"/>
                    <a:pt x="2918" y="6349"/>
                  </a:cubicBezTo>
                  <a:cubicBezTo>
                    <a:pt x="3132" y="5884"/>
                    <a:pt x="3275" y="5218"/>
                    <a:pt x="3370" y="4503"/>
                  </a:cubicBezTo>
                  <a:cubicBezTo>
                    <a:pt x="3560" y="4908"/>
                    <a:pt x="3846" y="5230"/>
                    <a:pt x="4251" y="5289"/>
                  </a:cubicBezTo>
                  <a:cubicBezTo>
                    <a:pt x="4251" y="5289"/>
                    <a:pt x="3656" y="2491"/>
                    <a:pt x="4906" y="2158"/>
                  </a:cubicBezTo>
                  <a:cubicBezTo>
                    <a:pt x="4906" y="2158"/>
                    <a:pt x="5052" y="2166"/>
                    <a:pt x="5280" y="2166"/>
                  </a:cubicBezTo>
                  <a:cubicBezTo>
                    <a:pt x="5806" y="2166"/>
                    <a:pt x="6765" y="2120"/>
                    <a:pt x="7347" y="1813"/>
                  </a:cubicBezTo>
                  <a:cubicBezTo>
                    <a:pt x="8049" y="1455"/>
                    <a:pt x="7728" y="455"/>
                    <a:pt x="6870" y="265"/>
                  </a:cubicBezTo>
                  <a:cubicBezTo>
                    <a:pt x="6773" y="241"/>
                    <a:pt x="6662" y="230"/>
                    <a:pt x="6542" y="230"/>
                  </a:cubicBezTo>
                  <a:cubicBezTo>
                    <a:pt x="5574" y="230"/>
                    <a:pt x="3981" y="935"/>
                    <a:pt x="3632" y="1348"/>
                  </a:cubicBezTo>
                  <a:cubicBezTo>
                    <a:pt x="3632" y="1348"/>
                    <a:pt x="3608" y="1229"/>
                    <a:pt x="3549" y="1098"/>
                  </a:cubicBezTo>
                  <a:cubicBezTo>
                    <a:pt x="3549" y="1063"/>
                    <a:pt x="3345" y="0"/>
                    <a:pt x="2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5"/>
            <p:cNvSpPr/>
            <p:nvPr/>
          </p:nvSpPr>
          <p:spPr>
            <a:xfrm>
              <a:off x="766150" y="1398525"/>
              <a:ext cx="25025" cy="40500"/>
            </a:xfrm>
            <a:custGeom>
              <a:rect b="b" l="l" r="r" t="t"/>
              <a:pathLst>
                <a:path extrusionOk="0" h="1620" w="1001">
                  <a:moveTo>
                    <a:pt x="906" y="0"/>
                  </a:moveTo>
                  <a:cubicBezTo>
                    <a:pt x="227" y="345"/>
                    <a:pt x="25" y="1346"/>
                    <a:pt x="1" y="1619"/>
                  </a:cubicBezTo>
                  <a:cubicBezTo>
                    <a:pt x="108" y="1619"/>
                    <a:pt x="203" y="1607"/>
                    <a:pt x="310" y="1596"/>
                  </a:cubicBezTo>
                  <a:cubicBezTo>
                    <a:pt x="477" y="715"/>
                    <a:pt x="1001" y="250"/>
                    <a:pt x="1001" y="250"/>
                  </a:cubicBezTo>
                  <a:cubicBezTo>
                    <a:pt x="1001" y="250"/>
                    <a:pt x="965" y="131"/>
                    <a:pt x="9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5"/>
            <p:cNvSpPr/>
            <p:nvPr/>
          </p:nvSpPr>
          <p:spPr>
            <a:xfrm>
              <a:off x="814375" y="1500900"/>
              <a:ext cx="39900" cy="45000"/>
            </a:xfrm>
            <a:custGeom>
              <a:rect b="b" l="l" r="r" t="t"/>
              <a:pathLst>
                <a:path extrusionOk="0" h="1800" w="1596">
                  <a:moveTo>
                    <a:pt x="290" y="1"/>
                  </a:moveTo>
                  <a:cubicBezTo>
                    <a:pt x="171" y="1"/>
                    <a:pt x="69" y="21"/>
                    <a:pt x="1" y="72"/>
                  </a:cubicBezTo>
                  <a:lnTo>
                    <a:pt x="167" y="1573"/>
                  </a:lnTo>
                  <a:cubicBezTo>
                    <a:pt x="167" y="1573"/>
                    <a:pt x="603" y="1799"/>
                    <a:pt x="1042" y="1799"/>
                  </a:cubicBezTo>
                  <a:cubicBezTo>
                    <a:pt x="1239" y="1799"/>
                    <a:pt x="1437" y="1753"/>
                    <a:pt x="1596" y="1620"/>
                  </a:cubicBezTo>
                  <a:lnTo>
                    <a:pt x="1584" y="1192"/>
                  </a:lnTo>
                  <a:lnTo>
                    <a:pt x="1572" y="251"/>
                  </a:lnTo>
                  <a:cubicBezTo>
                    <a:pt x="1572" y="251"/>
                    <a:pt x="1453" y="203"/>
                    <a:pt x="1251" y="179"/>
                  </a:cubicBezTo>
                  <a:cubicBezTo>
                    <a:pt x="980" y="120"/>
                    <a:pt x="583" y="1"/>
                    <a:pt x="290"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5"/>
            <p:cNvSpPr/>
            <p:nvPr/>
          </p:nvSpPr>
          <p:spPr>
            <a:xfrm>
              <a:off x="797400" y="1409525"/>
              <a:ext cx="111950" cy="108450"/>
            </a:xfrm>
            <a:custGeom>
              <a:rect b="b" l="l" r="r" t="t"/>
              <a:pathLst>
                <a:path extrusionOk="0" h="4338" w="4478">
                  <a:moveTo>
                    <a:pt x="3656" y="1"/>
                  </a:moveTo>
                  <a:lnTo>
                    <a:pt x="418" y="620"/>
                  </a:lnTo>
                  <a:cubicBezTo>
                    <a:pt x="96" y="834"/>
                    <a:pt x="1" y="1346"/>
                    <a:pt x="1" y="1882"/>
                  </a:cubicBezTo>
                  <a:cubicBezTo>
                    <a:pt x="1" y="2346"/>
                    <a:pt x="72" y="2799"/>
                    <a:pt x="132" y="3156"/>
                  </a:cubicBezTo>
                  <a:cubicBezTo>
                    <a:pt x="191" y="3489"/>
                    <a:pt x="251" y="3715"/>
                    <a:pt x="251" y="3715"/>
                  </a:cubicBezTo>
                  <a:cubicBezTo>
                    <a:pt x="251" y="3715"/>
                    <a:pt x="299" y="3739"/>
                    <a:pt x="382" y="3787"/>
                  </a:cubicBezTo>
                  <a:cubicBezTo>
                    <a:pt x="693" y="3955"/>
                    <a:pt x="1474" y="4337"/>
                    <a:pt x="2291" y="4337"/>
                  </a:cubicBezTo>
                  <a:cubicBezTo>
                    <a:pt x="2631" y="4337"/>
                    <a:pt x="2977" y="4271"/>
                    <a:pt x="3299" y="4096"/>
                  </a:cubicBezTo>
                  <a:cubicBezTo>
                    <a:pt x="4478" y="3453"/>
                    <a:pt x="3835" y="703"/>
                    <a:pt x="3692" y="108"/>
                  </a:cubicBezTo>
                  <a:cubicBezTo>
                    <a:pt x="3680" y="48"/>
                    <a:pt x="3656" y="1"/>
                    <a:pt x="3656"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5"/>
            <p:cNvSpPr/>
            <p:nvPr/>
          </p:nvSpPr>
          <p:spPr>
            <a:xfrm>
              <a:off x="800675" y="1488400"/>
              <a:ext cx="11825" cy="15800"/>
            </a:xfrm>
            <a:custGeom>
              <a:rect b="b" l="l" r="r" t="t"/>
              <a:pathLst>
                <a:path extrusionOk="0" h="632" w="473">
                  <a:moveTo>
                    <a:pt x="1" y="1"/>
                  </a:moveTo>
                  <a:lnTo>
                    <a:pt x="1" y="1"/>
                  </a:lnTo>
                  <a:cubicBezTo>
                    <a:pt x="60" y="334"/>
                    <a:pt x="120" y="560"/>
                    <a:pt x="120" y="560"/>
                  </a:cubicBezTo>
                  <a:cubicBezTo>
                    <a:pt x="120" y="560"/>
                    <a:pt x="168" y="584"/>
                    <a:pt x="251" y="632"/>
                  </a:cubicBezTo>
                  <a:cubicBezTo>
                    <a:pt x="473" y="398"/>
                    <a:pt x="282" y="96"/>
                    <a:pt x="275" y="96"/>
                  </a:cubicBezTo>
                  <a:cubicBezTo>
                    <a:pt x="275" y="96"/>
                    <a:pt x="275" y="96"/>
                    <a:pt x="275" y="96"/>
                  </a:cubicBezTo>
                  <a:lnTo>
                    <a:pt x="1" y="1"/>
                  </a:lnTo>
                  <a:close/>
                </a:path>
              </a:pathLst>
            </a:custGeom>
            <a:solidFill>
              <a:srgbClr val="002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5"/>
            <p:cNvSpPr/>
            <p:nvPr/>
          </p:nvSpPr>
          <p:spPr>
            <a:xfrm>
              <a:off x="783700" y="1456325"/>
              <a:ext cx="30100" cy="38175"/>
            </a:xfrm>
            <a:custGeom>
              <a:rect b="b" l="l" r="r" t="t"/>
              <a:pathLst>
                <a:path extrusionOk="0" h="1527" w="1204">
                  <a:moveTo>
                    <a:pt x="600" y="1"/>
                  </a:moveTo>
                  <a:cubicBezTo>
                    <a:pt x="506" y="1"/>
                    <a:pt x="409" y="38"/>
                    <a:pt x="323" y="141"/>
                  </a:cubicBezTo>
                  <a:cubicBezTo>
                    <a:pt x="1" y="529"/>
                    <a:pt x="330" y="1527"/>
                    <a:pt x="1041" y="1527"/>
                  </a:cubicBezTo>
                  <a:cubicBezTo>
                    <a:pt x="1093" y="1527"/>
                    <a:pt x="1147" y="1521"/>
                    <a:pt x="1204" y="1510"/>
                  </a:cubicBezTo>
                  <a:lnTo>
                    <a:pt x="1073" y="248"/>
                  </a:lnTo>
                  <a:cubicBezTo>
                    <a:pt x="1073" y="248"/>
                    <a:pt x="844" y="1"/>
                    <a:pt x="600"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5"/>
            <p:cNvSpPr/>
            <p:nvPr/>
          </p:nvSpPr>
          <p:spPr>
            <a:xfrm>
              <a:off x="795367" y="1409226"/>
              <a:ext cx="94335" cy="91925"/>
            </a:xfrm>
            <a:custGeom>
              <a:rect b="b" l="l" r="r" t="t"/>
              <a:pathLst>
                <a:path extrusionOk="0" h="3677" w="3739">
                  <a:moveTo>
                    <a:pt x="3727" y="1"/>
                  </a:moveTo>
                  <a:cubicBezTo>
                    <a:pt x="3726" y="1"/>
                    <a:pt x="3725" y="1"/>
                    <a:pt x="3724" y="1"/>
                  </a:cubicBezTo>
                  <a:lnTo>
                    <a:pt x="3724" y="1"/>
                  </a:lnTo>
                  <a:lnTo>
                    <a:pt x="3727" y="1"/>
                  </a:lnTo>
                  <a:close/>
                  <a:moveTo>
                    <a:pt x="3724" y="1"/>
                  </a:moveTo>
                  <a:lnTo>
                    <a:pt x="310" y="263"/>
                  </a:lnTo>
                  <a:cubicBezTo>
                    <a:pt x="0" y="489"/>
                    <a:pt x="60" y="1334"/>
                    <a:pt x="60" y="1870"/>
                  </a:cubicBezTo>
                  <a:cubicBezTo>
                    <a:pt x="78" y="1868"/>
                    <a:pt x="95" y="1867"/>
                    <a:pt x="112" y="1867"/>
                  </a:cubicBezTo>
                  <a:cubicBezTo>
                    <a:pt x="415" y="1867"/>
                    <a:pt x="602" y="2153"/>
                    <a:pt x="715" y="2311"/>
                  </a:cubicBezTo>
                  <a:cubicBezTo>
                    <a:pt x="715" y="2311"/>
                    <a:pt x="846" y="3073"/>
                    <a:pt x="1048" y="3406"/>
                  </a:cubicBezTo>
                  <a:cubicBezTo>
                    <a:pt x="1160" y="3639"/>
                    <a:pt x="1289" y="3677"/>
                    <a:pt x="1361" y="3677"/>
                  </a:cubicBezTo>
                  <a:cubicBezTo>
                    <a:pt x="1396" y="3677"/>
                    <a:pt x="1417" y="3668"/>
                    <a:pt x="1417" y="3668"/>
                  </a:cubicBezTo>
                  <a:cubicBezTo>
                    <a:pt x="1179" y="3632"/>
                    <a:pt x="1048" y="3168"/>
                    <a:pt x="1119" y="2596"/>
                  </a:cubicBezTo>
                  <a:cubicBezTo>
                    <a:pt x="1179" y="2072"/>
                    <a:pt x="1072" y="1132"/>
                    <a:pt x="1060" y="953"/>
                  </a:cubicBezTo>
                  <a:lnTo>
                    <a:pt x="1060" y="941"/>
                  </a:lnTo>
                  <a:cubicBezTo>
                    <a:pt x="1048" y="822"/>
                    <a:pt x="1024" y="727"/>
                    <a:pt x="1024" y="727"/>
                  </a:cubicBezTo>
                  <a:lnTo>
                    <a:pt x="1024" y="727"/>
                  </a:lnTo>
                  <a:cubicBezTo>
                    <a:pt x="1118" y="738"/>
                    <a:pt x="1216" y="743"/>
                    <a:pt x="1316" y="743"/>
                  </a:cubicBezTo>
                  <a:cubicBezTo>
                    <a:pt x="2286" y="743"/>
                    <a:pt x="3458" y="260"/>
                    <a:pt x="3739" y="120"/>
                  </a:cubicBezTo>
                  <a:cubicBezTo>
                    <a:pt x="3727" y="51"/>
                    <a:pt x="3705" y="4"/>
                    <a:pt x="37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5"/>
            <p:cNvSpPr/>
            <p:nvPr/>
          </p:nvSpPr>
          <p:spPr>
            <a:xfrm>
              <a:off x="901600" y="1536925"/>
              <a:ext cx="34550" cy="63125"/>
            </a:xfrm>
            <a:custGeom>
              <a:rect b="b" l="l" r="r" t="t"/>
              <a:pathLst>
                <a:path extrusionOk="0" h="2525" w="1382">
                  <a:moveTo>
                    <a:pt x="250" y="1"/>
                  </a:moveTo>
                  <a:cubicBezTo>
                    <a:pt x="0" y="977"/>
                    <a:pt x="226" y="1632"/>
                    <a:pt x="226" y="1632"/>
                  </a:cubicBezTo>
                  <a:cubicBezTo>
                    <a:pt x="226" y="1632"/>
                    <a:pt x="786" y="2287"/>
                    <a:pt x="1381" y="2525"/>
                  </a:cubicBezTo>
                  <a:lnTo>
                    <a:pt x="1381" y="798"/>
                  </a:lnTo>
                  <a:lnTo>
                    <a:pt x="1369" y="798"/>
                  </a:lnTo>
                  <a:cubicBezTo>
                    <a:pt x="857" y="382"/>
                    <a:pt x="250" y="1"/>
                    <a:pt x="2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5"/>
            <p:cNvSpPr/>
            <p:nvPr/>
          </p:nvSpPr>
          <p:spPr>
            <a:xfrm>
              <a:off x="741875" y="1555075"/>
              <a:ext cx="289525" cy="114800"/>
            </a:xfrm>
            <a:custGeom>
              <a:rect b="b" l="l" r="r" t="t"/>
              <a:pathLst>
                <a:path extrusionOk="0" h="4592" w="11581">
                  <a:moveTo>
                    <a:pt x="1164" y="1"/>
                  </a:moveTo>
                  <a:cubicBezTo>
                    <a:pt x="522" y="1"/>
                    <a:pt x="0" y="727"/>
                    <a:pt x="376" y="1382"/>
                  </a:cubicBezTo>
                  <a:cubicBezTo>
                    <a:pt x="376" y="1382"/>
                    <a:pt x="412" y="1430"/>
                    <a:pt x="472" y="1501"/>
                  </a:cubicBezTo>
                  <a:cubicBezTo>
                    <a:pt x="1043" y="2180"/>
                    <a:pt x="1722" y="2751"/>
                    <a:pt x="2484" y="3192"/>
                  </a:cubicBezTo>
                  <a:cubicBezTo>
                    <a:pt x="3198" y="3585"/>
                    <a:pt x="4067" y="4406"/>
                    <a:pt x="4984" y="4561"/>
                  </a:cubicBezTo>
                  <a:cubicBezTo>
                    <a:pt x="5111" y="4582"/>
                    <a:pt x="5250" y="4591"/>
                    <a:pt x="5400" y="4591"/>
                  </a:cubicBezTo>
                  <a:cubicBezTo>
                    <a:pt x="7486" y="4591"/>
                    <a:pt x="11580" y="2715"/>
                    <a:pt x="11580" y="2715"/>
                  </a:cubicBezTo>
                  <a:lnTo>
                    <a:pt x="11175" y="1620"/>
                  </a:lnTo>
                  <a:cubicBezTo>
                    <a:pt x="11175" y="1620"/>
                    <a:pt x="8485" y="2299"/>
                    <a:pt x="7544" y="2442"/>
                  </a:cubicBezTo>
                  <a:cubicBezTo>
                    <a:pt x="6580" y="2596"/>
                    <a:pt x="5675" y="2751"/>
                    <a:pt x="5675" y="2751"/>
                  </a:cubicBezTo>
                  <a:cubicBezTo>
                    <a:pt x="4722" y="2192"/>
                    <a:pt x="2698" y="763"/>
                    <a:pt x="1627" y="132"/>
                  </a:cubicBezTo>
                  <a:cubicBezTo>
                    <a:pt x="1472" y="41"/>
                    <a:pt x="1315" y="1"/>
                    <a:pt x="11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5"/>
            <p:cNvSpPr/>
            <p:nvPr/>
          </p:nvSpPr>
          <p:spPr>
            <a:xfrm>
              <a:off x="1021250" y="1558500"/>
              <a:ext cx="81275" cy="63575"/>
            </a:xfrm>
            <a:custGeom>
              <a:rect b="b" l="l" r="r" t="t"/>
              <a:pathLst>
                <a:path extrusionOk="0" h="2543" w="3251">
                  <a:moveTo>
                    <a:pt x="1207" y="1"/>
                  </a:moveTo>
                  <a:cubicBezTo>
                    <a:pt x="1165" y="1"/>
                    <a:pt x="1112" y="24"/>
                    <a:pt x="1048" y="78"/>
                  </a:cubicBezTo>
                  <a:cubicBezTo>
                    <a:pt x="798" y="281"/>
                    <a:pt x="477" y="447"/>
                    <a:pt x="286" y="733"/>
                  </a:cubicBezTo>
                  <a:cubicBezTo>
                    <a:pt x="96" y="1031"/>
                    <a:pt x="0" y="1471"/>
                    <a:pt x="0" y="1471"/>
                  </a:cubicBezTo>
                  <a:lnTo>
                    <a:pt x="405" y="2543"/>
                  </a:lnTo>
                  <a:cubicBezTo>
                    <a:pt x="1405" y="2424"/>
                    <a:pt x="2846" y="1590"/>
                    <a:pt x="2882" y="1388"/>
                  </a:cubicBezTo>
                  <a:cubicBezTo>
                    <a:pt x="2887" y="1353"/>
                    <a:pt x="2857" y="1340"/>
                    <a:pt x="2806" y="1340"/>
                  </a:cubicBezTo>
                  <a:cubicBezTo>
                    <a:pt x="2611" y="1340"/>
                    <a:pt x="2108" y="1543"/>
                    <a:pt x="2108" y="1543"/>
                  </a:cubicBezTo>
                  <a:cubicBezTo>
                    <a:pt x="2417" y="1412"/>
                    <a:pt x="3060" y="1114"/>
                    <a:pt x="3013" y="983"/>
                  </a:cubicBezTo>
                  <a:cubicBezTo>
                    <a:pt x="3000" y="945"/>
                    <a:pt x="2954" y="930"/>
                    <a:pt x="2889" y="930"/>
                  </a:cubicBezTo>
                  <a:cubicBezTo>
                    <a:pt x="2647" y="930"/>
                    <a:pt x="2143" y="1138"/>
                    <a:pt x="2143" y="1138"/>
                  </a:cubicBezTo>
                  <a:cubicBezTo>
                    <a:pt x="2143" y="1138"/>
                    <a:pt x="3251" y="650"/>
                    <a:pt x="3072" y="519"/>
                  </a:cubicBezTo>
                  <a:cubicBezTo>
                    <a:pt x="3052" y="503"/>
                    <a:pt x="3019" y="496"/>
                    <a:pt x="2977" y="496"/>
                  </a:cubicBezTo>
                  <a:cubicBezTo>
                    <a:pt x="2670" y="496"/>
                    <a:pt x="1870" y="864"/>
                    <a:pt x="1870" y="864"/>
                  </a:cubicBezTo>
                  <a:cubicBezTo>
                    <a:pt x="1870" y="864"/>
                    <a:pt x="2894" y="269"/>
                    <a:pt x="2536" y="221"/>
                  </a:cubicBezTo>
                  <a:cubicBezTo>
                    <a:pt x="2530" y="221"/>
                    <a:pt x="2524" y="220"/>
                    <a:pt x="2518" y="220"/>
                  </a:cubicBezTo>
                  <a:cubicBezTo>
                    <a:pt x="2148" y="220"/>
                    <a:pt x="1072" y="876"/>
                    <a:pt x="924" y="876"/>
                  </a:cubicBezTo>
                  <a:cubicBezTo>
                    <a:pt x="921" y="876"/>
                    <a:pt x="919" y="876"/>
                    <a:pt x="917" y="876"/>
                  </a:cubicBezTo>
                  <a:cubicBezTo>
                    <a:pt x="798" y="840"/>
                    <a:pt x="1012" y="602"/>
                    <a:pt x="1215" y="376"/>
                  </a:cubicBezTo>
                  <a:cubicBezTo>
                    <a:pt x="1348" y="198"/>
                    <a:pt x="1329" y="1"/>
                    <a:pt x="1207"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5"/>
            <p:cNvSpPr/>
            <p:nvPr/>
          </p:nvSpPr>
          <p:spPr>
            <a:xfrm>
              <a:off x="732225" y="2352800"/>
              <a:ext cx="117000" cy="409300"/>
            </a:xfrm>
            <a:custGeom>
              <a:rect b="b" l="l" r="r" t="t"/>
              <a:pathLst>
                <a:path extrusionOk="0" h="16372" w="4680">
                  <a:moveTo>
                    <a:pt x="4156" y="1"/>
                  </a:moveTo>
                  <a:lnTo>
                    <a:pt x="36" y="16122"/>
                  </a:lnTo>
                  <a:cubicBezTo>
                    <a:pt x="0" y="16264"/>
                    <a:pt x="72" y="16372"/>
                    <a:pt x="227" y="16372"/>
                  </a:cubicBezTo>
                  <a:cubicBezTo>
                    <a:pt x="369" y="16372"/>
                    <a:pt x="512" y="16252"/>
                    <a:pt x="548" y="16122"/>
                  </a:cubicBezTo>
                  <a:lnTo>
                    <a:pt x="46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5"/>
            <p:cNvSpPr/>
            <p:nvPr/>
          </p:nvSpPr>
          <p:spPr>
            <a:xfrm>
              <a:off x="563750" y="2352800"/>
              <a:ext cx="116700" cy="409300"/>
            </a:xfrm>
            <a:custGeom>
              <a:rect b="b" l="l" r="r" t="t"/>
              <a:pathLst>
                <a:path extrusionOk="0" h="16372" w="4668">
                  <a:moveTo>
                    <a:pt x="4156" y="1"/>
                  </a:moveTo>
                  <a:lnTo>
                    <a:pt x="24" y="16122"/>
                  </a:lnTo>
                  <a:cubicBezTo>
                    <a:pt x="0" y="16264"/>
                    <a:pt x="72" y="16372"/>
                    <a:pt x="227" y="16372"/>
                  </a:cubicBezTo>
                  <a:cubicBezTo>
                    <a:pt x="370" y="16372"/>
                    <a:pt x="501" y="16252"/>
                    <a:pt x="548" y="16122"/>
                  </a:cubicBezTo>
                  <a:lnTo>
                    <a:pt x="46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5"/>
            <p:cNvSpPr/>
            <p:nvPr/>
          </p:nvSpPr>
          <p:spPr>
            <a:xfrm>
              <a:off x="644700" y="2433175"/>
              <a:ext cx="182800" cy="12825"/>
            </a:xfrm>
            <a:custGeom>
              <a:rect b="b" l="l" r="r" t="t"/>
              <a:pathLst>
                <a:path extrusionOk="0" h="513" w="7312">
                  <a:moveTo>
                    <a:pt x="358" y="0"/>
                  </a:moveTo>
                  <a:cubicBezTo>
                    <a:pt x="215" y="0"/>
                    <a:pt x="72" y="119"/>
                    <a:pt x="37" y="250"/>
                  </a:cubicBezTo>
                  <a:cubicBezTo>
                    <a:pt x="1" y="393"/>
                    <a:pt x="84" y="512"/>
                    <a:pt x="227" y="512"/>
                  </a:cubicBezTo>
                  <a:lnTo>
                    <a:pt x="6954" y="512"/>
                  </a:lnTo>
                  <a:cubicBezTo>
                    <a:pt x="7109" y="512"/>
                    <a:pt x="7240" y="393"/>
                    <a:pt x="7276" y="250"/>
                  </a:cubicBezTo>
                  <a:cubicBezTo>
                    <a:pt x="7311" y="107"/>
                    <a:pt x="7240" y="0"/>
                    <a:pt x="70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5"/>
            <p:cNvSpPr/>
            <p:nvPr/>
          </p:nvSpPr>
          <p:spPr>
            <a:xfrm>
              <a:off x="623875" y="2513525"/>
              <a:ext cx="183075" cy="12825"/>
            </a:xfrm>
            <a:custGeom>
              <a:rect b="b" l="l" r="r" t="t"/>
              <a:pathLst>
                <a:path extrusionOk="0" h="513" w="7323">
                  <a:moveTo>
                    <a:pt x="370" y="1"/>
                  </a:moveTo>
                  <a:cubicBezTo>
                    <a:pt x="227" y="1"/>
                    <a:pt x="96" y="120"/>
                    <a:pt x="48" y="251"/>
                  </a:cubicBezTo>
                  <a:cubicBezTo>
                    <a:pt x="1" y="394"/>
                    <a:pt x="96" y="513"/>
                    <a:pt x="239" y="513"/>
                  </a:cubicBezTo>
                  <a:lnTo>
                    <a:pt x="6966" y="513"/>
                  </a:lnTo>
                  <a:cubicBezTo>
                    <a:pt x="7120" y="513"/>
                    <a:pt x="7251" y="394"/>
                    <a:pt x="7299" y="251"/>
                  </a:cubicBezTo>
                  <a:cubicBezTo>
                    <a:pt x="7323" y="108"/>
                    <a:pt x="7251" y="1"/>
                    <a:pt x="70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5"/>
            <p:cNvSpPr/>
            <p:nvPr/>
          </p:nvSpPr>
          <p:spPr>
            <a:xfrm>
              <a:off x="603625" y="2592700"/>
              <a:ext cx="182800" cy="13425"/>
            </a:xfrm>
            <a:custGeom>
              <a:rect b="b" l="l" r="r" t="t"/>
              <a:pathLst>
                <a:path extrusionOk="0" h="537" w="7312">
                  <a:moveTo>
                    <a:pt x="370" y="1"/>
                  </a:moveTo>
                  <a:cubicBezTo>
                    <a:pt x="215" y="1"/>
                    <a:pt x="84" y="120"/>
                    <a:pt x="37" y="275"/>
                  </a:cubicBezTo>
                  <a:cubicBezTo>
                    <a:pt x="1" y="418"/>
                    <a:pt x="84" y="537"/>
                    <a:pt x="215" y="537"/>
                  </a:cubicBezTo>
                  <a:lnTo>
                    <a:pt x="6966" y="537"/>
                  </a:lnTo>
                  <a:cubicBezTo>
                    <a:pt x="7109" y="537"/>
                    <a:pt x="7240" y="418"/>
                    <a:pt x="7288" y="275"/>
                  </a:cubicBezTo>
                  <a:cubicBezTo>
                    <a:pt x="7311" y="120"/>
                    <a:pt x="7240" y="1"/>
                    <a:pt x="70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5"/>
            <p:cNvSpPr/>
            <p:nvPr/>
          </p:nvSpPr>
          <p:spPr>
            <a:xfrm>
              <a:off x="583100" y="2674275"/>
              <a:ext cx="182475" cy="12825"/>
            </a:xfrm>
            <a:custGeom>
              <a:rect b="b" l="l" r="r" t="t"/>
              <a:pathLst>
                <a:path extrusionOk="0" h="513" w="7299">
                  <a:moveTo>
                    <a:pt x="358" y="0"/>
                  </a:moveTo>
                  <a:cubicBezTo>
                    <a:pt x="203" y="0"/>
                    <a:pt x="72" y="119"/>
                    <a:pt x="24" y="250"/>
                  </a:cubicBezTo>
                  <a:cubicBezTo>
                    <a:pt x="0" y="393"/>
                    <a:pt x="84" y="512"/>
                    <a:pt x="227" y="512"/>
                  </a:cubicBezTo>
                  <a:lnTo>
                    <a:pt x="6954" y="512"/>
                  </a:lnTo>
                  <a:cubicBezTo>
                    <a:pt x="7096" y="512"/>
                    <a:pt x="7227" y="393"/>
                    <a:pt x="7275" y="250"/>
                  </a:cubicBezTo>
                  <a:cubicBezTo>
                    <a:pt x="7299" y="107"/>
                    <a:pt x="7227" y="0"/>
                    <a:pt x="70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5"/>
            <p:cNvSpPr/>
            <p:nvPr/>
          </p:nvSpPr>
          <p:spPr>
            <a:xfrm>
              <a:off x="826275" y="2352800"/>
              <a:ext cx="117000" cy="409300"/>
            </a:xfrm>
            <a:custGeom>
              <a:rect b="b" l="l" r="r" t="t"/>
              <a:pathLst>
                <a:path extrusionOk="0" h="16372" w="4680">
                  <a:moveTo>
                    <a:pt x="1" y="1"/>
                  </a:moveTo>
                  <a:lnTo>
                    <a:pt x="4132" y="16122"/>
                  </a:lnTo>
                  <a:cubicBezTo>
                    <a:pt x="4156" y="16264"/>
                    <a:pt x="4299" y="16372"/>
                    <a:pt x="4454" y="16372"/>
                  </a:cubicBezTo>
                  <a:cubicBezTo>
                    <a:pt x="4597" y="16372"/>
                    <a:pt x="4680" y="16252"/>
                    <a:pt x="4644" y="16122"/>
                  </a:cubicBezTo>
                  <a:lnTo>
                    <a:pt x="5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5"/>
            <p:cNvSpPr/>
            <p:nvPr/>
          </p:nvSpPr>
          <p:spPr>
            <a:xfrm>
              <a:off x="995050" y="2352800"/>
              <a:ext cx="116400" cy="409300"/>
            </a:xfrm>
            <a:custGeom>
              <a:rect b="b" l="l" r="r" t="t"/>
              <a:pathLst>
                <a:path extrusionOk="0" h="16372" w="4656">
                  <a:moveTo>
                    <a:pt x="1" y="1"/>
                  </a:moveTo>
                  <a:lnTo>
                    <a:pt x="4108" y="16122"/>
                  </a:lnTo>
                  <a:cubicBezTo>
                    <a:pt x="4132" y="16264"/>
                    <a:pt x="4287" y="16372"/>
                    <a:pt x="4430" y="16372"/>
                  </a:cubicBezTo>
                  <a:cubicBezTo>
                    <a:pt x="4585" y="16372"/>
                    <a:pt x="4656" y="16264"/>
                    <a:pt x="4620" y="16122"/>
                  </a:cubicBezTo>
                  <a:lnTo>
                    <a:pt x="5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5"/>
            <p:cNvSpPr/>
            <p:nvPr/>
          </p:nvSpPr>
          <p:spPr>
            <a:xfrm>
              <a:off x="655125" y="2339700"/>
              <a:ext cx="359900" cy="25925"/>
            </a:xfrm>
            <a:custGeom>
              <a:rect b="b" l="l" r="r" t="t"/>
              <a:pathLst>
                <a:path extrusionOk="0" h="1037" w="14396">
                  <a:moveTo>
                    <a:pt x="155" y="1"/>
                  </a:moveTo>
                  <a:cubicBezTo>
                    <a:pt x="60" y="1"/>
                    <a:pt x="1" y="84"/>
                    <a:pt x="1" y="155"/>
                  </a:cubicBezTo>
                  <a:lnTo>
                    <a:pt x="1" y="882"/>
                  </a:lnTo>
                  <a:cubicBezTo>
                    <a:pt x="1" y="977"/>
                    <a:pt x="84" y="1036"/>
                    <a:pt x="155" y="1036"/>
                  </a:cubicBezTo>
                  <a:lnTo>
                    <a:pt x="14252" y="1036"/>
                  </a:lnTo>
                  <a:cubicBezTo>
                    <a:pt x="14336" y="1036"/>
                    <a:pt x="14395" y="977"/>
                    <a:pt x="14395" y="882"/>
                  </a:cubicBezTo>
                  <a:lnTo>
                    <a:pt x="14395" y="155"/>
                  </a:lnTo>
                  <a:cubicBezTo>
                    <a:pt x="14395" y="60"/>
                    <a:pt x="14324" y="1"/>
                    <a:pt x="14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5"/>
            <p:cNvSpPr/>
            <p:nvPr/>
          </p:nvSpPr>
          <p:spPr>
            <a:xfrm>
              <a:off x="847725" y="2433175"/>
              <a:ext cx="182475" cy="12825"/>
            </a:xfrm>
            <a:custGeom>
              <a:rect b="b" l="l" r="r" t="t"/>
              <a:pathLst>
                <a:path extrusionOk="0" h="513" w="7299">
                  <a:moveTo>
                    <a:pt x="214" y="0"/>
                  </a:moveTo>
                  <a:cubicBezTo>
                    <a:pt x="71" y="0"/>
                    <a:pt x="0" y="107"/>
                    <a:pt x="24" y="250"/>
                  </a:cubicBezTo>
                  <a:cubicBezTo>
                    <a:pt x="71" y="393"/>
                    <a:pt x="202" y="512"/>
                    <a:pt x="357" y="512"/>
                  </a:cubicBezTo>
                  <a:lnTo>
                    <a:pt x="7084" y="512"/>
                  </a:lnTo>
                  <a:cubicBezTo>
                    <a:pt x="7227" y="512"/>
                    <a:pt x="7299" y="393"/>
                    <a:pt x="7275" y="250"/>
                  </a:cubicBezTo>
                  <a:cubicBezTo>
                    <a:pt x="7227" y="119"/>
                    <a:pt x="7096" y="0"/>
                    <a:pt x="69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5"/>
            <p:cNvSpPr/>
            <p:nvPr/>
          </p:nvSpPr>
          <p:spPr>
            <a:xfrm>
              <a:off x="867950" y="2513525"/>
              <a:ext cx="183075" cy="12825"/>
            </a:xfrm>
            <a:custGeom>
              <a:rect b="b" l="l" r="r" t="t"/>
              <a:pathLst>
                <a:path extrusionOk="0" h="513" w="7323">
                  <a:moveTo>
                    <a:pt x="227" y="1"/>
                  </a:moveTo>
                  <a:cubicBezTo>
                    <a:pt x="84" y="1"/>
                    <a:pt x="1" y="108"/>
                    <a:pt x="36" y="251"/>
                  </a:cubicBezTo>
                  <a:cubicBezTo>
                    <a:pt x="84" y="394"/>
                    <a:pt x="215" y="513"/>
                    <a:pt x="358" y="513"/>
                  </a:cubicBezTo>
                  <a:lnTo>
                    <a:pt x="7085" y="513"/>
                  </a:lnTo>
                  <a:cubicBezTo>
                    <a:pt x="7240" y="513"/>
                    <a:pt x="7323" y="394"/>
                    <a:pt x="7287" y="251"/>
                  </a:cubicBezTo>
                  <a:cubicBezTo>
                    <a:pt x="7240" y="120"/>
                    <a:pt x="7109" y="1"/>
                    <a:pt x="69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5"/>
            <p:cNvSpPr/>
            <p:nvPr/>
          </p:nvSpPr>
          <p:spPr>
            <a:xfrm>
              <a:off x="888800" y="2592700"/>
              <a:ext cx="182775" cy="13425"/>
            </a:xfrm>
            <a:custGeom>
              <a:rect b="b" l="l" r="r" t="t"/>
              <a:pathLst>
                <a:path extrusionOk="0" h="537" w="7311">
                  <a:moveTo>
                    <a:pt x="226" y="1"/>
                  </a:moveTo>
                  <a:cubicBezTo>
                    <a:pt x="83" y="1"/>
                    <a:pt x="0" y="120"/>
                    <a:pt x="36" y="275"/>
                  </a:cubicBezTo>
                  <a:cubicBezTo>
                    <a:pt x="83" y="418"/>
                    <a:pt x="214" y="537"/>
                    <a:pt x="357" y="537"/>
                  </a:cubicBezTo>
                  <a:lnTo>
                    <a:pt x="7084" y="537"/>
                  </a:lnTo>
                  <a:cubicBezTo>
                    <a:pt x="7227" y="537"/>
                    <a:pt x="7311" y="418"/>
                    <a:pt x="7287" y="275"/>
                  </a:cubicBezTo>
                  <a:cubicBezTo>
                    <a:pt x="7239" y="120"/>
                    <a:pt x="7108" y="1"/>
                    <a:pt x="69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5"/>
            <p:cNvSpPr/>
            <p:nvPr/>
          </p:nvSpPr>
          <p:spPr>
            <a:xfrm>
              <a:off x="909325" y="2674275"/>
              <a:ext cx="182800" cy="12825"/>
            </a:xfrm>
            <a:custGeom>
              <a:rect b="b" l="l" r="r" t="t"/>
              <a:pathLst>
                <a:path extrusionOk="0" h="513" w="7312">
                  <a:moveTo>
                    <a:pt x="227" y="0"/>
                  </a:moveTo>
                  <a:cubicBezTo>
                    <a:pt x="72" y="0"/>
                    <a:pt x="1" y="107"/>
                    <a:pt x="36" y="250"/>
                  </a:cubicBezTo>
                  <a:cubicBezTo>
                    <a:pt x="72" y="393"/>
                    <a:pt x="215" y="512"/>
                    <a:pt x="358" y="512"/>
                  </a:cubicBezTo>
                  <a:lnTo>
                    <a:pt x="7085" y="512"/>
                  </a:lnTo>
                  <a:cubicBezTo>
                    <a:pt x="7216" y="512"/>
                    <a:pt x="7311" y="393"/>
                    <a:pt x="7275" y="250"/>
                  </a:cubicBezTo>
                  <a:cubicBezTo>
                    <a:pt x="7240" y="119"/>
                    <a:pt x="7097" y="0"/>
                    <a:pt x="69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5"/>
            <p:cNvSpPr/>
            <p:nvPr/>
          </p:nvSpPr>
          <p:spPr>
            <a:xfrm>
              <a:off x="1787425" y="2004850"/>
              <a:ext cx="156575" cy="106275"/>
            </a:xfrm>
            <a:custGeom>
              <a:rect b="b" l="l" r="r" t="t"/>
              <a:pathLst>
                <a:path extrusionOk="0" h="4251" w="6263">
                  <a:moveTo>
                    <a:pt x="5703" y="0"/>
                  </a:moveTo>
                  <a:lnTo>
                    <a:pt x="0" y="1036"/>
                  </a:lnTo>
                  <a:lnTo>
                    <a:pt x="357" y="3012"/>
                  </a:lnTo>
                  <a:lnTo>
                    <a:pt x="572" y="4251"/>
                  </a:lnTo>
                  <a:lnTo>
                    <a:pt x="6263" y="3215"/>
                  </a:lnTo>
                  <a:lnTo>
                    <a:pt x="6060" y="2012"/>
                  </a:lnTo>
                  <a:lnTo>
                    <a:pt x="570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0" name="Google Shape;3880;p75"/>
          <p:cNvGrpSpPr/>
          <p:nvPr/>
        </p:nvGrpSpPr>
        <p:grpSpPr>
          <a:xfrm flipH="1" rot="413297">
            <a:off x="8046063" y="3635924"/>
            <a:ext cx="1380540" cy="1820128"/>
            <a:chOff x="4326425" y="5583250"/>
            <a:chExt cx="744150" cy="981100"/>
          </a:xfrm>
        </p:grpSpPr>
        <p:sp>
          <p:nvSpPr>
            <p:cNvPr id="3881" name="Google Shape;3881;p75"/>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5"/>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5"/>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5"/>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5"/>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5"/>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5"/>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5"/>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5"/>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5"/>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5"/>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5"/>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5"/>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5"/>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5"/>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5"/>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5"/>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5"/>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5"/>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5"/>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5"/>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5"/>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5"/>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5"/>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5"/>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6" name="Google Shape;3906;p75"/>
          <p:cNvGrpSpPr/>
          <p:nvPr/>
        </p:nvGrpSpPr>
        <p:grpSpPr>
          <a:xfrm rot="1865779">
            <a:off x="7663077" y="3514969"/>
            <a:ext cx="923583" cy="1871813"/>
            <a:chOff x="1803775" y="5029925"/>
            <a:chExt cx="655775" cy="1329050"/>
          </a:xfrm>
        </p:grpSpPr>
        <p:sp>
          <p:nvSpPr>
            <p:cNvPr id="3907" name="Google Shape;3907;p75"/>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5"/>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5"/>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5"/>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5"/>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5"/>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5"/>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5"/>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5"/>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5"/>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5"/>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768"/>
                                        </p:tgtEl>
                                        <p:attrNameLst>
                                          <p:attrName>style.visibility</p:attrName>
                                        </p:attrNameLst>
                                      </p:cBhvr>
                                      <p:to>
                                        <p:strVal val="visible"/>
                                      </p:to>
                                    </p:set>
                                    <p:animEffect filter="fade" transition="in">
                                      <p:cBhvr>
                                        <p:cTn dur="1000"/>
                                        <p:tgtEl>
                                          <p:spTgt spid="3768"/>
                                        </p:tgtEl>
                                      </p:cBhvr>
                                    </p:animEffect>
                                  </p:childTnLst>
                                </p:cTn>
                              </p:par>
                              <p:par>
                                <p:cTn fill="hold" nodeType="withEffect" presetClass="entr" presetID="10" presetSubtype="0">
                                  <p:stCondLst>
                                    <p:cond delay="0"/>
                                  </p:stCondLst>
                                  <p:childTnLst>
                                    <p:set>
                                      <p:cBhvr>
                                        <p:cTn dur="1" fill="hold">
                                          <p:stCondLst>
                                            <p:cond delay="0"/>
                                          </p:stCondLst>
                                        </p:cTn>
                                        <p:tgtEl>
                                          <p:spTgt spid="3769"/>
                                        </p:tgtEl>
                                        <p:attrNameLst>
                                          <p:attrName>style.visibility</p:attrName>
                                        </p:attrNameLst>
                                      </p:cBhvr>
                                      <p:to>
                                        <p:strVal val="visible"/>
                                      </p:to>
                                    </p:set>
                                    <p:animEffect filter="fade" transition="in">
                                      <p:cBhvr>
                                        <p:cTn dur="1000"/>
                                        <p:tgtEl>
                                          <p:spTgt spid="376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766"/>
                                        </p:tgtEl>
                                        <p:attrNameLst>
                                          <p:attrName>style.visibility</p:attrName>
                                        </p:attrNameLst>
                                      </p:cBhvr>
                                      <p:to>
                                        <p:strVal val="visible"/>
                                      </p:to>
                                    </p:set>
                                    <p:animEffect filter="fade" transition="in">
                                      <p:cBhvr>
                                        <p:cTn dur="1000"/>
                                        <p:tgtEl>
                                          <p:spTgt spid="3766"/>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767"/>
                                        </p:tgtEl>
                                        <p:attrNameLst>
                                          <p:attrName>style.visibility</p:attrName>
                                        </p:attrNameLst>
                                      </p:cBhvr>
                                      <p:to>
                                        <p:strVal val="visible"/>
                                      </p:to>
                                    </p:set>
                                    <p:animEffect filter="fade" transition="in">
                                      <p:cBhvr>
                                        <p:cTn dur="1000"/>
                                        <p:tgtEl>
                                          <p:spTgt spid="376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21" name="Shape 3921"/>
        <p:cNvGrpSpPr/>
        <p:nvPr/>
      </p:nvGrpSpPr>
      <p:grpSpPr>
        <a:xfrm>
          <a:off x="0" y="0"/>
          <a:ext cx="0" cy="0"/>
          <a:chOff x="0" y="0"/>
          <a:chExt cx="0" cy="0"/>
        </a:xfrm>
      </p:grpSpPr>
      <p:sp>
        <p:nvSpPr>
          <p:cNvPr id="3922" name="Google Shape;3922;p76"/>
          <p:cNvSpPr txBox="1"/>
          <p:nvPr>
            <p:ph type="title"/>
          </p:nvPr>
        </p:nvSpPr>
        <p:spPr>
          <a:xfrm>
            <a:off x="4423975" y="3271450"/>
            <a:ext cx="40068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3923" name="Google Shape;3923;p76"/>
          <p:cNvSpPr txBox="1"/>
          <p:nvPr>
            <p:ph idx="1" type="subTitle"/>
          </p:nvPr>
        </p:nvSpPr>
        <p:spPr>
          <a:xfrm>
            <a:off x="4423825" y="1451475"/>
            <a:ext cx="4006800" cy="166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grpSp>
        <p:nvGrpSpPr>
          <p:cNvPr id="3924" name="Google Shape;3924;p76"/>
          <p:cNvGrpSpPr/>
          <p:nvPr/>
        </p:nvGrpSpPr>
        <p:grpSpPr>
          <a:xfrm>
            <a:off x="347442" y="539371"/>
            <a:ext cx="3701541" cy="3727987"/>
            <a:chOff x="347442" y="539371"/>
            <a:chExt cx="3701541" cy="3727987"/>
          </a:xfrm>
        </p:grpSpPr>
        <p:sp>
          <p:nvSpPr>
            <p:cNvPr id="3925" name="Google Shape;3925;p76"/>
            <p:cNvSpPr/>
            <p:nvPr/>
          </p:nvSpPr>
          <p:spPr>
            <a:xfrm rot="2103596">
              <a:off x="796418" y="1122466"/>
              <a:ext cx="2803590" cy="2448828"/>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6" name="Google Shape;3926;p76"/>
            <p:cNvGrpSpPr/>
            <p:nvPr/>
          </p:nvGrpSpPr>
          <p:grpSpPr>
            <a:xfrm>
              <a:off x="748783" y="1178356"/>
              <a:ext cx="2898871" cy="2786637"/>
              <a:chOff x="713400" y="1517400"/>
              <a:chExt cx="2193621" cy="2108692"/>
            </a:xfrm>
          </p:grpSpPr>
          <p:sp>
            <p:nvSpPr>
              <p:cNvPr id="3927" name="Google Shape;3927;p76"/>
              <p:cNvSpPr/>
              <p:nvPr/>
            </p:nvSpPr>
            <p:spPr>
              <a:xfrm>
                <a:off x="1239888" y="1517400"/>
                <a:ext cx="615476" cy="563134"/>
              </a:xfrm>
              <a:custGeom>
                <a:rect b="b" l="l" r="r" t="t"/>
                <a:pathLst>
                  <a:path extrusionOk="0" h="5132" w="5609">
                    <a:moveTo>
                      <a:pt x="2846" y="0"/>
                    </a:moveTo>
                    <a:cubicBezTo>
                      <a:pt x="2120" y="0"/>
                      <a:pt x="1441" y="381"/>
                      <a:pt x="1048" y="1012"/>
                    </a:cubicBezTo>
                    <a:lnTo>
                      <a:pt x="1" y="2739"/>
                    </a:lnTo>
                    <a:lnTo>
                      <a:pt x="3763" y="5132"/>
                    </a:lnTo>
                    <a:lnTo>
                      <a:pt x="5608" y="1834"/>
                    </a:lnTo>
                    <a:lnTo>
                      <a:pt x="446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6"/>
              <p:cNvSpPr/>
              <p:nvPr/>
            </p:nvSpPr>
            <p:spPr>
              <a:xfrm>
                <a:off x="1731152" y="1518717"/>
                <a:ext cx="978682" cy="816611"/>
              </a:xfrm>
              <a:custGeom>
                <a:rect b="b" l="l" r="r" t="t"/>
                <a:pathLst>
                  <a:path extrusionOk="0" h="7442" w="8919">
                    <a:moveTo>
                      <a:pt x="0" y="0"/>
                    </a:moveTo>
                    <a:lnTo>
                      <a:pt x="3072" y="5834"/>
                    </a:lnTo>
                    <a:lnTo>
                      <a:pt x="1370" y="6858"/>
                    </a:lnTo>
                    <a:lnTo>
                      <a:pt x="6477" y="7441"/>
                    </a:lnTo>
                    <a:lnTo>
                      <a:pt x="8918" y="2393"/>
                    </a:lnTo>
                    <a:lnTo>
                      <a:pt x="7144" y="3286"/>
                    </a:lnTo>
                    <a:lnTo>
                      <a:pt x="5811" y="1024"/>
                    </a:lnTo>
                    <a:cubicBezTo>
                      <a:pt x="5477" y="393"/>
                      <a:pt x="4822" y="0"/>
                      <a:pt x="41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6"/>
              <p:cNvSpPr/>
              <p:nvPr/>
            </p:nvSpPr>
            <p:spPr>
              <a:xfrm>
                <a:off x="2294179" y="2309109"/>
                <a:ext cx="612842" cy="601101"/>
              </a:xfrm>
              <a:custGeom>
                <a:rect b="b" l="l" r="r" t="t"/>
                <a:pathLst>
                  <a:path extrusionOk="0" h="5478" w="5585">
                    <a:moveTo>
                      <a:pt x="4121" y="0"/>
                    </a:moveTo>
                    <a:lnTo>
                      <a:pt x="1" y="2394"/>
                    </a:lnTo>
                    <a:lnTo>
                      <a:pt x="1715" y="5477"/>
                    </a:lnTo>
                    <a:lnTo>
                      <a:pt x="4454" y="5477"/>
                    </a:lnTo>
                    <a:lnTo>
                      <a:pt x="5168" y="4322"/>
                    </a:lnTo>
                    <a:cubicBezTo>
                      <a:pt x="5573" y="3679"/>
                      <a:pt x="5585" y="2858"/>
                      <a:pt x="5216" y="2203"/>
                    </a:cubicBezTo>
                    <a:lnTo>
                      <a:pt x="412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6"/>
              <p:cNvSpPr/>
              <p:nvPr/>
            </p:nvSpPr>
            <p:spPr>
              <a:xfrm>
                <a:off x="1655328" y="2721917"/>
                <a:ext cx="1127585" cy="904175"/>
              </a:xfrm>
              <a:custGeom>
                <a:rect b="b" l="l" r="r" t="t"/>
                <a:pathLst>
                  <a:path extrusionOk="0" h="8240" w="10276">
                    <a:moveTo>
                      <a:pt x="3430" y="1"/>
                    </a:moveTo>
                    <a:lnTo>
                      <a:pt x="1" y="3775"/>
                    </a:lnTo>
                    <a:lnTo>
                      <a:pt x="3430" y="8240"/>
                    </a:lnTo>
                    <a:lnTo>
                      <a:pt x="3430" y="6871"/>
                    </a:lnTo>
                    <a:lnTo>
                      <a:pt x="6168" y="6871"/>
                    </a:lnTo>
                    <a:cubicBezTo>
                      <a:pt x="6179" y="6871"/>
                      <a:pt x="6189" y="6871"/>
                      <a:pt x="6199" y="6871"/>
                    </a:cubicBezTo>
                    <a:cubicBezTo>
                      <a:pt x="6913" y="6871"/>
                      <a:pt x="7554" y="6469"/>
                      <a:pt x="7883" y="5835"/>
                    </a:cubicBezTo>
                    <a:lnTo>
                      <a:pt x="10276" y="1715"/>
                    </a:lnTo>
                    <a:lnTo>
                      <a:pt x="3430" y="1715"/>
                    </a:lnTo>
                    <a:lnTo>
                      <a:pt x="34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6"/>
              <p:cNvSpPr/>
              <p:nvPr/>
            </p:nvSpPr>
            <p:spPr>
              <a:xfrm>
                <a:off x="999468" y="2946646"/>
                <a:ext cx="466572" cy="526594"/>
              </a:xfrm>
              <a:custGeom>
                <a:rect b="b" l="l" r="r" t="t"/>
                <a:pathLst>
                  <a:path extrusionOk="0" h="4799" w="4252">
                    <a:moveTo>
                      <a:pt x="834" y="1"/>
                    </a:moveTo>
                    <a:lnTo>
                      <a:pt x="834" y="13"/>
                    </a:lnTo>
                    <a:lnTo>
                      <a:pt x="1" y="1929"/>
                    </a:lnTo>
                    <a:lnTo>
                      <a:pt x="1037" y="3727"/>
                    </a:lnTo>
                    <a:cubicBezTo>
                      <a:pt x="1430" y="4382"/>
                      <a:pt x="2132" y="4787"/>
                      <a:pt x="2882" y="4799"/>
                    </a:cubicBezTo>
                    <a:lnTo>
                      <a:pt x="4251" y="4799"/>
                    </a:lnTo>
                    <a:lnTo>
                      <a:pt x="425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6"/>
              <p:cNvSpPr/>
              <p:nvPr/>
            </p:nvSpPr>
            <p:spPr>
              <a:xfrm>
                <a:off x="713400" y="2119604"/>
                <a:ext cx="828352" cy="1040131"/>
              </a:xfrm>
              <a:custGeom>
                <a:rect b="b" l="l" r="r" t="t"/>
                <a:pathLst>
                  <a:path extrusionOk="0" h="9479" w="7549">
                    <a:moveTo>
                      <a:pt x="5489" y="1"/>
                    </a:moveTo>
                    <a:lnTo>
                      <a:pt x="0" y="346"/>
                    </a:lnTo>
                    <a:lnTo>
                      <a:pt x="1965" y="1561"/>
                    </a:lnTo>
                    <a:lnTo>
                      <a:pt x="679" y="4121"/>
                    </a:lnTo>
                    <a:cubicBezTo>
                      <a:pt x="322" y="4763"/>
                      <a:pt x="322" y="5537"/>
                      <a:pt x="679" y="6180"/>
                    </a:cubicBezTo>
                    <a:lnTo>
                      <a:pt x="2584" y="9478"/>
                    </a:lnTo>
                    <a:lnTo>
                      <a:pt x="3310" y="8252"/>
                    </a:lnTo>
                    <a:lnTo>
                      <a:pt x="5846" y="3823"/>
                    </a:lnTo>
                    <a:lnTo>
                      <a:pt x="7549" y="4466"/>
                    </a:lnTo>
                    <a:lnTo>
                      <a:pt x="7549" y="4466"/>
                    </a:lnTo>
                    <a:lnTo>
                      <a:pt x="54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3" name="Google Shape;3933;p76"/>
            <p:cNvGrpSpPr/>
            <p:nvPr/>
          </p:nvGrpSpPr>
          <p:grpSpPr>
            <a:xfrm rot="9439248">
              <a:off x="2709784" y="625587"/>
              <a:ext cx="607948" cy="801529"/>
              <a:chOff x="4326425" y="5583250"/>
              <a:chExt cx="744150" cy="981100"/>
            </a:xfrm>
          </p:grpSpPr>
          <p:sp>
            <p:nvSpPr>
              <p:cNvPr id="3934" name="Google Shape;3934;p76"/>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6"/>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6"/>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6"/>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6"/>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6"/>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6"/>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6"/>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6"/>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6"/>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6"/>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6"/>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6"/>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6"/>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6"/>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6"/>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6"/>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6"/>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6"/>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6"/>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6"/>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6"/>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6"/>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6"/>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6"/>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9" name="Google Shape;3959;p76"/>
            <p:cNvSpPr/>
            <p:nvPr/>
          </p:nvSpPr>
          <p:spPr>
            <a:xfrm rot="5863390">
              <a:off x="1322102" y="1678749"/>
              <a:ext cx="111439" cy="225794"/>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0" name="Google Shape;3960;p76"/>
            <p:cNvGrpSpPr/>
            <p:nvPr/>
          </p:nvGrpSpPr>
          <p:grpSpPr>
            <a:xfrm rot="2350920">
              <a:off x="945833" y="969514"/>
              <a:ext cx="425263" cy="775134"/>
              <a:chOff x="-214625" y="3943775"/>
              <a:chExt cx="458725" cy="836125"/>
            </a:xfrm>
          </p:grpSpPr>
          <p:sp>
            <p:nvSpPr>
              <p:cNvPr id="3961" name="Google Shape;3961;p76"/>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6"/>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6"/>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6"/>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6"/>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6"/>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6"/>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6"/>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6"/>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6"/>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6"/>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6"/>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3" name="Google Shape;3973;p76"/>
            <p:cNvGrpSpPr/>
            <p:nvPr/>
          </p:nvGrpSpPr>
          <p:grpSpPr>
            <a:xfrm rot="-8768917">
              <a:off x="3274194" y="3299686"/>
              <a:ext cx="497067" cy="906011"/>
              <a:chOff x="-214625" y="3943775"/>
              <a:chExt cx="458725" cy="836125"/>
            </a:xfrm>
          </p:grpSpPr>
          <p:sp>
            <p:nvSpPr>
              <p:cNvPr id="3974" name="Google Shape;3974;p76"/>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6"/>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6"/>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6"/>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6"/>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6"/>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6"/>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6"/>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6"/>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6"/>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6"/>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6"/>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6" name="Google Shape;3986;p76"/>
            <p:cNvSpPr/>
            <p:nvPr/>
          </p:nvSpPr>
          <p:spPr>
            <a:xfrm rot="9578042">
              <a:off x="3683425" y="3033320"/>
              <a:ext cx="111448" cy="2257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7" name="Google Shape;3987;p76"/>
            <p:cNvGrpSpPr/>
            <p:nvPr/>
          </p:nvGrpSpPr>
          <p:grpSpPr>
            <a:xfrm rot="-824212">
              <a:off x="716340" y="3405111"/>
              <a:ext cx="607947" cy="801527"/>
              <a:chOff x="4326425" y="5583250"/>
              <a:chExt cx="744150" cy="981100"/>
            </a:xfrm>
          </p:grpSpPr>
          <p:sp>
            <p:nvSpPr>
              <p:cNvPr id="3988" name="Google Shape;3988;p76"/>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6"/>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6"/>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6"/>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6"/>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6"/>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6"/>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6"/>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6"/>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6"/>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6"/>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6"/>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6"/>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6"/>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6"/>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6"/>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6"/>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6"/>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6"/>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6"/>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6"/>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6"/>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6"/>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6"/>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6"/>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13" name="Google Shape;4013;p76"/>
            <p:cNvSpPr/>
            <p:nvPr/>
          </p:nvSpPr>
          <p:spPr>
            <a:xfrm rot="9327986">
              <a:off x="1964144" y="3692994"/>
              <a:ext cx="111442" cy="22577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6"/>
            <p:cNvSpPr/>
            <p:nvPr/>
          </p:nvSpPr>
          <p:spPr>
            <a:xfrm>
              <a:off x="3647650" y="1327025"/>
              <a:ext cx="394200" cy="394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5" name="Google Shape;4015;p76"/>
            <p:cNvGrpSpPr/>
            <p:nvPr/>
          </p:nvGrpSpPr>
          <p:grpSpPr>
            <a:xfrm rot="1061183">
              <a:off x="1869341" y="1632990"/>
              <a:ext cx="633098" cy="1838275"/>
              <a:chOff x="6512944" y="2975654"/>
              <a:chExt cx="1594853" cy="4630848"/>
            </a:xfrm>
          </p:grpSpPr>
          <p:grpSp>
            <p:nvGrpSpPr>
              <p:cNvPr id="4016" name="Google Shape;4016;p76"/>
              <p:cNvGrpSpPr/>
              <p:nvPr/>
            </p:nvGrpSpPr>
            <p:grpSpPr>
              <a:xfrm>
                <a:off x="6512944" y="2975654"/>
                <a:ext cx="1594853" cy="4630848"/>
                <a:chOff x="1460575" y="5630575"/>
                <a:chExt cx="645350" cy="1873775"/>
              </a:xfrm>
            </p:grpSpPr>
            <p:sp>
              <p:nvSpPr>
                <p:cNvPr id="4017" name="Google Shape;4017;p76"/>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6"/>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19" name="Google Shape;4019;p76"/>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3924"/>
                                        </p:tgtEl>
                                        <p:attrNameLst>
                                          <p:attrName>style.visibility</p:attrName>
                                        </p:attrNameLst>
                                      </p:cBhvr>
                                      <p:to>
                                        <p:strVal val="visible"/>
                                      </p:to>
                                    </p:set>
                                    <p:anim calcmode="lin" valueType="num">
                                      <p:cBhvr additive="base">
                                        <p:cTn dur="1000"/>
                                        <p:tgtEl>
                                          <p:spTgt spid="3924"/>
                                        </p:tgtEl>
                                        <p:attrNameLst>
                                          <p:attrName>ppt_w</p:attrName>
                                        </p:attrNameLst>
                                      </p:cBhvr>
                                      <p:tavLst>
                                        <p:tav fmla="" tm="0">
                                          <p:val>
                                            <p:strVal val="0"/>
                                          </p:val>
                                        </p:tav>
                                        <p:tav fmla="" tm="100000">
                                          <p:val>
                                            <p:strVal val="#ppt_w"/>
                                          </p:val>
                                        </p:tav>
                                      </p:tavLst>
                                    </p:anim>
                                    <p:anim calcmode="lin" valueType="num">
                                      <p:cBhvr additive="base">
                                        <p:cTn dur="1000"/>
                                        <p:tgtEl>
                                          <p:spTgt spid="3924"/>
                                        </p:tgtEl>
                                        <p:attrNameLst>
                                          <p:attrName>ppt_h</p:attrName>
                                        </p:attrNameLst>
                                      </p:cBhvr>
                                      <p:tavLst>
                                        <p:tav fmla="" tm="0">
                                          <p:val>
                                            <p:strVal val="0"/>
                                          </p:val>
                                        </p:tav>
                                        <p:tav fmla="" tm="100000">
                                          <p:val>
                                            <p:strVal val="#ppt_h"/>
                                          </p:val>
                                        </p:tav>
                                      </p:tavLst>
                                    </p:anim>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923"/>
                                        </p:tgtEl>
                                        <p:attrNameLst>
                                          <p:attrName>style.visibility</p:attrName>
                                        </p:attrNameLst>
                                      </p:cBhvr>
                                      <p:to>
                                        <p:strVal val="visible"/>
                                      </p:to>
                                    </p:set>
                                    <p:animEffect filter="fade" transition="in">
                                      <p:cBhvr>
                                        <p:cTn dur="1000"/>
                                        <p:tgtEl>
                                          <p:spTgt spid="3923"/>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922"/>
                                        </p:tgtEl>
                                        <p:attrNameLst>
                                          <p:attrName>style.visibility</p:attrName>
                                        </p:attrNameLst>
                                      </p:cBhvr>
                                      <p:to>
                                        <p:strVal val="visible"/>
                                      </p:to>
                                    </p:set>
                                    <p:animEffect filter="fade" transition="in">
                                      <p:cBhvr>
                                        <p:cTn dur="1000"/>
                                        <p:tgtEl>
                                          <p:spTgt spid="392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23" name="Shape 4023"/>
        <p:cNvGrpSpPr/>
        <p:nvPr/>
      </p:nvGrpSpPr>
      <p:grpSpPr>
        <a:xfrm>
          <a:off x="0" y="0"/>
          <a:ext cx="0" cy="0"/>
          <a:chOff x="0" y="0"/>
          <a:chExt cx="0" cy="0"/>
        </a:xfrm>
      </p:grpSpPr>
      <p:sp>
        <p:nvSpPr>
          <p:cNvPr id="4024" name="Google Shape;4024;p77"/>
          <p:cNvSpPr/>
          <p:nvPr/>
        </p:nvSpPr>
        <p:spPr>
          <a:xfrm>
            <a:off x="1588350" y="1353300"/>
            <a:ext cx="5967300" cy="2436900"/>
          </a:xfrm>
          <a:prstGeom prst="roundRect">
            <a:avLst>
              <a:gd fmla="val 2388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7"/>
          <p:cNvSpPr txBox="1"/>
          <p:nvPr>
            <p:ph type="title"/>
          </p:nvPr>
        </p:nvSpPr>
        <p:spPr>
          <a:xfrm>
            <a:off x="1987069" y="2987400"/>
            <a:ext cx="5170200" cy="46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4026" name="Google Shape;4026;p77"/>
          <p:cNvSpPr txBox="1"/>
          <p:nvPr>
            <p:ph idx="1" type="subTitle"/>
          </p:nvPr>
        </p:nvSpPr>
        <p:spPr>
          <a:xfrm>
            <a:off x="1986875" y="1694400"/>
            <a:ext cx="5170200" cy="129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grpSp>
        <p:nvGrpSpPr>
          <p:cNvPr id="4027" name="Google Shape;4027;p77"/>
          <p:cNvGrpSpPr/>
          <p:nvPr/>
        </p:nvGrpSpPr>
        <p:grpSpPr>
          <a:xfrm rot="820911">
            <a:off x="385178" y="3022539"/>
            <a:ext cx="2193836" cy="2196597"/>
            <a:chOff x="-1848068" y="2556909"/>
            <a:chExt cx="1635904" cy="1637964"/>
          </a:xfrm>
        </p:grpSpPr>
        <p:grpSp>
          <p:nvGrpSpPr>
            <p:cNvPr id="4028" name="Google Shape;4028;p77"/>
            <p:cNvGrpSpPr/>
            <p:nvPr/>
          </p:nvGrpSpPr>
          <p:grpSpPr>
            <a:xfrm flipH="1" rot="1324655">
              <a:off x="-675745" y="2618638"/>
              <a:ext cx="307207" cy="892012"/>
              <a:chOff x="6512944" y="2975654"/>
              <a:chExt cx="1594853" cy="4630848"/>
            </a:xfrm>
          </p:grpSpPr>
          <p:grpSp>
            <p:nvGrpSpPr>
              <p:cNvPr id="4029" name="Google Shape;4029;p77"/>
              <p:cNvGrpSpPr/>
              <p:nvPr/>
            </p:nvGrpSpPr>
            <p:grpSpPr>
              <a:xfrm>
                <a:off x="6512944" y="2975654"/>
                <a:ext cx="1594853" cy="4630848"/>
                <a:chOff x="1460575" y="5630575"/>
                <a:chExt cx="645350" cy="1873775"/>
              </a:xfrm>
            </p:grpSpPr>
            <p:sp>
              <p:nvSpPr>
                <p:cNvPr id="4030" name="Google Shape;4030;p77"/>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7"/>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32" name="Google Shape;4032;p77"/>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3" name="Google Shape;4033;p77"/>
            <p:cNvGrpSpPr/>
            <p:nvPr/>
          </p:nvGrpSpPr>
          <p:grpSpPr>
            <a:xfrm>
              <a:off x="-1029075" y="2556909"/>
              <a:ext cx="463564" cy="855630"/>
              <a:chOff x="-1100937" y="2379972"/>
              <a:chExt cx="463564" cy="855630"/>
            </a:xfrm>
          </p:grpSpPr>
          <p:sp>
            <p:nvSpPr>
              <p:cNvPr id="4034" name="Google Shape;4034;p77"/>
              <p:cNvSpPr/>
              <p:nvPr/>
            </p:nvSpPr>
            <p:spPr>
              <a:xfrm>
                <a:off x="-1100937" y="2471827"/>
                <a:ext cx="463564" cy="763774"/>
              </a:xfrm>
              <a:custGeom>
                <a:rect b="b" l="l" r="r" t="t"/>
                <a:pathLst>
                  <a:path extrusionOk="0" h="10693" w="6490">
                    <a:moveTo>
                      <a:pt x="1191" y="0"/>
                    </a:moveTo>
                    <a:lnTo>
                      <a:pt x="965" y="477"/>
                    </a:lnTo>
                    <a:lnTo>
                      <a:pt x="286" y="1262"/>
                    </a:lnTo>
                    <a:cubicBezTo>
                      <a:pt x="286" y="1262"/>
                      <a:pt x="36" y="1798"/>
                      <a:pt x="250" y="2239"/>
                    </a:cubicBezTo>
                    <a:cubicBezTo>
                      <a:pt x="489" y="2691"/>
                      <a:pt x="1727" y="4406"/>
                      <a:pt x="1727" y="4406"/>
                    </a:cubicBezTo>
                    <a:cubicBezTo>
                      <a:pt x="1727" y="4406"/>
                      <a:pt x="1346" y="4799"/>
                      <a:pt x="1644" y="5430"/>
                    </a:cubicBezTo>
                    <a:lnTo>
                      <a:pt x="346" y="6644"/>
                    </a:lnTo>
                    <a:cubicBezTo>
                      <a:pt x="346" y="6644"/>
                      <a:pt x="0" y="6870"/>
                      <a:pt x="120" y="7382"/>
                    </a:cubicBezTo>
                    <a:cubicBezTo>
                      <a:pt x="239" y="7882"/>
                      <a:pt x="1001" y="10216"/>
                      <a:pt x="1001" y="10216"/>
                    </a:cubicBezTo>
                    <a:cubicBezTo>
                      <a:pt x="1001" y="10216"/>
                      <a:pt x="1227" y="10692"/>
                      <a:pt x="1846" y="10430"/>
                    </a:cubicBezTo>
                    <a:cubicBezTo>
                      <a:pt x="2477" y="10180"/>
                      <a:pt x="5906" y="8632"/>
                      <a:pt x="5906" y="8632"/>
                    </a:cubicBezTo>
                    <a:cubicBezTo>
                      <a:pt x="5906" y="8632"/>
                      <a:pt x="6489" y="8180"/>
                      <a:pt x="6239" y="7454"/>
                    </a:cubicBezTo>
                    <a:cubicBezTo>
                      <a:pt x="5989" y="6727"/>
                      <a:pt x="5346" y="4299"/>
                      <a:pt x="5346" y="4299"/>
                    </a:cubicBezTo>
                    <a:lnTo>
                      <a:pt x="4858" y="1096"/>
                    </a:lnTo>
                    <a:cubicBezTo>
                      <a:pt x="4858" y="1096"/>
                      <a:pt x="4751" y="572"/>
                      <a:pt x="4418" y="453"/>
                    </a:cubicBezTo>
                    <a:cubicBezTo>
                      <a:pt x="4096" y="358"/>
                      <a:pt x="2215" y="0"/>
                      <a:pt x="2215" y="0"/>
                    </a:cubicBez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7"/>
              <p:cNvSpPr/>
              <p:nvPr/>
            </p:nvSpPr>
            <p:spPr>
              <a:xfrm>
                <a:off x="-1075438" y="2859607"/>
                <a:ext cx="202497" cy="86856"/>
              </a:xfrm>
              <a:custGeom>
                <a:rect b="b" l="l" r="r" t="t"/>
                <a:pathLst>
                  <a:path extrusionOk="0" h="1216" w="2835">
                    <a:moveTo>
                      <a:pt x="1298" y="1"/>
                    </a:moveTo>
                    <a:lnTo>
                      <a:pt x="1" y="1215"/>
                    </a:lnTo>
                    <a:cubicBezTo>
                      <a:pt x="1" y="1215"/>
                      <a:pt x="2787" y="310"/>
                      <a:pt x="2811" y="179"/>
                    </a:cubicBezTo>
                    <a:cubicBezTo>
                      <a:pt x="2834" y="48"/>
                      <a:pt x="2715" y="13"/>
                      <a:pt x="2715" y="13"/>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7"/>
              <p:cNvSpPr/>
              <p:nvPr/>
            </p:nvSpPr>
            <p:spPr>
              <a:xfrm>
                <a:off x="-1088152" y="2610468"/>
                <a:ext cx="216068" cy="176069"/>
              </a:xfrm>
              <a:custGeom>
                <a:rect b="b" l="l" r="r" t="t"/>
                <a:pathLst>
                  <a:path extrusionOk="0" h="2465" w="3025">
                    <a:moveTo>
                      <a:pt x="0" y="0"/>
                    </a:moveTo>
                    <a:cubicBezTo>
                      <a:pt x="12" y="107"/>
                      <a:pt x="48" y="203"/>
                      <a:pt x="95" y="298"/>
                    </a:cubicBezTo>
                    <a:cubicBezTo>
                      <a:pt x="322" y="750"/>
                      <a:pt x="1560" y="2465"/>
                      <a:pt x="1560" y="2465"/>
                    </a:cubicBezTo>
                    <a:lnTo>
                      <a:pt x="2429" y="2381"/>
                    </a:lnTo>
                    <a:cubicBezTo>
                      <a:pt x="2965" y="2346"/>
                      <a:pt x="3024" y="2131"/>
                      <a:pt x="2560" y="1691"/>
                    </a:cubicBezTo>
                    <a:cubicBezTo>
                      <a:pt x="2215" y="1357"/>
                      <a:pt x="0" y="0"/>
                      <a:pt x="0" y="0"/>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7"/>
              <p:cNvSpPr/>
              <p:nvPr/>
            </p:nvSpPr>
            <p:spPr>
              <a:xfrm>
                <a:off x="-1070295" y="2379972"/>
                <a:ext cx="133569" cy="125927"/>
              </a:xfrm>
              <a:custGeom>
                <a:rect b="b" l="l" r="r" t="t"/>
                <a:pathLst>
                  <a:path extrusionOk="0" h="1763" w="1870">
                    <a:moveTo>
                      <a:pt x="155" y="417"/>
                    </a:moveTo>
                    <a:lnTo>
                      <a:pt x="1286" y="36"/>
                    </a:lnTo>
                    <a:cubicBezTo>
                      <a:pt x="1369" y="1"/>
                      <a:pt x="1476" y="48"/>
                      <a:pt x="1512" y="143"/>
                    </a:cubicBezTo>
                    <a:lnTo>
                      <a:pt x="1834" y="1120"/>
                    </a:lnTo>
                    <a:cubicBezTo>
                      <a:pt x="1869" y="1203"/>
                      <a:pt x="1822" y="1310"/>
                      <a:pt x="1715" y="1334"/>
                    </a:cubicBezTo>
                    <a:lnTo>
                      <a:pt x="583" y="1727"/>
                    </a:lnTo>
                    <a:cubicBezTo>
                      <a:pt x="500" y="1763"/>
                      <a:pt x="393" y="1715"/>
                      <a:pt x="357" y="1608"/>
                    </a:cubicBezTo>
                    <a:lnTo>
                      <a:pt x="36" y="643"/>
                    </a:lnTo>
                    <a:cubicBezTo>
                      <a:pt x="0" y="548"/>
                      <a:pt x="60" y="453"/>
                      <a:pt x="155" y="41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77"/>
            <p:cNvGrpSpPr/>
            <p:nvPr/>
          </p:nvGrpSpPr>
          <p:grpSpPr>
            <a:xfrm rot="1719536">
              <a:off x="-1232800" y="2749533"/>
              <a:ext cx="297785" cy="630212"/>
              <a:chOff x="-623444" y="2556898"/>
              <a:chExt cx="297781" cy="630205"/>
            </a:xfrm>
          </p:grpSpPr>
          <p:sp>
            <p:nvSpPr>
              <p:cNvPr id="4039" name="Google Shape;4039;p77"/>
              <p:cNvSpPr/>
              <p:nvPr/>
            </p:nvSpPr>
            <p:spPr>
              <a:xfrm>
                <a:off x="-623444" y="2624897"/>
                <a:ext cx="297781" cy="562206"/>
              </a:xfrm>
              <a:custGeom>
                <a:rect b="b" l="l" r="r" t="t"/>
                <a:pathLst>
                  <a:path extrusionOk="0" h="7871" w="4169">
                    <a:moveTo>
                      <a:pt x="1180" y="60"/>
                    </a:moveTo>
                    <a:lnTo>
                      <a:pt x="846" y="131"/>
                    </a:lnTo>
                    <a:lnTo>
                      <a:pt x="406" y="655"/>
                    </a:lnTo>
                    <a:cubicBezTo>
                      <a:pt x="406" y="655"/>
                      <a:pt x="203" y="917"/>
                      <a:pt x="287" y="1322"/>
                    </a:cubicBezTo>
                    <a:cubicBezTo>
                      <a:pt x="358" y="1727"/>
                      <a:pt x="703" y="2691"/>
                      <a:pt x="703" y="2691"/>
                    </a:cubicBezTo>
                    <a:cubicBezTo>
                      <a:pt x="703" y="2691"/>
                      <a:pt x="846" y="3049"/>
                      <a:pt x="1334" y="3156"/>
                    </a:cubicBezTo>
                    <a:lnTo>
                      <a:pt x="1013" y="3465"/>
                    </a:lnTo>
                    <a:cubicBezTo>
                      <a:pt x="1013" y="3465"/>
                      <a:pt x="751" y="3703"/>
                      <a:pt x="953" y="4072"/>
                    </a:cubicBezTo>
                    <a:cubicBezTo>
                      <a:pt x="1144" y="4430"/>
                      <a:pt x="1322" y="4942"/>
                      <a:pt x="1322" y="4942"/>
                    </a:cubicBezTo>
                    <a:cubicBezTo>
                      <a:pt x="1322" y="4942"/>
                      <a:pt x="1025" y="4977"/>
                      <a:pt x="965" y="5061"/>
                    </a:cubicBezTo>
                    <a:cubicBezTo>
                      <a:pt x="906" y="5132"/>
                      <a:pt x="144" y="6680"/>
                      <a:pt x="144" y="6680"/>
                    </a:cubicBezTo>
                    <a:cubicBezTo>
                      <a:pt x="144" y="6680"/>
                      <a:pt x="1" y="6966"/>
                      <a:pt x="263" y="7109"/>
                    </a:cubicBezTo>
                    <a:cubicBezTo>
                      <a:pt x="537" y="7263"/>
                      <a:pt x="1406" y="7871"/>
                      <a:pt x="2537" y="7811"/>
                    </a:cubicBezTo>
                    <a:cubicBezTo>
                      <a:pt x="2858" y="7751"/>
                      <a:pt x="2930" y="7656"/>
                      <a:pt x="3001" y="7382"/>
                    </a:cubicBezTo>
                    <a:cubicBezTo>
                      <a:pt x="3156" y="6882"/>
                      <a:pt x="3335" y="5716"/>
                      <a:pt x="3335" y="5716"/>
                    </a:cubicBezTo>
                    <a:cubicBezTo>
                      <a:pt x="3335" y="5716"/>
                      <a:pt x="3370" y="5501"/>
                      <a:pt x="3180" y="5394"/>
                    </a:cubicBezTo>
                    <a:lnTo>
                      <a:pt x="3894" y="4096"/>
                    </a:lnTo>
                    <a:cubicBezTo>
                      <a:pt x="3894" y="4096"/>
                      <a:pt x="4168" y="3775"/>
                      <a:pt x="3930" y="3418"/>
                    </a:cubicBezTo>
                    <a:cubicBezTo>
                      <a:pt x="3692" y="3060"/>
                      <a:pt x="3299" y="2656"/>
                      <a:pt x="3299" y="2656"/>
                    </a:cubicBezTo>
                    <a:lnTo>
                      <a:pt x="3275" y="763"/>
                    </a:lnTo>
                    <a:cubicBezTo>
                      <a:pt x="3275" y="763"/>
                      <a:pt x="3275" y="203"/>
                      <a:pt x="2442" y="108"/>
                    </a:cubicBezTo>
                    <a:cubicBezTo>
                      <a:pt x="1632" y="1"/>
                      <a:pt x="1180" y="60"/>
                      <a:pt x="1180" y="60"/>
                    </a:cubicBez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7"/>
              <p:cNvSpPr/>
              <p:nvPr/>
            </p:nvSpPr>
            <p:spPr>
              <a:xfrm>
                <a:off x="-507731" y="2626611"/>
                <a:ext cx="115713" cy="37499"/>
              </a:xfrm>
              <a:custGeom>
                <a:rect b="b" l="l" r="r" t="t"/>
                <a:pathLst>
                  <a:path extrusionOk="0" h="525" w="1620">
                    <a:moveTo>
                      <a:pt x="1619" y="524"/>
                    </a:moveTo>
                    <a:cubicBezTo>
                      <a:pt x="1548" y="346"/>
                      <a:pt x="1346" y="119"/>
                      <a:pt x="845" y="60"/>
                    </a:cubicBezTo>
                    <a:cubicBezTo>
                      <a:pt x="512" y="12"/>
                      <a:pt x="226" y="0"/>
                      <a:pt x="12" y="0"/>
                    </a:cubicBezTo>
                    <a:lnTo>
                      <a:pt x="0" y="274"/>
                    </a:ln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7"/>
              <p:cNvSpPr/>
              <p:nvPr/>
            </p:nvSpPr>
            <p:spPr>
              <a:xfrm>
                <a:off x="-561302" y="2834108"/>
                <a:ext cx="112284" cy="58713"/>
              </a:xfrm>
              <a:custGeom>
                <a:rect b="b" l="l" r="r" t="t"/>
                <a:pathLst>
                  <a:path extrusionOk="0" h="822" w="1572">
                    <a:moveTo>
                      <a:pt x="464" y="227"/>
                    </a:moveTo>
                    <a:lnTo>
                      <a:pt x="143" y="536"/>
                    </a:lnTo>
                    <a:cubicBezTo>
                      <a:pt x="143" y="536"/>
                      <a:pt x="24" y="643"/>
                      <a:pt x="0" y="822"/>
                    </a:cubicBezTo>
                    <a:cubicBezTo>
                      <a:pt x="405" y="524"/>
                      <a:pt x="1072" y="322"/>
                      <a:pt x="1572" y="0"/>
                    </a:cubicBezTo>
                    <a:cubicBezTo>
                      <a:pt x="1048" y="250"/>
                      <a:pt x="464" y="227"/>
                      <a:pt x="464" y="227"/>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7"/>
              <p:cNvSpPr/>
              <p:nvPr/>
            </p:nvSpPr>
            <p:spPr>
              <a:xfrm>
                <a:off x="-553659" y="2977820"/>
                <a:ext cx="83356" cy="31571"/>
              </a:xfrm>
              <a:custGeom>
                <a:rect b="b" l="l" r="r" t="t"/>
                <a:pathLst>
                  <a:path extrusionOk="0" h="442" w="1167">
                    <a:moveTo>
                      <a:pt x="357" y="1"/>
                    </a:moveTo>
                    <a:cubicBezTo>
                      <a:pt x="357" y="1"/>
                      <a:pt x="72" y="36"/>
                      <a:pt x="0" y="120"/>
                    </a:cubicBezTo>
                    <a:lnTo>
                      <a:pt x="1167" y="441"/>
                    </a:ln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7"/>
              <p:cNvSpPr/>
              <p:nvPr/>
            </p:nvSpPr>
            <p:spPr>
              <a:xfrm>
                <a:off x="-443161" y="2916607"/>
                <a:ext cx="99570" cy="96141"/>
              </a:xfrm>
              <a:custGeom>
                <a:rect b="b" l="l" r="r" t="t"/>
                <a:pathLst>
                  <a:path extrusionOk="0" h="1346" w="1394">
                    <a:moveTo>
                      <a:pt x="692" y="1298"/>
                    </a:moveTo>
                    <a:lnTo>
                      <a:pt x="1394" y="0"/>
                    </a:lnTo>
                    <a:lnTo>
                      <a:pt x="1" y="1346"/>
                    </a:ln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7"/>
              <p:cNvSpPr/>
              <p:nvPr/>
            </p:nvSpPr>
            <p:spPr>
              <a:xfrm>
                <a:off x="-436304" y="2703967"/>
                <a:ext cx="50214" cy="109784"/>
              </a:xfrm>
              <a:custGeom>
                <a:rect b="b" l="l" r="r" t="t"/>
                <a:pathLst>
                  <a:path extrusionOk="0" h="1537" w="703">
                    <a:moveTo>
                      <a:pt x="703" y="1537"/>
                    </a:moveTo>
                    <a:lnTo>
                      <a:pt x="667" y="1"/>
                    </a:lnTo>
                    <a:cubicBezTo>
                      <a:pt x="524" y="215"/>
                      <a:pt x="286" y="525"/>
                      <a:pt x="179" y="679"/>
                    </a:cubicBezTo>
                    <a:cubicBezTo>
                      <a:pt x="0" y="918"/>
                      <a:pt x="179" y="1060"/>
                      <a:pt x="179" y="1060"/>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7"/>
              <p:cNvSpPr/>
              <p:nvPr/>
            </p:nvSpPr>
            <p:spPr>
              <a:xfrm>
                <a:off x="-566445" y="2572183"/>
                <a:ext cx="120855" cy="74927"/>
              </a:xfrm>
              <a:custGeom>
                <a:rect b="b" l="l" r="r" t="t"/>
                <a:pathLst>
                  <a:path extrusionOk="0" h="1049" w="1692">
                    <a:moveTo>
                      <a:pt x="1691" y="762"/>
                    </a:moveTo>
                    <a:cubicBezTo>
                      <a:pt x="1691" y="893"/>
                      <a:pt x="1310" y="1036"/>
                      <a:pt x="870" y="1036"/>
                    </a:cubicBezTo>
                    <a:cubicBezTo>
                      <a:pt x="405" y="1048"/>
                      <a:pt x="36" y="941"/>
                      <a:pt x="36" y="810"/>
                    </a:cubicBezTo>
                    <a:lnTo>
                      <a:pt x="1" y="48"/>
                    </a:lnTo>
                    <a:lnTo>
                      <a:pt x="166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7"/>
              <p:cNvSpPr/>
              <p:nvPr/>
            </p:nvSpPr>
            <p:spPr>
              <a:xfrm>
                <a:off x="-566445" y="2556898"/>
                <a:ext cx="118284" cy="36571"/>
              </a:xfrm>
              <a:custGeom>
                <a:rect b="b" l="l" r="r" t="t"/>
                <a:pathLst>
                  <a:path extrusionOk="0" h="512" w="1656">
                    <a:moveTo>
                      <a:pt x="1" y="274"/>
                    </a:moveTo>
                    <a:cubicBezTo>
                      <a:pt x="1" y="143"/>
                      <a:pt x="382" y="12"/>
                      <a:pt x="822" y="12"/>
                    </a:cubicBezTo>
                    <a:cubicBezTo>
                      <a:pt x="1286" y="0"/>
                      <a:pt x="1656" y="95"/>
                      <a:pt x="1656" y="238"/>
                    </a:cubicBezTo>
                    <a:cubicBezTo>
                      <a:pt x="1656" y="369"/>
                      <a:pt x="1286" y="500"/>
                      <a:pt x="834" y="500"/>
                    </a:cubicBezTo>
                    <a:cubicBezTo>
                      <a:pt x="382" y="512"/>
                      <a:pt x="1" y="417"/>
                      <a:pt x="1" y="27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7" name="Google Shape;4047;p77"/>
            <p:cNvGrpSpPr/>
            <p:nvPr/>
          </p:nvGrpSpPr>
          <p:grpSpPr>
            <a:xfrm>
              <a:off x="-1698409" y="2724827"/>
              <a:ext cx="432994" cy="803702"/>
              <a:chOff x="-1663559" y="2317052"/>
              <a:chExt cx="432994" cy="803702"/>
            </a:xfrm>
          </p:grpSpPr>
          <p:sp>
            <p:nvSpPr>
              <p:cNvPr id="4048" name="Google Shape;4048;p77"/>
              <p:cNvSpPr/>
              <p:nvPr/>
            </p:nvSpPr>
            <p:spPr>
              <a:xfrm>
                <a:off x="-1663559" y="2402122"/>
                <a:ext cx="432994" cy="718632"/>
              </a:xfrm>
              <a:custGeom>
                <a:rect b="b" l="l" r="r" t="t"/>
                <a:pathLst>
                  <a:path extrusionOk="0" h="10061" w="6062">
                    <a:moveTo>
                      <a:pt x="4966" y="0"/>
                    </a:moveTo>
                    <a:lnTo>
                      <a:pt x="5180" y="441"/>
                    </a:lnTo>
                    <a:lnTo>
                      <a:pt x="5823" y="1191"/>
                    </a:lnTo>
                    <a:cubicBezTo>
                      <a:pt x="5823" y="1191"/>
                      <a:pt x="6061" y="1691"/>
                      <a:pt x="5835" y="2108"/>
                    </a:cubicBezTo>
                    <a:cubicBezTo>
                      <a:pt x="5609" y="2524"/>
                      <a:pt x="4454" y="4132"/>
                      <a:pt x="4454" y="4132"/>
                    </a:cubicBezTo>
                    <a:cubicBezTo>
                      <a:pt x="4454" y="4132"/>
                      <a:pt x="4811" y="4501"/>
                      <a:pt x="4537" y="5096"/>
                    </a:cubicBezTo>
                    <a:lnTo>
                      <a:pt x="5740" y="6251"/>
                    </a:lnTo>
                    <a:cubicBezTo>
                      <a:pt x="5740" y="6251"/>
                      <a:pt x="6049" y="6453"/>
                      <a:pt x="5954" y="6930"/>
                    </a:cubicBezTo>
                    <a:cubicBezTo>
                      <a:pt x="5847" y="7406"/>
                      <a:pt x="5132" y="9608"/>
                      <a:pt x="5132" y="9608"/>
                    </a:cubicBezTo>
                    <a:cubicBezTo>
                      <a:pt x="5132" y="9608"/>
                      <a:pt x="4918" y="10061"/>
                      <a:pt x="4347" y="9799"/>
                    </a:cubicBezTo>
                    <a:cubicBezTo>
                      <a:pt x="3763" y="9561"/>
                      <a:pt x="537" y="8108"/>
                      <a:pt x="537" y="8108"/>
                    </a:cubicBezTo>
                    <a:cubicBezTo>
                      <a:pt x="537" y="8108"/>
                      <a:pt x="1" y="7692"/>
                      <a:pt x="227" y="7001"/>
                    </a:cubicBezTo>
                    <a:cubicBezTo>
                      <a:pt x="465" y="6322"/>
                      <a:pt x="1061" y="4048"/>
                      <a:pt x="1061" y="4048"/>
                    </a:cubicBezTo>
                    <a:lnTo>
                      <a:pt x="1513" y="1036"/>
                    </a:lnTo>
                    <a:cubicBezTo>
                      <a:pt x="1513" y="1036"/>
                      <a:pt x="1620" y="548"/>
                      <a:pt x="1918" y="441"/>
                    </a:cubicBezTo>
                    <a:cubicBezTo>
                      <a:pt x="2227" y="334"/>
                      <a:pt x="3989" y="12"/>
                      <a:pt x="3989" y="12"/>
                    </a:cubicBez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7"/>
              <p:cNvSpPr/>
              <p:nvPr/>
            </p:nvSpPr>
            <p:spPr>
              <a:xfrm>
                <a:off x="-1663559" y="2687832"/>
                <a:ext cx="80856" cy="307924"/>
              </a:xfrm>
              <a:custGeom>
                <a:rect b="b" l="l" r="r" t="t"/>
                <a:pathLst>
                  <a:path extrusionOk="0" h="4311" w="1132">
                    <a:moveTo>
                      <a:pt x="549" y="4108"/>
                    </a:moveTo>
                    <a:lnTo>
                      <a:pt x="549" y="4108"/>
                    </a:lnTo>
                    <a:cubicBezTo>
                      <a:pt x="537" y="4108"/>
                      <a:pt x="1" y="3692"/>
                      <a:pt x="227" y="3001"/>
                    </a:cubicBezTo>
                    <a:cubicBezTo>
                      <a:pt x="465" y="2322"/>
                      <a:pt x="1061" y="48"/>
                      <a:pt x="1061" y="48"/>
                    </a:cubicBezTo>
                    <a:lnTo>
                      <a:pt x="1061" y="1"/>
                    </a:lnTo>
                    <a:lnTo>
                      <a:pt x="1061" y="3394"/>
                    </a:lnTo>
                    <a:cubicBezTo>
                      <a:pt x="1061" y="3394"/>
                      <a:pt x="1132" y="4311"/>
                      <a:pt x="549" y="4108"/>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7"/>
              <p:cNvSpPr/>
              <p:nvPr/>
            </p:nvSpPr>
            <p:spPr>
              <a:xfrm>
                <a:off x="-1441562" y="2766117"/>
                <a:ext cx="189711" cy="82499"/>
              </a:xfrm>
              <a:custGeom>
                <a:rect b="b" l="l" r="r" t="t"/>
                <a:pathLst>
                  <a:path extrusionOk="0" h="1155" w="2656">
                    <a:moveTo>
                      <a:pt x="1441" y="0"/>
                    </a:moveTo>
                    <a:lnTo>
                      <a:pt x="2656" y="1155"/>
                    </a:lnTo>
                    <a:cubicBezTo>
                      <a:pt x="2656" y="1155"/>
                      <a:pt x="36" y="298"/>
                      <a:pt x="12" y="179"/>
                    </a:cubicBezTo>
                    <a:cubicBezTo>
                      <a:pt x="0" y="60"/>
                      <a:pt x="119" y="36"/>
                      <a:pt x="119" y="36"/>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7"/>
              <p:cNvSpPr/>
              <p:nvPr/>
            </p:nvSpPr>
            <p:spPr>
              <a:xfrm>
                <a:off x="-1442419" y="2532192"/>
                <a:ext cx="203354" cy="165069"/>
              </a:xfrm>
              <a:custGeom>
                <a:rect b="b" l="l" r="r" t="t"/>
                <a:pathLst>
                  <a:path extrusionOk="0" h="2311" w="2847">
                    <a:moveTo>
                      <a:pt x="2846" y="1"/>
                    </a:moveTo>
                    <a:cubicBezTo>
                      <a:pt x="2822" y="96"/>
                      <a:pt x="2798" y="203"/>
                      <a:pt x="2751" y="287"/>
                    </a:cubicBezTo>
                    <a:cubicBezTo>
                      <a:pt x="2525" y="703"/>
                      <a:pt x="1370" y="2311"/>
                      <a:pt x="1370" y="2311"/>
                    </a:cubicBezTo>
                    <a:lnTo>
                      <a:pt x="560" y="2251"/>
                    </a:lnTo>
                    <a:cubicBezTo>
                      <a:pt x="60" y="2203"/>
                      <a:pt x="1" y="2013"/>
                      <a:pt x="429" y="1596"/>
                    </a:cubicBezTo>
                    <a:cubicBezTo>
                      <a:pt x="763" y="1275"/>
                      <a:pt x="2822" y="1"/>
                      <a:pt x="2846" y="1"/>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7"/>
              <p:cNvSpPr/>
              <p:nvPr/>
            </p:nvSpPr>
            <p:spPr>
              <a:xfrm>
                <a:off x="-1382063" y="2317052"/>
                <a:ext cx="124284" cy="116570"/>
              </a:xfrm>
              <a:custGeom>
                <a:rect b="b" l="l" r="r" t="t"/>
                <a:pathLst>
                  <a:path extrusionOk="0" h="1632" w="1740">
                    <a:moveTo>
                      <a:pt x="1608" y="382"/>
                    </a:moveTo>
                    <a:lnTo>
                      <a:pt x="549" y="24"/>
                    </a:lnTo>
                    <a:cubicBezTo>
                      <a:pt x="465" y="1"/>
                      <a:pt x="370" y="36"/>
                      <a:pt x="346" y="131"/>
                    </a:cubicBezTo>
                    <a:lnTo>
                      <a:pt x="37" y="1036"/>
                    </a:lnTo>
                    <a:cubicBezTo>
                      <a:pt x="1" y="1132"/>
                      <a:pt x="48" y="1215"/>
                      <a:pt x="132" y="1251"/>
                    </a:cubicBezTo>
                    <a:lnTo>
                      <a:pt x="1191" y="1608"/>
                    </a:lnTo>
                    <a:cubicBezTo>
                      <a:pt x="1287" y="1632"/>
                      <a:pt x="1370" y="1584"/>
                      <a:pt x="1406" y="1501"/>
                    </a:cubicBezTo>
                    <a:lnTo>
                      <a:pt x="1715" y="596"/>
                    </a:lnTo>
                    <a:cubicBezTo>
                      <a:pt x="1739" y="501"/>
                      <a:pt x="1703" y="417"/>
                      <a:pt x="1608" y="38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3" name="Google Shape;4053;p77"/>
            <p:cNvSpPr/>
            <p:nvPr/>
          </p:nvSpPr>
          <p:spPr>
            <a:xfrm>
              <a:off x="-1123508" y="3085818"/>
              <a:ext cx="79213" cy="81713"/>
            </a:xfrm>
            <a:custGeom>
              <a:rect b="b" l="l" r="r" t="t"/>
              <a:pathLst>
                <a:path extrusionOk="0" h="1144" w="1109">
                  <a:moveTo>
                    <a:pt x="1108" y="1132"/>
                  </a:moveTo>
                  <a:cubicBezTo>
                    <a:pt x="799" y="1144"/>
                    <a:pt x="418" y="1120"/>
                    <a:pt x="418" y="1120"/>
                  </a:cubicBezTo>
                  <a:cubicBezTo>
                    <a:pt x="418" y="1120"/>
                    <a:pt x="49" y="1072"/>
                    <a:pt x="1" y="715"/>
                  </a:cubicBezTo>
                  <a:lnTo>
                    <a:pt x="84" y="1"/>
                  </a:lnTo>
                  <a:cubicBezTo>
                    <a:pt x="61" y="1"/>
                    <a:pt x="358" y="810"/>
                    <a:pt x="1108" y="11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7"/>
            <p:cNvSpPr/>
            <p:nvPr/>
          </p:nvSpPr>
          <p:spPr>
            <a:xfrm>
              <a:off x="-1848068" y="3056890"/>
              <a:ext cx="1620190" cy="1137983"/>
            </a:xfrm>
            <a:custGeom>
              <a:rect b="b" l="l" r="r" t="t"/>
              <a:pathLst>
                <a:path extrusionOk="0" h="15932" w="22683">
                  <a:moveTo>
                    <a:pt x="822" y="15931"/>
                  </a:moveTo>
                  <a:lnTo>
                    <a:pt x="21861" y="15931"/>
                  </a:lnTo>
                  <a:cubicBezTo>
                    <a:pt x="22313" y="15931"/>
                    <a:pt x="22682" y="15562"/>
                    <a:pt x="22682" y="15110"/>
                  </a:cubicBezTo>
                  <a:lnTo>
                    <a:pt x="22682" y="822"/>
                  </a:lnTo>
                  <a:cubicBezTo>
                    <a:pt x="22682" y="382"/>
                    <a:pt x="22313" y="1"/>
                    <a:pt x="21861" y="1"/>
                  </a:cubicBezTo>
                  <a:lnTo>
                    <a:pt x="822" y="1"/>
                  </a:lnTo>
                  <a:cubicBezTo>
                    <a:pt x="370" y="1"/>
                    <a:pt x="1" y="382"/>
                    <a:pt x="1" y="822"/>
                  </a:cubicBezTo>
                  <a:lnTo>
                    <a:pt x="1" y="15110"/>
                  </a:lnTo>
                  <a:cubicBezTo>
                    <a:pt x="1" y="15562"/>
                    <a:pt x="370" y="15931"/>
                    <a:pt x="822" y="1593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7"/>
            <p:cNvSpPr/>
            <p:nvPr/>
          </p:nvSpPr>
          <p:spPr>
            <a:xfrm>
              <a:off x="-1257006" y="3302672"/>
              <a:ext cx="219497" cy="292638"/>
            </a:xfrm>
            <a:custGeom>
              <a:rect b="b" l="l" r="r" t="t"/>
              <a:pathLst>
                <a:path extrusionOk="0" h="4097" w="3073">
                  <a:moveTo>
                    <a:pt x="1977" y="3977"/>
                  </a:moveTo>
                  <a:lnTo>
                    <a:pt x="3037" y="2263"/>
                  </a:lnTo>
                  <a:cubicBezTo>
                    <a:pt x="3049" y="2203"/>
                    <a:pt x="3073" y="2084"/>
                    <a:pt x="2989" y="1953"/>
                  </a:cubicBezTo>
                  <a:lnTo>
                    <a:pt x="1858" y="120"/>
                  </a:lnTo>
                  <a:lnTo>
                    <a:pt x="1858" y="120"/>
                  </a:lnTo>
                  <a:cubicBezTo>
                    <a:pt x="1858" y="120"/>
                    <a:pt x="1787" y="1"/>
                    <a:pt x="1691" y="120"/>
                  </a:cubicBezTo>
                  <a:lnTo>
                    <a:pt x="48" y="2799"/>
                  </a:lnTo>
                  <a:cubicBezTo>
                    <a:pt x="1" y="2894"/>
                    <a:pt x="13" y="2989"/>
                    <a:pt x="108" y="3037"/>
                  </a:cubicBezTo>
                  <a:lnTo>
                    <a:pt x="1727" y="4037"/>
                  </a:lnTo>
                  <a:cubicBezTo>
                    <a:pt x="1810" y="4097"/>
                    <a:pt x="1930" y="4061"/>
                    <a:pt x="1977" y="39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7"/>
            <p:cNvSpPr/>
            <p:nvPr/>
          </p:nvSpPr>
          <p:spPr>
            <a:xfrm>
              <a:off x="-1116651" y="3252530"/>
              <a:ext cx="324067" cy="325781"/>
            </a:xfrm>
            <a:custGeom>
              <a:rect b="b" l="l" r="r" t="t"/>
              <a:pathLst>
                <a:path extrusionOk="0" h="4561" w="4537">
                  <a:moveTo>
                    <a:pt x="1870" y="3548"/>
                  </a:moveTo>
                  <a:lnTo>
                    <a:pt x="24" y="536"/>
                  </a:lnTo>
                  <a:cubicBezTo>
                    <a:pt x="0" y="500"/>
                    <a:pt x="12" y="429"/>
                    <a:pt x="60" y="405"/>
                  </a:cubicBezTo>
                  <a:lnTo>
                    <a:pt x="2072" y="36"/>
                  </a:lnTo>
                  <a:cubicBezTo>
                    <a:pt x="2191" y="24"/>
                    <a:pt x="2346" y="0"/>
                    <a:pt x="2381" y="72"/>
                  </a:cubicBezTo>
                  <a:lnTo>
                    <a:pt x="3775" y="2358"/>
                  </a:lnTo>
                  <a:cubicBezTo>
                    <a:pt x="3822" y="2417"/>
                    <a:pt x="3894" y="2441"/>
                    <a:pt x="3977" y="2393"/>
                  </a:cubicBezTo>
                  <a:cubicBezTo>
                    <a:pt x="4108" y="2310"/>
                    <a:pt x="4251" y="2215"/>
                    <a:pt x="4382" y="2132"/>
                  </a:cubicBezTo>
                  <a:cubicBezTo>
                    <a:pt x="4417" y="2120"/>
                    <a:pt x="4465" y="2120"/>
                    <a:pt x="4489" y="2132"/>
                  </a:cubicBezTo>
                  <a:cubicBezTo>
                    <a:pt x="4525" y="2155"/>
                    <a:pt x="4537" y="2191"/>
                    <a:pt x="4525" y="2239"/>
                  </a:cubicBezTo>
                  <a:lnTo>
                    <a:pt x="3870" y="4156"/>
                  </a:lnTo>
                  <a:cubicBezTo>
                    <a:pt x="3727" y="4560"/>
                    <a:pt x="3822" y="4489"/>
                    <a:pt x="3405" y="4418"/>
                  </a:cubicBezTo>
                  <a:lnTo>
                    <a:pt x="1429" y="4156"/>
                  </a:lnTo>
                  <a:cubicBezTo>
                    <a:pt x="1381" y="4156"/>
                    <a:pt x="1358" y="4120"/>
                    <a:pt x="1358" y="4084"/>
                  </a:cubicBezTo>
                  <a:cubicBezTo>
                    <a:pt x="1334" y="4037"/>
                    <a:pt x="1369" y="4001"/>
                    <a:pt x="1393" y="3977"/>
                  </a:cubicBezTo>
                  <a:cubicBezTo>
                    <a:pt x="1536" y="3882"/>
                    <a:pt x="1679" y="3798"/>
                    <a:pt x="1810" y="3727"/>
                  </a:cubicBezTo>
                  <a:cubicBezTo>
                    <a:pt x="1905" y="3691"/>
                    <a:pt x="1917" y="3620"/>
                    <a:pt x="1870" y="354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7"/>
            <p:cNvSpPr/>
            <p:nvPr/>
          </p:nvSpPr>
          <p:spPr>
            <a:xfrm>
              <a:off x="-902368" y="3551883"/>
              <a:ext cx="250925" cy="219497"/>
            </a:xfrm>
            <a:custGeom>
              <a:rect b="b" l="l" r="r" t="t"/>
              <a:pathLst>
                <a:path extrusionOk="0" h="3073" w="3513">
                  <a:moveTo>
                    <a:pt x="48" y="1096"/>
                  </a:moveTo>
                  <a:lnTo>
                    <a:pt x="929" y="2917"/>
                  </a:lnTo>
                  <a:cubicBezTo>
                    <a:pt x="977" y="2953"/>
                    <a:pt x="1060" y="3048"/>
                    <a:pt x="1215" y="3048"/>
                  </a:cubicBezTo>
                  <a:lnTo>
                    <a:pt x="3370" y="3072"/>
                  </a:lnTo>
                  <a:lnTo>
                    <a:pt x="3370" y="3072"/>
                  </a:lnTo>
                  <a:cubicBezTo>
                    <a:pt x="3382" y="3072"/>
                    <a:pt x="3513" y="3072"/>
                    <a:pt x="3453" y="2941"/>
                  </a:cubicBezTo>
                  <a:lnTo>
                    <a:pt x="2084" y="119"/>
                  </a:lnTo>
                  <a:cubicBezTo>
                    <a:pt x="2048" y="24"/>
                    <a:pt x="1941" y="0"/>
                    <a:pt x="1846" y="24"/>
                  </a:cubicBezTo>
                  <a:lnTo>
                    <a:pt x="143" y="858"/>
                  </a:lnTo>
                  <a:cubicBezTo>
                    <a:pt x="48" y="905"/>
                    <a:pt x="1" y="1012"/>
                    <a:pt x="48" y="10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7"/>
            <p:cNvSpPr/>
            <p:nvPr/>
          </p:nvSpPr>
          <p:spPr>
            <a:xfrm>
              <a:off x="-1040152" y="3728737"/>
              <a:ext cx="392994" cy="267996"/>
            </a:xfrm>
            <a:custGeom>
              <a:rect b="b" l="l" r="r" t="t"/>
              <a:pathLst>
                <a:path extrusionOk="0" h="3752" w="5502">
                  <a:moveTo>
                    <a:pt x="1894" y="763"/>
                  </a:moveTo>
                  <a:lnTo>
                    <a:pt x="5418" y="822"/>
                  </a:lnTo>
                  <a:cubicBezTo>
                    <a:pt x="5478" y="822"/>
                    <a:pt x="5501" y="870"/>
                    <a:pt x="5501" y="929"/>
                  </a:cubicBezTo>
                  <a:lnTo>
                    <a:pt x="4728" y="2823"/>
                  </a:lnTo>
                  <a:cubicBezTo>
                    <a:pt x="4692" y="2918"/>
                    <a:pt x="4597" y="3073"/>
                    <a:pt x="4525" y="3073"/>
                  </a:cubicBezTo>
                  <a:lnTo>
                    <a:pt x="1846" y="3025"/>
                  </a:lnTo>
                  <a:cubicBezTo>
                    <a:pt x="1763" y="3025"/>
                    <a:pt x="1703" y="3085"/>
                    <a:pt x="1703" y="3156"/>
                  </a:cubicBezTo>
                  <a:cubicBezTo>
                    <a:pt x="1703" y="3323"/>
                    <a:pt x="1703" y="3489"/>
                    <a:pt x="1691" y="3656"/>
                  </a:cubicBezTo>
                  <a:cubicBezTo>
                    <a:pt x="1691" y="3692"/>
                    <a:pt x="1668" y="3727"/>
                    <a:pt x="1632" y="3739"/>
                  </a:cubicBezTo>
                  <a:cubicBezTo>
                    <a:pt x="1584" y="3751"/>
                    <a:pt x="1561" y="3739"/>
                    <a:pt x="1525" y="3716"/>
                  </a:cubicBezTo>
                  <a:lnTo>
                    <a:pt x="263" y="2120"/>
                  </a:lnTo>
                  <a:cubicBezTo>
                    <a:pt x="1" y="1787"/>
                    <a:pt x="13" y="1906"/>
                    <a:pt x="275" y="1584"/>
                  </a:cubicBezTo>
                  <a:lnTo>
                    <a:pt x="1572" y="48"/>
                  </a:lnTo>
                  <a:cubicBezTo>
                    <a:pt x="1608" y="25"/>
                    <a:pt x="1644" y="1"/>
                    <a:pt x="1680" y="25"/>
                  </a:cubicBezTo>
                  <a:cubicBezTo>
                    <a:pt x="1727" y="37"/>
                    <a:pt x="1739" y="60"/>
                    <a:pt x="1739" y="108"/>
                  </a:cubicBezTo>
                  <a:cubicBezTo>
                    <a:pt x="1739" y="275"/>
                    <a:pt x="1739" y="441"/>
                    <a:pt x="1727" y="596"/>
                  </a:cubicBezTo>
                  <a:cubicBezTo>
                    <a:pt x="1751" y="703"/>
                    <a:pt x="1811" y="751"/>
                    <a:pt x="1894" y="76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7"/>
            <p:cNvSpPr/>
            <p:nvPr/>
          </p:nvSpPr>
          <p:spPr>
            <a:xfrm>
              <a:off x="-1300362" y="3777236"/>
              <a:ext cx="251782" cy="164212"/>
            </a:xfrm>
            <a:custGeom>
              <a:rect b="b" l="l" r="r" t="t"/>
              <a:pathLst>
                <a:path extrusionOk="0" h="2299" w="3525">
                  <a:moveTo>
                    <a:pt x="3346" y="60"/>
                  </a:moveTo>
                  <a:lnTo>
                    <a:pt x="1334" y="0"/>
                  </a:lnTo>
                  <a:cubicBezTo>
                    <a:pt x="1274" y="12"/>
                    <a:pt x="1155" y="60"/>
                    <a:pt x="1084" y="191"/>
                  </a:cubicBezTo>
                  <a:lnTo>
                    <a:pt x="60" y="2084"/>
                  </a:lnTo>
                  <a:lnTo>
                    <a:pt x="60" y="2084"/>
                  </a:lnTo>
                  <a:cubicBezTo>
                    <a:pt x="60" y="2084"/>
                    <a:pt x="0" y="2215"/>
                    <a:pt x="131" y="2215"/>
                  </a:cubicBezTo>
                  <a:lnTo>
                    <a:pt x="3275" y="2298"/>
                  </a:lnTo>
                  <a:cubicBezTo>
                    <a:pt x="3370" y="2298"/>
                    <a:pt x="3453" y="2227"/>
                    <a:pt x="3453" y="2120"/>
                  </a:cubicBezTo>
                  <a:lnTo>
                    <a:pt x="3513" y="227"/>
                  </a:lnTo>
                  <a:cubicBezTo>
                    <a:pt x="3525" y="143"/>
                    <a:pt x="3453" y="60"/>
                    <a:pt x="3346" y="6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7"/>
            <p:cNvSpPr/>
            <p:nvPr/>
          </p:nvSpPr>
          <p:spPr>
            <a:xfrm>
              <a:off x="-1431360" y="3550168"/>
              <a:ext cx="293496" cy="381923"/>
            </a:xfrm>
            <a:custGeom>
              <a:rect b="b" l="l" r="r" t="t"/>
              <a:pathLst>
                <a:path extrusionOk="0" h="5347" w="4109">
                  <a:moveTo>
                    <a:pt x="3299" y="2191"/>
                  </a:moveTo>
                  <a:lnTo>
                    <a:pt x="1620" y="5287"/>
                  </a:lnTo>
                  <a:cubicBezTo>
                    <a:pt x="1596" y="5334"/>
                    <a:pt x="1537" y="5346"/>
                    <a:pt x="1489" y="5334"/>
                  </a:cubicBezTo>
                  <a:lnTo>
                    <a:pt x="156" y="3763"/>
                  </a:lnTo>
                  <a:cubicBezTo>
                    <a:pt x="84" y="3680"/>
                    <a:pt x="1" y="3549"/>
                    <a:pt x="49" y="3465"/>
                  </a:cubicBezTo>
                  <a:lnTo>
                    <a:pt x="1323" y="1120"/>
                  </a:lnTo>
                  <a:cubicBezTo>
                    <a:pt x="1346" y="1048"/>
                    <a:pt x="1334" y="965"/>
                    <a:pt x="1263" y="929"/>
                  </a:cubicBezTo>
                  <a:cubicBezTo>
                    <a:pt x="1108" y="858"/>
                    <a:pt x="965" y="762"/>
                    <a:pt x="834" y="691"/>
                  </a:cubicBezTo>
                  <a:cubicBezTo>
                    <a:pt x="799" y="667"/>
                    <a:pt x="775" y="632"/>
                    <a:pt x="787" y="584"/>
                  </a:cubicBezTo>
                  <a:cubicBezTo>
                    <a:pt x="787" y="536"/>
                    <a:pt x="811" y="512"/>
                    <a:pt x="858" y="512"/>
                  </a:cubicBezTo>
                  <a:lnTo>
                    <a:pt x="2858" y="120"/>
                  </a:lnTo>
                  <a:cubicBezTo>
                    <a:pt x="3275" y="48"/>
                    <a:pt x="3168" y="0"/>
                    <a:pt x="3335" y="393"/>
                  </a:cubicBezTo>
                  <a:lnTo>
                    <a:pt x="4085" y="2251"/>
                  </a:lnTo>
                  <a:cubicBezTo>
                    <a:pt x="4109" y="2298"/>
                    <a:pt x="4085" y="2322"/>
                    <a:pt x="4061" y="2358"/>
                  </a:cubicBezTo>
                  <a:cubicBezTo>
                    <a:pt x="4025" y="2382"/>
                    <a:pt x="3990" y="2382"/>
                    <a:pt x="3954" y="2370"/>
                  </a:cubicBezTo>
                  <a:cubicBezTo>
                    <a:pt x="3811" y="2298"/>
                    <a:pt x="3656" y="2203"/>
                    <a:pt x="3525" y="2132"/>
                  </a:cubicBezTo>
                  <a:cubicBezTo>
                    <a:pt x="3406" y="2108"/>
                    <a:pt x="3347" y="2120"/>
                    <a:pt x="3299" y="21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1" name="Google Shape;4061;p77"/>
          <p:cNvGrpSpPr/>
          <p:nvPr/>
        </p:nvGrpSpPr>
        <p:grpSpPr>
          <a:xfrm rot="2026863">
            <a:off x="3170087" y="-188540"/>
            <a:ext cx="501385" cy="1455831"/>
            <a:chOff x="6512944" y="2975654"/>
            <a:chExt cx="1594853" cy="4630848"/>
          </a:xfrm>
        </p:grpSpPr>
        <p:grpSp>
          <p:nvGrpSpPr>
            <p:cNvPr id="4062" name="Google Shape;4062;p77"/>
            <p:cNvGrpSpPr/>
            <p:nvPr/>
          </p:nvGrpSpPr>
          <p:grpSpPr>
            <a:xfrm>
              <a:off x="6512944" y="2975654"/>
              <a:ext cx="1594853" cy="4630848"/>
              <a:chOff x="1460575" y="5630575"/>
              <a:chExt cx="645350" cy="1873775"/>
            </a:xfrm>
          </p:grpSpPr>
          <p:sp>
            <p:nvSpPr>
              <p:cNvPr id="4063" name="Google Shape;4063;p77"/>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7"/>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5" name="Google Shape;4065;p77"/>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6" name="Google Shape;4066;p77"/>
          <p:cNvGrpSpPr/>
          <p:nvPr/>
        </p:nvGrpSpPr>
        <p:grpSpPr>
          <a:xfrm rot="-1814355">
            <a:off x="469688" y="1978840"/>
            <a:ext cx="382870" cy="1112108"/>
            <a:chOff x="6512944" y="2975654"/>
            <a:chExt cx="1594853" cy="4630848"/>
          </a:xfrm>
        </p:grpSpPr>
        <p:grpSp>
          <p:nvGrpSpPr>
            <p:cNvPr id="4067" name="Google Shape;4067;p77"/>
            <p:cNvGrpSpPr/>
            <p:nvPr/>
          </p:nvGrpSpPr>
          <p:grpSpPr>
            <a:xfrm>
              <a:off x="6512944" y="2975654"/>
              <a:ext cx="1594853" cy="4630848"/>
              <a:chOff x="1460575" y="5630575"/>
              <a:chExt cx="645350" cy="1873775"/>
            </a:xfrm>
          </p:grpSpPr>
          <p:sp>
            <p:nvSpPr>
              <p:cNvPr id="4068" name="Google Shape;4068;p77"/>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7"/>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0" name="Google Shape;4070;p77"/>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1" name="Google Shape;4071;p77"/>
          <p:cNvGrpSpPr/>
          <p:nvPr/>
        </p:nvGrpSpPr>
        <p:grpSpPr>
          <a:xfrm flipH="1" rot="-8853266">
            <a:off x="1247325" y="412546"/>
            <a:ext cx="382885" cy="1112392"/>
            <a:chOff x="6512944" y="2975654"/>
            <a:chExt cx="1594853" cy="4630848"/>
          </a:xfrm>
        </p:grpSpPr>
        <p:grpSp>
          <p:nvGrpSpPr>
            <p:cNvPr id="4072" name="Google Shape;4072;p77"/>
            <p:cNvGrpSpPr/>
            <p:nvPr/>
          </p:nvGrpSpPr>
          <p:grpSpPr>
            <a:xfrm>
              <a:off x="6512944" y="2975654"/>
              <a:ext cx="1594853" cy="4630848"/>
              <a:chOff x="1460575" y="5630575"/>
              <a:chExt cx="645350" cy="1873775"/>
            </a:xfrm>
          </p:grpSpPr>
          <p:sp>
            <p:nvSpPr>
              <p:cNvPr id="4073" name="Google Shape;4073;p77"/>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7"/>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5" name="Google Shape;4075;p77"/>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6" name="Google Shape;4076;p77"/>
          <p:cNvGrpSpPr/>
          <p:nvPr/>
        </p:nvGrpSpPr>
        <p:grpSpPr>
          <a:xfrm>
            <a:off x="5787838" y="1739187"/>
            <a:ext cx="4399920" cy="4231164"/>
            <a:chOff x="5787838" y="1739187"/>
            <a:chExt cx="4399920" cy="4231164"/>
          </a:xfrm>
        </p:grpSpPr>
        <p:grpSp>
          <p:nvGrpSpPr>
            <p:cNvPr id="4077" name="Google Shape;4077;p77"/>
            <p:cNvGrpSpPr/>
            <p:nvPr/>
          </p:nvGrpSpPr>
          <p:grpSpPr>
            <a:xfrm flipH="1" rot="-3182169">
              <a:off x="7099543" y="3150442"/>
              <a:ext cx="379449" cy="720480"/>
              <a:chOff x="2263675" y="890788"/>
              <a:chExt cx="248900" cy="472600"/>
            </a:xfrm>
          </p:grpSpPr>
          <p:sp>
            <p:nvSpPr>
              <p:cNvPr id="4078" name="Google Shape;4078;p77"/>
              <p:cNvSpPr/>
              <p:nvPr/>
            </p:nvSpPr>
            <p:spPr>
              <a:xfrm>
                <a:off x="2263675" y="890788"/>
                <a:ext cx="248900" cy="472600"/>
              </a:xfrm>
              <a:custGeom>
                <a:rect b="b" l="l" r="r" t="t"/>
                <a:pathLst>
                  <a:path extrusionOk="0" h="18904" w="9956">
                    <a:moveTo>
                      <a:pt x="4075" y="0"/>
                    </a:moveTo>
                    <a:cubicBezTo>
                      <a:pt x="3898" y="0"/>
                      <a:pt x="3718" y="22"/>
                      <a:pt x="3537" y="68"/>
                    </a:cubicBezTo>
                    <a:cubicBezTo>
                      <a:pt x="1" y="961"/>
                      <a:pt x="1215" y="9010"/>
                      <a:pt x="2882" y="13236"/>
                    </a:cubicBezTo>
                    <a:cubicBezTo>
                      <a:pt x="4537" y="17463"/>
                      <a:pt x="4132" y="18904"/>
                      <a:pt x="4132" y="18904"/>
                    </a:cubicBezTo>
                    <a:cubicBezTo>
                      <a:pt x="4132" y="18904"/>
                      <a:pt x="6811" y="17285"/>
                      <a:pt x="8430" y="12284"/>
                    </a:cubicBezTo>
                    <a:cubicBezTo>
                      <a:pt x="9955" y="7540"/>
                      <a:pt x="7355" y="0"/>
                      <a:pt x="4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7"/>
              <p:cNvSpPr/>
              <p:nvPr/>
            </p:nvSpPr>
            <p:spPr>
              <a:xfrm>
                <a:off x="2365475" y="990113"/>
                <a:ext cx="93200" cy="360175"/>
              </a:xfrm>
              <a:custGeom>
                <a:rect b="b" l="l" r="r" t="t"/>
                <a:pathLst>
                  <a:path extrusionOk="0" h="14407" w="3728">
                    <a:moveTo>
                      <a:pt x="394" y="0"/>
                    </a:moveTo>
                    <a:lnTo>
                      <a:pt x="191" y="108"/>
                    </a:lnTo>
                    <a:cubicBezTo>
                      <a:pt x="215" y="179"/>
                      <a:pt x="3477" y="7001"/>
                      <a:pt x="1" y="14324"/>
                    </a:cubicBezTo>
                    <a:lnTo>
                      <a:pt x="203" y="14407"/>
                    </a:lnTo>
                    <a:cubicBezTo>
                      <a:pt x="3727" y="6989"/>
                      <a:pt x="429" y="84"/>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0" name="Google Shape;4080;p77"/>
            <p:cNvGrpSpPr/>
            <p:nvPr/>
          </p:nvGrpSpPr>
          <p:grpSpPr>
            <a:xfrm flipH="1" rot="6658501">
              <a:off x="8421228" y="2403509"/>
              <a:ext cx="379438" cy="498322"/>
              <a:chOff x="2136875" y="1156838"/>
              <a:chExt cx="166125" cy="218175"/>
            </a:xfrm>
          </p:grpSpPr>
          <p:sp>
            <p:nvSpPr>
              <p:cNvPr id="4081" name="Google Shape;4081;p77"/>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7"/>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3" name="Google Shape;4083;p77"/>
            <p:cNvGrpSpPr/>
            <p:nvPr/>
          </p:nvGrpSpPr>
          <p:grpSpPr>
            <a:xfrm flipH="1" rot="-3724926">
              <a:off x="6970058" y="2752488"/>
              <a:ext cx="2736131" cy="2736693"/>
              <a:chOff x="494881" y="2817898"/>
              <a:chExt cx="2631079" cy="2631619"/>
            </a:xfrm>
          </p:grpSpPr>
          <p:grpSp>
            <p:nvGrpSpPr>
              <p:cNvPr id="4084" name="Google Shape;4084;p77"/>
              <p:cNvGrpSpPr/>
              <p:nvPr/>
            </p:nvGrpSpPr>
            <p:grpSpPr>
              <a:xfrm rot="-872865">
                <a:off x="758334" y="2920740"/>
                <a:ext cx="1104590" cy="2238658"/>
                <a:chOff x="1803775" y="5029925"/>
                <a:chExt cx="655775" cy="1329050"/>
              </a:xfrm>
            </p:grpSpPr>
            <p:sp>
              <p:nvSpPr>
                <p:cNvPr id="4085" name="Google Shape;4085;p77"/>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7"/>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7"/>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7"/>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7"/>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7"/>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7"/>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7"/>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7"/>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7"/>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7"/>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6" name="Google Shape;4096;p77"/>
              <p:cNvGrpSpPr/>
              <p:nvPr/>
            </p:nvGrpSpPr>
            <p:grpSpPr>
              <a:xfrm rot="2700000">
                <a:off x="2022629" y="4043249"/>
                <a:ext cx="736574" cy="1342446"/>
                <a:chOff x="-214625" y="3943775"/>
                <a:chExt cx="458725" cy="836125"/>
              </a:xfrm>
            </p:grpSpPr>
            <p:sp>
              <p:nvSpPr>
                <p:cNvPr id="4097" name="Google Shape;4097;p77"/>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7"/>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7"/>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7"/>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7"/>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7"/>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7"/>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7"/>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7"/>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7"/>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7"/>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7"/>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09" name="Google Shape;4109;p77"/>
            <p:cNvGrpSpPr/>
            <p:nvPr/>
          </p:nvGrpSpPr>
          <p:grpSpPr>
            <a:xfrm flipH="1" rot="-6486648">
              <a:off x="6170795" y="3660617"/>
              <a:ext cx="1166731" cy="1651795"/>
              <a:chOff x="1793075" y="1583538"/>
              <a:chExt cx="552200" cy="781775"/>
            </a:xfrm>
          </p:grpSpPr>
          <p:sp>
            <p:nvSpPr>
              <p:cNvPr id="4110" name="Google Shape;4110;p77"/>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7"/>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7"/>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7"/>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7"/>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7"/>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7"/>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7" name="Google Shape;4117;p77"/>
            <p:cNvSpPr/>
            <p:nvPr/>
          </p:nvSpPr>
          <p:spPr>
            <a:xfrm flipH="1" rot="-3045368">
              <a:off x="7937276" y="1742621"/>
              <a:ext cx="233030" cy="47211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7"/>
            <p:cNvSpPr/>
            <p:nvPr/>
          </p:nvSpPr>
          <p:spPr>
            <a:xfrm rot="3045368">
              <a:off x="7831276" y="4303646"/>
              <a:ext cx="233030" cy="47211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9" name="Google Shape;4119;p77"/>
          <p:cNvGrpSpPr/>
          <p:nvPr/>
        </p:nvGrpSpPr>
        <p:grpSpPr>
          <a:xfrm flipH="1" rot="-209488">
            <a:off x="-112911" y="-52368"/>
            <a:ext cx="1209703" cy="1594795"/>
            <a:chOff x="4326425" y="5583250"/>
            <a:chExt cx="744150" cy="981100"/>
          </a:xfrm>
        </p:grpSpPr>
        <p:sp>
          <p:nvSpPr>
            <p:cNvPr id="4120" name="Google Shape;4120;p77"/>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7"/>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7"/>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7"/>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7"/>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7"/>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7"/>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7"/>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7"/>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7"/>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7"/>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7"/>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7"/>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7"/>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7"/>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7"/>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7"/>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7"/>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7"/>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7"/>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7"/>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7"/>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7"/>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7"/>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7"/>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4027"/>
                                        </p:tgtEl>
                                        <p:attrNameLst>
                                          <p:attrName>style.visibility</p:attrName>
                                        </p:attrNameLst>
                                      </p:cBhvr>
                                      <p:to>
                                        <p:strVal val="visible"/>
                                      </p:to>
                                    </p:set>
                                    <p:animEffect filter="fade" transition="in">
                                      <p:cBhvr>
                                        <p:cTn dur="1000"/>
                                        <p:tgtEl>
                                          <p:spTgt spid="4027"/>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066"/>
                                        </p:tgtEl>
                                        <p:attrNameLst>
                                          <p:attrName>style.visibility</p:attrName>
                                        </p:attrNameLst>
                                      </p:cBhvr>
                                      <p:to>
                                        <p:strVal val="visible"/>
                                      </p:to>
                                    </p:set>
                                    <p:animEffect filter="fade" transition="in">
                                      <p:cBhvr>
                                        <p:cTn dur="1000"/>
                                        <p:tgtEl>
                                          <p:spTgt spid="4066"/>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4071"/>
                                        </p:tgtEl>
                                        <p:attrNameLst>
                                          <p:attrName>style.visibility</p:attrName>
                                        </p:attrNameLst>
                                      </p:cBhvr>
                                      <p:to>
                                        <p:strVal val="visible"/>
                                      </p:to>
                                    </p:set>
                                    <p:animEffect filter="fade" transition="in">
                                      <p:cBhvr>
                                        <p:cTn dur="1000"/>
                                        <p:tgtEl>
                                          <p:spTgt spid="4071"/>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4061"/>
                                        </p:tgtEl>
                                        <p:attrNameLst>
                                          <p:attrName>style.visibility</p:attrName>
                                        </p:attrNameLst>
                                      </p:cBhvr>
                                      <p:to>
                                        <p:strVal val="visible"/>
                                      </p:to>
                                    </p:set>
                                    <p:animEffect filter="fade" transition="in">
                                      <p:cBhvr>
                                        <p:cTn dur="1000"/>
                                        <p:tgtEl>
                                          <p:spTgt spid="406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48" name="Shape 4148"/>
        <p:cNvGrpSpPr/>
        <p:nvPr/>
      </p:nvGrpSpPr>
      <p:grpSpPr>
        <a:xfrm>
          <a:off x="0" y="0"/>
          <a:ext cx="0" cy="0"/>
          <a:chOff x="0" y="0"/>
          <a:chExt cx="0" cy="0"/>
        </a:xfrm>
      </p:grpSpPr>
      <p:sp>
        <p:nvSpPr>
          <p:cNvPr id="4149" name="Google Shape;4149;p78"/>
          <p:cNvSpPr/>
          <p:nvPr/>
        </p:nvSpPr>
        <p:spPr>
          <a:xfrm rot="654232">
            <a:off x="864266" y="1249139"/>
            <a:ext cx="7145883" cy="3245672"/>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8"/>
          <p:cNvSpPr txBox="1"/>
          <p:nvPr>
            <p:ph type="title"/>
          </p:nvPr>
        </p:nvSpPr>
        <p:spPr>
          <a:xfrm>
            <a:off x="1454075" y="2231150"/>
            <a:ext cx="6257400" cy="166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REUSE PLASTIC BOTTLES, SAVE THE EARTH</a:t>
            </a:r>
            <a:endParaRPr/>
          </a:p>
        </p:txBody>
      </p:sp>
      <p:grpSp>
        <p:nvGrpSpPr>
          <p:cNvPr id="4151" name="Google Shape;4151;p78"/>
          <p:cNvGrpSpPr/>
          <p:nvPr/>
        </p:nvGrpSpPr>
        <p:grpSpPr>
          <a:xfrm>
            <a:off x="3784336" y="602558"/>
            <a:ext cx="1575328" cy="1575328"/>
            <a:chOff x="-149451" y="2973528"/>
            <a:chExt cx="2344587" cy="2344587"/>
          </a:xfrm>
        </p:grpSpPr>
        <p:sp>
          <p:nvSpPr>
            <p:cNvPr id="4152" name="Google Shape;4152;p78"/>
            <p:cNvSpPr/>
            <p:nvPr/>
          </p:nvSpPr>
          <p:spPr>
            <a:xfrm>
              <a:off x="-149451" y="2973528"/>
              <a:ext cx="2344587" cy="2344587"/>
            </a:xfrm>
            <a:custGeom>
              <a:rect b="b" l="l" r="r" t="t"/>
              <a:pathLst>
                <a:path extrusionOk="0" h="51972" w="51972">
                  <a:moveTo>
                    <a:pt x="25980" y="1"/>
                  </a:moveTo>
                  <a:cubicBezTo>
                    <a:pt x="11633" y="1"/>
                    <a:pt x="1" y="11633"/>
                    <a:pt x="1" y="25980"/>
                  </a:cubicBezTo>
                  <a:cubicBezTo>
                    <a:pt x="1" y="40339"/>
                    <a:pt x="11633" y="51971"/>
                    <a:pt x="25980" y="51971"/>
                  </a:cubicBezTo>
                  <a:cubicBezTo>
                    <a:pt x="40339" y="51971"/>
                    <a:pt x="51971" y="40339"/>
                    <a:pt x="51971" y="25980"/>
                  </a:cubicBezTo>
                  <a:cubicBezTo>
                    <a:pt x="51971" y="11633"/>
                    <a:pt x="40339" y="1"/>
                    <a:pt x="25980" y="1"/>
                  </a:cubicBez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8"/>
            <p:cNvSpPr/>
            <p:nvPr/>
          </p:nvSpPr>
          <p:spPr>
            <a:xfrm>
              <a:off x="184655" y="3002536"/>
              <a:ext cx="1127993" cy="1247406"/>
            </a:xfrm>
            <a:custGeom>
              <a:rect b="b" l="l" r="r" t="t"/>
              <a:pathLst>
                <a:path extrusionOk="0" h="27651" w="25004">
                  <a:moveTo>
                    <a:pt x="12811" y="1"/>
                  </a:moveTo>
                  <a:cubicBezTo>
                    <a:pt x="9180" y="810"/>
                    <a:pt x="5822" y="2394"/>
                    <a:pt x="2953" y="4561"/>
                  </a:cubicBezTo>
                  <a:cubicBezTo>
                    <a:pt x="2953" y="4561"/>
                    <a:pt x="2977" y="4823"/>
                    <a:pt x="3191" y="5180"/>
                  </a:cubicBezTo>
                  <a:cubicBezTo>
                    <a:pt x="3394" y="5537"/>
                    <a:pt x="3048" y="5739"/>
                    <a:pt x="3072" y="5858"/>
                  </a:cubicBezTo>
                  <a:cubicBezTo>
                    <a:pt x="3084" y="5966"/>
                    <a:pt x="3275" y="5954"/>
                    <a:pt x="3096" y="6156"/>
                  </a:cubicBezTo>
                  <a:cubicBezTo>
                    <a:pt x="2929" y="6370"/>
                    <a:pt x="3096" y="6323"/>
                    <a:pt x="2953" y="6466"/>
                  </a:cubicBezTo>
                  <a:cubicBezTo>
                    <a:pt x="2798" y="6620"/>
                    <a:pt x="2655" y="6751"/>
                    <a:pt x="2548" y="6823"/>
                  </a:cubicBezTo>
                  <a:cubicBezTo>
                    <a:pt x="2441" y="6906"/>
                    <a:pt x="2477" y="7109"/>
                    <a:pt x="2262" y="7359"/>
                  </a:cubicBezTo>
                  <a:cubicBezTo>
                    <a:pt x="2060" y="7621"/>
                    <a:pt x="1655" y="7823"/>
                    <a:pt x="1655" y="8228"/>
                  </a:cubicBezTo>
                  <a:cubicBezTo>
                    <a:pt x="1655" y="8609"/>
                    <a:pt x="1048" y="9145"/>
                    <a:pt x="965" y="9371"/>
                  </a:cubicBezTo>
                  <a:cubicBezTo>
                    <a:pt x="893" y="9585"/>
                    <a:pt x="286" y="10395"/>
                    <a:pt x="250" y="10931"/>
                  </a:cubicBezTo>
                  <a:cubicBezTo>
                    <a:pt x="227" y="11466"/>
                    <a:pt x="227" y="12038"/>
                    <a:pt x="250" y="12359"/>
                  </a:cubicBezTo>
                  <a:cubicBezTo>
                    <a:pt x="286" y="12693"/>
                    <a:pt x="310" y="13050"/>
                    <a:pt x="227" y="13431"/>
                  </a:cubicBezTo>
                  <a:cubicBezTo>
                    <a:pt x="155" y="13824"/>
                    <a:pt x="72" y="14181"/>
                    <a:pt x="36" y="14895"/>
                  </a:cubicBezTo>
                  <a:cubicBezTo>
                    <a:pt x="0" y="15610"/>
                    <a:pt x="286" y="15919"/>
                    <a:pt x="953" y="16145"/>
                  </a:cubicBezTo>
                  <a:cubicBezTo>
                    <a:pt x="1643" y="16348"/>
                    <a:pt x="2917" y="16967"/>
                    <a:pt x="3227" y="17419"/>
                  </a:cubicBezTo>
                  <a:cubicBezTo>
                    <a:pt x="3560" y="17884"/>
                    <a:pt x="3739" y="18455"/>
                    <a:pt x="3977" y="18527"/>
                  </a:cubicBezTo>
                  <a:cubicBezTo>
                    <a:pt x="4227" y="18598"/>
                    <a:pt x="4441" y="19348"/>
                    <a:pt x="5251" y="19908"/>
                  </a:cubicBezTo>
                  <a:cubicBezTo>
                    <a:pt x="6072" y="20479"/>
                    <a:pt x="7608" y="20551"/>
                    <a:pt x="8287" y="21277"/>
                  </a:cubicBezTo>
                  <a:cubicBezTo>
                    <a:pt x="8978" y="22003"/>
                    <a:pt x="10216" y="23789"/>
                    <a:pt x="10537" y="24777"/>
                  </a:cubicBezTo>
                  <a:cubicBezTo>
                    <a:pt x="10871" y="25766"/>
                    <a:pt x="11406" y="26111"/>
                    <a:pt x="11966" y="26587"/>
                  </a:cubicBezTo>
                  <a:cubicBezTo>
                    <a:pt x="12538" y="27063"/>
                    <a:pt x="13252" y="27599"/>
                    <a:pt x="13788" y="27647"/>
                  </a:cubicBezTo>
                  <a:cubicBezTo>
                    <a:pt x="13826" y="27649"/>
                    <a:pt x="13862" y="27651"/>
                    <a:pt x="13897" y="27651"/>
                  </a:cubicBezTo>
                  <a:cubicBezTo>
                    <a:pt x="14354" y="27651"/>
                    <a:pt x="14547" y="27443"/>
                    <a:pt x="14514" y="27266"/>
                  </a:cubicBezTo>
                  <a:cubicBezTo>
                    <a:pt x="14502" y="27063"/>
                    <a:pt x="13812" y="26504"/>
                    <a:pt x="13704" y="26349"/>
                  </a:cubicBezTo>
                  <a:cubicBezTo>
                    <a:pt x="13609" y="26206"/>
                    <a:pt x="13383" y="25254"/>
                    <a:pt x="13073" y="24563"/>
                  </a:cubicBezTo>
                  <a:cubicBezTo>
                    <a:pt x="12740" y="23884"/>
                    <a:pt x="12716" y="23873"/>
                    <a:pt x="12811" y="23539"/>
                  </a:cubicBezTo>
                  <a:cubicBezTo>
                    <a:pt x="12919" y="23218"/>
                    <a:pt x="13145" y="22503"/>
                    <a:pt x="13454" y="22325"/>
                  </a:cubicBezTo>
                  <a:cubicBezTo>
                    <a:pt x="13788" y="22146"/>
                    <a:pt x="14026" y="22277"/>
                    <a:pt x="14252" y="21968"/>
                  </a:cubicBezTo>
                  <a:cubicBezTo>
                    <a:pt x="14454" y="21646"/>
                    <a:pt x="14526" y="21468"/>
                    <a:pt x="14514" y="21277"/>
                  </a:cubicBezTo>
                  <a:cubicBezTo>
                    <a:pt x="14502" y="21087"/>
                    <a:pt x="14169" y="20967"/>
                    <a:pt x="13859" y="20932"/>
                  </a:cubicBezTo>
                  <a:cubicBezTo>
                    <a:pt x="13538" y="20908"/>
                    <a:pt x="13431" y="20622"/>
                    <a:pt x="13002" y="20551"/>
                  </a:cubicBezTo>
                  <a:cubicBezTo>
                    <a:pt x="12561" y="20479"/>
                    <a:pt x="11966" y="20301"/>
                    <a:pt x="11823" y="20039"/>
                  </a:cubicBezTo>
                  <a:cubicBezTo>
                    <a:pt x="11698" y="19836"/>
                    <a:pt x="11471" y="19751"/>
                    <a:pt x="11270" y="19751"/>
                  </a:cubicBezTo>
                  <a:cubicBezTo>
                    <a:pt x="11222" y="19751"/>
                    <a:pt x="11176" y="19756"/>
                    <a:pt x="11133" y="19765"/>
                  </a:cubicBezTo>
                  <a:cubicBezTo>
                    <a:pt x="11053" y="19774"/>
                    <a:pt x="10905" y="19798"/>
                    <a:pt x="10729" y="19798"/>
                  </a:cubicBezTo>
                  <a:cubicBezTo>
                    <a:pt x="10455" y="19798"/>
                    <a:pt x="10112" y="19740"/>
                    <a:pt x="9859" y="19479"/>
                  </a:cubicBezTo>
                  <a:cubicBezTo>
                    <a:pt x="9430" y="19051"/>
                    <a:pt x="9394" y="18229"/>
                    <a:pt x="9323" y="17800"/>
                  </a:cubicBezTo>
                  <a:cubicBezTo>
                    <a:pt x="9240" y="17372"/>
                    <a:pt x="9168" y="17229"/>
                    <a:pt x="9287" y="16907"/>
                  </a:cubicBezTo>
                  <a:cubicBezTo>
                    <a:pt x="9394" y="16574"/>
                    <a:pt x="9394" y="16336"/>
                    <a:pt x="9894" y="16098"/>
                  </a:cubicBezTo>
                  <a:cubicBezTo>
                    <a:pt x="10184" y="15963"/>
                    <a:pt x="10571" y="15848"/>
                    <a:pt x="10942" y="15848"/>
                  </a:cubicBezTo>
                  <a:cubicBezTo>
                    <a:pt x="11228" y="15848"/>
                    <a:pt x="11504" y="15916"/>
                    <a:pt x="11716" y="16098"/>
                  </a:cubicBezTo>
                  <a:cubicBezTo>
                    <a:pt x="11890" y="16243"/>
                    <a:pt x="12124" y="16298"/>
                    <a:pt x="12365" y="16298"/>
                  </a:cubicBezTo>
                  <a:cubicBezTo>
                    <a:pt x="12816" y="16298"/>
                    <a:pt x="13291" y="16102"/>
                    <a:pt x="13431" y="15931"/>
                  </a:cubicBezTo>
                  <a:cubicBezTo>
                    <a:pt x="13633" y="15681"/>
                    <a:pt x="14252" y="14943"/>
                    <a:pt x="14752" y="14907"/>
                  </a:cubicBezTo>
                  <a:cubicBezTo>
                    <a:pt x="15252" y="14883"/>
                    <a:pt x="16074" y="14907"/>
                    <a:pt x="16383" y="14633"/>
                  </a:cubicBezTo>
                  <a:cubicBezTo>
                    <a:pt x="16717" y="14348"/>
                    <a:pt x="17919" y="13740"/>
                    <a:pt x="18134" y="13264"/>
                  </a:cubicBezTo>
                  <a:cubicBezTo>
                    <a:pt x="18336" y="12764"/>
                    <a:pt x="19157" y="11371"/>
                    <a:pt x="19157" y="10907"/>
                  </a:cubicBezTo>
                  <a:cubicBezTo>
                    <a:pt x="19157" y="10479"/>
                    <a:pt x="20432" y="9686"/>
                    <a:pt x="20958" y="9686"/>
                  </a:cubicBezTo>
                  <a:cubicBezTo>
                    <a:pt x="21003" y="9686"/>
                    <a:pt x="21042" y="9692"/>
                    <a:pt x="21074" y="9704"/>
                  </a:cubicBezTo>
                  <a:cubicBezTo>
                    <a:pt x="21115" y="9718"/>
                    <a:pt x="21157" y="9724"/>
                    <a:pt x="21200" y="9724"/>
                  </a:cubicBezTo>
                  <a:cubicBezTo>
                    <a:pt x="21608" y="9724"/>
                    <a:pt x="22094" y="9168"/>
                    <a:pt x="22277" y="9168"/>
                  </a:cubicBezTo>
                  <a:cubicBezTo>
                    <a:pt x="22347" y="9168"/>
                    <a:pt x="22464" y="9180"/>
                    <a:pt x="22603" y="9180"/>
                  </a:cubicBezTo>
                  <a:cubicBezTo>
                    <a:pt x="22887" y="9180"/>
                    <a:pt x="23259" y="9131"/>
                    <a:pt x="23491" y="8835"/>
                  </a:cubicBezTo>
                  <a:cubicBezTo>
                    <a:pt x="23849" y="8406"/>
                    <a:pt x="24122" y="8121"/>
                    <a:pt x="24408" y="7704"/>
                  </a:cubicBezTo>
                  <a:cubicBezTo>
                    <a:pt x="24789" y="7311"/>
                    <a:pt x="25003" y="6668"/>
                    <a:pt x="23968" y="6359"/>
                  </a:cubicBezTo>
                  <a:cubicBezTo>
                    <a:pt x="22944" y="6025"/>
                    <a:pt x="22182" y="5930"/>
                    <a:pt x="21563" y="5597"/>
                  </a:cubicBezTo>
                  <a:cubicBezTo>
                    <a:pt x="20969" y="5259"/>
                    <a:pt x="20387" y="5013"/>
                    <a:pt x="19917" y="5013"/>
                  </a:cubicBezTo>
                  <a:cubicBezTo>
                    <a:pt x="19906" y="5013"/>
                    <a:pt x="19895" y="5013"/>
                    <a:pt x="19884" y="5013"/>
                  </a:cubicBezTo>
                  <a:cubicBezTo>
                    <a:pt x="19873" y="5013"/>
                    <a:pt x="19862" y="5014"/>
                    <a:pt x="19850" y="5014"/>
                  </a:cubicBezTo>
                  <a:cubicBezTo>
                    <a:pt x="19533" y="5014"/>
                    <a:pt x="19012" y="4910"/>
                    <a:pt x="18538" y="4910"/>
                  </a:cubicBezTo>
                  <a:cubicBezTo>
                    <a:pt x="18302" y="4910"/>
                    <a:pt x="18077" y="4936"/>
                    <a:pt x="17895" y="5013"/>
                  </a:cubicBezTo>
                  <a:cubicBezTo>
                    <a:pt x="17324" y="5251"/>
                    <a:pt x="16717" y="6430"/>
                    <a:pt x="15836" y="6632"/>
                  </a:cubicBezTo>
                  <a:cubicBezTo>
                    <a:pt x="15683" y="6670"/>
                    <a:pt x="15491" y="6687"/>
                    <a:pt x="15273" y="6687"/>
                  </a:cubicBezTo>
                  <a:cubicBezTo>
                    <a:pt x="14247" y="6687"/>
                    <a:pt x="12665" y="6316"/>
                    <a:pt x="12145" y="6001"/>
                  </a:cubicBezTo>
                  <a:cubicBezTo>
                    <a:pt x="11537" y="5608"/>
                    <a:pt x="11359" y="4823"/>
                    <a:pt x="11537" y="4430"/>
                  </a:cubicBezTo>
                  <a:cubicBezTo>
                    <a:pt x="11716" y="4049"/>
                    <a:pt x="11787" y="3346"/>
                    <a:pt x="11740" y="3084"/>
                  </a:cubicBezTo>
                  <a:cubicBezTo>
                    <a:pt x="11704" y="2810"/>
                    <a:pt x="12633" y="2322"/>
                    <a:pt x="12954" y="1977"/>
                  </a:cubicBezTo>
                  <a:cubicBezTo>
                    <a:pt x="13276" y="1632"/>
                    <a:pt x="13573" y="548"/>
                    <a:pt x="12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8"/>
            <p:cNvSpPr/>
            <p:nvPr/>
          </p:nvSpPr>
          <p:spPr>
            <a:xfrm>
              <a:off x="951664" y="4213956"/>
              <a:ext cx="884160" cy="1042550"/>
            </a:xfrm>
            <a:custGeom>
              <a:rect b="b" l="l" r="r" t="t"/>
              <a:pathLst>
                <a:path extrusionOk="0" h="23110" w="19599">
                  <a:moveTo>
                    <a:pt x="5062" y="0"/>
                  </a:moveTo>
                  <a:cubicBezTo>
                    <a:pt x="4588" y="0"/>
                    <a:pt x="4017" y="122"/>
                    <a:pt x="3706" y="122"/>
                  </a:cubicBezTo>
                  <a:cubicBezTo>
                    <a:pt x="3664" y="122"/>
                    <a:pt x="3627" y="120"/>
                    <a:pt x="3596" y="115"/>
                  </a:cubicBezTo>
                  <a:cubicBezTo>
                    <a:pt x="3575" y="112"/>
                    <a:pt x="3553" y="110"/>
                    <a:pt x="3529" y="110"/>
                  </a:cubicBezTo>
                  <a:cubicBezTo>
                    <a:pt x="3139" y="110"/>
                    <a:pt x="2420" y="558"/>
                    <a:pt x="2263" y="794"/>
                  </a:cubicBezTo>
                  <a:cubicBezTo>
                    <a:pt x="2096" y="1056"/>
                    <a:pt x="2096" y="2580"/>
                    <a:pt x="2263" y="2854"/>
                  </a:cubicBezTo>
                  <a:cubicBezTo>
                    <a:pt x="2429" y="3116"/>
                    <a:pt x="2263" y="3556"/>
                    <a:pt x="1858" y="4187"/>
                  </a:cubicBezTo>
                  <a:cubicBezTo>
                    <a:pt x="1453" y="4830"/>
                    <a:pt x="977" y="5640"/>
                    <a:pt x="489" y="6128"/>
                  </a:cubicBezTo>
                  <a:cubicBezTo>
                    <a:pt x="0" y="6616"/>
                    <a:pt x="227" y="9354"/>
                    <a:pt x="489" y="9664"/>
                  </a:cubicBezTo>
                  <a:cubicBezTo>
                    <a:pt x="762" y="9985"/>
                    <a:pt x="1501" y="11498"/>
                    <a:pt x="2525" y="11926"/>
                  </a:cubicBezTo>
                  <a:cubicBezTo>
                    <a:pt x="3537" y="12343"/>
                    <a:pt x="4751" y="13105"/>
                    <a:pt x="4751" y="13105"/>
                  </a:cubicBezTo>
                  <a:cubicBezTo>
                    <a:pt x="6620" y="14129"/>
                    <a:pt x="6668" y="15855"/>
                    <a:pt x="6513" y="16189"/>
                  </a:cubicBezTo>
                  <a:cubicBezTo>
                    <a:pt x="6335" y="16498"/>
                    <a:pt x="6251" y="17546"/>
                    <a:pt x="5715" y="17903"/>
                  </a:cubicBezTo>
                  <a:cubicBezTo>
                    <a:pt x="5180" y="18260"/>
                    <a:pt x="5977" y="19094"/>
                    <a:pt x="5370" y="19963"/>
                  </a:cubicBezTo>
                  <a:cubicBezTo>
                    <a:pt x="4763" y="20832"/>
                    <a:pt x="3668" y="21796"/>
                    <a:pt x="3239" y="22332"/>
                  </a:cubicBezTo>
                  <a:cubicBezTo>
                    <a:pt x="2810" y="22880"/>
                    <a:pt x="2810" y="23035"/>
                    <a:pt x="3572" y="23106"/>
                  </a:cubicBezTo>
                  <a:cubicBezTo>
                    <a:pt x="3593" y="23108"/>
                    <a:pt x="3615" y="23109"/>
                    <a:pt x="3638" y="23109"/>
                  </a:cubicBezTo>
                  <a:cubicBezTo>
                    <a:pt x="4422" y="23109"/>
                    <a:pt x="6317" y="21943"/>
                    <a:pt x="6942" y="21677"/>
                  </a:cubicBezTo>
                  <a:cubicBezTo>
                    <a:pt x="7609" y="21392"/>
                    <a:pt x="7704" y="19808"/>
                    <a:pt x="8406" y="19213"/>
                  </a:cubicBezTo>
                  <a:cubicBezTo>
                    <a:pt x="9109" y="18617"/>
                    <a:pt x="9954" y="18558"/>
                    <a:pt x="10978" y="18320"/>
                  </a:cubicBezTo>
                  <a:cubicBezTo>
                    <a:pt x="11990" y="18058"/>
                    <a:pt x="13657" y="17320"/>
                    <a:pt x="14407" y="17046"/>
                  </a:cubicBezTo>
                  <a:cubicBezTo>
                    <a:pt x="15133" y="16784"/>
                    <a:pt x="15109" y="16355"/>
                    <a:pt x="15431" y="15760"/>
                  </a:cubicBezTo>
                  <a:cubicBezTo>
                    <a:pt x="15764" y="15165"/>
                    <a:pt x="16562" y="14629"/>
                    <a:pt x="16931" y="14296"/>
                  </a:cubicBezTo>
                  <a:cubicBezTo>
                    <a:pt x="17312" y="13974"/>
                    <a:pt x="17515" y="12843"/>
                    <a:pt x="17253" y="12569"/>
                  </a:cubicBezTo>
                  <a:cubicBezTo>
                    <a:pt x="16979" y="12307"/>
                    <a:pt x="16812" y="11331"/>
                    <a:pt x="17253" y="10700"/>
                  </a:cubicBezTo>
                  <a:cubicBezTo>
                    <a:pt x="17681" y="10057"/>
                    <a:pt x="18336" y="9033"/>
                    <a:pt x="18860" y="8390"/>
                  </a:cubicBezTo>
                  <a:cubicBezTo>
                    <a:pt x="19396" y="7747"/>
                    <a:pt x="19598" y="7211"/>
                    <a:pt x="18955" y="6783"/>
                  </a:cubicBezTo>
                  <a:cubicBezTo>
                    <a:pt x="18336" y="6354"/>
                    <a:pt x="17157" y="6021"/>
                    <a:pt x="16633" y="5914"/>
                  </a:cubicBezTo>
                  <a:cubicBezTo>
                    <a:pt x="16121" y="5818"/>
                    <a:pt x="16193" y="5342"/>
                    <a:pt x="15276" y="4806"/>
                  </a:cubicBezTo>
                  <a:cubicBezTo>
                    <a:pt x="14359" y="4270"/>
                    <a:pt x="13716" y="3449"/>
                    <a:pt x="13169" y="2639"/>
                  </a:cubicBezTo>
                  <a:cubicBezTo>
                    <a:pt x="12757" y="2039"/>
                    <a:pt x="12116" y="1648"/>
                    <a:pt x="11550" y="1648"/>
                  </a:cubicBezTo>
                  <a:cubicBezTo>
                    <a:pt x="11363" y="1648"/>
                    <a:pt x="11185" y="1691"/>
                    <a:pt x="11026" y="1782"/>
                  </a:cubicBezTo>
                  <a:cubicBezTo>
                    <a:pt x="10887" y="1863"/>
                    <a:pt x="10742" y="1895"/>
                    <a:pt x="10591" y="1895"/>
                  </a:cubicBezTo>
                  <a:cubicBezTo>
                    <a:pt x="10032" y="1895"/>
                    <a:pt x="9402" y="1451"/>
                    <a:pt x="8763" y="1413"/>
                  </a:cubicBezTo>
                  <a:cubicBezTo>
                    <a:pt x="7942" y="1353"/>
                    <a:pt x="6132" y="377"/>
                    <a:pt x="5644" y="115"/>
                  </a:cubicBezTo>
                  <a:cubicBezTo>
                    <a:pt x="5501" y="29"/>
                    <a:pt x="5293" y="0"/>
                    <a:pt x="50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8"/>
            <p:cNvSpPr/>
            <p:nvPr/>
          </p:nvSpPr>
          <p:spPr>
            <a:xfrm>
              <a:off x="1681094" y="3241545"/>
              <a:ext cx="425952" cy="513064"/>
            </a:xfrm>
            <a:custGeom>
              <a:rect b="b" l="l" r="r" t="t"/>
              <a:pathLst>
                <a:path extrusionOk="0" h="11373" w="9442">
                  <a:moveTo>
                    <a:pt x="1941" y="1"/>
                  </a:moveTo>
                  <a:cubicBezTo>
                    <a:pt x="1941" y="1"/>
                    <a:pt x="1643" y="429"/>
                    <a:pt x="1179" y="858"/>
                  </a:cubicBezTo>
                  <a:cubicBezTo>
                    <a:pt x="714" y="1299"/>
                    <a:pt x="595" y="1608"/>
                    <a:pt x="476" y="1858"/>
                  </a:cubicBezTo>
                  <a:cubicBezTo>
                    <a:pt x="357" y="2108"/>
                    <a:pt x="0" y="3180"/>
                    <a:pt x="143" y="3644"/>
                  </a:cubicBezTo>
                  <a:cubicBezTo>
                    <a:pt x="286" y="4109"/>
                    <a:pt x="226" y="4430"/>
                    <a:pt x="750" y="4823"/>
                  </a:cubicBezTo>
                  <a:cubicBezTo>
                    <a:pt x="1286" y="5204"/>
                    <a:pt x="1762" y="5347"/>
                    <a:pt x="1524" y="6073"/>
                  </a:cubicBezTo>
                  <a:cubicBezTo>
                    <a:pt x="1286" y="6787"/>
                    <a:pt x="1465" y="7561"/>
                    <a:pt x="1215" y="7942"/>
                  </a:cubicBezTo>
                  <a:cubicBezTo>
                    <a:pt x="953" y="8335"/>
                    <a:pt x="929" y="9073"/>
                    <a:pt x="1524" y="9585"/>
                  </a:cubicBezTo>
                  <a:cubicBezTo>
                    <a:pt x="2119" y="10085"/>
                    <a:pt x="2858" y="9966"/>
                    <a:pt x="3036" y="10014"/>
                  </a:cubicBezTo>
                  <a:cubicBezTo>
                    <a:pt x="3203" y="10062"/>
                    <a:pt x="3917" y="10407"/>
                    <a:pt x="4024" y="10621"/>
                  </a:cubicBezTo>
                  <a:cubicBezTo>
                    <a:pt x="4132" y="10847"/>
                    <a:pt x="4715" y="11097"/>
                    <a:pt x="5144" y="11312"/>
                  </a:cubicBezTo>
                  <a:cubicBezTo>
                    <a:pt x="5231" y="11353"/>
                    <a:pt x="5318" y="11373"/>
                    <a:pt x="5401" y="11373"/>
                  </a:cubicBezTo>
                  <a:cubicBezTo>
                    <a:pt x="5728" y="11373"/>
                    <a:pt x="6013" y="11076"/>
                    <a:pt x="6156" y="10621"/>
                  </a:cubicBezTo>
                  <a:cubicBezTo>
                    <a:pt x="6280" y="10233"/>
                    <a:pt x="6674" y="10062"/>
                    <a:pt x="7038" y="10062"/>
                  </a:cubicBezTo>
                  <a:cubicBezTo>
                    <a:pt x="7199" y="10062"/>
                    <a:pt x="7354" y="10095"/>
                    <a:pt x="7477" y="10157"/>
                  </a:cubicBezTo>
                  <a:cubicBezTo>
                    <a:pt x="7783" y="10329"/>
                    <a:pt x="8127" y="10440"/>
                    <a:pt x="8405" y="10440"/>
                  </a:cubicBezTo>
                  <a:cubicBezTo>
                    <a:pt x="8473" y="10440"/>
                    <a:pt x="8538" y="10433"/>
                    <a:pt x="8596" y="10419"/>
                  </a:cubicBezTo>
                  <a:cubicBezTo>
                    <a:pt x="8870" y="10335"/>
                    <a:pt x="9430" y="10133"/>
                    <a:pt x="9442" y="10133"/>
                  </a:cubicBezTo>
                  <a:cubicBezTo>
                    <a:pt x="7799" y="6156"/>
                    <a:pt x="5203" y="2680"/>
                    <a:pt x="19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8"/>
            <p:cNvSpPr/>
            <p:nvPr/>
          </p:nvSpPr>
          <p:spPr>
            <a:xfrm>
              <a:off x="1017168" y="3851337"/>
              <a:ext cx="245547" cy="256735"/>
            </a:xfrm>
            <a:custGeom>
              <a:rect b="b" l="l" r="r" t="t"/>
              <a:pathLst>
                <a:path extrusionOk="0" h="5691" w="5443">
                  <a:moveTo>
                    <a:pt x="3318" y="0"/>
                  </a:moveTo>
                  <a:cubicBezTo>
                    <a:pt x="3147" y="0"/>
                    <a:pt x="2966" y="41"/>
                    <a:pt x="2799" y="140"/>
                  </a:cubicBezTo>
                  <a:cubicBezTo>
                    <a:pt x="2311" y="426"/>
                    <a:pt x="2108" y="1081"/>
                    <a:pt x="2025" y="1545"/>
                  </a:cubicBezTo>
                  <a:cubicBezTo>
                    <a:pt x="1930" y="1986"/>
                    <a:pt x="1037" y="2331"/>
                    <a:pt x="1073" y="3153"/>
                  </a:cubicBezTo>
                  <a:cubicBezTo>
                    <a:pt x="1073" y="3153"/>
                    <a:pt x="1073" y="3641"/>
                    <a:pt x="715" y="3974"/>
                  </a:cubicBezTo>
                  <a:cubicBezTo>
                    <a:pt x="358" y="4296"/>
                    <a:pt x="1" y="4867"/>
                    <a:pt x="358" y="4939"/>
                  </a:cubicBezTo>
                  <a:cubicBezTo>
                    <a:pt x="715" y="5010"/>
                    <a:pt x="1477" y="5117"/>
                    <a:pt x="1656" y="5224"/>
                  </a:cubicBezTo>
                  <a:cubicBezTo>
                    <a:pt x="1808" y="5306"/>
                    <a:pt x="2516" y="5690"/>
                    <a:pt x="2875" y="5690"/>
                  </a:cubicBezTo>
                  <a:cubicBezTo>
                    <a:pt x="2937" y="5690"/>
                    <a:pt x="2989" y="5679"/>
                    <a:pt x="3025" y="5653"/>
                  </a:cubicBezTo>
                  <a:cubicBezTo>
                    <a:pt x="3275" y="5474"/>
                    <a:pt x="3454" y="5034"/>
                    <a:pt x="3716" y="5010"/>
                  </a:cubicBezTo>
                  <a:cubicBezTo>
                    <a:pt x="3966" y="4986"/>
                    <a:pt x="4037" y="4343"/>
                    <a:pt x="4252" y="4129"/>
                  </a:cubicBezTo>
                  <a:cubicBezTo>
                    <a:pt x="4454" y="3926"/>
                    <a:pt x="5216" y="3212"/>
                    <a:pt x="5287" y="2641"/>
                  </a:cubicBezTo>
                  <a:cubicBezTo>
                    <a:pt x="5359" y="2069"/>
                    <a:pt x="5442" y="1212"/>
                    <a:pt x="5287" y="986"/>
                  </a:cubicBezTo>
                  <a:cubicBezTo>
                    <a:pt x="5144" y="771"/>
                    <a:pt x="4144" y="640"/>
                    <a:pt x="4037" y="355"/>
                  </a:cubicBezTo>
                  <a:cubicBezTo>
                    <a:pt x="3966" y="164"/>
                    <a:pt x="3661" y="0"/>
                    <a:pt x="33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8"/>
            <p:cNvSpPr/>
            <p:nvPr/>
          </p:nvSpPr>
          <p:spPr>
            <a:xfrm>
              <a:off x="1239755" y="3990917"/>
              <a:ext cx="161503" cy="96947"/>
            </a:xfrm>
            <a:custGeom>
              <a:rect b="b" l="l" r="r" t="t"/>
              <a:pathLst>
                <a:path extrusionOk="0" h="2149" w="3580">
                  <a:moveTo>
                    <a:pt x="1975" y="1"/>
                  </a:moveTo>
                  <a:cubicBezTo>
                    <a:pt x="1925" y="1"/>
                    <a:pt x="1866" y="15"/>
                    <a:pt x="1794" y="47"/>
                  </a:cubicBezTo>
                  <a:cubicBezTo>
                    <a:pt x="1413" y="225"/>
                    <a:pt x="1520" y="297"/>
                    <a:pt x="1330" y="440"/>
                  </a:cubicBezTo>
                  <a:cubicBezTo>
                    <a:pt x="1175" y="606"/>
                    <a:pt x="877" y="832"/>
                    <a:pt x="877" y="832"/>
                  </a:cubicBezTo>
                  <a:cubicBezTo>
                    <a:pt x="877" y="832"/>
                    <a:pt x="461" y="1213"/>
                    <a:pt x="163" y="1630"/>
                  </a:cubicBezTo>
                  <a:cubicBezTo>
                    <a:pt x="1" y="1857"/>
                    <a:pt x="164" y="1901"/>
                    <a:pt x="381" y="1901"/>
                  </a:cubicBezTo>
                  <a:cubicBezTo>
                    <a:pt x="514" y="1901"/>
                    <a:pt x="667" y="1884"/>
                    <a:pt x="777" y="1884"/>
                  </a:cubicBezTo>
                  <a:cubicBezTo>
                    <a:pt x="817" y="1884"/>
                    <a:pt x="851" y="1886"/>
                    <a:pt x="877" y="1892"/>
                  </a:cubicBezTo>
                  <a:cubicBezTo>
                    <a:pt x="1052" y="1923"/>
                    <a:pt x="1111" y="2149"/>
                    <a:pt x="1392" y="2149"/>
                  </a:cubicBezTo>
                  <a:cubicBezTo>
                    <a:pt x="1437" y="2149"/>
                    <a:pt x="1487" y="2143"/>
                    <a:pt x="1544" y="2130"/>
                  </a:cubicBezTo>
                  <a:cubicBezTo>
                    <a:pt x="1713" y="2087"/>
                    <a:pt x="1753" y="2081"/>
                    <a:pt x="1765" y="2081"/>
                  </a:cubicBezTo>
                  <a:cubicBezTo>
                    <a:pt x="1770" y="2081"/>
                    <a:pt x="1770" y="2082"/>
                    <a:pt x="1773" y="2082"/>
                  </a:cubicBezTo>
                  <a:cubicBezTo>
                    <a:pt x="1780" y="2082"/>
                    <a:pt x="1801" y="2075"/>
                    <a:pt x="1961" y="2023"/>
                  </a:cubicBezTo>
                  <a:cubicBezTo>
                    <a:pt x="2354" y="1892"/>
                    <a:pt x="2473" y="1928"/>
                    <a:pt x="2854" y="1892"/>
                  </a:cubicBezTo>
                  <a:cubicBezTo>
                    <a:pt x="3247" y="1845"/>
                    <a:pt x="3163" y="1571"/>
                    <a:pt x="3366" y="1321"/>
                  </a:cubicBezTo>
                  <a:cubicBezTo>
                    <a:pt x="3568" y="1083"/>
                    <a:pt x="3580" y="856"/>
                    <a:pt x="3366" y="654"/>
                  </a:cubicBezTo>
                  <a:cubicBezTo>
                    <a:pt x="3331" y="621"/>
                    <a:pt x="3299" y="608"/>
                    <a:pt x="3268" y="608"/>
                  </a:cubicBezTo>
                  <a:cubicBezTo>
                    <a:pt x="3149" y="608"/>
                    <a:pt x="3045" y="800"/>
                    <a:pt x="2875" y="800"/>
                  </a:cubicBezTo>
                  <a:cubicBezTo>
                    <a:pt x="2800" y="800"/>
                    <a:pt x="2712" y="762"/>
                    <a:pt x="2604" y="654"/>
                  </a:cubicBezTo>
                  <a:cubicBezTo>
                    <a:pt x="2261" y="311"/>
                    <a:pt x="2208" y="1"/>
                    <a:pt x="19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8" name="Google Shape;4158;p78"/>
          <p:cNvGrpSpPr/>
          <p:nvPr/>
        </p:nvGrpSpPr>
        <p:grpSpPr>
          <a:xfrm rot="-1980226">
            <a:off x="3001797" y="1088447"/>
            <a:ext cx="685105" cy="1248752"/>
            <a:chOff x="-214625" y="3943775"/>
            <a:chExt cx="458725" cy="836125"/>
          </a:xfrm>
        </p:grpSpPr>
        <p:sp>
          <p:nvSpPr>
            <p:cNvPr id="4159" name="Google Shape;4159;p78"/>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8"/>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8"/>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8"/>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8"/>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8"/>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8"/>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8"/>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8"/>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8"/>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8"/>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8"/>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1" name="Google Shape;4171;p78"/>
          <p:cNvGrpSpPr/>
          <p:nvPr/>
        </p:nvGrpSpPr>
        <p:grpSpPr>
          <a:xfrm flipH="1" rot="1980226">
            <a:off x="5457097" y="1088447"/>
            <a:ext cx="685105" cy="1248752"/>
            <a:chOff x="-214625" y="3943775"/>
            <a:chExt cx="458725" cy="836125"/>
          </a:xfrm>
        </p:grpSpPr>
        <p:sp>
          <p:nvSpPr>
            <p:cNvPr id="4172" name="Google Shape;4172;p78"/>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8"/>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8"/>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8"/>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8"/>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8"/>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8"/>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8"/>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8"/>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8"/>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8"/>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8"/>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4" name="Google Shape;4184;p78"/>
          <p:cNvSpPr/>
          <p:nvPr/>
        </p:nvSpPr>
        <p:spPr>
          <a:xfrm flipH="1" rot="-1801446">
            <a:off x="3394993" y="1020012"/>
            <a:ext cx="161304" cy="34205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8"/>
          <p:cNvSpPr/>
          <p:nvPr/>
        </p:nvSpPr>
        <p:spPr>
          <a:xfrm rot="2841006">
            <a:off x="5439171" y="581963"/>
            <a:ext cx="128452" cy="27238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6" name="Google Shape;4186;p78"/>
          <p:cNvGrpSpPr/>
          <p:nvPr/>
        </p:nvGrpSpPr>
        <p:grpSpPr>
          <a:xfrm rot="-3061193">
            <a:off x="3411378" y="477267"/>
            <a:ext cx="342062" cy="481755"/>
            <a:chOff x="1554950" y="3841075"/>
            <a:chExt cx="389950" cy="549200"/>
          </a:xfrm>
        </p:grpSpPr>
        <p:sp>
          <p:nvSpPr>
            <p:cNvPr id="4187" name="Google Shape;4187;p78"/>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8"/>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8"/>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8"/>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8"/>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8"/>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8"/>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8"/>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5" name="Google Shape;4195;p78"/>
          <p:cNvGrpSpPr/>
          <p:nvPr/>
        </p:nvGrpSpPr>
        <p:grpSpPr>
          <a:xfrm flipH="1" rot="2445090">
            <a:off x="5553679" y="910875"/>
            <a:ext cx="342053" cy="481743"/>
            <a:chOff x="1554950" y="3841075"/>
            <a:chExt cx="389950" cy="549200"/>
          </a:xfrm>
        </p:grpSpPr>
        <p:sp>
          <p:nvSpPr>
            <p:cNvPr id="4196" name="Google Shape;4196;p78"/>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8"/>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8"/>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8"/>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8"/>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8"/>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8"/>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8"/>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78"/>
          <p:cNvGrpSpPr/>
          <p:nvPr/>
        </p:nvGrpSpPr>
        <p:grpSpPr>
          <a:xfrm rot="-1324486">
            <a:off x="745282" y="2065643"/>
            <a:ext cx="633161" cy="1838458"/>
            <a:chOff x="6512944" y="2975654"/>
            <a:chExt cx="1594853" cy="4630848"/>
          </a:xfrm>
        </p:grpSpPr>
        <p:grpSp>
          <p:nvGrpSpPr>
            <p:cNvPr id="4205" name="Google Shape;4205;p78"/>
            <p:cNvGrpSpPr/>
            <p:nvPr/>
          </p:nvGrpSpPr>
          <p:grpSpPr>
            <a:xfrm>
              <a:off x="6512944" y="2975654"/>
              <a:ext cx="1594853" cy="4630848"/>
              <a:chOff x="1460575" y="5630575"/>
              <a:chExt cx="645350" cy="1873775"/>
            </a:xfrm>
          </p:grpSpPr>
          <p:sp>
            <p:nvSpPr>
              <p:cNvPr id="4206" name="Google Shape;4206;p78"/>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8"/>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8" name="Google Shape;4208;p78"/>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9" name="Google Shape;4209;p78"/>
          <p:cNvGrpSpPr/>
          <p:nvPr/>
        </p:nvGrpSpPr>
        <p:grpSpPr>
          <a:xfrm flipH="1" rot="1324486">
            <a:off x="7765557" y="2065643"/>
            <a:ext cx="633161" cy="1838458"/>
            <a:chOff x="6512944" y="2975654"/>
            <a:chExt cx="1594853" cy="4630848"/>
          </a:xfrm>
        </p:grpSpPr>
        <p:grpSp>
          <p:nvGrpSpPr>
            <p:cNvPr id="4210" name="Google Shape;4210;p78"/>
            <p:cNvGrpSpPr/>
            <p:nvPr/>
          </p:nvGrpSpPr>
          <p:grpSpPr>
            <a:xfrm>
              <a:off x="6512944" y="2975654"/>
              <a:ext cx="1594853" cy="4630848"/>
              <a:chOff x="1460575" y="5630575"/>
              <a:chExt cx="645350" cy="1873775"/>
            </a:xfrm>
          </p:grpSpPr>
          <p:sp>
            <p:nvSpPr>
              <p:cNvPr id="4211" name="Google Shape;4211;p78"/>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8"/>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3" name="Google Shape;4213;p78"/>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4" name="Google Shape;4214;p78"/>
          <p:cNvSpPr/>
          <p:nvPr/>
        </p:nvSpPr>
        <p:spPr>
          <a:xfrm rot="-3964968">
            <a:off x="7203065" y="5283890"/>
            <a:ext cx="340049" cy="279667"/>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5" name="Google Shape;4215;p78"/>
          <p:cNvGrpSpPr/>
          <p:nvPr/>
        </p:nvGrpSpPr>
        <p:grpSpPr>
          <a:xfrm flipH="1" rot="3099733">
            <a:off x="1006880" y="238221"/>
            <a:ext cx="1083540" cy="1428558"/>
            <a:chOff x="4326425" y="5583250"/>
            <a:chExt cx="744150" cy="981100"/>
          </a:xfrm>
        </p:grpSpPr>
        <p:sp>
          <p:nvSpPr>
            <p:cNvPr id="4216" name="Google Shape;4216;p78"/>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8"/>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8"/>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8"/>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8"/>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8"/>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8"/>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8"/>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8"/>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8"/>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8"/>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8"/>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8"/>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8"/>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8"/>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8"/>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8"/>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8"/>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8"/>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8"/>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8"/>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8"/>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8"/>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8"/>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8"/>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1" name="Google Shape;4241;p78"/>
          <p:cNvSpPr/>
          <p:nvPr/>
        </p:nvSpPr>
        <p:spPr>
          <a:xfrm rot="4253446">
            <a:off x="7618651" y="4064053"/>
            <a:ext cx="232127" cy="47027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mph" presetID="8" presetSubtype="0">
                                  <p:stCondLst>
                                    <p:cond delay="0"/>
                                  </p:stCondLst>
                                  <p:childTnLst>
                                    <p:animRot by="-21600000">
                                      <p:cBhvr>
                                        <p:cTn dur="1000" fill="hold"/>
                                        <p:tgtEl>
                                          <p:spTgt spid="4151"/>
                                        </p:tgtEl>
                                        <p:attrNameLst>
                                          <p:attrName>r</p:attrName>
                                        </p:attrNameLst>
                                      </p:cBhvr>
                                    </p:animRo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150"/>
                                        </p:tgtEl>
                                        <p:attrNameLst>
                                          <p:attrName>style.visibility</p:attrName>
                                        </p:attrNameLst>
                                      </p:cBhvr>
                                      <p:to>
                                        <p:strVal val="visible"/>
                                      </p:to>
                                    </p:set>
                                    <p:animEffect filter="fade" transition="in">
                                      <p:cBhvr>
                                        <p:cTn dur="1000"/>
                                        <p:tgtEl>
                                          <p:spTgt spid="4150"/>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4204"/>
                                        </p:tgtEl>
                                        <p:attrNameLst>
                                          <p:attrName>style.visibility</p:attrName>
                                        </p:attrNameLst>
                                      </p:cBhvr>
                                      <p:to>
                                        <p:strVal val="visible"/>
                                      </p:to>
                                    </p:set>
                                    <p:animEffect filter="fade" transition="in">
                                      <p:cBhvr>
                                        <p:cTn dur="1000"/>
                                        <p:tgtEl>
                                          <p:spTgt spid="4204"/>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4209"/>
                                        </p:tgtEl>
                                        <p:attrNameLst>
                                          <p:attrName>style.visibility</p:attrName>
                                        </p:attrNameLst>
                                      </p:cBhvr>
                                      <p:to>
                                        <p:strVal val="visible"/>
                                      </p:to>
                                    </p:set>
                                    <p:animEffect filter="fade" transition="in">
                                      <p:cBhvr>
                                        <p:cTn dur="1000"/>
                                        <p:tgtEl>
                                          <p:spTgt spid="420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45" name="Shape 4245"/>
        <p:cNvGrpSpPr/>
        <p:nvPr/>
      </p:nvGrpSpPr>
      <p:grpSpPr>
        <a:xfrm>
          <a:off x="0" y="0"/>
          <a:ext cx="0" cy="0"/>
          <a:chOff x="0" y="0"/>
          <a:chExt cx="0" cy="0"/>
        </a:xfrm>
      </p:grpSpPr>
      <p:sp>
        <p:nvSpPr>
          <p:cNvPr id="4246" name="Google Shape;4246;p79"/>
          <p:cNvSpPr/>
          <p:nvPr/>
        </p:nvSpPr>
        <p:spPr>
          <a:xfrm rot="654295">
            <a:off x="2527763" y="-652256"/>
            <a:ext cx="2600414" cy="2040928"/>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9"/>
          <p:cNvSpPr/>
          <p:nvPr/>
        </p:nvSpPr>
        <p:spPr>
          <a:xfrm>
            <a:off x="4209975" y="1516625"/>
            <a:ext cx="4220700" cy="2980500"/>
          </a:xfrm>
          <a:prstGeom prst="roundRect">
            <a:avLst>
              <a:gd fmla="val 2388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9"/>
          <p:cNvSpPr txBox="1"/>
          <p:nvPr>
            <p:ph type="title"/>
          </p:nvPr>
        </p:nvSpPr>
        <p:spPr>
          <a:xfrm>
            <a:off x="4739375" y="1806275"/>
            <a:ext cx="3162000" cy="240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RECYCLING IS THE RIGHT THING TO DO</a:t>
            </a:r>
            <a:endParaRPr/>
          </a:p>
        </p:txBody>
      </p:sp>
      <p:grpSp>
        <p:nvGrpSpPr>
          <p:cNvPr id="4249" name="Google Shape;4249;p79"/>
          <p:cNvGrpSpPr/>
          <p:nvPr/>
        </p:nvGrpSpPr>
        <p:grpSpPr>
          <a:xfrm>
            <a:off x="713284" y="781039"/>
            <a:ext cx="4026177" cy="3823251"/>
            <a:chOff x="443325" y="853600"/>
            <a:chExt cx="3583921" cy="3403286"/>
          </a:xfrm>
        </p:grpSpPr>
        <p:sp>
          <p:nvSpPr>
            <p:cNvPr id="4250" name="Google Shape;4250;p79"/>
            <p:cNvSpPr/>
            <p:nvPr/>
          </p:nvSpPr>
          <p:spPr>
            <a:xfrm>
              <a:off x="2819118" y="3753300"/>
              <a:ext cx="175064" cy="436521"/>
            </a:xfrm>
            <a:custGeom>
              <a:rect b="b" l="l" r="r" t="t"/>
              <a:pathLst>
                <a:path extrusionOk="0" h="9383" w="3763">
                  <a:moveTo>
                    <a:pt x="1844" y="0"/>
                  </a:moveTo>
                  <a:cubicBezTo>
                    <a:pt x="1836" y="0"/>
                    <a:pt x="1829" y="0"/>
                    <a:pt x="1822" y="0"/>
                  </a:cubicBezTo>
                  <a:cubicBezTo>
                    <a:pt x="810" y="12"/>
                    <a:pt x="0" y="846"/>
                    <a:pt x="12" y="1846"/>
                  </a:cubicBezTo>
                  <a:lnTo>
                    <a:pt x="107" y="8430"/>
                  </a:lnTo>
                  <a:cubicBezTo>
                    <a:pt x="116" y="9173"/>
                    <a:pt x="497" y="9281"/>
                    <a:pt x="1100" y="9281"/>
                  </a:cubicBezTo>
                  <a:cubicBezTo>
                    <a:pt x="1318" y="9281"/>
                    <a:pt x="1565" y="9267"/>
                    <a:pt x="1834" y="9264"/>
                  </a:cubicBezTo>
                  <a:cubicBezTo>
                    <a:pt x="2846" y="9240"/>
                    <a:pt x="3763" y="9383"/>
                    <a:pt x="3751" y="8382"/>
                  </a:cubicBezTo>
                  <a:lnTo>
                    <a:pt x="3667" y="1798"/>
                  </a:lnTo>
                  <a:cubicBezTo>
                    <a:pt x="3644" y="794"/>
                    <a:pt x="2822" y="0"/>
                    <a:pt x="18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9"/>
            <p:cNvSpPr/>
            <p:nvPr/>
          </p:nvSpPr>
          <p:spPr>
            <a:xfrm>
              <a:off x="2876156" y="3575486"/>
              <a:ext cx="54338" cy="260386"/>
            </a:xfrm>
            <a:custGeom>
              <a:rect b="b" l="l" r="r" t="t"/>
              <a:pathLst>
                <a:path extrusionOk="0" h="5597" w="1168">
                  <a:moveTo>
                    <a:pt x="548" y="1"/>
                  </a:moveTo>
                  <a:cubicBezTo>
                    <a:pt x="227" y="1"/>
                    <a:pt x="1" y="84"/>
                    <a:pt x="1" y="394"/>
                  </a:cubicBezTo>
                  <a:lnTo>
                    <a:pt x="60" y="5037"/>
                  </a:lnTo>
                  <a:cubicBezTo>
                    <a:pt x="60" y="5358"/>
                    <a:pt x="310" y="5597"/>
                    <a:pt x="620" y="5597"/>
                  </a:cubicBezTo>
                  <a:cubicBezTo>
                    <a:pt x="929" y="5597"/>
                    <a:pt x="1167" y="5346"/>
                    <a:pt x="1167" y="5025"/>
                  </a:cubicBezTo>
                  <a:lnTo>
                    <a:pt x="1108" y="382"/>
                  </a:lnTo>
                  <a:cubicBezTo>
                    <a:pt x="1108" y="72"/>
                    <a:pt x="858" y="1"/>
                    <a:pt x="5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9"/>
            <p:cNvSpPr/>
            <p:nvPr/>
          </p:nvSpPr>
          <p:spPr>
            <a:xfrm>
              <a:off x="3405180" y="2576197"/>
              <a:ext cx="593674" cy="1626147"/>
            </a:xfrm>
            <a:custGeom>
              <a:rect b="b" l="l" r="r" t="t"/>
              <a:pathLst>
                <a:path extrusionOk="0" h="34954" w="12761">
                  <a:moveTo>
                    <a:pt x="0" y="1"/>
                  </a:moveTo>
                  <a:lnTo>
                    <a:pt x="0" y="1"/>
                  </a:lnTo>
                  <a:cubicBezTo>
                    <a:pt x="0" y="3"/>
                    <a:pt x="1286" y="19123"/>
                    <a:pt x="9763" y="32064"/>
                  </a:cubicBezTo>
                  <a:cubicBezTo>
                    <a:pt x="9763" y="32064"/>
                    <a:pt x="11910" y="34954"/>
                    <a:pt x="12445" y="34954"/>
                  </a:cubicBezTo>
                  <a:cubicBezTo>
                    <a:pt x="12761" y="34954"/>
                    <a:pt x="12512" y="33942"/>
                    <a:pt x="10918" y="30719"/>
                  </a:cubicBezTo>
                  <a:cubicBezTo>
                    <a:pt x="10918" y="30719"/>
                    <a:pt x="10978" y="17265"/>
                    <a:pt x="6513" y="12990"/>
                  </a:cubicBezTo>
                  <a:cubicBezTo>
                    <a:pt x="1882" y="8562"/>
                    <a:pt x="0" y="2"/>
                    <a:pt x="0"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9"/>
            <p:cNvSpPr/>
            <p:nvPr/>
          </p:nvSpPr>
          <p:spPr>
            <a:xfrm>
              <a:off x="3846088" y="4049100"/>
              <a:ext cx="181159" cy="165760"/>
            </a:xfrm>
            <a:custGeom>
              <a:rect b="b" l="l" r="r" t="t"/>
              <a:pathLst>
                <a:path extrusionOk="0" h="3563" w="3894">
                  <a:moveTo>
                    <a:pt x="0" y="0"/>
                  </a:moveTo>
                  <a:cubicBezTo>
                    <a:pt x="1" y="1"/>
                    <a:pt x="1915" y="3562"/>
                    <a:pt x="3041" y="3562"/>
                  </a:cubicBezTo>
                  <a:cubicBezTo>
                    <a:pt x="3055" y="3562"/>
                    <a:pt x="3070" y="3562"/>
                    <a:pt x="3084" y="3560"/>
                  </a:cubicBezTo>
                  <a:cubicBezTo>
                    <a:pt x="3894" y="3477"/>
                    <a:pt x="2203" y="680"/>
                    <a:pt x="2203" y="679"/>
                  </a:cubicBezTo>
                  <a:lnTo>
                    <a:pt x="2203" y="679"/>
                  </a:lnTo>
                  <a:cubicBezTo>
                    <a:pt x="2203" y="679"/>
                    <a:pt x="2454" y="1551"/>
                    <a:pt x="2002" y="1551"/>
                  </a:cubicBezTo>
                  <a:cubicBezTo>
                    <a:pt x="1711" y="1551"/>
                    <a:pt x="1129" y="119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9"/>
            <p:cNvSpPr/>
            <p:nvPr/>
          </p:nvSpPr>
          <p:spPr>
            <a:xfrm>
              <a:off x="2934311" y="2521392"/>
              <a:ext cx="501885" cy="1544873"/>
            </a:xfrm>
            <a:custGeom>
              <a:rect b="b" l="l" r="r" t="t"/>
              <a:pathLst>
                <a:path extrusionOk="0" h="33207" w="10788">
                  <a:moveTo>
                    <a:pt x="4727" y="0"/>
                  </a:moveTo>
                  <a:lnTo>
                    <a:pt x="4727" y="0"/>
                  </a:lnTo>
                  <a:cubicBezTo>
                    <a:pt x="4727" y="2"/>
                    <a:pt x="1" y="14431"/>
                    <a:pt x="5668" y="33207"/>
                  </a:cubicBezTo>
                  <a:cubicBezTo>
                    <a:pt x="6001" y="33183"/>
                    <a:pt x="6382" y="33159"/>
                    <a:pt x="6752" y="33135"/>
                  </a:cubicBezTo>
                  <a:cubicBezTo>
                    <a:pt x="6763" y="33135"/>
                    <a:pt x="10788" y="19931"/>
                    <a:pt x="7514" y="14526"/>
                  </a:cubicBezTo>
                  <a:cubicBezTo>
                    <a:pt x="4132" y="8930"/>
                    <a:pt x="4727" y="1"/>
                    <a:pt x="4727"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9"/>
            <p:cNvSpPr/>
            <p:nvPr/>
          </p:nvSpPr>
          <p:spPr>
            <a:xfrm>
              <a:off x="3001631" y="4055194"/>
              <a:ext cx="255688" cy="104908"/>
            </a:xfrm>
            <a:custGeom>
              <a:rect b="b" l="l" r="r" t="t"/>
              <a:pathLst>
                <a:path extrusionOk="0" h="2255" w="5496">
                  <a:moveTo>
                    <a:pt x="3947" y="0"/>
                  </a:moveTo>
                  <a:cubicBezTo>
                    <a:pt x="393" y="1752"/>
                    <a:pt x="0" y="2254"/>
                    <a:pt x="744" y="2254"/>
                  </a:cubicBezTo>
                  <a:cubicBezTo>
                    <a:pt x="1743" y="2254"/>
                    <a:pt x="4799" y="1346"/>
                    <a:pt x="4983" y="1346"/>
                  </a:cubicBezTo>
                  <a:cubicBezTo>
                    <a:pt x="5293" y="1346"/>
                    <a:pt x="5495" y="12"/>
                    <a:pt x="5495" y="12"/>
                  </a:cubicBezTo>
                  <a:lnTo>
                    <a:pt x="3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9"/>
            <p:cNvSpPr/>
            <p:nvPr/>
          </p:nvSpPr>
          <p:spPr>
            <a:xfrm>
              <a:off x="3068393" y="4008112"/>
              <a:ext cx="196092" cy="107839"/>
            </a:xfrm>
            <a:custGeom>
              <a:rect b="b" l="l" r="r" t="t"/>
              <a:pathLst>
                <a:path extrusionOk="0" h="2318" w="4215">
                  <a:moveTo>
                    <a:pt x="4215" y="0"/>
                  </a:moveTo>
                  <a:lnTo>
                    <a:pt x="3131" y="691"/>
                  </a:lnTo>
                  <a:cubicBezTo>
                    <a:pt x="3131" y="691"/>
                    <a:pt x="0" y="2179"/>
                    <a:pt x="95" y="2310"/>
                  </a:cubicBezTo>
                  <a:cubicBezTo>
                    <a:pt x="98" y="2315"/>
                    <a:pt x="108" y="2317"/>
                    <a:pt x="123" y="2317"/>
                  </a:cubicBezTo>
                  <a:cubicBezTo>
                    <a:pt x="484" y="2317"/>
                    <a:pt x="4084" y="1048"/>
                    <a:pt x="4084" y="1048"/>
                  </a:cubicBezTo>
                  <a:lnTo>
                    <a:pt x="4215" y="0"/>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9"/>
            <p:cNvSpPr/>
            <p:nvPr/>
          </p:nvSpPr>
          <p:spPr>
            <a:xfrm>
              <a:off x="2943197" y="2132498"/>
              <a:ext cx="990976" cy="1684766"/>
            </a:xfrm>
            <a:custGeom>
              <a:rect b="b" l="l" r="r" t="t"/>
              <a:pathLst>
                <a:path extrusionOk="0" h="36214" w="21301">
                  <a:moveTo>
                    <a:pt x="13931" y="1"/>
                  </a:moveTo>
                  <a:lnTo>
                    <a:pt x="4846" y="108"/>
                  </a:lnTo>
                  <a:cubicBezTo>
                    <a:pt x="4846" y="108"/>
                    <a:pt x="179" y="5263"/>
                    <a:pt x="84" y="13110"/>
                  </a:cubicBezTo>
                  <a:cubicBezTo>
                    <a:pt x="0" y="20956"/>
                    <a:pt x="3227" y="35470"/>
                    <a:pt x="3227" y="35470"/>
                  </a:cubicBezTo>
                  <a:cubicBezTo>
                    <a:pt x="3227" y="35470"/>
                    <a:pt x="4228" y="36214"/>
                    <a:pt x="6612" y="36214"/>
                  </a:cubicBezTo>
                  <a:cubicBezTo>
                    <a:pt x="7475" y="36214"/>
                    <a:pt x="8520" y="36116"/>
                    <a:pt x="9763" y="35851"/>
                  </a:cubicBezTo>
                  <a:lnTo>
                    <a:pt x="8918" y="13050"/>
                  </a:lnTo>
                  <a:lnTo>
                    <a:pt x="8918" y="13050"/>
                  </a:lnTo>
                  <a:cubicBezTo>
                    <a:pt x="8918" y="13052"/>
                    <a:pt x="10728" y="25802"/>
                    <a:pt x="14419" y="35089"/>
                  </a:cubicBezTo>
                  <a:cubicBezTo>
                    <a:pt x="14419" y="35089"/>
                    <a:pt x="14818" y="35170"/>
                    <a:pt x="15557" y="35170"/>
                  </a:cubicBezTo>
                  <a:cubicBezTo>
                    <a:pt x="16715" y="35170"/>
                    <a:pt x="18706" y="34970"/>
                    <a:pt x="21300" y="33946"/>
                  </a:cubicBezTo>
                  <a:cubicBezTo>
                    <a:pt x="21300" y="33946"/>
                    <a:pt x="21217" y="10776"/>
                    <a:pt x="139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9"/>
            <p:cNvSpPr/>
            <p:nvPr/>
          </p:nvSpPr>
          <p:spPr>
            <a:xfrm>
              <a:off x="3361959" y="2769551"/>
              <a:ext cx="6141" cy="37125"/>
            </a:xfrm>
            <a:custGeom>
              <a:rect b="b" l="l" r="r" t="t"/>
              <a:pathLst>
                <a:path extrusionOk="0" h="798" w="132">
                  <a:moveTo>
                    <a:pt x="0" y="0"/>
                  </a:moveTo>
                  <a:cubicBezTo>
                    <a:pt x="36" y="202"/>
                    <a:pt x="72" y="476"/>
                    <a:pt x="131" y="798"/>
                  </a:cubicBezTo>
                  <a:lnTo>
                    <a:pt x="12" y="0"/>
                  </a:lnTo>
                  <a:close/>
                </a:path>
              </a:pathLst>
            </a:custGeom>
            <a:solidFill>
              <a:srgbClr val="86A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9"/>
            <p:cNvSpPr/>
            <p:nvPr/>
          </p:nvSpPr>
          <p:spPr>
            <a:xfrm>
              <a:off x="2959248" y="987682"/>
              <a:ext cx="591627" cy="794139"/>
            </a:xfrm>
            <a:custGeom>
              <a:rect b="b" l="l" r="r" t="t"/>
              <a:pathLst>
                <a:path extrusionOk="0" h="17070" w="12717">
                  <a:moveTo>
                    <a:pt x="9230" y="1"/>
                  </a:moveTo>
                  <a:cubicBezTo>
                    <a:pt x="8890" y="1"/>
                    <a:pt x="8525" y="47"/>
                    <a:pt x="8132" y="152"/>
                  </a:cubicBezTo>
                  <a:cubicBezTo>
                    <a:pt x="5001" y="998"/>
                    <a:pt x="3810" y="4141"/>
                    <a:pt x="4656" y="7284"/>
                  </a:cubicBezTo>
                  <a:cubicBezTo>
                    <a:pt x="5906" y="11916"/>
                    <a:pt x="0" y="12964"/>
                    <a:pt x="3894" y="16023"/>
                  </a:cubicBezTo>
                  <a:cubicBezTo>
                    <a:pt x="4868" y="16784"/>
                    <a:pt x="5789" y="17069"/>
                    <a:pt x="6623" y="17069"/>
                  </a:cubicBezTo>
                  <a:cubicBezTo>
                    <a:pt x="9130" y="17069"/>
                    <a:pt x="10847" y="14488"/>
                    <a:pt x="10847" y="14488"/>
                  </a:cubicBezTo>
                  <a:lnTo>
                    <a:pt x="12716" y="2272"/>
                  </a:lnTo>
                  <a:cubicBezTo>
                    <a:pt x="12716" y="2272"/>
                    <a:pt x="11613" y="1"/>
                    <a:pt x="9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9"/>
            <p:cNvSpPr/>
            <p:nvPr/>
          </p:nvSpPr>
          <p:spPr>
            <a:xfrm>
              <a:off x="3097750" y="1385276"/>
              <a:ext cx="619308" cy="501326"/>
            </a:xfrm>
            <a:custGeom>
              <a:rect b="b" l="l" r="r" t="t"/>
              <a:pathLst>
                <a:path extrusionOk="0" h="10776" w="13312">
                  <a:moveTo>
                    <a:pt x="9430" y="0"/>
                  </a:moveTo>
                  <a:lnTo>
                    <a:pt x="5572" y="1501"/>
                  </a:lnTo>
                  <a:cubicBezTo>
                    <a:pt x="5572" y="1501"/>
                    <a:pt x="6287" y="3167"/>
                    <a:pt x="5667" y="4453"/>
                  </a:cubicBezTo>
                  <a:cubicBezTo>
                    <a:pt x="5432" y="4929"/>
                    <a:pt x="4841" y="4983"/>
                    <a:pt x="4145" y="4983"/>
                  </a:cubicBezTo>
                  <a:cubicBezTo>
                    <a:pt x="3939" y="4983"/>
                    <a:pt x="3724" y="4978"/>
                    <a:pt x="3507" y="4978"/>
                  </a:cubicBezTo>
                  <a:cubicBezTo>
                    <a:pt x="2486" y="4978"/>
                    <a:pt x="1403" y="5082"/>
                    <a:pt x="917" y="6263"/>
                  </a:cubicBezTo>
                  <a:cubicBezTo>
                    <a:pt x="0" y="8561"/>
                    <a:pt x="1572" y="10299"/>
                    <a:pt x="4322" y="10406"/>
                  </a:cubicBezTo>
                  <a:cubicBezTo>
                    <a:pt x="5024" y="10430"/>
                    <a:pt x="5929" y="10585"/>
                    <a:pt x="6918" y="10776"/>
                  </a:cubicBezTo>
                  <a:cubicBezTo>
                    <a:pt x="9073" y="9930"/>
                    <a:pt x="11228" y="9061"/>
                    <a:pt x="13311" y="8049"/>
                  </a:cubicBezTo>
                  <a:cubicBezTo>
                    <a:pt x="12811" y="6489"/>
                    <a:pt x="12168" y="5775"/>
                    <a:pt x="10216" y="5108"/>
                  </a:cubicBezTo>
                  <a:cubicBezTo>
                    <a:pt x="8454" y="4501"/>
                    <a:pt x="9430" y="1"/>
                    <a:pt x="9430"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9"/>
            <p:cNvSpPr/>
            <p:nvPr/>
          </p:nvSpPr>
          <p:spPr>
            <a:xfrm>
              <a:off x="3535029" y="2087742"/>
              <a:ext cx="428519" cy="302024"/>
            </a:xfrm>
            <a:custGeom>
              <a:rect b="b" l="l" r="r" t="t"/>
              <a:pathLst>
                <a:path extrusionOk="0" h="6492" w="9211">
                  <a:moveTo>
                    <a:pt x="6665" y="0"/>
                  </a:moveTo>
                  <a:cubicBezTo>
                    <a:pt x="6407" y="0"/>
                    <a:pt x="6234" y="10"/>
                    <a:pt x="6234" y="10"/>
                  </a:cubicBezTo>
                  <a:lnTo>
                    <a:pt x="5960" y="213"/>
                  </a:lnTo>
                  <a:lnTo>
                    <a:pt x="3376" y="4832"/>
                  </a:lnTo>
                  <a:cubicBezTo>
                    <a:pt x="3376" y="4832"/>
                    <a:pt x="3223" y="3820"/>
                    <a:pt x="2964" y="3820"/>
                  </a:cubicBezTo>
                  <a:cubicBezTo>
                    <a:pt x="2963" y="3820"/>
                    <a:pt x="2961" y="3820"/>
                    <a:pt x="2960" y="3820"/>
                  </a:cubicBezTo>
                  <a:cubicBezTo>
                    <a:pt x="2773" y="3829"/>
                    <a:pt x="598" y="4525"/>
                    <a:pt x="1198" y="4525"/>
                  </a:cubicBezTo>
                  <a:cubicBezTo>
                    <a:pt x="1400" y="4525"/>
                    <a:pt x="1915" y="4447"/>
                    <a:pt x="2924" y="4237"/>
                  </a:cubicBezTo>
                  <a:lnTo>
                    <a:pt x="2924" y="4237"/>
                  </a:lnTo>
                  <a:cubicBezTo>
                    <a:pt x="2924" y="4237"/>
                    <a:pt x="0" y="5212"/>
                    <a:pt x="700" y="5212"/>
                  </a:cubicBezTo>
                  <a:cubicBezTo>
                    <a:pt x="942" y="5212"/>
                    <a:pt x="1613" y="5096"/>
                    <a:pt x="2984" y="4785"/>
                  </a:cubicBezTo>
                  <a:lnTo>
                    <a:pt x="2984" y="4785"/>
                  </a:lnTo>
                  <a:cubicBezTo>
                    <a:pt x="2983" y="4785"/>
                    <a:pt x="406" y="5669"/>
                    <a:pt x="1047" y="5669"/>
                  </a:cubicBezTo>
                  <a:cubicBezTo>
                    <a:pt x="1257" y="5669"/>
                    <a:pt x="1815" y="5574"/>
                    <a:pt x="2924" y="5321"/>
                  </a:cubicBezTo>
                  <a:lnTo>
                    <a:pt x="2924" y="5321"/>
                  </a:lnTo>
                  <a:cubicBezTo>
                    <a:pt x="2924" y="5321"/>
                    <a:pt x="795" y="6112"/>
                    <a:pt x="1139" y="6112"/>
                  </a:cubicBezTo>
                  <a:cubicBezTo>
                    <a:pt x="1269" y="6112"/>
                    <a:pt x="1750" y="5999"/>
                    <a:pt x="2829" y="5690"/>
                  </a:cubicBezTo>
                  <a:cubicBezTo>
                    <a:pt x="2829" y="5690"/>
                    <a:pt x="2868" y="6491"/>
                    <a:pt x="3513" y="6491"/>
                  </a:cubicBezTo>
                  <a:cubicBezTo>
                    <a:pt x="3580" y="6491"/>
                    <a:pt x="3653" y="6483"/>
                    <a:pt x="3734" y="6464"/>
                  </a:cubicBezTo>
                  <a:cubicBezTo>
                    <a:pt x="4603" y="6285"/>
                    <a:pt x="9211" y="1284"/>
                    <a:pt x="8877" y="570"/>
                  </a:cubicBezTo>
                  <a:cubicBezTo>
                    <a:pt x="8618" y="69"/>
                    <a:pt x="7345" y="0"/>
                    <a:pt x="6665"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9"/>
            <p:cNvSpPr/>
            <p:nvPr/>
          </p:nvSpPr>
          <p:spPr>
            <a:xfrm>
              <a:off x="3616213" y="1640088"/>
              <a:ext cx="369482" cy="562271"/>
            </a:xfrm>
            <a:custGeom>
              <a:rect b="b" l="l" r="r" t="t"/>
              <a:pathLst>
                <a:path extrusionOk="0" h="12086" w="7942">
                  <a:moveTo>
                    <a:pt x="262" y="0"/>
                  </a:moveTo>
                  <a:lnTo>
                    <a:pt x="0" y="4858"/>
                  </a:lnTo>
                  <a:lnTo>
                    <a:pt x="4132" y="9335"/>
                  </a:lnTo>
                  <a:lnTo>
                    <a:pt x="3513" y="10406"/>
                  </a:lnTo>
                  <a:lnTo>
                    <a:pt x="6442" y="12085"/>
                  </a:lnTo>
                  <a:cubicBezTo>
                    <a:pt x="6442" y="12085"/>
                    <a:pt x="7942" y="10430"/>
                    <a:pt x="7704" y="9097"/>
                  </a:cubicBezTo>
                  <a:cubicBezTo>
                    <a:pt x="7466" y="7751"/>
                    <a:pt x="2560" y="191"/>
                    <a:pt x="262"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9"/>
            <p:cNvSpPr/>
            <p:nvPr/>
          </p:nvSpPr>
          <p:spPr>
            <a:xfrm>
              <a:off x="2500615" y="1730344"/>
              <a:ext cx="751106" cy="484067"/>
            </a:xfrm>
            <a:custGeom>
              <a:rect b="b" l="l" r="r" t="t"/>
              <a:pathLst>
                <a:path extrusionOk="0" h="10405" w="16145">
                  <a:moveTo>
                    <a:pt x="12692" y="1"/>
                  </a:moveTo>
                  <a:lnTo>
                    <a:pt x="8692" y="5895"/>
                  </a:lnTo>
                  <a:cubicBezTo>
                    <a:pt x="8692" y="5895"/>
                    <a:pt x="0" y="8478"/>
                    <a:pt x="691" y="9002"/>
                  </a:cubicBezTo>
                  <a:cubicBezTo>
                    <a:pt x="691" y="9002"/>
                    <a:pt x="388" y="9727"/>
                    <a:pt x="660" y="9727"/>
                  </a:cubicBezTo>
                  <a:cubicBezTo>
                    <a:pt x="698" y="9727"/>
                    <a:pt x="747" y="9713"/>
                    <a:pt x="810" y="9681"/>
                  </a:cubicBezTo>
                  <a:lnTo>
                    <a:pt x="810" y="9681"/>
                  </a:lnTo>
                  <a:cubicBezTo>
                    <a:pt x="810" y="9681"/>
                    <a:pt x="640" y="10358"/>
                    <a:pt x="895" y="10358"/>
                  </a:cubicBezTo>
                  <a:cubicBezTo>
                    <a:pt x="927" y="10358"/>
                    <a:pt x="966" y="10347"/>
                    <a:pt x="1012" y="10324"/>
                  </a:cubicBezTo>
                  <a:lnTo>
                    <a:pt x="1012" y="10324"/>
                  </a:lnTo>
                  <a:cubicBezTo>
                    <a:pt x="1012" y="10324"/>
                    <a:pt x="982" y="10405"/>
                    <a:pt x="1143" y="10405"/>
                  </a:cubicBezTo>
                  <a:cubicBezTo>
                    <a:pt x="1229" y="10405"/>
                    <a:pt x="1368" y="10382"/>
                    <a:pt x="1596" y="10312"/>
                  </a:cubicBezTo>
                  <a:cubicBezTo>
                    <a:pt x="2238" y="10121"/>
                    <a:pt x="8739" y="9728"/>
                    <a:pt x="10537" y="8466"/>
                  </a:cubicBezTo>
                  <a:cubicBezTo>
                    <a:pt x="12335" y="7204"/>
                    <a:pt x="16145" y="1846"/>
                    <a:pt x="16145" y="1846"/>
                  </a:cubicBezTo>
                  <a:lnTo>
                    <a:pt x="12692" y="1"/>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9"/>
            <p:cNvSpPr/>
            <p:nvPr/>
          </p:nvSpPr>
          <p:spPr>
            <a:xfrm>
              <a:off x="2326662" y="1957009"/>
              <a:ext cx="280856" cy="491092"/>
            </a:xfrm>
            <a:custGeom>
              <a:rect b="b" l="l" r="r" t="t"/>
              <a:pathLst>
                <a:path extrusionOk="0" h="10556" w="6037">
                  <a:moveTo>
                    <a:pt x="2267" y="0"/>
                  </a:moveTo>
                  <a:cubicBezTo>
                    <a:pt x="2124" y="0"/>
                    <a:pt x="1979" y="15"/>
                    <a:pt x="1834" y="46"/>
                  </a:cubicBezTo>
                  <a:cubicBezTo>
                    <a:pt x="715" y="284"/>
                    <a:pt x="1" y="1380"/>
                    <a:pt x="239" y="2487"/>
                  </a:cubicBezTo>
                  <a:lnTo>
                    <a:pt x="1763" y="9774"/>
                  </a:lnTo>
                  <a:cubicBezTo>
                    <a:pt x="1892" y="10376"/>
                    <a:pt x="2170" y="10556"/>
                    <a:pt x="2577" y="10556"/>
                  </a:cubicBezTo>
                  <a:cubicBezTo>
                    <a:pt x="2917" y="10556"/>
                    <a:pt x="3348" y="10430"/>
                    <a:pt x="3858" y="10321"/>
                  </a:cubicBezTo>
                  <a:cubicBezTo>
                    <a:pt x="4977" y="10083"/>
                    <a:pt x="6037" y="10036"/>
                    <a:pt x="5811" y="8916"/>
                  </a:cubicBezTo>
                  <a:lnTo>
                    <a:pt x="4275" y="1642"/>
                  </a:lnTo>
                  <a:cubicBezTo>
                    <a:pt x="4068" y="668"/>
                    <a:pt x="3220" y="0"/>
                    <a:pt x="22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9"/>
            <p:cNvSpPr/>
            <p:nvPr/>
          </p:nvSpPr>
          <p:spPr>
            <a:xfrm>
              <a:off x="2342712" y="1761190"/>
              <a:ext cx="114166" cy="290207"/>
            </a:xfrm>
            <a:custGeom>
              <a:rect b="b" l="l" r="r" t="t"/>
              <a:pathLst>
                <a:path extrusionOk="0" h="6238" w="2454">
                  <a:moveTo>
                    <a:pt x="845" y="0"/>
                  </a:moveTo>
                  <a:cubicBezTo>
                    <a:pt x="767" y="0"/>
                    <a:pt x="683" y="11"/>
                    <a:pt x="596" y="29"/>
                  </a:cubicBezTo>
                  <a:cubicBezTo>
                    <a:pt x="251" y="112"/>
                    <a:pt x="1" y="255"/>
                    <a:pt x="72" y="600"/>
                  </a:cubicBezTo>
                  <a:lnTo>
                    <a:pt x="1144" y="5732"/>
                  </a:lnTo>
                  <a:cubicBezTo>
                    <a:pt x="1215" y="6028"/>
                    <a:pt x="1463" y="6237"/>
                    <a:pt x="1750" y="6237"/>
                  </a:cubicBezTo>
                  <a:cubicBezTo>
                    <a:pt x="1797" y="6237"/>
                    <a:pt x="1845" y="6231"/>
                    <a:pt x="1894" y="6220"/>
                  </a:cubicBezTo>
                  <a:cubicBezTo>
                    <a:pt x="2239" y="6148"/>
                    <a:pt x="2454" y="5827"/>
                    <a:pt x="2382" y="5482"/>
                  </a:cubicBezTo>
                  <a:lnTo>
                    <a:pt x="1311" y="350"/>
                  </a:lnTo>
                  <a:cubicBezTo>
                    <a:pt x="1257" y="92"/>
                    <a:pt x="1077" y="0"/>
                    <a:pt x="8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9"/>
            <p:cNvSpPr/>
            <p:nvPr/>
          </p:nvSpPr>
          <p:spPr>
            <a:xfrm>
              <a:off x="2442413" y="2108166"/>
              <a:ext cx="208328" cy="104071"/>
            </a:xfrm>
            <a:custGeom>
              <a:rect b="b" l="l" r="r" t="t"/>
              <a:pathLst>
                <a:path extrusionOk="0" h="2237" w="4478">
                  <a:moveTo>
                    <a:pt x="2561" y="0"/>
                  </a:moveTo>
                  <a:cubicBezTo>
                    <a:pt x="2561" y="0"/>
                    <a:pt x="1" y="726"/>
                    <a:pt x="465" y="1000"/>
                  </a:cubicBezTo>
                  <a:cubicBezTo>
                    <a:pt x="574" y="1061"/>
                    <a:pt x="713" y="1085"/>
                    <a:pt x="863" y="1085"/>
                  </a:cubicBezTo>
                  <a:cubicBezTo>
                    <a:pt x="1353" y="1085"/>
                    <a:pt x="1954" y="833"/>
                    <a:pt x="1954" y="833"/>
                  </a:cubicBezTo>
                  <a:cubicBezTo>
                    <a:pt x="1954" y="833"/>
                    <a:pt x="2207" y="2237"/>
                    <a:pt x="2757" y="2237"/>
                  </a:cubicBezTo>
                  <a:cubicBezTo>
                    <a:pt x="2860" y="2237"/>
                    <a:pt x="2973" y="2188"/>
                    <a:pt x="3097" y="2072"/>
                  </a:cubicBezTo>
                  <a:cubicBezTo>
                    <a:pt x="4478" y="786"/>
                    <a:pt x="2561" y="0"/>
                    <a:pt x="2561"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9"/>
            <p:cNvSpPr/>
            <p:nvPr/>
          </p:nvSpPr>
          <p:spPr>
            <a:xfrm>
              <a:off x="2791948" y="1611010"/>
              <a:ext cx="997117" cy="569156"/>
            </a:xfrm>
            <a:custGeom>
              <a:rect b="b" l="l" r="r" t="t"/>
              <a:pathLst>
                <a:path extrusionOk="0" h="12234" w="21433">
                  <a:moveTo>
                    <a:pt x="10102" y="0"/>
                  </a:moveTo>
                  <a:cubicBezTo>
                    <a:pt x="7097" y="0"/>
                    <a:pt x="5061" y="4149"/>
                    <a:pt x="5061" y="4149"/>
                  </a:cubicBezTo>
                  <a:cubicBezTo>
                    <a:pt x="5061" y="4149"/>
                    <a:pt x="2608" y="8079"/>
                    <a:pt x="2299" y="8174"/>
                  </a:cubicBezTo>
                  <a:cubicBezTo>
                    <a:pt x="1989" y="8281"/>
                    <a:pt x="1" y="9126"/>
                    <a:pt x="1" y="9126"/>
                  </a:cubicBezTo>
                  <a:lnTo>
                    <a:pt x="1191" y="12234"/>
                  </a:lnTo>
                  <a:cubicBezTo>
                    <a:pt x="1191" y="12234"/>
                    <a:pt x="4228" y="11448"/>
                    <a:pt x="4609" y="11210"/>
                  </a:cubicBezTo>
                  <a:cubicBezTo>
                    <a:pt x="5418" y="10686"/>
                    <a:pt x="9014" y="6376"/>
                    <a:pt x="9014" y="6376"/>
                  </a:cubicBezTo>
                  <a:lnTo>
                    <a:pt x="9514" y="6269"/>
                  </a:lnTo>
                  <a:lnTo>
                    <a:pt x="17443" y="6412"/>
                  </a:lnTo>
                  <a:lnTo>
                    <a:pt x="21432" y="3530"/>
                  </a:lnTo>
                  <a:cubicBezTo>
                    <a:pt x="20122" y="1209"/>
                    <a:pt x="18515" y="613"/>
                    <a:pt x="17467" y="399"/>
                  </a:cubicBezTo>
                  <a:cubicBezTo>
                    <a:pt x="17128" y="1088"/>
                    <a:pt x="16187" y="2640"/>
                    <a:pt x="14330" y="2640"/>
                  </a:cubicBezTo>
                  <a:cubicBezTo>
                    <a:pt x="14164" y="2640"/>
                    <a:pt x="13992" y="2628"/>
                    <a:pt x="13812" y="2602"/>
                  </a:cubicBezTo>
                  <a:cubicBezTo>
                    <a:pt x="11526" y="2280"/>
                    <a:pt x="11193" y="601"/>
                    <a:pt x="11145" y="30"/>
                  </a:cubicBezTo>
                  <a:cubicBezTo>
                    <a:pt x="10824" y="18"/>
                    <a:pt x="10478" y="18"/>
                    <a:pt x="10443" y="18"/>
                  </a:cubicBezTo>
                  <a:cubicBezTo>
                    <a:pt x="10328" y="6"/>
                    <a:pt x="10214" y="0"/>
                    <a:pt x="10102"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9"/>
            <p:cNvSpPr/>
            <p:nvPr/>
          </p:nvSpPr>
          <p:spPr>
            <a:xfrm>
              <a:off x="2791948" y="1681076"/>
              <a:ext cx="428798" cy="499652"/>
            </a:xfrm>
            <a:custGeom>
              <a:rect b="b" l="l" r="r" t="t"/>
              <a:pathLst>
                <a:path extrusionOk="0" h="10740" w="9217">
                  <a:moveTo>
                    <a:pt x="7002" y="0"/>
                  </a:moveTo>
                  <a:cubicBezTo>
                    <a:pt x="5799" y="1191"/>
                    <a:pt x="5061" y="2667"/>
                    <a:pt x="5061" y="2667"/>
                  </a:cubicBezTo>
                  <a:cubicBezTo>
                    <a:pt x="5061" y="2667"/>
                    <a:pt x="2608" y="6596"/>
                    <a:pt x="2299" y="6680"/>
                  </a:cubicBezTo>
                  <a:cubicBezTo>
                    <a:pt x="1989" y="6787"/>
                    <a:pt x="1" y="7632"/>
                    <a:pt x="1" y="7632"/>
                  </a:cubicBezTo>
                  <a:lnTo>
                    <a:pt x="1191" y="10740"/>
                  </a:lnTo>
                  <a:cubicBezTo>
                    <a:pt x="1191" y="10740"/>
                    <a:pt x="4228" y="9954"/>
                    <a:pt x="4609" y="9716"/>
                  </a:cubicBezTo>
                  <a:cubicBezTo>
                    <a:pt x="5418" y="9192"/>
                    <a:pt x="9014" y="4882"/>
                    <a:pt x="9014" y="4882"/>
                  </a:cubicBezTo>
                  <a:lnTo>
                    <a:pt x="9216" y="4834"/>
                  </a:lnTo>
                  <a:cubicBezTo>
                    <a:pt x="8811" y="4453"/>
                    <a:pt x="8442" y="4037"/>
                    <a:pt x="8133" y="3584"/>
                  </a:cubicBezTo>
                  <a:cubicBezTo>
                    <a:pt x="7359" y="2489"/>
                    <a:pt x="7073" y="1298"/>
                    <a:pt x="7002"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9"/>
            <p:cNvSpPr/>
            <p:nvPr/>
          </p:nvSpPr>
          <p:spPr>
            <a:xfrm>
              <a:off x="3077233" y="1811808"/>
              <a:ext cx="587207" cy="346313"/>
            </a:xfrm>
            <a:custGeom>
              <a:rect b="b" l="l" r="r" t="t"/>
              <a:pathLst>
                <a:path extrusionOk="0" h="7444" w="12622">
                  <a:moveTo>
                    <a:pt x="1775" y="0"/>
                  </a:moveTo>
                  <a:cubicBezTo>
                    <a:pt x="1774" y="0"/>
                    <a:pt x="1" y="1798"/>
                    <a:pt x="1846" y="4382"/>
                  </a:cubicBezTo>
                  <a:lnTo>
                    <a:pt x="1989" y="7072"/>
                  </a:lnTo>
                  <a:cubicBezTo>
                    <a:pt x="1989" y="7072"/>
                    <a:pt x="2818" y="7444"/>
                    <a:pt x="5228" y="7444"/>
                  </a:cubicBezTo>
                  <a:cubicBezTo>
                    <a:pt x="6606" y="7444"/>
                    <a:pt x="8499" y="7323"/>
                    <a:pt x="11050" y="6942"/>
                  </a:cubicBezTo>
                  <a:lnTo>
                    <a:pt x="12621" y="417"/>
                  </a:lnTo>
                  <a:lnTo>
                    <a:pt x="1775" y="0"/>
                  </a:ln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9"/>
            <p:cNvSpPr/>
            <p:nvPr/>
          </p:nvSpPr>
          <p:spPr>
            <a:xfrm>
              <a:off x="3210663" y="1055049"/>
              <a:ext cx="435497" cy="487137"/>
            </a:xfrm>
            <a:custGeom>
              <a:rect b="b" l="l" r="r" t="t"/>
              <a:pathLst>
                <a:path extrusionOk="0" h="10471" w="9361">
                  <a:moveTo>
                    <a:pt x="4543" y="0"/>
                  </a:moveTo>
                  <a:cubicBezTo>
                    <a:pt x="4014" y="0"/>
                    <a:pt x="984" y="199"/>
                    <a:pt x="431" y="4705"/>
                  </a:cubicBezTo>
                  <a:cubicBezTo>
                    <a:pt x="0" y="8270"/>
                    <a:pt x="1574" y="10471"/>
                    <a:pt x="3713" y="10471"/>
                  </a:cubicBezTo>
                  <a:cubicBezTo>
                    <a:pt x="4531" y="10471"/>
                    <a:pt x="5433" y="10148"/>
                    <a:pt x="6336" y="9456"/>
                  </a:cubicBezTo>
                  <a:cubicBezTo>
                    <a:pt x="9039" y="7384"/>
                    <a:pt x="9360" y="14"/>
                    <a:pt x="4622" y="2"/>
                  </a:cubicBezTo>
                  <a:cubicBezTo>
                    <a:pt x="4622" y="2"/>
                    <a:pt x="4594" y="0"/>
                    <a:pt x="4543"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9"/>
            <p:cNvSpPr/>
            <p:nvPr/>
          </p:nvSpPr>
          <p:spPr>
            <a:xfrm>
              <a:off x="3432862" y="1033462"/>
              <a:ext cx="402745" cy="695279"/>
            </a:xfrm>
            <a:custGeom>
              <a:rect b="b" l="l" r="r" t="t"/>
              <a:pathLst>
                <a:path extrusionOk="0" h="14945" w="8657">
                  <a:moveTo>
                    <a:pt x="2641" y="0"/>
                  </a:moveTo>
                  <a:cubicBezTo>
                    <a:pt x="2054" y="0"/>
                    <a:pt x="1452" y="360"/>
                    <a:pt x="929" y="1193"/>
                  </a:cubicBezTo>
                  <a:cubicBezTo>
                    <a:pt x="929" y="1193"/>
                    <a:pt x="0" y="4157"/>
                    <a:pt x="2632" y="5276"/>
                  </a:cubicBezTo>
                  <a:cubicBezTo>
                    <a:pt x="2632" y="5276"/>
                    <a:pt x="429" y="10610"/>
                    <a:pt x="2215" y="12563"/>
                  </a:cubicBezTo>
                  <a:cubicBezTo>
                    <a:pt x="4001" y="14516"/>
                    <a:pt x="5013" y="12313"/>
                    <a:pt x="7049" y="14944"/>
                  </a:cubicBezTo>
                  <a:cubicBezTo>
                    <a:pt x="7049" y="14944"/>
                    <a:pt x="8656" y="14266"/>
                    <a:pt x="8311" y="12492"/>
                  </a:cubicBezTo>
                  <a:cubicBezTo>
                    <a:pt x="7978" y="10706"/>
                    <a:pt x="4834" y="9098"/>
                    <a:pt x="5263" y="5193"/>
                  </a:cubicBezTo>
                  <a:cubicBezTo>
                    <a:pt x="5563" y="2381"/>
                    <a:pt x="4153" y="0"/>
                    <a:pt x="2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9"/>
            <p:cNvSpPr/>
            <p:nvPr/>
          </p:nvSpPr>
          <p:spPr>
            <a:xfrm>
              <a:off x="3226807" y="1009083"/>
              <a:ext cx="319656" cy="181810"/>
            </a:xfrm>
            <a:custGeom>
              <a:rect b="b" l="l" r="r" t="t"/>
              <a:pathLst>
                <a:path extrusionOk="0" h="3908" w="6871">
                  <a:moveTo>
                    <a:pt x="2986" y="1"/>
                  </a:moveTo>
                  <a:cubicBezTo>
                    <a:pt x="128" y="1"/>
                    <a:pt x="0" y="3657"/>
                    <a:pt x="0" y="3657"/>
                  </a:cubicBezTo>
                  <a:cubicBezTo>
                    <a:pt x="392" y="3747"/>
                    <a:pt x="742" y="3784"/>
                    <a:pt x="1052" y="3784"/>
                  </a:cubicBezTo>
                  <a:cubicBezTo>
                    <a:pt x="2385" y="3784"/>
                    <a:pt x="2985" y="3108"/>
                    <a:pt x="3023" y="3064"/>
                  </a:cubicBezTo>
                  <a:lnTo>
                    <a:pt x="3023" y="3064"/>
                  </a:lnTo>
                  <a:lnTo>
                    <a:pt x="2310" y="3907"/>
                  </a:lnTo>
                  <a:cubicBezTo>
                    <a:pt x="4644" y="3479"/>
                    <a:pt x="5858" y="1074"/>
                    <a:pt x="5858" y="1074"/>
                  </a:cubicBezTo>
                  <a:cubicBezTo>
                    <a:pt x="5858" y="1074"/>
                    <a:pt x="6870" y="514"/>
                    <a:pt x="3501" y="38"/>
                  </a:cubicBezTo>
                  <a:cubicBezTo>
                    <a:pt x="3320" y="13"/>
                    <a:pt x="3149" y="1"/>
                    <a:pt x="2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9"/>
            <p:cNvSpPr/>
            <p:nvPr/>
          </p:nvSpPr>
          <p:spPr>
            <a:xfrm>
              <a:off x="3566897" y="1266779"/>
              <a:ext cx="80205" cy="98442"/>
            </a:xfrm>
            <a:custGeom>
              <a:rect b="b" l="l" r="r" t="t"/>
              <a:pathLst>
                <a:path extrusionOk="0" h="2116" w="1724">
                  <a:moveTo>
                    <a:pt x="787" y="0"/>
                  </a:moveTo>
                  <a:cubicBezTo>
                    <a:pt x="726" y="0"/>
                    <a:pt x="662" y="4"/>
                    <a:pt x="596" y="11"/>
                  </a:cubicBezTo>
                  <a:cubicBezTo>
                    <a:pt x="596" y="11"/>
                    <a:pt x="525" y="1404"/>
                    <a:pt x="1" y="2107"/>
                  </a:cubicBezTo>
                  <a:cubicBezTo>
                    <a:pt x="1" y="2107"/>
                    <a:pt x="81" y="2116"/>
                    <a:pt x="207" y="2116"/>
                  </a:cubicBezTo>
                  <a:cubicBezTo>
                    <a:pt x="596" y="2116"/>
                    <a:pt x="1416" y="2027"/>
                    <a:pt x="1560" y="1297"/>
                  </a:cubicBezTo>
                  <a:cubicBezTo>
                    <a:pt x="1723" y="397"/>
                    <a:pt x="1411" y="0"/>
                    <a:pt x="787"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9"/>
            <p:cNvSpPr/>
            <p:nvPr/>
          </p:nvSpPr>
          <p:spPr>
            <a:xfrm>
              <a:off x="3445051" y="1292693"/>
              <a:ext cx="25494" cy="53873"/>
            </a:xfrm>
            <a:custGeom>
              <a:rect b="b" l="l" r="r" t="t"/>
              <a:pathLst>
                <a:path extrusionOk="0" h="1158" w="548">
                  <a:moveTo>
                    <a:pt x="339" y="0"/>
                  </a:moveTo>
                  <a:cubicBezTo>
                    <a:pt x="215" y="0"/>
                    <a:pt x="93" y="232"/>
                    <a:pt x="48" y="550"/>
                  </a:cubicBezTo>
                  <a:cubicBezTo>
                    <a:pt x="0" y="859"/>
                    <a:pt x="72" y="1145"/>
                    <a:pt x="191" y="1157"/>
                  </a:cubicBezTo>
                  <a:cubicBezTo>
                    <a:pt x="194" y="1157"/>
                    <a:pt x="198" y="1157"/>
                    <a:pt x="201" y="1157"/>
                  </a:cubicBezTo>
                  <a:cubicBezTo>
                    <a:pt x="340" y="1157"/>
                    <a:pt x="466" y="923"/>
                    <a:pt x="512" y="609"/>
                  </a:cubicBezTo>
                  <a:cubicBezTo>
                    <a:pt x="548" y="276"/>
                    <a:pt x="477" y="2"/>
                    <a:pt x="357" y="2"/>
                  </a:cubicBezTo>
                  <a:cubicBezTo>
                    <a:pt x="351" y="1"/>
                    <a:pt x="345" y="0"/>
                    <a:pt x="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9"/>
            <p:cNvSpPr/>
            <p:nvPr/>
          </p:nvSpPr>
          <p:spPr>
            <a:xfrm>
              <a:off x="3284962" y="1268920"/>
              <a:ext cx="26053" cy="54385"/>
            </a:xfrm>
            <a:custGeom>
              <a:rect b="b" l="l" r="r" t="t"/>
              <a:pathLst>
                <a:path extrusionOk="0" h="1169" w="560">
                  <a:moveTo>
                    <a:pt x="348" y="1"/>
                  </a:moveTo>
                  <a:cubicBezTo>
                    <a:pt x="220" y="1"/>
                    <a:pt x="94" y="235"/>
                    <a:pt x="48" y="549"/>
                  </a:cubicBezTo>
                  <a:cubicBezTo>
                    <a:pt x="0" y="870"/>
                    <a:pt x="84" y="1144"/>
                    <a:pt x="203" y="1168"/>
                  </a:cubicBezTo>
                  <a:cubicBezTo>
                    <a:pt x="206" y="1168"/>
                    <a:pt x="209" y="1168"/>
                    <a:pt x="212" y="1168"/>
                  </a:cubicBezTo>
                  <a:cubicBezTo>
                    <a:pt x="340" y="1168"/>
                    <a:pt x="466" y="934"/>
                    <a:pt x="512" y="608"/>
                  </a:cubicBezTo>
                  <a:cubicBezTo>
                    <a:pt x="560" y="287"/>
                    <a:pt x="500" y="13"/>
                    <a:pt x="358" y="1"/>
                  </a:cubicBezTo>
                  <a:cubicBezTo>
                    <a:pt x="354" y="1"/>
                    <a:pt x="351"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9"/>
            <p:cNvSpPr/>
            <p:nvPr/>
          </p:nvSpPr>
          <p:spPr>
            <a:xfrm>
              <a:off x="3294918" y="1307721"/>
              <a:ext cx="28286" cy="72063"/>
            </a:xfrm>
            <a:custGeom>
              <a:rect b="b" l="l" r="r" t="t"/>
              <a:pathLst>
                <a:path extrusionOk="0" h="1549" w="608">
                  <a:moveTo>
                    <a:pt x="608" y="1"/>
                  </a:moveTo>
                  <a:lnTo>
                    <a:pt x="608" y="1"/>
                  </a:lnTo>
                  <a:cubicBezTo>
                    <a:pt x="489" y="179"/>
                    <a:pt x="382" y="370"/>
                    <a:pt x="286" y="548"/>
                  </a:cubicBezTo>
                  <a:cubicBezTo>
                    <a:pt x="191" y="739"/>
                    <a:pt x="84" y="941"/>
                    <a:pt x="13" y="1144"/>
                  </a:cubicBezTo>
                  <a:lnTo>
                    <a:pt x="1" y="1191"/>
                  </a:lnTo>
                  <a:lnTo>
                    <a:pt x="24" y="1227"/>
                  </a:lnTo>
                  <a:cubicBezTo>
                    <a:pt x="191" y="1346"/>
                    <a:pt x="370" y="1441"/>
                    <a:pt x="560" y="1548"/>
                  </a:cubicBezTo>
                  <a:cubicBezTo>
                    <a:pt x="428" y="1416"/>
                    <a:pt x="276" y="1285"/>
                    <a:pt x="122" y="1162"/>
                  </a:cubicBezTo>
                  <a:lnTo>
                    <a:pt x="122" y="1162"/>
                  </a:lnTo>
                  <a:cubicBezTo>
                    <a:pt x="213" y="981"/>
                    <a:pt x="303" y="800"/>
                    <a:pt x="382" y="608"/>
                  </a:cubicBezTo>
                  <a:cubicBezTo>
                    <a:pt x="477" y="417"/>
                    <a:pt x="548" y="215"/>
                    <a:pt x="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9"/>
            <p:cNvSpPr/>
            <p:nvPr/>
          </p:nvSpPr>
          <p:spPr>
            <a:xfrm>
              <a:off x="3247836" y="1210904"/>
              <a:ext cx="75925" cy="37032"/>
            </a:xfrm>
            <a:custGeom>
              <a:rect b="b" l="l" r="r" t="t"/>
              <a:pathLst>
                <a:path extrusionOk="0" h="796" w="1632">
                  <a:moveTo>
                    <a:pt x="821" y="1"/>
                  </a:moveTo>
                  <a:cubicBezTo>
                    <a:pt x="676" y="1"/>
                    <a:pt x="533" y="28"/>
                    <a:pt x="417" y="81"/>
                  </a:cubicBezTo>
                  <a:cubicBezTo>
                    <a:pt x="251" y="165"/>
                    <a:pt x="108" y="272"/>
                    <a:pt x="1" y="415"/>
                  </a:cubicBezTo>
                  <a:cubicBezTo>
                    <a:pt x="167" y="367"/>
                    <a:pt x="322" y="319"/>
                    <a:pt x="465" y="296"/>
                  </a:cubicBezTo>
                  <a:cubicBezTo>
                    <a:pt x="548" y="275"/>
                    <a:pt x="635" y="262"/>
                    <a:pt x="719" y="262"/>
                  </a:cubicBezTo>
                  <a:cubicBezTo>
                    <a:pt x="780" y="262"/>
                    <a:pt x="839" y="269"/>
                    <a:pt x="894" y="284"/>
                  </a:cubicBezTo>
                  <a:cubicBezTo>
                    <a:pt x="1025" y="307"/>
                    <a:pt x="1156" y="355"/>
                    <a:pt x="1275" y="462"/>
                  </a:cubicBezTo>
                  <a:lnTo>
                    <a:pt x="1322" y="486"/>
                  </a:lnTo>
                  <a:lnTo>
                    <a:pt x="1370" y="534"/>
                  </a:lnTo>
                  <a:lnTo>
                    <a:pt x="1453" y="617"/>
                  </a:lnTo>
                  <a:lnTo>
                    <a:pt x="1632" y="796"/>
                  </a:lnTo>
                  <a:cubicBezTo>
                    <a:pt x="1632" y="712"/>
                    <a:pt x="1608" y="641"/>
                    <a:pt x="1572" y="546"/>
                  </a:cubicBezTo>
                  <a:lnTo>
                    <a:pt x="1513" y="427"/>
                  </a:lnTo>
                  <a:lnTo>
                    <a:pt x="1489" y="367"/>
                  </a:lnTo>
                  <a:lnTo>
                    <a:pt x="1441" y="307"/>
                  </a:lnTo>
                  <a:cubicBezTo>
                    <a:pt x="1334" y="165"/>
                    <a:pt x="1156" y="46"/>
                    <a:pt x="965" y="10"/>
                  </a:cubicBezTo>
                  <a:cubicBezTo>
                    <a:pt x="917" y="4"/>
                    <a:pt x="869" y="1"/>
                    <a:pt x="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9"/>
            <p:cNvSpPr/>
            <p:nvPr/>
          </p:nvSpPr>
          <p:spPr>
            <a:xfrm>
              <a:off x="3404064" y="1227560"/>
              <a:ext cx="102489" cy="44755"/>
            </a:xfrm>
            <a:custGeom>
              <a:rect b="b" l="l" r="r" t="t"/>
              <a:pathLst>
                <a:path extrusionOk="0" h="962" w="2203">
                  <a:moveTo>
                    <a:pt x="973" y="0"/>
                  </a:moveTo>
                  <a:cubicBezTo>
                    <a:pt x="820" y="0"/>
                    <a:pt x="667" y="32"/>
                    <a:pt x="524" y="92"/>
                  </a:cubicBezTo>
                  <a:cubicBezTo>
                    <a:pt x="322" y="176"/>
                    <a:pt x="119" y="330"/>
                    <a:pt x="0" y="521"/>
                  </a:cubicBezTo>
                  <a:cubicBezTo>
                    <a:pt x="203" y="414"/>
                    <a:pt x="393" y="330"/>
                    <a:pt x="584" y="283"/>
                  </a:cubicBezTo>
                  <a:cubicBezTo>
                    <a:pt x="679" y="259"/>
                    <a:pt x="777" y="247"/>
                    <a:pt x="875" y="247"/>
                  </a:cubicBezTo>
                  <a:cubicBezTo>
                    <a:pt x="974" y="247"/>
                    <a:pt x="1072" y="259"/>
                    <a:pt x="1167" y="283"/>
                  </a:cubicBezTo>
                  <a:cubicBezTo>
                    <a:pt x="1250" y="307"/>
                    <a:pt x="1346" y="330"/>
                    <a:pt x="1429" y="390"/>
                  </a:cubicBezTo>
                  <a:cubicBezTo>
                    <a:pt x="1536" y="426"/>
                    <a:pt x="1608" y="509"/>
                    <a:pt x="1703" y="545"/>
                  </a:cubicBezTo>
                  <a:cubicBezTo>
                    <a:pt x="1786" y="604"/>
                    <a:pt x="1869" y="664"/>
                    <a:pt x="1953" y="747"/>
                  </a:cubicBezTo>
                  <a:cubicBezTo>
                    <a:pt x="2048" y="819"/>
                    <a:pt x="2120" y="890"/>
                    <a:pt x="2203" y="962"/>
                  </a:cubicBezTo>
                  <a:cubicBezTo>
                    <a:pt x="2167" y="854"/>
                    <a:pt x="2120" y="771"/>
                    <a:pt x="2060" y="664"/>
                  </a:cubicBezTo>
                  <a:cubicBezTo>
                    <a:pt x="2000" y="581"/>
                    <a:pt x="1929" y="485"/>
                    <a:pt x="1846" y="402"/>
                  </a:cubicBezTo>
                  <a:cubicBezTo>
                    <a:pt x="1691" y="235"/>
                    <a:pt x="1477" y="104"/>
                    <a:pt x="1238" y="33"/>
                  </a:cubicBezTo>
                  <a:cubicBezTo>
                    <a:pt x="1151" y="11"/>
                    <a:pt x="1062" y="0"/>
                    <a:pt x="9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9"/>
            <p:cNvSpPr/>
            <p:nvPr/>
          </p:nvSpPr>
          <p:spPr>
            <a:xfrm>
              <a:off x="3294360" y="1419053"/>
              <a:ext cx="148500" cy="34985"/>
            </a:xfrm>
            <a:custGeom>
              <a:rect b="b" l="l" r="r" t="t"/>
              <a:pathLst>
                <a:path extrusionOk="0" h="752" w="3192">
                  <a:moveTo>
                    <a:pt x="1" y="1"/>
                  </a:moveTo>
                  <a:cubicBezTo>
                    <a:pt x="1" y="1"/>
                    <a:pt x="859" y="751"/>
                    <a:pt x="1850" y="751"/>
                  </a:cubicBezTo>
                  <a:cubicBezTo>
                    <a:pt x="2292" y="751"/>
                    <a:pt x="2761" y="601"/>
                    <a:pt x="3192" y="167"/>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9"/>
            <p:cNvSpPr/>
            <p:nvPr/>
          </p:nvSpPr>
          <p:spPr>
            <a:xfrm>
              <a:off x="3589601" y="1278550"/>
              <a:ext cx="43266" cy="73552"/>
            </a:xfrm>
            <a:custGeom>
              <a:rect b="b" l="l" r="r" t="t"/>
              <a:pathLst>
                <a:path extrusionOk="0" h="1581" w="930">
                  <a:moveTo>
                    <a:pt x="648" y="1"/>
                  </a:moveTo>
                  <a:cubicBezTo>
                    <a:pt x="638" y="1"/>
                    <a:pt x="628" y="3"/>
                    <a:pt x="620" y="8"/>
                  </a:cubicBezTo>
                  <a:cubicBezTo>
                    <a:pt x="572" y="8"/>
                    <a:pt x="525" y="20"/>
                    <a:pt x="501" y="44"/>
                  </a:cubicBezTo>
                  <a:cubicBezTo>
                    <a:pt x="441" y="104"/>
                    <a:pt x="394" y="163"/>
                    <a:pt x="346" y="223"/>
                  </a:cubicBezTo>
                  <a:cubicBezTo>
                    <a:pt x="275" y="366"/>
                    <a:pt x="215" y="497"/>
                    <a:pt x="156" y="628"/>
                  </a:cubicBezTo>
                  <a:cubicBezTo>
                    <a:pt x="96" y="758"/>
                    <a:pt x="48" y="901"/>
                    <a:pt x="25" y="1044"/>
                  </a:cubicBezTo>
                  <a:lnTo>
                    <a:pt x="1" y="1092"/>
                  </a:lnTo>
                  <a:lnTo>
                    <a:pt x="48" y="1104"/>
                  </a:lnTo>
                  <a:cubicBezTo>
                    <a:pt x="96" y="1139"/>
                    <a:pt x="156" y="1151"/>
                    <a:pt x="203" y="1175"/>
                  </a:cubicBezTo>
                  <a:cubicBezTo>
                    <a:pt x="239" y="1211"/>
                    <a:pt x="298" y="1235"/>
                    <a:pt x="322" y="1282"/>
                  </a:cubicBezTo>
                  <a:cubicBezTo>
                    <a:pt x="334" y="1330"/>
                    <a:pt x="346" y="1390"/>
                    <a:pt x="322" y="1437"/>
                  </a:cubicBezTo>
                  <a:cubicBezTo>
                    <a:pt x="287" y="1497"/>
                    <a:pt x="263" y="1532"/>
                    <a:pt x="215" y="1580"/>
                  </a:cubicBezTo>
                  <a:cubicBezTo>
                    <a:pt x="275" y="1556"/>
                    <a:pt x="322" y="1509"/>
                    <a:pt x="334" y="1437"/>
                  </a:cubicBezTo>
                  <a:cubicBezTo>
                    <a:pt x="382" y="1390"/>
                    <a:pt x="394" y="1294"/>
                    <a:pt x="358" y="1235"/>
                  </a:cubicBezTo>
                  <a:cubicBezTo>
                    <a:pt x="346" y="1175"/>
                    <a:pt x="287" y="1139"/>
                    <a:pt x="239" y="1092"/>
                  </a:cubicBezTo>
                  <a:cubicBezTo>
                    <a:pt x="193" y="1064"/>
                    <a:pt x="161" y="1044"/>
                    <a:pt x="122" y="1019"/>
                  </a:cubicBezTo>
                  <a:lnTo>
                    <a:pt x="122" y="1019"/>
                  </a:lnTo>
                  <a:cubicBezTo>
                    <a:pt x="167" y="901"/>
                    <a:pt x="220" y="782"/>
                    <a:pt x="263" y="663"/>
                  </a:cubicBezTo>
                  <a:cubicBezTo>
                    <a:pt x="322" y="544"/>
                    <a:pt x="358" y="401"/>
                    <a:pt x="441" y="282"/>
                  </a:cubicBezTo>
                  <a:cubicBezTo>
                    <a:pt x="500" y="194"/>
                    <a:pt x="584" y="89"/>
                    <a:pt x="658" y="89"/>
                  </a:cubicBezTo>
                  <a:cubicBezTo>
                    <a:pt x="674" y="89"/>
                    <a:pt x="689" y="93"/>
                    <a:pt x="703" y="104"/>
                  </a:cubicBezTo>
                  <a:cubicBezTo>
                    <a:pt x="810" y="175"/>
                    <a:pt x="870" y="318"/>
                    <a:pt x="929" y="449"/>
                  </a:cubicBezTo>
                  <a:cubicBezTo>
                    <a:pt x="918" y="377"/>
                    <a:pt x="894" y="318"/>
                    <a:pt x="870" y="235"/>
                  </a:cubicBezTo>
                  <a:cubicBezTo>
                    <a:pt x="858" y="163"/>
                    <a:pt x="810" y="104"/>
                    <a:pt x="751" y="44"/>
                  </a:cubicBezTo>
                  <a:cubicBezTo>
                    <a:pt x="723" y="26"/>
                    <a:pt x="682" y="1"/>
                    <a:pt x="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9"/>
            <p:cNvSpPr/>
            <p:nvPr/>
          </p:nvSpPr>
          <p:spPr>
            <a:xfrm>
              <a:off x="2676754" y="3922229"/>
              <a:ext cx="115236" cy="292533"/>
            </a:xfrm>
            <a:custGeom>
              <a:rect b="b" l="l" r="r" t="t"/>
              <a:pathLst>
                <a:path extrusionOk="0" h="6288" w="2477">
                  <a:moveTo>
                    <a:pt x="1225" y="1"/>
                  </a:moveTo>
                  <a:cubicBezTo>
                    <a:pt x="1217" y="1"/>
                    <a:pt x="1210" y="1"/>
                    <a:pt x="1203" y="1"/>
                  </a:cubicBezTo>
                  <a:cubicBezTo>
                    <a:pt x="536" y="13"/>
                    <a:pt x="0" y="549"/>
                    <a:pt x="12" y="1227"/>
                  </a:cubicBezTo>
                  <a:lnTo>
                    <a:pt x="60" y="5097"/>
                  </a:lnTo>
                  <a:cubicBezTo>
                    <a:pt x="72" y="5756"/>
                    <a:pt x="596" y="6288"/>
                    <a:pt x="1252" y="6288"/>
                  </a:cubicBezTo>
                  <a:cubicBezTo>
                    <a:pt x="1260" y="6288"/>
                    <a:pt x="1267" y="6288"/>
                    <a:pt x="1274" y="6287"/>
                  </a:cubicBezTo>
                  <a:cubicBezTo>
                    <a:pt x="1941" y="6264"/>
                    <a:pt x="2477" y="5728"/>
                    <a:pt x="2465" y="5061"/>
                  </a:cubicBezTo>
                  <a:lnTo>
                    <a:pt x="2417" y="1192"/>
                  </a:lnTo>
                  <a:cubicBezTo>
                    <a:pt x="2405" y="532"/>
                    <a:pt x="1881" y="1"/>
                    <a:pt x="12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9"/>
            <p:cNvSpPr/>
            <p:nvPr/>
          </p:nvSpPr>
          <p:spPr>
            <a:xfrm>
              <a:off x="1894035" y="3931673"/>
              <a:ext cx="115841" cy="292487"/>
            </a:xfrm>
            <a:custGeom>
              <a:rect b="b" l="l" r="r" t="t"/>
              <a:pathLst>
                <a:path extrusionOk="0" h="6287" w="2490">
                  <a:moveTo>
                    <a:pt x="1225" y="0"/>
                  </a:moveTo>
                  <a:cubicBezTo>
                    <a:pt x="1218" y="0"/>
                    <a:pt x="1211" y="0"/>
                    <a:pt x="1203" y="0"/>
                  </a:cubicBezTo>
                  <a:cubicBezTo>
                    <a:pt x="537" y="24"/>
                    <a:pt x="1" y="560"/>
                    <a:pt x="13" y="1227"/>
                  </a:cubicBezTo>
                  <a:lnTo>
                    <a:pt x="60" y="5096"/>
                  </a:lnTo>
                  <a:cubicBezTo>
                    <a:pt x="72" y="5756"/>
                    <a:pt x="596" y="6287"/>
                    <a:pt x="1264" y="6287"/>
                  </a:cubicBezTo>
                  <a:cubicBezTo>
                    <a:pt x="1272" y="6287"/>
                    <a:pt x="1279" y="6287"/>
                    <a:pt x="1287" y="6287"/>
                  </a:cubicBezTo>
                  <a:cubicBezTo>
                    <a:pt x="1953" y="6275"/>
                    <a:pt x="2489" y="5739"/>
                    <a:pt x="2477" y="5060"/>
                  </a:cubicBezTo>
                  <a:lnTo>
                    <a:pt x="2430" y="1191"/>
                  </a:lnTo>
                  <a:cubicBezTo>
                    <a:pt x="2418" y="531"/>
                    <a:pt x="1894" y="0"/>
                    <a:pt x="1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9"/>
            <p:cNvSpPr/>
            <p:nvPr/>
          </p:nvSpPr>
          <p:spPr>
            <a:xfrm>
              <a:off x="1895710" y="2713582"/>
              <a:ext cx="859689" cy="1450199"/>
            </a:xfrm>
            <a:custGeom>
              <a:rect b="b" l="l" r="r" t="t"/>
              <a:pathLst>
                <a:path extrusionOk="0" h="31172" w="18479">
                  <a:moveTo>
                    <a:pt x="15785" y="0"/>
                  </a:moveTo>
                  <a:cubicBezTo>
                    <a:pt x="15770" y="0"/>
                    <a:pt x="15755" y="0"/>
                    <a:pt x="15741" y="1"/>
                  </a:cubicBezTo>
                  <a:lnTo>
                    <a:pt x="2691" y="155"/>
                  </a:lnTo>
                  <a:cubicBezTo>
                    <a:pt x="1191" y="179"/>
                    <a:pt x="0" y="1394"/>
                    <a:pt x="12" y="2894"/>
                  </a:cubicBezTo>
                  <a:lnTo>
                    <a:pt x="1215" y="28492"/>
                  </a:lnTo>
                  <a:cubicBezTo>
                    <a:pt x="1227" y="29989"/>
                    <a:pt x="2429" y="31171"/>
                    <a:pt x="3909" y="31171"/>
                  </a:cubicBezTo>
                  <a:cubicBezTo>
                    <a:pt x="3924" y="31171"/>
                    <a:pt x="3939" y="31171"/>
                    <a:pt x="3953" y="31171"/>
                  </a:cubicBezTo>
                  <a:lnTo>
                    <a:pt x="15205" y="31040"/>
                  </a:lnTo>
                  <a:cubicBezTo>
                    <a:pt x="16705" y="31028"/>
                    <a:pt x="17896" y="29802"/>
                    <a:pt x="17884" y="28302"/>
                  </a:cubicBezTo>
                  <a:lnTo>
                    <a:pt x="18479" y="2679"/>
                  </a:lnTo>
                  <a:cubicBezTo>
                    <a:pt x="18467" y="1182"/>
                    <a:pt x="17265" y="0"/>
                    <a:pt x="157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9"/>
            <p:cNvSpPr/>
            <p:nvPr/>
          </p:nvSpPr>
          <p:spPr>
            <a:xfrm>
              <a:off x="1793218" y="2648216"/>
              <a:ext cx="1062434" cy="207769"/>
            </a:xfrm>
            <a:custGeom>
              <a:rect b="b" l="l" r="r" t="t"/>
              <a:pathLst>
                <a:path extrusionOk="0" h="4466" w="22837">
                  <a:moveTo>
                    <a:pt x="22051" y="1"/>
                  </a:moveTo>
                  <a:lnTo>
                    <a:pt x="739" y="251"/>
                  </a:lnTo>
                  <a:cubicBezTo>
                    <a:pt x="322" y="251"/>
                    <a:pt x="1" y="596"/>
                    <a:pt x="1" y="1013"/>
                  </a:cubicBezTo>
                  <a:lnTo>
                    <a:pt x="25" y="3727"/>
                  </a:lnTo>
                  <a:cubicBezTo>
                    <a:pt x="25" y="4144"/>
                    <a:pt x="370" y="4465"/>
                    <a:pt x="787" y="4465"/>
                  </a:cubicBezTo>
                  <a:lnTo>
                    <a:pt x="22099" y="4215"/>
                  </a:lnTo>
                  <a:cubicBezTo>
                    <a:pt x="22516" y="4215"/>
                    <a:pt x="22837" y="3870"/>
                    <a:pt x="22837" y="3453"/>
                  </a:cubicBezTo>
                  <a:lnTo>
                    <a:pt x="22813" y="751"/>
                  </a:lnTo>
                  <a:cubicBezTo>
                    <a:pt x="22813" y="334"/>
                    <a:pt x="22468" y="1"/>
                    <a:pt x="220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9"/>
            <p:cNvSpPr/>
            <p:nvPr/>
          </p:nvSpPr>
          <p:spPr>
            <a:xfrm>
              <a:off x="2329453" y="3089124"/>
              <a:ext cx="115795" cy="72063"/>
            </a:xfrm>
            <a:custGeom>
              <a:rect b="b" l="l" r="r" t="t"/>
              <a:pathLst>
                <a:path extrusionOk="0" h="1549" w="2489">
                  <a:moveTo>
                    <a:pt x="2488" y="1"/>
                  </a:moveTo>
                  <a:lnTo>
                    <a:pt x="0" y="1477"/>
                  </a:lnTo>
                  <a:lnTo>
                    <a:pt x="1881" y="1549"/>
                  </a:lnTo>
                  <a:lnTo>
                    <a:pt x="24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9"/>
            <p:cNvSpPr/>
            <p:nvPr/>
          </p:nvSpPr>
          <p:spPr>
            <a:xfrm>
              <a:off x="2286232" y="3047578"/>
              <a:ext cx="142405" cy="104210"/>
            </a:xfrm>
            <a:custGeom>
              <a:rect b="b" l="l" r="r" t="t"/>
              <a:pathLst>
                <a:path extrusionOk="0" h="2240" w="3061">
                  <a:moveTo>
                    <a:pt x="2084" y="1"/>
                  </a:moveTo>
                  <a:lnTo>
                    <a:pt x="0" y="25"/>
                  </a:lnTo>
                  <a:cubicBezTo>
                    <a:pt x="0" y="25"/>
                    <a:pt x="191" y="25"/>
                    <a:pt x="512" y="477"/>
                  </a:cubicBezTo>
                  <a:cubicBezTo>
                    <a:pt x="834" y="953"/>
                    <a:pt x="1512" y="2239"/>
                    <a:pt x="1512" y="2239"/>
                  </a:cubicBezTo>
                  <a:lnTo>
                    <a:pt x="2775" y="1668"/>
                  </a:lnTo>
                  <a:lnTo>
                    <a:pt x="3060" y="1180"/>
                  </a:lnTo>
                  <a:cubicBezTo>
                    <a:pt x="3060" y="1180"/>
                    <a:pt x="2525" y="84"/>
                    <a:pt x="20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9"/>
            <p:cNvSpPr/>
            <p:nvPr/>
          </p:nvSpPr>
          <p:spPr>
            <a:xfrm>
              <a:off x="2209235" y="3051951"/>
              <a:ext cx="116353" cy="128635"/>
            </a:xfrm>
            <a:custGeom>
              <a:rect b="b" l="l" r="r" t="t"/>
              <a:pathLst>
                <a:path extrusionOk="0" h="2765" w="2501">
                  <a:moveTo>
                    <a:pt x="1450" y="0"/>
                  </a:moveTo>
                  <a:cubicBezTo>
                    <a:pt x="1198" y="0"/>
                    <a:pt x="965" y="264"/>
                    <a:pt x="965" y="264"/>
                  </a:cubicBezTo>
                  <a:lnTo>
                    <a:pt x="0" y="1871"/>
                  </a:lnTo>
                  <a:lnTo>
                    <a:pt x="1608" y="2764"/>
                  </a:lnTo>
                  <a:lnTo>
                    <a:pt x="2501" y="1193"/>
                  </a:lnTo>
                  <a:cubicBezTo>
                    <a:pt x="2501" y="1193"/>
                    <a:pt x="1965" y="264"/>
                    <a:pt x="1643" y="62"/>
                  </a:cubicBezTo>
                  <a:cubicBezTo>
                    <a:pt x="1580" y="18"/>
                    <a:pt x="1514" y="0"/>
                    <a:pt x="14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9"/>
            <p:cNvSpPr/>
            <p:nvPr/>
          </p:nvSpPr>
          <p:spPr>
            <a:xfrm>
              <a:off x="2337734" y="3249213"/>
              <a:ext cx="51035" cy="134683"/>
            </a:xfrm>
            <a:custGeom>
              <a:rect b="b" l="l" r="r" t="t"/>
              <a:pathLst>
                <a:path extrusionOk="0" h="2895" w="1097">
                  <a:moveTo>
                    <a:pt x="953" y="1"/>
                  </a:moveTo>
                  <a:lnTo>
                    <a:pt x="1" y="1620"/>
                  </a:lnTo>
                  <a:lnTo>
                    <a:pt x="1096" y="2894"/>
                  </a:lnTo>
                  <a:lnTo>
                    <a:pt x="9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9"/>
            <p:cNvSpPr/>
            <p:nvPr/>
          </p:nvSpPr>
          <p:spPr>
            <a:xfrm>
              <a:off x="2369882" y="3263077"/>
              <a:ext cx="129658" cy="100396"/>
            </a:xfrm>
            <a:custGeom>
              <a:rect b="b" l="l" r="r" t="t"/>
              <a:pathLst>
                <a:path extrusionOk="0" h="2158" w="2787">
                  <a:moveTo>
                    <a:pt x="2786" y="0"/>
                  </a:moveTo>
                  <a:lnTo>
                    <a:pt x="2786" y="1"/>
                  </a:lnTo>
                  <a:lnTo>
                    <a:pt x="2786" y="1"/>
                  </a:lnTo>
                  <a:cubicBezTo>
                    <a:pt x="2786" y="1"/>
                    <a:pt x="2786" y="1"/>
                    <a:pt x="2786" y="0"/>
                  </a:cubicBezTo>
                  <a:close/>
                  <a:moveTo>
                    <a:pt x="2786" y="1"/>
                  </a:moveTo>
                  <a:lnTo>
                    <a:pt x="2786" y="1"/>
                  </a:lnTo>
                  <a:cubicBezTo>
                    <a:pt x="2784" y="4"/>
                    <a:pt x="2686" y="180"/>
                    <a:pt x="2131" y="239"/>
                  </a:cubicBezTo>
                  <a:cubicBezTo>
                    <a:pt x="1723" y="281"/>
                    <a:pt x="866" y="287"/>
                    <a:pt x="409" y="287"/>
                  </a:cubicBezTo>
                  <a:cubicBezTo>
                    <a:pt x="226" y="287"/>
                    <a:pt x="107" y="286"/>
                    <a:pt x="107" y="286"/>
                  </a:cubicBezTo>
                  <a:lnTo>
                    <a:pt x="0" y="1667"/>
                  </a:lnTo>
                  <a:lnTo>
                    <a:pt x="298" y="2156"/>
                  </a:lnTo>
                  <a:cubicBezTo>
                    <a:pt x="298" y="2156"/>
                    <a:pt x="352" y="2158"/>
                    <a:pt x="439" y="2158"/>
                  </a:cubicBezTo>
                  <a:cubicBezTo>
                    <a:pt x="768" y="2158"/>
                    <a:pt x="1570" y="2128"/>
                    <a:pt x="1786" y="1846"/>
                  </a:cubicBezTo>
                  <a:lnTo>
                    <a:pt x="278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9"/>
            <p:cNvSpPr/>
            <p:nvPr/>
          </p:nvSpPr>
          <p:spPr>
            <a:xfrm>
              <a:off x="2383700" y="3151745"/>
              <a:ext cx="125797" cy="117469"/>
            </a:xfrm>
            <a:custGeom>
              <a:rect b="b" l="l" r="r" t="t"/>
              <a:pathLst>
                <a:path extrusionOk="0" h="2525" w="2704">
                  <a:moveTo>
                    <a:pt x="1549" y="0"/>
                  </a:moveTo>
                  <a:lnTo>
                    <a:pt x="1" y="1000"/>
                  </a:lnTo>
                  <a:lnTo>
                    <a:pt x="965" y="2524"/>
                  </a:lnTo>
                  <a:cubicBezTo>
                    <a:pt x="965" y="2524"/>
                    <a:pt x="2025" y="2501"/>
                    <a:pt x="2370" y="2322"/>
                  </a:cubicBezTo>
                  <a:cubicBezTo>
                    <a:pt x="2704" y="2155"/>
                    <a:pt x="2513" y="1620"/>
                    <a:pt x="2513" y="1620"/>
                  </a:cubicBezTo>
                  <a:lnTo>
                    <a:pt x="15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9"/>
            <p:cNvSpPr/>
            <p:nvPr/>
          </p:nvSpPr>
          <p:spPr>
            <a:xfrm>
              <a:off x="2162153" y="3171146"/>
              <a:ext cx="118586" cy="75925"/>
            </a:xfrm>
            <a:custGeom>
              <a:rect b="b" l="l" r="r" t="t"/>
              <a:pathLst>
                <a:path extrusionOk="0" h="1632" w="2549">
                  <a:moveTo>
                    <a:pt x="1632" y="0"/>
                  </a:moveTo>
                  <a:lnTo>
                    <a:pt x="0" y="298"/>
                  </a:lnTo>
                  <a:lnTo>
                    <a:pt x="2548" y="1631"/>
                  </a:lnTo>
                  <a:lnTo>
                    <a:pt x="16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9"/>
            <p:cNvSpPr/>
            <p:nvPr/>
          </p:nvSpPr>
          <p:spPr>
            <a:xfrm>
              <a:off x="2151638" y="3190500"/>
              <a:ext cx="109700" cy="150733"/>
            </a:xfrm>
            <a:custGeom>
              <a:rect b="b" l="l" r="r" t="t"/>
              <a:pathLst>
                <a:path extrusionOk="0" h="3240" w="2358">
                  <a:moveTo>
                    <a:pt x="1227" y="1"/>
                  </a:moveTo>
                  <a:lnTo>
                    <a:pt x="655" y="13"/>
                  </a:lnTo>
                  <a:cubicBezTo>
                    <a:pt x="655" y="13"/>
                    <a:pt x="0" y="1060"/>
                    <a:pt x="167" y="1453"/>
                  </a:cubicBezTo>
                  <a:lnTo>
                    <a:pt x="1249" y="3237"/>
                  </a:lnTo>
                  <a:lnTo>
                    <a:pt x="1249" y="3237"/>
                  </a:lnTo>
                  <a:cubicBezTo>
                    <a:pt x="1237" y="3216"/>
                    <a:pt x="1159" y="3049"/>
                    <a:pt x="1381" y="2561"/>
                  </a:cubicBezTo>
                  <a:cubicBezTo>
                    <a:pt x="1619" y="2049"/>
                    <a:pt x="2358" y="787"/>
                    <a:pt x="2358" y="787"/>
                  </a:cubicBezTo>
                  <a:lnTo>
                    <a:pt x="1227" y="1"/>
                  </a:lnTo>
                  <a:close/>
                  <a:moveTo>
                    <a:pt x="1249" y="3237"/>
                  </a:moveTo>
                  <a:cubicBezTo>
                    <a:pt x="1250" y="3239"/>
                    <a:pt x="1250" y="3239"/>
                    <a:pt x="1250" y="3239"/>
                  </a:cubicBezTo>
                  <a:lnTo>
                    <a:pt x="1249" y="323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9"/>
            <p:cNvSpPr/>
            <p:nvPr/>
          </p:nvSpPr>
          <p:spPr>
            <a:xfrm>
              <a:off x="2214771" y="3274708"/>
              <a:ext cx="111933" cy="85881"/>
            </a:xfrm>
            <a:custGeom>
              <a:rect b="b" l="l" r="r" t="t"/>
              <a:pathLst>
                <a:path extrusionOk="0" h="1846" w="2406">
                  <a:moveTo>
                    <a:pt x="2334" y="1"/>
                  </a:moveTo>
                  <a:lnTo>
                    <a:pt x="536" y="60"/>
                  </a:lnTo>
                  <a:cubicBezTo>
                    <a:pt x="536" y="60"/>
                    <a:pt x="24" y="1001"/>
                    <a:pt x="12" y="1370"/>
                  </a:cubicBezTo>
                  <a:cubicBezTo>
                    <a:pt x="0" y="1751"/>
                    <a:pt x="548" y="1846"/>
                    <a:pt x="548" y="1846"/>
                  </a:cubicBezTo>
                  <a:lnTo>
                    <a:pt x="2406" y="1846"/>
                  </a:lnTo>
                  <a:lnTo>
                    <a:pt x="23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9"/>
            <p:cNvSpPr/>
            <p:nvPr/>
          </p:nvSpPr>
          <p:spPr>
            <a:xfrm>
              <a:off x="829939" y="1965198"/>
              <a:ext cx="742313" cy="2125101"/>
            </a:xfrm>
            <a:custGeom>
              <a:rect b="b" l="l" r="r" t="t"/>
              <a:pathLst>
                <a:path extrusionOk="0" h="45679" w="15956">
                  <a:moveTo>
                    <a:pt x="4525" y="0"/>
                  </a:moveTo>
                  <a:cubicBezTo>
                    <a:pt x="2660" y="0"/>
                    <a:pt x="1139" y="849"/>
                    <a:pt x="787" y="3406"/>
                  </a:cubicBezTo>
                  <a:cubicBezTo>
                    <a:pt x="1" y="9217"/>
                    <a:pt x="1299" y="45281"/>
                    <a:pt x="1299" y="45281"/>
                  </a:cubicBezTo>
                  <a:cubicBezTo>
                    <a:pt x="1299" y="45281"/>
                    <a:pt x="1737" y="45678"/>
                    <a:pt x="2972" y="45678"/>
                  </a:cubicBezTo>
                  <a:cubicBezTo>
                    <a:pt x="3499" y="45678"/>
                    <a:pt x="4170" y="45606"/>
                    <a:pt x="5013" y="45400"/>
                  </a:cubicBezTo>
                  <a:cubicBezTo>
                    <a:pt x="5502" y="43209"/>
                    <a:pt x="7752" y="13789"/>
                    <a:pt x="7752" y="13789"/>
                  </a:cubicBezTo>
                  <a:lnTo>
                    <a:pt x="8097" y="13789"/>
                  </a:lnTo>
                  <a:cubicBezTo>
                    <a:pt x="8097" y="13789"/>
                    <a:pt x="8514" y="19635"/>
                    <a:pt x="9550" y="25611"/>
                  </a:cubicBezTo>
                  <a:cubicBezTo>
                    <a:pt x="10657" y="31946"/>
                    <a:pt x="10550" y="40447"/>
                    <a:pt x="11300" y="44816"/>
                  </a:cubicBezTo>
                  <a:cubicBezTo>
                    <a:pt x="11531" y="45005"/>
                    <a:pt x="11936" y="45075"/>
                    <a:pt x="12406" y="45075"/>
                  </a:cubicBezTo>
                  <a:cubicBezTo>
                    <a:pt x="13678" y="45075"/>
                    <a:pt x="15419" y="44566"/>
                    <a:pt x="15419" y="44566"/>
                  </a:cubicBezTo>
                  <a:cubicBezTo>
                    <a:pt x="15955" y="26112"/>
                    <a:pt x="13229" y="3311"/>
                    <a:pt x="13229" y="3311"/>
                  </a:cubicBezTo>
                  <a:cubicBezTo>
                    <a:pt x="13229" y="3311"/>
                    <a:pt x="8207" y="0"/>
                    <a:pt x="45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9"/>
            <p:cNvSpPr/>
            <p:nvPr/>
          </p:nvSpPr>
          <p:spPr>
            <a:xfrm>
              <a:off x="1576090" y="1172010"/>
              <a:ext cx="250989" cy="357851"/>
            </a:xfrm>
            <a:custGeom>
              <a:rect b="b" l="l" r="r" t="t"/>
              <a:pathLst>
                <a:path extrusionOk="0" h="7692" w="5395">
                  <a:moveTo>
                    <a:pt x="2191" y="0"/>
                  </a:moveTo>
                  <a:cubicBezTo>
                    <a:pt x="2191" y="0"/>
                    <a:pt x="393" y="3799"/>
                    <a:pt x="1" y="4811"/>
                  </a:cubicBezTo>
                  <a:cubicBezTo>
                    <a:pt x="810" y="5715"/>
                    <a:pt x="2489" y="7132"/>
                    <a:pt x="3668" y="7692"/>
                  </a:cubicBezTo>
                  <a:cubicBezTo>
                    <a:pt x="3489" y="7144"/>
                    <a:pt x="5382" y="2965"/>
                    <a:pt x="5394" y="2953"/>
                  </a:cubicBezTo>
                  <a:lnTo>
                    <a:pt x="2191" y="0"/>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9"/>
            <p:cNvSpPr/>
            <p:nvPr/>
          </p:nvSpPr>
          <p:spPr>
            <a:xfrm>
              <a:off x="1368361" y="1383555"/>
              <a:ext cx="459224" cy="252664"/>
            </a:xfrm>
            <a:custGeom>
              <a:rect b="b" l="l" r="r" t="t"/>
              <a:pathLst>
                <a:path extrusionOk="0" h="5431" w="9871">
                  <a:moveTo>
                    <a:pt x="913" y="1"/>
                  </a:moveTo>
                  <a:cubicBezTo>
                    <a:pt x="359" y="1"/>
                    <a:pt x="1" y="14"/>
                    <a:pt x="1" y="14"/>
                  </a:cubicBezTo>
                  <a:lnTo>
                    <a:pt x="6121" y="5431"/>
                  </a:lnTo>
                  <a:lnTo>
                    <a:pt x="9871" y="4300"/>
                  </a:lnTo>
                  <a:cubicBezTo>
                    <a:pt x="9871" y="4300"/>
                    <a:pt x="8026" y="1764"/>
                    <a:pt x="6466" y="799"/>
                  </a:cubicBezTo>
                  <a:cubicBezTo>
                    <a:pt x="5328" y="96"/>
                    <a:pt x="2408" y="1"/>
                    <a:pt x="913"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9"/>
            <p:cNvSpPr/>
            <p:nvPr/>
          </p:nvSpPr>
          <p:spPr>
            <a:xfrm>
              <a:off x="1539523" y="928829"/>
              <a:ext cx="547337" cy="557991"/>
            </a:xfrm>
            <a:custGeom>
              <a:rect b="b" l="l" r="r" t="t"/>
              <a:pathLst>
                <a:path extrusionOk="0" h="11994" w="11765">
                  <a:moveTo>
                    <a:pt x="7646" y="0"/>
                  </a:moveTo>
                  <a:cubicBezTo>
                    <a:pt x="5945" y="0"/>
                    <a:pt x="4501" y="1477"/>
                    <a:pt x="4501" y="1477"/>
                  </a:cubicBezTo>
                  <a:cubicBezTo>
                    <a:pt x="1" y="9192"/>
                    <a:pt x="2894" y="11109"/>
                    <a:pt x="4763" y="11788"/>
                  </a:cubicBezTo>
                  <a:cubicBezTo>
                    <a:pt x="5136" y="11928"/>
                    <a:pt x="5498" y="11994"/>
                    <a:pt x="5846" y="11994"/>
                  </a:cubicBezTo>
                  <a:cubicBezTo>
                    <a:pt x="7509" y="11994"/>
                    <a:pt x="8853" y="10496"/>
                    <a:pt x="9561" y="8478"/>
                  </a:cubicBezTo>
                  <a:cubicBezTo>
                    <a:pt x="10407" y="6037"/>
                    <a:pt x="11764" y="2477"/>
                    <a:pt x="9442" y="644"/>
                  </a:cubicBezTo>
                  <a:cubicBezTo>
                    <a:pt x="8845" y="175"/>
                    <a:pt x="8231" y="0"/>
                    <a:pt x="7646"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9"/>
            <p:cNvSpPr/>
            <p:nvPr/>
          </p:nvSpPr>
          <p:spPr>
            <a:xfrm>
              <a:off x="1587163" y="1105853"/>
              <a:ext cx="105746" cy="143941"/>
            </a:xfrm>
            <a:custGeom>
              <a:rect b="b" l="l" r="r" t="t"/>
              <a:pathLst>
                <a:path extrusionOk="0" h="3094" w="2273">
                  <a:moveTo>
                    <a:pt x="1706" y="0"/>
                  </a:moveTo>
                  <a:cubicBezTo>
                    <a:pt x="1621" y="0"/>
                    <a:pt x="1521" y="9"/>
                    <a:pt x="1406" y="29"/>
                  </a:cubicBezTo>
                  <a:cubicBezTo>
                    <a:pt x="286" y="208"/>
                    <a:pt x="1" y="2792"/>
                    <a:pt x="1096" y="3077"/>
                  </a:cubicBezTo>
                  <a:cubicBezTo>
                    <a:pt x="1143" y="3089"/>
                    <a:pt x="1187" y="3094"/>
                    <a:pt x="1230" y="3094"/>
                  </a:cubicBezTo>
                  <a:cubicBezTo>
                    <a:pt x="2194" y="3094"/>
                    <a:pt x="2227" y="387"/>
                    <a:pt x="2227" y="387"/>
                  </a:cubicBezTo>
                  <a:cubicBezTo>
                    <a:pt x="2227" y="387"/>
                    <a:pt x="2272" y="0"/>
                    <a:pt x="1706"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9"/>
            <p:cNvSpPr/>
            <p:nvPr/>
          </p:nvSpPr>
          <p:spPr>
            <a:xfrm>
              <a:off x="1609820" y="887330"/>
              <a:ext cx="218330" cy="325704"/>
            </a:xfrm>
            <a:custGeom>
              <a:rect b="b" l="l" r="r" t="t"/>
              <a:pathLst>
                <a:path extrusionOk="0" h="7001" w="4693">
                  <a:moveTo>
                    <a:pt x="2283" y="0"/>
                  </a:moveTo>
                  <a:cubicBezTo>
                    <a:pt x="214" y="0"/>
                    <a:pt x="0" y="3133"/>
                    <a:pt x="371" y="5060"/>
                  </a:cubicBezTo>
                  <a:cubicBezTo>
                    <a:pt x="371" y="5060"/>
                    <a:pt x="675" y="4723"/>
                    <a:pt x="1046" y="4723"/>
                  </a:cubicBezTo>
                  <a:cubicBezTo>
                    <a:pt x="1173" y="4723"/>
                    <a:pt x="1309" y="4763"/>
                    <a:pt x="1443" y="4869"/>
                  </a:cubicBezTo>
                  <a:cubicBezTo>
                    <a:pt x="1954" y="5298"/>
                    <a:pt x="1228" y="6679"/>
                    <a:pt x="1228" y="6679"/>
                  </a:cubicBezTo>
                  <a:lnTo>
                    <a:pt x="2050" y="7001"/>
                  </a:lnTo>
                  <a:lnTo>
                    <a:pt x="2788" y="4846"/>
                  </a:lnTo>
                  <a:cubicBezTo>
                    <a:pt x="2788" y="4846"/>
                    <a:pt x="4371" y="4381"/>
                    <a:pt x="4693" y="2429"/>
                  </a:cubicBezTo>
                  <a:cubicBezTo>
                    <a:pt x="3776" y="1702"/>
                    <a:pt x="3955" y="1547"/>
                    <a:pt x="3621" y="357"/>
                  </a:cubicBezTo>
                  <a:lnTo>
                    <a:pt x="3621" y="357"/>
                  </a:lnTo>
                  <a:cubicBezTo>
                    <a:pt x="3828" y="437"/>
                    <a:pt x="3911" y="468"/>
                    <a:pt x="3917" y="468"/>
                  </a:cubicBezTo>
                  <a:cubicBezTo>
                    <a:pt x="3936" y="468"/>
                    <a:pt x="3190" y="164"/>
                    <a:pt x="3145" y="154"/>
                  </a:cubicBezTo>
                  <a:cubicBezTo>
                    <a:pt x="2827" y="49"/>
                    <a:pt x="2541" y="0"/>
                    <a:pt x="22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9"/>
            <p:cNvSpPr/>
            <p:nvPr/>
          </p:nvSpPr>
          <p:spPr>
            <a:xfrm>
              <a:off x="1669883" y="853600"/>
              <a:ext cx="455734" cy="210933"/>
            </a:xfrm>
            <a:custGeom>
              <a:rect b="b" l="l" r="r" t="t"/>
              <a:pathLst>
                <a:path extrusionOk="0" h="4534" w="9796">
                  <a:moveTo>
                    <a:pt x="3474" y="1"/>
                  </a:moveTo>
                  <a:cubicBezTo>
                    <a:pt x="2510" y="1"/>
                    <a:pt x="1609" y="368"/>
                    <a:pt x="1009" y="1403"/>
                  </a:cubicBezTo>
                  <a:cubicBezTo>
                    <a:pt x="1" y="3134"/>
                    <a:pt x="1452" y="3388"/>
                    <a:pt x="2394" y="3388"/>
                  </a:cubicBezTo>
                  <a:cubicBezTo>
                    <a:pt x="2788" y="3388"/>
                    <a:pt x="3092" y="3344"/>
                    <a:pt x="3092" y="3344"/>
                  </a:cubicBezTo>
                  <a:cubicBezTo>
                    <a:pt x="3092" y="3344"/>
                    <a:pt x="5279" y="4534"/>
                    <a:pt x="7061" y="4534"/>
                  </a:cubicBezTo>
                  <a:cubicBezTo>
                    <a:pt x="7825" y="4534"/>
                    <a:pt x="8515" y="4315"/>
                    <a:pt x="8926" y="3689"/>
                  </a:cubicBezTo>
                  <a:lnTo>
                    <a:pt x="8926" y="3689"/>
                  </a:lnTo>
                  <a:lnTo>
                    <a:pt x="8498" y="3796"/>
                  </a:lnTo>
                  <a:cubicBezTo>
                    <a:pt x="8498" y="3796"/>
                    <a:pt x="9796" y="2689"/>
                    <a:pt x="9391" y="1118"/>
                  </a:cubicBezTo>
                  <a:lnTo>
                    <a:pt x="9391" y="1118"/>
                  </a:lnTo>
                  <a:cubicBezTo>
                    <a:pt x="9391" y="1118"/>
                    <a:pt x="9132" y="1724"/>
                    <a:pt x="8403" y="1724"/>
                  </a:cubicBezTo>
                  <a:cubicBezTo>
                    <a:pt x="8095" y="1724"/>
                    <a:pt x="7703" y="1616"/>
                    <a:pt x="7212" y="1308"/>
                  </a:cubicBezTo>
                  <a:cubicBezTo>
                    <a:pt x="6259" y="700"/>
                    <a:pt x="4806" y="1"/>
                    <a:pt x="3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9"/>
            <p:cNvSpPr/>
            <p:nvPr/>
          </p:nvSpPr>
          <p:spPr>
            <a:xfrm>
              <a:off x="1778284" y="1107295"/>
              <a:ext cx="111933" cy="56432"/>
            </a:xfrm>
            <a:custGeom>
              <a:rect b="b" l="l" r="r" t="t"/>
              <a:pathLst>
                <a:path extrusionOk="0" h="1213" w="2406">
                  <a:moveTo>
                    <a:pt x="928" y="1"/>
                  </a:moveTo>
                  <a:cubicBezTo>
                    <a:pt x="847" y="1"/>
                    <a:pt x="767" y="8"/>
                    <a:pt x="691" y="22"/>
                  </a:cubicBezTo>
                  <a:cubicBezTo>
                    <a:pt x="560" y="22"/>
                    <a:pt x="441" y="82"/>
                    <a:pt x="322" y="129"/>
                  </a:cubicBezTo>
                  <a:cubicBezTo>
                    <a:pt x="215" y="165"/>
                    <a:pt x="108" y="248"/>
                    <a:pt x="0" y="320"/>
                  </a:cubicBezTo>
                  <a:cubicBezTo>
                    <a:pt x="40" y="324"/>
                    <a:pt x="80" y="325"/>
                    <a:pt x="119" y="325"/>
                  </a:cubicBezTo>
                  <a:cubicBezTo>
                    <a:pt x="199" y="325"/>
                    <a:pt x="278" y="320"/>
                    <a:pt x="358" y="320"/>
                  </a:cubicBezTo>
                  <a:cubicBezTo>
                    <a:pt x="477" y="320"/>
                    <a:pt x="596" y="320"/>
                    <a:pt x="703" y="332"/>
                  </a:cubicBezTo>
                  <a:cubicBezTo>
                    <a:pt x="929" y="356"/>
                    <a:pt x="1120" y="391"/>
                    <a:pt x="1310" y="463"/>
                  </a:cubicBezTo>
                  <a:cubicBezTo>
                    <a:pt x="1512" y="546"/>
                    <a:pt x="1691" y="653"/>
                    <a:pt x="1870" y="760"/>
                  </a:cubicBezTo>
                  <a:cubicBezTo>
                    <a:pt x="2048" y="903"/>
                    <a:pt x="2203" y="1046"/>
                    <a:pt x="2405" y="1213"/>
                  </a:cubicBezTo>
                  <a:cubicBezTo>
                    <a:pt x="2370" y="963"/>
                    <a:pt x="2251" y="737"/>
                    <a:pt x="2108" y="546"/>
                  </a:cubicBezTo>
                  <a:cubicBezTo>
                    <a:pt x="1941" y="356"/>
                    <a:pt x="1715" y="189"/>
                    <a:pt x="1465" y="94"/>
                  </a:cubicBezTo>
                  <a:cubicBezTo>
                    <a:pt x="1300" y="36"/>
                    <a:pt x="1111" y="1"/>
                    <a:pt x="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9"/>
            <p:cNvSpPr/>
            <p:nvPr/>
          </p:nvSpPr>
          <p:spPr>
            <a:xfrm>
              <a:off x="1933395" y="1169079"/>
              <a:ext cx="82577" cy="55036"/>
            </a:xfrm>
            <a:custGeom>
              <a:rect b="b" l="l" r="r" t="t"/>
              <a:pathLst>
                <a:path extrusionOk="0" h="1183" w="1775">
                  <a:moveTo>
                    <a:pt x="739" y="0"/>
                  </a:moveTo>
                  <a:cubicBezTo>
                    <a:pt x="678" y="0"/>
                    <a:pt x="617" y="6"/>
                    <a:pt x="560" y="16"/>
                  </a:cubicBezTo>
                  <a:cubicBezTo>
                    <a:pt x="453" y="28"/>
                    <a:pt x="345" y="87"/>
                    <a:pt x="262" y="123"/>
                  </a:cubicBezTo>
                  <a:cubicBezTo>
                    <a:pt x="167" y="183"/>
                    <a:pt x="83" y="242"/>
                    <a:pt x="0" y="302"/>
                  </a:cubicBezTo>
                  <a:cubicBezTo>
                    <a:pt x="36" y="306"/>
                    <a:pt x="72" y="307"/>
                    <a:pt x="106" y="307"/>
                  </a:cubicBezTo>
                  <a:cubicBezTo>
                    <a:pt x="176" y="307"/>
                    <a:pt x="242" y="302"/>
                    <a:pt x="298" y="302"/>
                  </a:cubicBezTo>
                  <a:lnTo>
                    <a:pt x="441" y="302"/>
                  </a:lnTo>
                  <a:cubicBezTo>
                    <a:pt x="476" y="302"/>
                    <a:pt x="524" y="302"/>
                    <a:pt x="572" y="314"/>
                  </a:cubicBezTo>
                  <a:cubicBezTo>
                    <a:pt x="750" y="314"/>
                    <a:pt x="893" y="373"/>
                    <a:pt x="1036" y="433"/>
                  </a:cubicBezTo>
                  <a:cubicBezTo>
                    <a:pt x="1167" y="516"/>
                    <a:pt x="1286" y="599"/>
                    <a:pt x="1405" y="730"/>
                  </a:cubicBezTo>
                  <a:cubicBezTo>
                    <a:pt x="1524" y="873"/>
                    <a:pt x="1631" y="1016"/>
                    <a:pt x="1750" y="1183"/>
                  </a:cubicBezTo>
                  <a:cubicBezTo>
                    <a:pt x="1774" y="968"/>
                    <a:pt x="1727" y="766"/>
                    <a:pt x="1643" y="575"/>
                  </a:cubicBezTo>
                  <a:cubicBezTo>
                    <a:pt x="1548" y="385"/>
                    <a:pt x="1405" y="218"/>
                    <a:pt x="1191" y="111"/>
                  </a:cubicBezTo>
                  <a:cubicBezTo>
                    <a:pt x="1054" y="34"/>
                    <a:pt x="893" y="0"/>
                    <a:pt x="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9"/>
            <p:cNvSpPr/>
            <p:nvPr/>
          </p:nvSpPr>
          <p:spPr>
            <a:xfrm>
              <a:off x="1855281" y="1185874"/>
              <a:ext cx="65969" cy="145708"/>
            </a:xfrm>
            <a:custGeom>
              <a:rect b="b" l="l" r="r" t="t"/>
              <a:pathLst>
                <a:path extrusionOk="0" h="3132" w="1418">
                  <a:moveTo>
                    <a:pt x="1417" y="0"/>
                  </a:moveTo>
                  <a:lnTo>
                    <a:pt x="1417" y="0"/>
                  </a:lnTo>
                  <a:cubicBezTo>
                    <a:pt x="1322" y="238"/>
                    <a:pt x="1239" y="476"/>
                    <a:pt x="1191" y="762"/>
                  </a:cubicBezTo>
                  <a:cubicBezTo>
                    <a:pt x="1131" y="1000"/>
                    <a:pt x="1072" y="1250"/>
                    <a:pt x="1024" y="1500"/>
                  </a:cubicBezTo>
                  <a:cubicBezTo>
                    <a:pt x="989" y="1750"/>
                    <a:pt x="953" y="2012"/>
                    <a:pt x="941" y="2262"/>
                  </a:cubicBezTo>
                  <a:cubicBezTo>
                    <a:pt x="931" y="2478"/>
                    <a:pt x="929" y="2702"/>
                    <a:pt x="952" y="2927"/>
                  </a:cubicBezTo>
                  <a:lnTo>
                    <a:pt x="952" y="2927"/>
                  </a:lnTo>
                  <a:cubicBezTo>
                    <a:pt x="813" y="2940"/>
                    <a:pt x="675" y="2958"/>
                    <a:pt x="536" y="2977"/>
                  </a:cubicBezTo>
                  <a:cubicBezTo>
                    <a:pt x="358" y="3012"/>
                    <a:pt x="179" y="3024"/>
                    <a:pt x="0" y="3072"/>
                  </a:cubicBezTo>
                  <a:lnTo>
                    <a:pt x="536" y="3108"/>
                  </a:lnTo>
                  <a:cubicBezTo>
                    <a:pt x="715" y="3108"/>
                    <a:pt x="893" y="3131"/>
                    <a:pt x="1072" y="3131"/>
                  </a:cubicBezTo>
                  <a:lnTo>
                    <a:pt x="1191" y="3131"/>
                  </a:lnTo>
                  <a:lnTo>
                    <a:pt x="1191" y="3012"/>
                  </a:lnTo>
                  <a:cubicBezTo>
                    <a:pt x="1179" y="2750"/>
                    <a:pt x="1191" y="2512"/>
                    <a:pt x="1203" y="2262"/>
                  </a:cubicBezTo>
                  <a:cubicBezTo>
                    <a:pt x="1239" y="2024"/>
                    <a:pt x="1250" y="1774"/>
                    <a:pt x="1286" y="1524"/>
                  </a:cubicBezTo>
                  <a:lnTo>
                    <a:pt x="1358" y="762"/>
                  </a:lnTo>
                  <a:cubicBezTo>
                    <a:pt x="1370" y="512"/>
                    <a:pt x="1405" y="250"/>
                    <a:pt x="14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9"/>
            <p:cNvSpPr/>
            <p:nvPr/>
          </p:nvSpPr>
          <p:spPr>
            <a:xfrm>
              <a:off x="1630942" y="1124370"/>
              <a:ext cx="40475" cy="98069"/>
            </a:xfrm>
            <a:custGeom>
              <a:rect b="b" l="l" r="r" t="t"/>
              <a:pathLst>
                <a:path extrusionOk="0" h="2108" w="870">
                  <a:moveTo>
                    <a:pt x="536" y="1"/>
                  </a:moveTo>
                  <a:lnTo>
                    <a:pt x="465" y="12"/>
                  </a:lnTo>
                  <a:lnTo>
                    <a:pt x="381" y="24"/>
                  </a:lnTo>
                  <a:cubicBezTo>
                    <a:pt x="191" y="84"/>
                    <a:pt x="60" y="274"/>
                    <a:pt x="12" y="453"/>
                  </a:cubicBezTo>
                  <a:cubicBezTo>
                    <a:pt x="84" y="274"/>
                    <a:pt x="238" y="132"/>
                    <a:pt x="417" y="96"/>
                  </a:cubicBezTo>
                  <a:cubicBezTo>
                    <a:pt x="436" y="93"/>
                    <a:pt x="458" y="91"/>
                    <a:pt x="481" y="91"/>
                  </a:cubicBezTo>
                  <a:cubicBezTo>
                    <a:pt x="543" y="91"/>
                    <a:pt x="615" y="102"/>
                    <a:pt x="667" y="120"/>
                  </a:cubicBezTo>
                  <a:cubicBezTo>
                    <a:pt x="727" y="132"/>
                    <a:pt x="750" y="203"/>
                    <a:pt x="750" y="298"/>
                  </a:cubicBezTo>
                  <a:cubicBezTo>
                    <a:pt x="727" y="453"/>
                    <a:pt x="667" y="632"/>
                    <a:pt x="596" y="810"/>
                  </a:cubicBezTo>
                  <a:cubicBezTo>
                    <a:pt x="527" y="982"/>
                    <a:pt x="458" y="1154"/>
                    <a:pt x="368" y="1315"/>
                  </a:cubicBezTo>
                  <a:lnTo>
                    <a:pt x="368" y="1315"/>
                  </a:lnTo>
                  <a:cubicBezTo>
                    <a:pt x="288" y="1326"/>
                    <a:pt x="217" y="1342"/>
                    <a:pt x="155" y="1394"/>
                  </a:cubicBezTo>
                  <a:cubicBezTo>
                    <a:pt x="60" y="1453"/>
                    <a:pt x="24" y="1548"/>
                    <a:pt x="12" y="1632"/>
                  </a:cubicBezTo>
                  <a:cubicBezTo>
                    <a:pt x="0" y="1727"/>
                    <a:pt x="12" y="1810"/>
                    <a:pt x="48" y="1882"/>
                  </a:cubicBezTo>
                  <a:cubicBezTo>
                    <a:pt x="72" y="1965"/>
                    <a:pt x="107" y="2037"/>
                    <a:pt x="155" y="2108"/>
                  </a:cubicBezTo>
                  <a:cubicBezTo>
                    <a:pt x="96" y="1953"/>
                    <a:pt x="60" y="1786"/>
                    <a:pt x="84" y="1644"/>
                  </a:cubicBezTo>
                  <a:cubicBezTo>
                    <a:pt x="107" y="1572"/>
                    <a:pt x="131" y="1513"/>
                    <a:pt x="191" y="1489"/>
                  </a:cubicBezTo>
                  <a:cubicBezTo>
                    <a:pt x="250" y="1441"/>
                    <a:pt x="334" y="1441"/>
                    <a:pt x="405" y="1429"/>
                  </a:cubicBezTo>
                  <a:lnTo>
                    <a:pt x="429" y="1429"/>
                  </a:lnTo>
                  <a:lnTo>
                    <a:pt x="453" y="1394"/>
                  </a:lnTo>
                  <a:cubicBezTo>
                    <a:pt x="548" y="1227"/>
                    <a:pt x="643" y="1048"/>
                    <a:pt x="715" y="870"/>
                  </a:cubicBezTo>
                  <a:cubicBezTo>
                    <a:pt x="762" y="786"/>
                    <a:pt x="786" y="679"/>
                    <a:pt x="822" y="596"/>
                  </a:cubicBezTo>
                  <a:cubicBezTo>
                    <a:pt x="846" y="501"/>
                    <a:pt x="869" y="393"/>
                    <a:pt x="869" y="298"/>
                  </a:cubicBezTo>
                  <a:cubicBezTo>
                    <a:pt x="869" y="251"/>
                    <a:pt x="869" y="191"/>
                    <a:pt x="834" y="132"/>
                  </a:cubicBezTo>
                  <a:cubicBezTo>
                    <a:pt x="822" y="84"/>
                    <a:pt x="762" y="24"/>
                    <a:pt x="703" y="12"/>
                  </a:cubicBezTo>
                  <a:cubicBezTo>
                    <a:pt x="643" y="1"/>
                    <a:pt x="596"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9"/>
            <p:cNvSpPr/>
            <p:nvPr/>
          </p:nvSpPr>
          <p:spPr>
            <a:xfrm>
              <a:off x="1741158" y="1327121"/>
              <a:ext cx="134078" cy="64294"/>
            </a:xfrm>
            <a:custGeom>
              <a:rect b="b" l="l" r="r" t="t"/>
              <a:pathLst>
                <a:path extrusionOk="0" h="1382" w="2882">
                  <a:moveTo>
                    <a:pt x="24" y="0"/>
                  </a:moveTo>
                  <a:cubicBezTo>
                    <a:pt x="13" y="0"/>
                    <a:pt x="13" y="0"/>
                    <a:pt x="1" y="12"/>
                  </a:cubicBezTo>
                  <a:lnTo>
                    <a:pt x="1" y="48"/>
                  </a:lnTo>
                  <a:cubicBezTo>
                    <a:pt x="1" y="72"/>
                    <a:pt x="13" y="95"/>
                    <a:pt x="13" y="107"/>
                  </a:cubicBezTo>
                  <a:cubicBezTo>
                    <a:pt x="24" y="155"/>
                    <a:pt x="48" y="179"/>
                    <a:pt x="60" y="215"/>
                  </a:cubicBezTo>
                  <a:cubicBezTo>
                    <a:pt x="84" y="286"/>
                    <a:pt x="120" y="346"/>
                    <a:pt x="167" y="405"/>
                  </a:cubicBezTo>
                  <a:cubicBezTo>
                    <a:pt x="251" y="524"/>
                    <a:pt x="346" y="643"/>
                    <a:pt x="441" y="750"/>
                  </a:cubicBezTo>
                  <a:cubicBezTo>
                    <a:pt x="655" y="953"/>
                    <a:pt x="906" y="1119"/>
                    <a:pt x="1191" y="1238"/>
                  </a:cubicBezTo>
                  <a:cubicBezTo>
                    <a:pt x="1396" y="1332"/>
                    <a:pt x="1638" y="1381"/>
                    <a:pt x="1875" y="1381"/>
                  </a:cubicBezTo>
                  <a:cubicBezTo>
                    <a:pt x="1942" y="1381"/>
                    <a:pt x="2008" y="1377"/>
                    <a:pt x="2072" y="1369"/>
                  </a:cubicBezTo>
                  <a:cubicBezTo>
                    <a:pt x="2370" y="1346"/>
                    <a:pt x="2644" y="1238"/>
                    <a:pt x="2882" y="1072"/>
                  </a:cubicBezTo>
                  <a:lnTo>
                    <a:pt x="2882" y="1072"/>
                  </a:lnTo>
                  <a:cubicBezTo>
                    <a:pt x="2667" y="1119"/>
                    <a:pt x="2451" y="1151"/>
                    <a:pt x="2242" y="1151"/>
                  </a:cubicBezTo>
                  <a:cubicBezTo>
                    <a:pt x="2185" y="1151"/>
                    <a:pt x="2128" y="1148"/>
                    <a:pt x="2072" y="1143"/>
                  </a:cubicBezTo>
                  <a:cubicBezTo>
                    <a:pt x="1798" y="1131"/>
                    <a:pt x="1548" y="1072"/>
                    <a:pt x="1298" y="965"/>
                  </a:cubicBezTo>
                  <a:cubicBezTo>
                    <a:pt x="1036" y="869"/>
                    <a:pt x="822" y="727"/>
                    <a:pt x="596" y="572"/>
                  </a:cubicBezTo>
                  <a:lnTo>
                    <a:pt x="286" y="298"/>
                  </a:lnTo>
                  <a:lnTo>
                    <a:pt x="132" y="155"/>
                  </a:lnTo>
                  <a:cubicBezTo>
                    <a:pt x="108" y="131"/>
                    <a:pt x="84" y="107"/>
                    <a:pt x="60" y="72"/>
                  </a:cubicBezTo>
                  <a:cubicBezTo>
                    <a:pt x="48" y="60"/>
                    <a:pt x="48" y="48"/>
                    <a:pt x="24" y="36"/>
                  </a:cubicBezTo>
                  <a:cubicBezTo>
                    <a:pt x="24" y="12"/>
                    <a:pt x="1" y="0"/>
                    <a:pt x="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9"/>
            <p:cNvSpPr/>
            <p:nvPr/>
          </p:nvSpPr>
          <p:spPr>
            <a:xfrm>
              <a:off x="1784937" y="1199692"/>
              <a:ext cx="59874" cy="51314"/>
            </a:xfrm>
            <a:custGeom>
              <a:rect b="b" l="l" r="r" t="t"/>
              <a:pathLst>
                <a:path extrusionOk="0" h="1103" w="1287">
                  <a:moveTo>
                    <a:pt x="155" y="1"/>
                  </a:moveTo>
                  <a:cubicBezTo>
                    <a:pt x="60" y="179"/>
                    <a:pt x="0" y="394"/>
                    <a:pt x="72" y="596"/>
                  </a:cubicBezTo>
                  <a:cubicBezTo>
                    <a:pt x="84" y="656"/>
                    <a:pt x="84" y="715"/>
                    <a:pt x="119" y="763"/>
                  </a:cubicBezTo>
                  <a:lnTo>
                    <a:pt x="143" y="834"/>
                  </a:lnTo>
                  <a:cubicBezTo>
                    <a:pt x="143" y="858"/>
                    <a:pt x="179" y="882"/>
                    <a:pt x="191" y="906"/>
                  </a:cubicBezTo>
                  <a:cubicBezTo>
                    <a:pt x="250" y="1001"/>
                    <a:pt x="369" y="1060"/>
                    <a:pt x="476" y="1084"/>
                  </a:cubicBezTo>
                  <a:cubicBezTo>
                    <a:pt x="520" y="1096"/>
                    <a:pt x="565" y="1102"/>
                    <a:pt x="609" y="1102"/>
                  </a:cubicBezTo>
                  <a:cubicBezTo>
                    <a:pt x="784" y="1102"/>
                    <a:pt x="958" y="1015"/>
                    <a:pt x="1072" y="882"/>
                  </a:cubicBezTo>
                  <a:cubicBezTo>
                    <a:pt x="1203" y="715"/>
                    <a:pt x="1262" y="513"/>
                    <a:pt x="1286" y="310"/>
                  </a:cubicBezTo>
                  <a:lnTo>
                    <a:pt x="1286" y="310"/>
                  </a:lnTo>
                  <a:cubicBezTo>
                    <a:pt x="1215" y="513"/>
                    <a:pt x="1108" y="691"/>
                    <a:pt x="977" y="810"/>
                  </a:cubicBezTo>
                  <a:cubicBezTo>
                    <a:pt x="862" y="896"/>
                    <a:pt x="724" y="967"/>
                    <a:pt x="588" y="967"/>
                  </a:cubicBezTo>
                  <a:cubicBezTo>
                    <a:pt x="555" y="967"/>
                    <a:pt x="521" y="963"/>
                    <a:pt x="488" y="953"/>
                  </a:cubicBezTo>
                  <a:cubicBezTo>
                    <a:pt x="310" y="906"/>
                    <a:pt x="191" y="763"/>
                    <a:pt x="143" y="584"/>
                  </a:cubicBezTo>
                  <a:cubicBezTo>
                    <a:pt x="95" y="406"/>
                    <a:pt x="119" y="19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9"/>
            <p:cNvSpPr/>
            <p:nvPr/>
          </p:nvSpPr>
          <p:spPr>
            <a:xfrm>
              <a:off x="1926742" y="1246216"/>
              <a:ext cx="60386" cy="51268"/>
            </a:xfrm>
            <a:custGeom>
              <a:rect b="b" l="l" r="r" t="t"/>
              <a:pathLst>
                <a:path extrusionOk="0" h="1102" w="1298">
                  <a:moveTo>
                    <a:pt x="167" y="1"/>
                  </a:moveTo>
                  <a:lnTo>
                    <a:pt x="167" y="1"/>
                  </a:lnTo>
                  <a:cubicBezTo>
                    <a:pt x="72" y="180"/>
                    <a:pt x="0" y="370"/>
                    <a:pt x="72" y="596"/>
                  </a:cubicBezTo>
                  <a:cubicBezTo>
                    <a:pt x="84" y="656"/>
                    <a:pt x="84" y="715"/>
                    <a:pt x="119" y="751"/>
                  </a:cubicBezTo>
                  <a:lnTo>
                    <a:pt x="143" y="834"/>
                  </a:lnTo>
                  <a:cubicBezTo>
                    <a:pt x="143" y="858"/>
                    <a:pt x="179" y="870"/>
                    <a:pt x="191" y="906"/>
                  </a:cubicBezTo>
                  <a:cubicBezTo>
                    <a:pt x="250" y="1001"/>
                    <a:pt x="369" y="1049"/>
                    <a:pt x="476" y="1084"/>
                  </a:cubicBezTo>
                  <a:cubicBezTo>
                    <a:pt x="520" y="1096"/>
                    <a:pt x="564" y="1101"/>
                    <a:pt x="607" y="1101"/>
                  </a:cubicBezTo>
                  <a:cubicBezTo>
                    <a:pt x="790" y="1101"/>
                    <a:pt x="966" y="1007"/>
                    <a:pt x="1072" y="882"/>
                  </a:cubicBezTo>
                  <a:cubicBezTo>
                    <a:pt x="1203" y="715"/>
                    <a:pt x="1262" y="501"/>
                    <a:pt x="1298" y="310"/>
                  </a:cubicBezTo>
                  <a:lnTo>
                    <a:pt x="1298" y="310"/>
                  </a:lnTo>
                  <a:cubicBezTo>
                    <a:pt x="1215" y="501"/>
                    <a:pt x="1119" y="680"/>
                    <a:pt x="977" y="799"/>
                  </a:cubicBezTo>
                  <a:cubicBezTo>
                    <a:pt x="862" y="894"/>
                    <a:pt x="724" y="967"/>
                    <a:pt x="587" y="967"/>
                  </a:cubicBezTo>
                  <a:cubicBezTo>
                    <a:pt x="554" y="967"/>
                    <a:pt x="521" y="963"/>
                    <a:pt x="488" y="953"/>
                  </a:cubicBezTo>
                  <a:cubicBezTo>
                    <a:pt x="310" y="906"/>
                    <a:pt x="191" y="763"/>
                    <a:pt x="143" y="584"/>
                  </a:cubicBezTo>
                  <a:cubicBezTo>
                    <a:pt x="107" y="406"/>
                    <a:pt x="119" y="19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9"/>
            <p:cNvSpPr/>
            <p:nvPr/>
          </p:nvSpPr>
          <p:spPr>
            <a:xfrm>
              <a:off x="1360638" y="2686552"/>
              <a:ext cx="450338" cy="348407"/>
            </a:xfrm>
            <a:custGeom>
              <a:rect b="b" l="l" r="r" t="t"/>
              <a:pathLst>
                <a:path extrusionOk="0" h="7489" w="9680">
                  <a:moveTo>
                    <a:pt x="2147" y="1"/>
                  </a:moveTo>
                  <a:cubicBezTo>
                    <a:pt x="1542" y="1"/>
                    <a:pt x="947" y="285"/>
                    <a:pt x="583" y="820"/>
                  </a:cubicBezTo>
                  <a:cubicBezTo>
                    <a:pt x="0" y="1677"/>
                    <a:pt x="226" y="2856"/>
                    <a:pt x="1072" y="3439"/>
                  </a:cubicBezTo>
                  <a:lnTo>
                    <a:pt x="6703" y="7273"/>
                  </a:lnTo>
                  <a:cubicBezTo>
                    <a:pt x="6927" y="7423"/>
                    <a:pt x="7112" y="7489"/>
                    <a:pt x="7272" y="7489"/>
                  </a:cubicBezTo>
                  <a:cubicBezTo>
                    <a:pt x="7734" y="7489"/>
                    <a:pt x="7997" y="6945"/>
                    <a:pt x="8430" y="6308"/>
                  </a:cubicBezTo>
                  <a:cubicBezTo>
                    <a:pt x="9013" y="5439"/>
                    <a:pt x="9680" y="4749"/>
                    <a:pt x="8811" y="4153"/>
                  </a:cubicBezTo>
                  <a:lnTo>
                    <a:pt x="3203" y="320"/>
                  </a:lnTo>
                  <a:cubicBezTo>
                    <a:pt x="2880" y="104"/>
                    <a:pt x="2512" y="1"/>
                    <a:pt x="21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9"/>
            <p:cNvSpPr/>
            <p:nvPr/>
          </p:nvSpPr>
          <p:spPr>
            <a:xfrm>
              <a:off x="1224369" y="2605972"/>
              <a:ext cx="242661" cy="178693"/>
            </a:xfrm>
            <a:custGeom>
              <a:rect b="b" l="l" r="r" t="t"/>
              <a:pathLst>
                <a:path extrusionOk="0" h="3841" w="5216">
                  <a:moveTo>
                    <a:pt x="706" y="1"/>
                  </a:moveTo>
                  <a:cubicBezTo>
                    <a:pt x="534" y="1"/>
                    <a:pt x="389" y="139"/>
                    <a:pt x="262" y="325"/>
                  </a:cubicBezTo>
                  <a:cubicBezTo>
                    <a:pt x="83" y="599"/>
                    <a:pt x="0" y="861"/>
                    <a:pt x="274" y="1040"/>
                  </a:cubicBezTo>
                  <a:lnTo>
                    <a:pt x="4227" y="3742"/>
                  </a:lnTo>
                  <a:cubicBezTo>
                    <a:pt x="4329" y="3809"/>
                    <a:pt x="4443" y="3841"/>
                    <a:pt x="4555" y="3841"/>
                  </a:cubicBezTo>
                  <a:cubicBezTo>
                    <a:pt x="4743" y="3841"/>
                    <a:pt x="4925" y="3752"/>
                    <a:pt x="5036" y="3587"/>
                  </a:cubicBezTo>
                  <a:cubicBezTo>
                    <a:pt x="5215" y="3326"/>
                    <a:pt x="5156" y="2968"/>
                    <a:pt x="4882" y="2790"/>
                  </a:cubicBezTo>
                  <a:lnTo>
                    <a:pt x="929" y="75"/>
                  </a:lnTo>
                  <a:cubicBezTo>
                    <a:pt x="850" y="24"/>
                    <a:pt x="776" y="1"/>
                    <a:pt x="7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9"/>
            <p:cNvSpPr/>
            <p:nvPr/>
          </p:nvSpPr>
          <p:spPr>
            <a:xfrm>
              <a:off x="1510957" y="1870521"/>
              <a:ext cx="369296" cy="1098257"/>
            </a:xfrm>
            <a:custGeom>
              <a:rect b="b" l="l" r="r" t="t"/>
              <a:pathLst>
                <a:path extrusionOk="0" h="23607" w="7938">
                  <a:moveTo>
                    <a:pt x="3508" y="0"/>
                  </a:moveTo>
                  <a:cubicBezTo>
                    <a:pt x="3508" y="0"/>
                    <a:pt x="2615" y="8477"/>
                    <a:pt x="2579" y="8858"/>
                  </a:cubicBezTo>
                  <a:cubicBezTo>
                    <a:pt x="2555" y="9251"/>
                    <a:pt x="1913" y="19384"/>
                    <a:pt x="1698" y="19562"/>
                  </a:cubicBezTo>
                  <a:cubicBezTo>
                    <a:pt x="1557" y="19687"/>
                    <a:pt x="1" y="21099"/>
                    <a:pt x="263" y="21099"/>
                  </a:cubicBezTo>
                  <a:cubicBezTo>
                    <a:pt x="377" y="21099"/>
                    <a:pt x="831" y="20834"/>
                    <a:pt x="1889" y="20086"/>
                  </a:cubicBezTo>
                  <a:cubicBezTo>
                    <a:pt x="1889" y="20086"/>
                    <a:pt x="2574" y="23606"/>
                    <a:pt x="2804" y="23606"/>
                  </a:cubicBezTo>
                  <a:cubicBezTo>
                    <a:pt x="2911" y="23606"/>
                    <a:pt x="2919" y="22836"/>
                    <a:pt x="2710" y="20574"/>
                  </a:cubicBezTo>
                  <a:lnTo>
                    <a:pt x="2710" y="20574"/>
                  </a:lnTo>
                  <a:cubicBezTo>
                    <a:pt x="2710" y="20575"/>
                    <a:pt x="3116" y="23027"/>
                    <a:pt x="3295" y="23027"/>
                  </a:cubicBezTo>
                  <a:cubicBezTo>
                    <a:pt x="3386" y="23027"/>
                    <a:pt x="3419" y="22379"/>
                    <a:pt x="3306" y="20419"/>
                  </a:cubicBezTo>
                  <a:lnTo>
                    <a:pt x="3306" y="20419"/>
                  </a:lnTo>
                  <a:cubicBezTo>
                    <a:pt x="3306" y="20420"/>
                    <a:pt x="3681" y="22442"/>
                    <a:pt x="3796" y="22442"/>
                  </a:cubicBezTo>
                  <a:cubicBezTo>
                    <a:pt x="3858" y="22442"/>
                    <a:pt x="3843" y="21848"/>
                    <a:pt x="3651" y="20015"/>
                  </a:cubicBezTo>
                  <a:lnTo>
                    <a:pt x="3651" y="20015"/>
                  </a:lnTo>
                  <a:cubicBezTo>
                    <a:pt x="3651" y="20016"/>
                    <a:pt x="4126" y="22408"/>
                    <a:pt x="4253" y="22408"/>
                  </a:cubicBezTo>
                  <a:cubicBezTo>
                    <a:pt x="4323" y="22408"/>
                    <a:pt x="4287" y="21680"/>
                    <a:pt x="4008" y="19419"/>
                  </a:cubicBezTo>
                  <a:cubicBezTo>
                    <a:pt x="4008" y="19419"/>
                    <a:pt x="5723" y="12192"/>
                    <a:pt x="6104" y="9561"/>
                  </a:cubicBezTo>
                  <a:cubicBezTo>
                    <a:pt x="6496" y="7084"/>
                    <a:pt x="7937" y="738"/>
                    <a:pt x="7937" y="738"/>
                  </a:cubicBezTo>
                  <a:lnTo>
                    <a:pt x="3508" y="0"/>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9"/>
            <p:cNvSpPr/>
            <p:nvPr/>
          </p:nvSpPr>
          <p:spPr>
            <a:xfrm>
              <a:off x="1637037" y="1575931"/>
              <a:ext cx="309654" cy="419261"/>
            </a:xfrm>
            <a:custGeom>
              <a:rect b="b" l="l" r="r" t="t"/>
              <a:pathLst>
                <a:path extrusionOk="0" h="9012" w="6656">
                  <a:moveTo>
                    <a:pt x="3975" y="0"/>
                  </a:moveTo>
                  <a:cubicBezTo>
                    <a:pt x="2096" y="0"/>
                    <a:pt x="0" y="7856"/>
                    <a:pt x="0" y="7856"/>
                  </a:cubicBezTo>
                  <a:cubicBezTo>
                    <a:pt x="16" y="7851"/>
                    <a:pt x="40" y="7848"/>
                    <a:pt x="74" y="7848"/>
                  </a:cubicBezTo>
                  <a:cubicBezTo>
                    <a:pt x="783" y="7848"/>
                    <a:pt x="5358" y="9011"/>
                    <a:pt x="5358" y="9011"/>
                  </a:cubicBezTo>
                  <a:cubicBezTo>
                    <a:pt x="5358" y="9011"/>
                    <a:pt x="6656" y="2915"/>
                    <a:pt x="4668" y="403"/>
                  </a:cubicBezTo>
                  <a:cubicBezTo>
                    <a:pt x="4443" y="124"/>
                    <a:pt x="4210" y="0"/>
                    <a:pt x="3975" y="0"/>
                  </a:cubicBezTo>
                  <a:close/>
                </a:path>
              </a:pathLst>
            </a:custGeom>
            <a:solidFill>
              <a:srgbClr val="44B1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9"/>
            <p:cNvSpPr/>
            <p:nvPr/>
          </p:nvSpPr>
          <p:spPr>
            <a:xfrm>
              <a:off x="1637037" y="1575931"/>
              <a:ext cx="309654" cy="419261"/>
            </a:xfrm>
            <a:custGeom>
              <a:rect b="b" l="l" r="r" t="t"/>
              <a:pathLst>
                <a:path extrusionOk="0" h="9012" w="6656">
                  <a:moveTo>
                    <a:pt x="3975" y="0"/>
                  </a:moveTo>
                  <a:cubicBezTo>
                    <a:pt x="2096" y="0"/>
                    <a:pt x="0" y="7856"/>
                    <a:pt x="0" y="7856"/>
                  </a:cubicBezTo>
                  <a:cubicBezTo>
                    <a:pt x="16" y="7851"/>
                    <a:pt x="40" y="7848"/>
                    <a:pt x="74" y="7848"/>
                  </a:cubicBezTo>
                  <a:cubicBezTo>
                    <a:pt x="783" y="7848"/>
                    <a:pt x="5358" y="9011"/>
                    <a:pt x="5358" y="9011"/>
                  </a:cubicBezTo>
                  <a:cubicBezTo>
                    <a:pt x="5358" y="9011"/>
                    <a:pt x="6656" y="2915"/>
                    <a:pt x="4668" y="403"/>
                  </a:cubicBezTo>
                  <a:cubicBezTo>
                    <a:pt x="4443" y="124"/>
                    <a:pt x="4210" y="0"/>
                    <a:pt x="39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9"/>
            <p:cNvSpPr/>
            <p:nvPr/>
          </p:nvSpPr>
          <p:spPr>
            <a:xfrm>
              <a:off x="832731" y="1366434"/>
              <a:ext cx="1063551" cy="962783"/>
            </a:xfrm>
            <a:custGeom>
              <a:rect b="b" l="l" r="r" t="t"/>
              <a:pathLst>
                <a:path extrusionOk="0" h="20695" w="22861">
                  <a:moveTo>
                    <a:pt x="12521" y="1"/>
                  </a:moveTo>
                  <a:cubicBezTo>
                    <a:pt x="10713" y="1"/>
                    <a:pt x="9188" y="392"/>
                    <a:pt x="8549" y="1239"/>
                  </a:cubicBezTo>
                  <a:cubicBezTo>
                    <a:pt x="8549" y="1239"/>
                    <a:pt x="179" y="8216"/>
                    <a:pt x="0" y="18872"/>
                  </a:cubicBezTo>
                  <a:cubicBezTo>
                    <a:pt x="1889" y="20274"/>
                    <a:pt x="4589" y="20694"/>
                    <a:pt x="7148" y="20694"/>
                  </a:cubicBezTo>
                  <a:cubicBezTo>
                    <a:pt x="10978" y="20694"/>
                    <a:pt x="14490" y="19753"/>
                    <a:pt x="14490" y="19753"/>
                  </a:cubicBezTo>
                  <a:cubicBezTo>
                    <a:pt x="14490" y="19753"/>
                    <a:pt x="16443" y="14490"/>
                    <a:pt x="21134" y="8668"/>
                  </a:cubicBezTo>
                  <a:cubicBezTo>
                    <a:pt x="22860" y="6525"/>
                    <a:pt x="22372" y="4727"/>
                    <a:pt x="20836" y="3382"/>
                  </a:cubicBezTo>
                  <a:cubicBezTo>
                    <a:pt x="20499" y="4144"/>
                    <a:pt x="19732" y="4938"/>
                    <a:pt x="18611" y="4938"/>
                  </a:cubicBezTo>
                  <a:cubicBezTo>
                    <a:pt x="18191" y="4938"/>
                    <a:pt x="17721" y="4827"/>
                    <a:pt x="17205" y="4561"/>
                  </a:cubicBezTo>
                  <a:cubicBezTo>
                    <a:pt x="14847" y="3334"/>
                    <a:pt x="15109" y="1406"/>
                    <a:pt x="15312" y="274"/>
                  </a:cubicBezTo>
                  <a:cubicBezTo>
                    <a:pt x="14361" y="94"/>
                    <a:pt x="13407" y="1"/>
                    <a:pt x="125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9"/>
            <p:cNvSpPr/>
            <p:nvPr/>
          </p:nvSpPr>
          <p:spPr>
            <a:xfrm>
              <a:off x="832731" y="1366434"/>
              <a:ext cx="762225" cy="962783"/>
            </a:xfrm>
            <a:custGeom>
              <a:rect b="b" l="l" r="r" t="t"/>
              <a:pathLst>
                <a:path extrusionOk="0" h="20695" w="16384">
                  <a:moveTo>
                    <a:pt x="12371" y="1"/>
                  </a:moveTo>
                  <a:lnTo>
                    <a:pt x="12371" y="1"/>
                  </a:lnTo>
                  <a:cubicBezTo>
                    <a:pt x="10621" y="36"/>
                    <a:pt x="9180" y="417"/>
                    <a:pt x="8561" y="1239"/>
                  </a:cubicBezTo>
                  <a:cubicBezTo>
                    <a:pt x="8561" y="1239"/>
                    <a:pt x="179" y="8216"/>
                    <a:pt x="0" y="18872"/>
                  </a:cubicBezTo>
                  <a:cubicBezTo>
                    <a:pt x="1889" y="20274"/>
                    <a:pt x="4589" y="20694"/>
                    <a:pt x="7148" y="20694"/>
                  </a:cubicBezTo>
                  <a:cubicBezTo>
                    <a:pt x="10978" y="20694"/>
                    <a:pt x="14490" y="19753"/>
                    <a:pt x="14490" y="19753"/>
                  </a:cubicBezTo>
                  <a:cubicBezTo>
                    <a:pt x="14490" y="19753"/>
                    <a:pt x="15074" y="18181"/>
                    <a:pt x="16383" y="15776"/>
                  </a:cubicBezTo>
                  <a:cubicBezTo>
                    <a:pt x="16205" y="15622"/>
                    <a:pt x="16026" y="15455"/>
                    <a:pt x="15860" y="15288"/>
                  </a:cubicBezTo>
                  <a:cubicBezTo>
                    <a:pt x="14657" y="14038"/>
                    <a:pt x="13895" y="12550"/>
                    <a:pt x="13383" y="10919"/>
                  </a:cubicBezTo>
                  <a:cubicBezTo>
                    <a:pt x="12264" y="7418"/>
                    <a:pt x="11192" y="3561"/>
                    <a:pt x="123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9"/>
            <p:cNvSpPr/>
            <p:nvPr/>
          </p:nvSpPr>
          <p:spPr>
            <a:xfrm>
              <a:off x="1877984" y="2088160"/>
              <a:ext cx="360084" cy="494999"/>
            </a:xfrm>
            <a:custGeom>
              <a:rect b="b" l="l" r="r" t="t"/>
              <a:pathLst>
                <a:path extrusionOk="0" h="10640" w="7740">
                  <a:moveTo>
                    <a:pt x="5337" y="0"/>
                  </a:moveTo>
                  <a:cubicBezTo>
                    <a:pt x="4499" y="0"/>
                    <a:pt x="3705" y="500"/>
                    <a:pt x="3370" y="1323"/>
                  </a:cubicBezTo>
                  <a:lnTo>
                    <a:pt x="453" y="8407"/>
                  </a:lnTo>
                  <a:cubicBezTo>
                    <a:pt x="0" y="9491"/>
                    <a:pt x="834" y="9645"/>
                    <a:pt x="1929" y="10086"/>
                  </a:cubicBezTo>
                  <a:cubicBezTo>
                    <a:pt x="2550" y="10345"/>
                    <a:pt x="3125" y="10640"/>
                    <a:pt x="3585" y="10640"/>
                  </a:cubicBezTo>
                  <a:cubicBezTo>
                    <a:pt x="3927" y="10640"/>
                    <a:pt x="4206" y="10477"/>
                    <a:pt x="4394" y="10015"/>
                  </a:cubicBezTo>
                  <a:lnTo>
                    <a:pt x="7299" y="2930"/>
                  </a:lnTo>
                  <a:cubicBezTo>
                    <a:pt x="7740" y="1847"/>
                    <a:pt x="7228" y="609"/>
                    <a:pt x="6132" y="156"/>
                  </a:cubicBezTo>
                  <a:cubicBezTo>
                    <a:pt x="5872" y="50"/>
                    <a:pt x="5602" y="0"/>
                    <a:pt x="53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9"/>
            <p:cNvSpPr/>
            <p:nvPr/>
          </p:nvSpPr>
          <p:spPr>
            <a:xfrm>
              <a:off x="2103998" y="1901785"/>
              <a:ext cx="163992" cy="286113"/>
            </a:xfrm>
            <a:custGeom>
              <a:rect b="b" l="l" r="r" t="t"/>
              <a:pathLst>
                <a:path extrusionOk="0" h="6150" w="3525">
                  <a:moveTo>
                    <a:pt x="2575" y="0"/>
                  </a:moveTo>
                  <a:cubicBezTo>
                    <a:pt x="2406" y="0"/>
                    <a:pt x="2268" y="73"/>
                    <a:pt x="2191" y="269"/>
                  </a:cubicBezTo>
                  <a:lnTo>
                    <a:pt x="131" y="5258"/>
                  </a:lnTo>
                  <a:cubicBezTo>
                    <a:pt x="0" y="5579"/>
                    <a:pt x="167" y="5972"/>
                    <a:pt x="488" y="6103"/>
                  </a:cubicBezTo>
                  <a:cubicBezTo>
                    <a:pt x="568" y="6134"/>
                    <a:pt x="651" y="6149"/>
                    <a:pt x="732" y="6149"/>
                  </a:cubicBezTo>
                  <a:cubicBezTo>
                    <a:pt x="990" y="6149"/>
                    <a:pt x="1234" y="5999"/>
                    <a:pt x="1334" y="5746"/>
                  </a:cubicBezTo>
                  <a:lnTo>
                    <a:pt x="3394" y="757"/>
                  </a:lnTo>
                  <a:cubicBezTo>
                    <a:pt x="3524" y="436"/>
                    <a:pt x="3286" y="221"/>
                    <a:pt x="2965" y="90"/>
                  </a:cubicBezTo>
                  <a:cubicBezTo>
                    <a:pt x="2827" y="36"/>
                    <a:pt x="2694" y="0"/>
                    <a:pt x="25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9"/>
            <p:cNvSpPr/>
            <p:nvPr/>
          </p:nvSpPr>
          <p:spPr>
            <a:xfrm>
              <a:off x="1267544" y="1542015"/>
              <a:ext cx="866947" cy="836288"/>
            </a:xfrm>
            <a:custGeom>
              <a:rect b="b" l="l" r="r" t="t"/>
              <a:pathLst>
                <a:path extrusionOk="0" h="17976" w="18635">
                  <a:moveTo>
                    <a:pt x="4108" y="1"/>
                  </a:moveTo>
                  <a:lnTo>
                    <a:pt x="1" y="1311"/>
                  </a:lnTo>
                  <a:cubicBezTo>
                    <a:pt x="1" y="1311"/>
                    <a:pt x="2620" y="10836"/>
                    <a:pt x="4716" y="12479"/>
                  </a:cubicBezTo>
                  <a:cubicBezTo>
                    <a:pt x="6811" y="14134"/>
                    <a:pt x="14062" y="16229"/>
                    <a:pt x="14062" y="16229"/>
                  </a:cubicBezTo>
                  <a:cubicBezTo>
                    <a:pt x="15749" y="17539"/>
                    <a:pt x="16389" y="17975"/>
                    <a:pt x="16493" y="17975"/>
                  </a:cubicBezTo>
                  <a:cubicBezTo>
                    <a:pt x="16701" y="17975"/>
                    <a:pt x="14765" y="16230"/>
                    <a:pt x="14765" y="16229"/>
                  </a:cubicBezTo>
                  <a:lnTo>
                    <a:pt x="14765" y="16229"/>
                  </a:lnTo>
                  <a:cubicBezTo>
                    <a:pt x="16133" y="17259"/>
                    <a:pt x="16660" y="17605"/>
                    <a:pt x="16750" y="17605"/>
                  </a:cubicBezTo>
                  <a:cubicBezTo>
                    <a:pt x="16935" y="17605"/>
                    <a:pt x="15277" y="16146"/>
                    <a:pt x="15277" y="16146"/>
                  </a:cubicBezTo>
                  <a:lnTo>
                    <a:pt x="15277" y="16146"/>
                  </a:lnTo>
                  <a:cubicBezTo>
                    <a:pt x="16746" y="17134"/>
                    <a:pt x="17357" y="17476"/>
                    <a:pt x="17497" y="17476"/>
                  </a:cubicBezTo>
                  <a:cubicBezTo>
                    <a:pt x="17815" y="17476"/>
                    <a:pt x="15718" y="15718"/>
                    <a:pt x="15717" y="15717"/>
                  </a:cubicBezTo>
                  <a:lnTo>
                    <a:pt x="15717" y="15717"/>
                  </a:lnTo>
                  <a:cubicBezTo>
                    <a:pt x="17379" y="16922"/>
                    <a:pt x="18082" y="17351"/>
                    <a:pt x="18242" y="17351"/>
                  </a:cubicBezTo>
                  <a:cubicBezTo>
                    <a:pt x="18635" y="17351"/>
                    <a:pt x="15717" y="14741"/>
                    <a:pt x="15717" y="14741"/>
                  </a:cubicBezTo>
                  <a:cubicBezTo>
                    <a:pt x="17325" y="14030"/>
                    <a:pt x="17603" y="13815"/>
                    <a:pt x="17352" y="13815"/>
                  </a:cubicBezTo>
                  <a:cubicBezTo>
                    <a:pt x="16991" y="13815"/>
                    <a:pt x="15527" y="14263"/>
                    <a:pt x="15372" y="14312"/>
                  </a:cubicBezTo>
                  <a:cubicBezTo>
                    <a:pt x="15369" y="14313"/>
                    <a:pt x="15365" y="14314"/>
                    <a:pt x="15360" y="14314"/>
                  </a:cubicBezTo>
                  <a:cubicBezTo>
                    <a:pt x="14942" y="14314"/>
                    <a:pt x="7867" y="10369"/>
                    <a:pt x="7514" y="10204"/>
                  </a:cubicBezTo>
                  <a:cubicBezTo>
                    <a:pt x="7156" y="10038"/>
                    <a:pt x="4108" y="1"/>
                    <a:pt x="4108"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9"/>
            <p:cNvSpPr/>
            <p:nvPr/>
          </p:nvSpPr>
          <p:spPr>
            <a:xfrm>
              <a:off x="1205620" y="1370668"/>
              <a:ext cx="326216" cy="411259"/>
            </a:xfrm>
            <a:custGeom>
              <a:rect b="b" l="l" r="r" t="t"/>
              <a:pathLst>
                <a:path extrusionOk="0" h="8840" w="7012">
                  <a:moveTo>
                    <a:pt x="4625" y="0"/>
                  </a:moveTo>
                  <a:cubicBezTo>
                    <a:pt x="1866" y="0"/>
                    <a:pt x="1" y="1454"/>
                    <a:pt x="1153" y="8839"/>
                  </a:cubicBezTo>
                  <a:lnTo>
                    <a:pt x="6654" y="7268"/>
                  </a:lnTo>
                  <a:cubicBezTo>
                    <a:pt x="6654" y="7268"/>
                    <a:pt x="7011" y="124"/>
                    <a:pt x="5166" y="17"/>
                  </a:cubicBezTo>
                  <a:cubicBezTo>
                    <a:pt x="4982" y="6"/>
                    <a:pt x="4802" y="0"/>
                    <a:pt x="46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9"/>
            <p:cNvSpPr/>
            <p:nvPr/>
          </p:nvSpPr>
          <p:spPr>
            <a:xfrm>
              <a:off x="1390506" y="3051253"/>
              <a:ext cx="296395" cy="396558"/>
            </a:xfrm>
            <a:custGeom>
              <a:rect b="b" l="l" r="r" t="t"/>
              <a:pathLst>
                <a:path extrusionOk="0" h="8524" w="6371">
                  <a:moveTo>
                    <a:pt x="1949" y="1"/>
                  </a:moveTo>
                  <a:cubicBezTo>
                    <a:pt x="1716" y="1"/>
                    <a:pt x="1479" y="48"/>
                    <a:pt x="1251" y="148"/>
                  </a:cubicBezTo>
                  <a:cubicBezTo>
                    <a:pt x="394" y="541"/>
                    <a:pt x="1" y="1529"/>
                    <a:pt x="394" y="2398"/>
                  </a:cubicBezTo>
                  <a:lnTo>
                    <a:pt x="2882" y="8006"/>
                  </a:lnTo>
                  <a:cubicBezTo>
                    <a:pt x="3049" y="8387"/>
                    <a:pt x="3246" y="8523"/>
                    <a:pt x="3487" y="8523"/>
                  </a:cubicBezTo>
                  <a:cubicBezTo>
                    <a:pt x="3796" y="8523"/>
                    <a:pt x="4180" y="8299"/>
                    <a:pt x="4668" y="8078"/>
                  </a:cubicBezTo>
                  <a:cubicBezTo>
                    <a:pt x="5525" y="7697"/>
                    <a:pt x="6371" y="7471"/>
                    <a:pt x="5990" y="6625"/>
                  </a:cubicBezTo>
                  <a:lnTo>
                    <a:pt x="3501" y="1017"/>
                  </a:lnTo>
                  <a:cubicBezTo>
                    <a:pt x="3220" y="376"/>
                    <a:pt x="2602" y="1"/>
                    <a:pt x="19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9"/>
            <p:cNvSpPr/>
            <p:nvPr/>
          </p:nvSpPr>
          <p:spPr>
            <a:xfrm>
              <a:off x="1361150" y="2902563"/>
              <a:ext cx="136869" cy="228658"/>
            </a:xfrm>
            <a:custGeom>
              <a:rect b="b" l="l" r="r" t="t"/>
              <a:pathLst>
                <a:path extrusionOk="0" h="4915" w="2942">
                  <a:moveTo>
                    <a:pt x="765" y="0"/>
                  </a:moveTo>
                  <a:cubicBezTo>
                    <a:pt x="668" y="0"/>
                    <a:pt x="558" y="31"/>
                    <a:pt x="441" y="82"/>
                  </a:cubicBezTo>
                  <a:cubicBezTo>
                    <a:pt x="180" y="201"/>
                    <a:pt x="1" y="368"/>
                    <a:pt x="120" y="641"/>
                  </a:cubicBezTo>
                  <a:lnTo>
                    <a:pt x="1870" y="4594"/>
                  </a:lnTo>
                  <a:cubicBezTo>
                    <a:pt x="1958" y="4796"/>
                    <a:pt x="2143" y="4914"/>
                    <a:pt x="2344" y="4914"/>
                  </a:cubicBezTo>
                  <a:cubicBezTo>
                    <a:pt x="2416" y="4914"/>
                    <a:pt x="2489" y="4899"/>
                    <a:pt x="2561" y="4868"/>
                  </a:cubicBezTo>
                  <a:cubicBezTo>
                    <a:pt x="2823" y="4749"/>
                    <a:pt x="2942" y="4451"/>
                    <a:pt x="2823" y="4178"/>
                  </a:cubicBezTo>
                  <a:lnTo>
                    <a:pt x="1073" y="201"/>
                  </a:lnTo>
                  <a:cubicBezTo>
                    <a:pt x="1004" y="57"/>
                    <a:pt x="896" y="0"/>
                    <a:pt x="7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9"/>
            <p:cNvSpPr/>
            <p:nvPr/>
          </p:nvSpPr>
          <p:spPr>
            <a:xfrm>
              <a:off x="443325" y="3110106"/>
              <a:ext cx="1563714" cy="1146780"/>
            </a:xfrm>
            <a:custGeom>
              <a:rect b="b" l="l" r="r" t="t"/>
              <a:pathLst>
                <a:path extrusionOk="0" h="24650" w="33612">
                  <a:moveTo>
                    <a:pt x="30526" y="1"/>
                  </a:moveTo>
                  <a:cubicBezTo>
                    <a:pt x="29948" y="1"/>
                    <a:pt x="29277" y="211"/>
                    <a:pt x="28504" y="741"/>
                  </a:cubicBezTo>
                  <a:cubicBezTo>
                    <a:pt x="27707" y="1290"/>
                    <a:pt x="26796" y="1475"/>
                    <a:pt x="25845" y="1475"/>
                  </a:cubicBezTo>
                  <a:cubicBezTo>
                    <a:pt x="23881" y="1475"/>
                    <a:pt x="21746" y="687"/>
                    <a:pt x="20091" y="687"/>
                  </a:cubicBezTo>
                  <a:cubicBezTo>
                    <a:pt x="18760" y="687"/>
                    <a:pt x="17740" y="1197"/>
                    <a:pt x="17372" y="3038"/>
                  </a:cubicBezTo>
                  <a:cubicBezTo>
                    <a:pt x="17372" y="3038"/>
                    <a:pt x="23741" y="3634"/>
                    <a:pt x="21598" y="6789"/>
                  </a:cubicBezTo>
                  <a:cubicBezTo>
                    <a:pt x="21594" y="6795"/>
                    <a:pt x="21591" y="6797"/>
                    <a:pt x="21590" y="6797"/>
                  </a:cubicBezTo>
                  <a:cubicBezTo>
                    <a:pt x="21580" y="6797"/>
                    <a:pt x="21676" y="6626"/>
                    <a:pt x="21666" y="6626"/>
                  </a:cubicBezTo>
                  <a:lnTo>
                    <a:pt x="21666" y="6626"/>
                  </a:lnTo>
                  <a:cubicBezTo>
                    <a:pt x="21665" y="6626"/>
                    <a:pt x="21662" y="6628"/>
                    <a:pt x="21658" y="6634"/>
                  </a:cubicBezTo>
                  <a:cubicBezTo>
                    <a:pt x="19217" y="9956"/>
                    <a:pt x="0" y="11242"/>
                    <a:pt x="8216" y="21362"/>
                  </a:cubicBezTo>
                  <a:lnTo>
                    <a:pt x="9263" y="22231"/>
                  </a:lnTo>
                  <a:cubicBezTo>
                    <a:pt x="11523" y="23929"/>
                    <a:pt x="15077" y="24649"/>
                    <a:pt x="18648" y="24649"/>
                  </a:cubicBezTo>
                  <a:cubicBezTo>
                    <a:pt x="24767" y="24649"/>
                    <a:pt x="30938" y="22536"/>
                    <a:pt x="30742" y="19612"/>
                  </a:cubicBezTo>
                  <a:cubicBezTo>
                    <a:pt x="30361" y="14576"/>
                    <a:pt x="25956" y="7110"/>
                    <a:pt x="28980" y="4098"/>
                  </a:cubicBezTo>
                  <a:cubicBezTo>
                    <a:pt x="29829" y="3240"/>
                    <a:pt x="32451" y="3166"/>
                    <a:pt x="33325" y="3166"/>
                  </a:cubicBezTo>
                  <a:cubicBezTo>
                    <a:pt x="33506" y="3166"/>
                    <a:pt x="33612" y="3169"/>
                    <a:pt x="33612" y="3169"/>
                  </a:cubicBezTo>
                  <a:cubicBezTo>
                    <a:pt x="33612" y="3169"/>
                    <a:pt x="32769" y="1"/>
                    <a:pt x="30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9"/>
            <p:cNvSpPr/>
            <p:nvPr/>
          </p:nvSpPr>
          <p:spPr>
            <a:xfrm>
              <a:off x="1169518" y="3278942"/>
              <a:ext cx="580647" cy="506444"/>
            </a:xfrm>
            <a:custGeom>
              <a:rect b="b" l="l" r="r" t="t"/>
              <a:pathLst>
                <a:path extrusionOk="0" h="10886" w="12481">
                  <a:moveTo>
                    <a:pt x="2404" y="83"/>
                  </a:moveTo>
                  <a:cubicBezTo>
                    <a:pt x="2680" y="83"/>
                    <a:pt x="2959" y="173"/>
                    <a:pt x="3203" y="291"/>
                  </a:cubicBezTo>
                  <a:cubicBezTo>
                    <a:pt x="3918" y="600"/>
                    <a:pt x="4501" y="1183"/>
                    <a:pt x="4989" y="1779"/>
                  </a:cubicBezTo>
                  <a:cubicBezTo>
                    <a:pt x="5299" y="2133"/>
                    <a:pt x="5537" y="2519"/>
                    <a:pt x="5809" y="2906"/>
                  </a:cubicBezTo>
                  <a:lnTo>
                    <a:pt x="5809" y="2906"/>
                  </a:lnTo>
                  <a:cubicBezTo>
                    <a:pt x="5024" y="2697"/>
                    <a:pt x="4243" y="2458"/>
                    <a:pt x="3501" y="2172"/>
                  </a:cubicBezTo>
                  <a:cubicBezTo>
                    <a:pt x="2941" y="1969"/>
                    <a:pt x="2370" y="1731"/>
                    <a:pt x="1882" y="1374"/>
                  </a:cubicBezTo>
                  <a:cubicBezTo>
                    <a:pt x="1632" y="1195"/>
                    <a:pt x="1239" y="850"/>
                    <a:pt x="1465" y="505"/>
                  </a:cubicBezTo>
                  <a:cubicBezTo>
                    <a:pt x="1608" y="302"/>
                    <a:pt x="1905" y="148"/>
                    <a:pt x="2144" y="112"/>
                  </a:cubicBezTo>
                  <a:cubicBezTo>
                    <a:pt x="2229" y="92"/>
                    <a:pt x="2317" y="83"/>
                    <a:pt x="2404" y="83"/>
                  </a:cubicBezTo>
                  <a:close/>
                  <a:moveTo>
                    <a:pt x="6061" y="3172"/>
                  </a:moveTo>
                  <a:cubicBezTo>
                    <a:pt x="6058" y="3172"/>
                    <a:pt x="6056" y="3173"/>
                    <a:pt x="6053" y="3173"/>
                  </a:cubicBezTo>
                  <a:lnTo>
                    <a:pt x="6053" y="3173"/>
                  </a:lnTo>
                  <a:cubicBezTo>
                    <a:pt x="6056" y="3172"/>
                    <a:pt x="6058" y="3172"/>
                    <a:pt x="6061" y="3172"/>
                  </a:cubicBezTo>
                  <a:close/>
                  <a:moveTo>
                    <a:pt x="2035" y="2531"/>
                  </a:moveTo>
                  <a:cubicBezTo>
                    <a:pt x="2632" y="2531"/>
                    <a:pt x="3235" y="2613"/>
                    <a:pt x="3810" y="2696"/>
                  </a:cubicBezTo>
                  <a:cubicBezTo>
                    <a:pt x="4145" y="2745"/>
                    <a:pt x="4477" y="2804"/>
                    <a:pt x="4807" y="2870"/>
                  </a:cubicBezTo>
                  <a:lnTo>
                    <a:pt x="4807" y="2870"/>
                  </a:lnTo>
                  <a:cubicBezTo>
                    <a:pt x="5117" y="2960"/>
                    <a:pt x="5428" y="3042"/>
                    <a:pt x="5739" y="3112"/>
                  </a:cubicBezTo>
                  <a:cubicBezTo>
                    <a:pt x="5751" y="3112"/>
                    <a:pt x="5787" y="3124"/>
                    <a:pt x="5799" y="3124"/>
                  </a:cubicBezTo>
                  <a:cubicBezTo>
                    <a:pt x="5814" y="3129"/>
                    <a:pt x="5830" y="3132"/>
                    <a:pt x="5847" y="3132"/>
                  </a:cubicBezTo>
                  <a:lnTo>
                    <a:pt x="5847" y="3132"/>
                  </a:lnTo>
                  <a:cubicBezTo>
                    <a:pt x="5835" y="3137"/>
                    <a:pt x="5823" y="3143"/>
                    <a:pt x="5811" y="3148"/>
                  </a:cubicBezTo>
                  <a:cubicBezTo>
                    <a:pt x="5584" y="3243"/>
                    <a:pt x="5346" y="3339"/>
                    <a:pt x="5120" y="3422"/>
                  </a:cubicBezTo>
                  <a:cubicBezTo>
                    <a:pt x="4287" y="3755"/>
                    <a:pt x="3441" y="4053"/>
                    <a:pt x="2560" y="4196"/>
                  </a:cubicBezTo>
                  <a:cubicBezTo>
                    <a:pt x="2323" y="4238"/>
                    <a:pt x="2016" y="4283"/>
                    <a:pt x="1709" y="4283"/>
                  </a:cubicBezTo>
                  <a:cubicBezTo>
                    <a:pt x="1231" y="4283"/>
                    <a:pt x="754" y="4173"/>
                    <a:pt x="536" y="3767"/>
                  </a:cubicBezTo>
                  <a:cubicBezTo>
                    <a:pt x="405" y="3517"/>
                    <a:pt x="381" y="3184"/>
                    <a:pt x="536" y="2946"/>
                  </a:cubicBezTo>
                  <a:cubicBezTo>
                    <a:pt x="703" y="2731"/>
                    <a:pt x="989" y="2636"/>
                    <a:pt x="1239" y="2588"/>
                  </a:cubicBezTo>
                  <a:cubicBezTo>
                    <a:pt x="1501" y="2548"/>
                    <a:pt x="1767" y="2531"/>
                    <a:pt x="2035" y="2531"/>
                  </a:cubicBezTo>
                  <a:close/>
                  <a:moveTo>
                    <a:pt x="2554" y="1"/>
                  </a:moveTo>
                  <a:cubicBezTo>
                    <a:pt x="2142" y="1"/>
                    <a:pt x="1734" y="118"/>
                    <a:pt x="1382" y="362"/>
                  </a:cubicBezTo>
                  <a:cubicBezTo>
                    <a:pt x="322" y="1076"/>
                    <a:pt x="2108" y="1874"/>
                    <a:pt x="2655" y="2100"/>
                  </a:cubicBezTo>
                  <a:cubicBezTo>
                    <a:pt x="3072" y="2276"/>
                    <a:pt x="3499" y="2441"/>
                    <a:pt x="3932" y="2591"/>
                  </a:cubicBezTo>
                  <a:lnTo>
                    <a:pt x="3932" y="2591"/>
                  </a:lnTo>
                  <a:cubicBezTo>
                    <a:pt x="3369" y="2506"/>
                    <a:pt x="2771" y="2424"/>
                    <a:pt x="2182" y="2424"/>
                  </a:cubicBezTo>
                  <a:cubicBezTo>
                    <a:pt x="1749" y="2424"/>
                    <a:pt x="1322" y="2468"/>
                    <a:pt x="917" y="2588"/>
                  </a:cubicBezTo>
                  <a:cubicBezTo>
                    <a:pt x="584" y="2696"/>
                    <a:pt x="203" y="2862"/>
                    <a:pt x="108" y="3231"/>
                  </a:cubicBezTo>
                  <a:cubicBezTo>
                    <a:pt x="0" y="3589"/>
                    <a:pt x="179" y="4005"/>
                    <a:pt x="500" y="4196"/>
                  </a:cubicBezTo>
                  <a:cubicBezTo>
                    <a:pt x="794" y="4379"/>
                    <a:pt x="1164" y="4435"/>
                    <a:pt x="1515" y="4435"/>
                  </a:cubicBezTo>
                  <a:cubicBezTo>
                    <a:pt x="1620" y="4435"/>
                    <a:pt x="1723" y="4430"/>
                    <a:pt x="1822" y="4422"/>
                  </a:cubicBezTo>
                  <a:cubicBezTo>
                    <a:pt x="2405" y="4374"/>
                    <a:pt x="2977" y="4243"/>
                    <a:pt x="3548" y="4101"/>
                  </a:cubicBezTo>
                  <a:cubicBezTo>
                    <a:pt x="4084" y="3946"/>
                    <a:pt x="4608" y="3767"/>
                    <a:pt x="5120" y="3565"/>
                  </a:cubicBezTo>
                  <a:cubicBezTo>
                    <a:pt x="5376" y="3462"/>
                    <a:pt x="5649" y="3369"/>
                    <a:pt x="5895" y="3247"/>
                  </a:cubicBezTo>
                  <a:lnTo>
                    <a:pt x="5895" y="3247"/>
                  </a:lnTo>
                  <a:cubicBezTo>
                    <a:pt x="6218" y="3435"/>
                    <a:pt x="6474" y="3768"/>
                    <a:pt x="6585" y="4112"/>
                  </a:cubicBezTo>
                  <a:cubicBezTo>
                    <a:pt x="6906" y="5077"/>
                    <a:pt x="6239" y="6196"/>
                    <a:pt x="5573" y="6839"/>
                  </a:cubicBezTo>
                  <a:cubicBezTo>
                    <a:pt x="4965" y="7410"/>
                    <a:pt x="4168" y="7708"/>
                    <a:pt x="3382" y="7946"/>
                  </a:cubicBezTo>
                  <a:cubicBezTo>
                    <a:pt x="2715" y="8161"/>
                    <a:pt x="1989" y="8303"/>
                    <a:pt x="1405" y="8720"/>
                  </a:cubicBezTo>
                  <a:cubicBezTo>
                    <a:pt x="691" y="9232"/>
                    <a:pt x="679" y="10077"/>
                    <a:pt x="870" y="10863"/>
                  </a:cubicBezTo>
                  <a:cubicBezTo>
                    <a:pt x="873" y="10879"/>
                    <a:pt x="898" y="10885"/>
                    <a:pt x="933" y="10885"/>
                  </a:cubicBezTo>
                  <a:cubicBezTo>
                    <a:pt x="1031" y="10885"/>
                    <a:pt x="1209" y="10833"/>
                    <a:pt x="1191" y="10780"/>
                  </a:cubicBezTo>
                  <a:cubicBezTo>
                    <a:pt x="1072" y="10304"/>
                    <a:pt x="1001" y="9780"/>
                    <a:pt x="1179" y="9304"/>
                  </a:cubicBezTo>
                  <a:cubicBezTo>
                    <a:pt x="1334" y="8946"/>
                    <a:pt x="1620" y="8708"/>
                    <a:pt x="1941" y="8530"/>
                  </a:cubicBezTo>
                  <a:cubicBezTo>
                    <a:pt x="2322" y="8339"/>
                    <a:pt x="2763" y="8220"/>
                    <a:pt x="3179" y="8101"/>
                  </a:cubicBezTo>
                  <a:cubicBezTo>
                    <a:pt x="3656" y="7946"/>
                    <a:pt x="4132" y="7815"/>
                    <a:pt x="4584" y="7613"/>
                  </a:cubicBezTo>
                  <a:cubicBezTo>
                    <a:pt x="5049" y="7399"/>
                    <a:pt x="5501" y="7137"/>
                    <a:pt x="5870" y="6779"/>
                  </a:cubicBezTo>
                  <a:cubicBezTo>
                    <a:pt x="6346" y="6291"/>
                    <a:pt x="6763" y="5672"/>
                    <a:pt x="6930" y="5017"/>
                  </a:cubicBezTo>
                  <a:cubicBezTo>
                    <a:pt x="7094" y="4349"/>
                    <a:pt x="6875" y="3660"/>
                    <a:pt x="6357" y="3230"/>
                  </a:cubicBezTo>
                  <a:lnTo>
                    <a:pt x="6357" y="3230"/>
                  </a:lnTo>
                  <a:cubicBezTo>
                    <a:pt x="6404" y="3243"/>
                    <a:pt x="6449" y="3255"/>
                    <a:pt x="6489" y="3267"/>
                  </a:cubicBezTo>
                  <a:cubicBezTo>
                    <a:pt x="6894" y="3386"/>
                    <a:pt x="7311" y="3446"/>
                    <a:pt x="7728" y="3505"/>
                  </a:cubicBezTo>
                  <a:cubicBezTo>
                    <a:pt x="8481" y="3599"/>
                    <a:pt x="9244" y="3633"/>
                    <a:pt x="10011" y="3633"/>
                  </a:cubicBezTo>
                  <a:cubicBezTo>
                    <a:pt x="10709" y="3633"/>
                    <a:pt x="11411" y="3604"/>
                    <a:pt x="12109" y="3565"/>
                  </a:cubicBezTo>
                  <a:lnTo>
                    <a:pt x="12192" y="3565"/>
                  </a:lnTo>
                  <a:cubicBezTo>
                    <a:pt x="12195" y="3565"/>
                    <a:pt x="12197" y="3566"/>
                    <a:pt x="12201" y="3566"/>
                  </a:cubicBezTo>
                  <a:cubicBezTo>
                    <a:pt x="12262" y="3566"/>
                    <a:pt x="12480" y="3469"/>
                    <a:pt x="12327" y="3469"/>
                  </a:cubicBezTo>
                  <a:cubicBezTo>
                    <a:pt x="12319" y="3469"/>
                    <a:pt x="12310" y="3469"/>
                    <a:pt x="12300" y="3469"/>
                  </a:cubicBezTo>
                  <a:cubicBezTo>
                    <a:pt x="11639" y="3523"/>
                    <a:pt x="10966" y="3553"/>
                    <a:pt x="10293" y="3553"/>
                  </a:cubicBezTo>
                  <a:cubicBezTo>
                    <a:pt x="9621" y="3553"/>
                    <a:pt x="8948" y="3523"/>
                    <a:pt x="8287" y="3458"/>
                  </a:cubicBezTo>
                  <a:cubicBezTo>
                    <a:pt x="7847" y="3410"/>
                    <a:pt x="7406" y="3350"/>
                    <a:pt x="6977" y="3243"/>
                  </a:cubicBezTo>
                  <a:cubicBezTo>
                    <a:pt x="6775" y="3208"/>
                    <a:pt x="6585" y="3148"/>
                    <a:pt x="6394" y="3065"/>
                  </a:cubicBezTo>
                  <a:cubicBezTo>
                    <a:pt x="6323" y="3041"/>
                    <a:pt x="6227" y="3029"/>
                    <a:pt x="6168" y="2946"/>
                  </a:cubicBezTo>
                  <a:cubicBezTo>
                    <a:pt x="6049" y="2815"/>
                    <a:pt x="5977" y="2636"/>
                    <a:pt x="5870" y="2493"/>
                  </a:cubicBezTo>
                  <a:cubicBezTo>
                    <a:pt x="5680" y="2219"/>
                    <a:pt x="5489" y="1957"/>
                    <a:pt x="5263" y="1684"/>
                  </a:cubicBezTo>
                  <a:cubicBezTo>
                    <a:pt x="4775" y="1088"/>
                    <a:pt x="4191" y="505"/>
                    <a:pt x="3477" y="195"/>
                  </a:cubicBezTo>
                  <a:cubicBezTo>
                    <a:pt x="3180" y="67"/>
                    <a:pt x="2866" y="1"/>
                    <a:pt x="2554"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9"/>
            <p:cNvSpPr/>
            <p:nvPr/>
          </p:nvSpPr>
          <p:spPr>
            <a:xfrm>
              <a:off x="1419910" y="3423817"/>
              <a:ext cx="121331" cy="482578"/>
            </a:xfrm>
            <a:custGeom>
              <a:rect b="b" l="l" r="r" t="t"/>
              <a:pathLst>
                <a:path extrusionOk="0" h="10373" w="2608">
                  <a:moveTo>
                    <a:pt x="655" y="0"/>
                  </a:moveTo>
                  <a:cubicBezTo>
                    <a:pt x="602" y="0"/>
                    <a:pt x="542" y="17"/>
                    <a:pt x="500" y="34"/>
                  </a:cubicBezTo>
                  <a:cubicBezTo>
                    <a:pt x="476" y="34"/>
                    <a:pt x="345" y="105"/>
                    <a:pt x="381" y="117"/>
                  </a:cubicBezTo>
                  <a:cubicBezTo>
                    <a:pt x="1274" y="463"/>
                    <a:pt x="2036" y="1296"/>
                    <a:pt x="2167" y="2249"/>
                  </a:cubicBezTo>
                  <a:cubicBezTo>
                    <a:pt x="2322" y="3332"/>
                    <a:pt x="1726" y="4332"/>
                    <a:pt x="1262" y="5261"/>
                  </a:cubicBezTo>
                  <a:cubicBezTo>
                    <a:pt x="822" y="6190"/>
                    <a:pt x="286" y="7142"/>
                    <a:pt x="83" y="8154"/>
                  </a:cubicBezTo>
                  <a:cubicBezTo>
                    <a:pt x="12" y="8571"/>
                    <a:pt x="0" y="8999"/>
                    <a:pt x="179" y="9404"/>
                  </a:cubicBezTo>
                  <a:cubicBezTo>
                    <a:pt x="369" y="9833"/>
                    <a:pt x="738" y="10130"/>
                    <a:pt x="1155" y="10357"/>
                  </a:cubicBezTo>
                  <a:cubicBezTo>
                    <a:pt x="1174" y="10368"/>
                    <a:pt x="1196" y="10372"/>
                    <a:pt x="1220" y="10372"/>
                  </a:cubicBezTo>
                  <a:cubicBezTo>
                    <a:pt x="1271" y="10372"/>
                    <a:pt x="1329" y="10353"/>
                    <a:pt x="1369" y="10345"/>
                  </a:cubicBezTo>
                  <a:cubicBezTo>
                    <a:pt x="1381" y="10345"/>
                    <a:pt x="1512" y="10285"/>
                    <a:pt x="1476" y="10250"/>
                  </a:cubicBezTo>
                  <a:cubicBezTo>
                    <a:pt x="1095" y="10047"/>
                    <a:pt x="738" y="9773"/>
                    <a:pt x="548" y="9392"/>
                  </a:cubicBezTo>
                  <a:cubicBezTo>
                    <a:pt x="381" y="9047"/>
                    <a:pt x="357" y="8666"/>
                    <a:pt x="405" y="8285"/>
                  </a:cubicBezTo>
                  <a:cubicBezTo>
                    <a:pt x="536" y="7273"/>
                    <a:pt x="1072" y="6309"/>
                    <a:pt x="1512" y="5404"/>
                  </a:cubicBezTo>
                  <a:cubicBezTo>
                    <a:pt x="1976" y="4463"/>
                    <a:pt x="2607" y="3463"/>
                    <a:pt x="2548" y="2380"/>
                  </a:cubicBezTo>
                  <a:cubicBezTo>
                    <a:pt x="2512" y="1701"/>
                    <a:pt x="2191" y="1106"/>
                    <a:pt x="1679" y="641"/>
                  </a:cubicBezTo>
                  <a:cubicBezTo>
                    <a:pt x="1393" y="391"/>
                    <a:pt x="1072" y="153"/>
                    <a:pt x="714" y="10"/>
                  </a:cubicBezTo>
                  <a:cubicBezTo>
                    <a:pt x="697" y="3"/>
                    <a:pt x="676" y="0"/>
                    <a:pt x="6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4" name="Google Shape;4324;p79"/>
          <p:cNvGrpSpPr/>
          <p:nvPr/>
        </p:nvGrpSpPr>
        <p:grpSpPr>
          <a:xfrm flipH="1" rot="832836">
            <a:off x="6961410" y="4229632"/>
            <a:ext cx="442869" cy="748912"/>
            <a:chOff x="4774877" y="116629"/>
            <a:chExt cx="576785" cy="975095"/>
          </a:xfrm>
        </p:grpSpPr>
        <p:sp>
          <p:nvSpPr>
            <p:cNvPr id="4325" name="Google Shape;4325;p79"/>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9"/>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9"/>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9"/>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9"/>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9"/>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1" name="Google Shape;4331;p79"/>
          <p:cNvGrpSpPr/>
          <p:nvPr/>
        </p:nvGrpSpPr>
        <p:grpSpPr>
          <a:xfrm flipH="1" rot="2233382">
            <a:off x="7816151" y="3733951"/>
            <a:ext cx="1229243" cy="1740295"/>
            <a:chOff x="1793075" y="1583538"/>
            <a:chExt cx="552200" cy="781775"/>
          </a:xfrm>
        </p:grpSpPr>
        <p:sp>
          <p:nvSpPr>
            <p:cNvPr id="4332" name="Google Shape;4332;p79"/>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9"/>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9"/>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9"/>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9"/>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9"/>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9"/>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9" name="Google Shape;4339;p79"/>
          <p:cNvSpPr/>
          <p:nvPr/>
        </p:nvSpPr>
        <p:spPr>
          <a:xfrm flipH="1" rot="7754632">
            <a:off x="9643934" y="6112150"/>
            <a:ext cx="175029" cy="35460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4247"/>
                                        </p:tgtEl>
                                        <p:attrNameLst>
                                          <p:attrName>style.visibility</p:attrName>
                                        </p:attrNameLst>
                                      </p:cBhvr>
                                      <p:to>
                                        <p:strVal val="visible"/>
                                      </p:to>
                                    </p:set>
                                    <p:anim calcmode="lin" valueType="num">
                                      <p:cBhvr additive="base">
                                        <p:cTn dur="1000"/>
                                        <p:tgtEl>
                                          <p:spTgt spid="4247"/>
                                        </p:tgtEl>
                                        <p:attrNameLst>
                                          <p:attrName>ppt_w</p:attrName>
                                        </p:attrNameLst>
                                      </p:cBhvr>
                                      <p:tavLst>
                                        <p:tav fmla="" tm="0">
                                          <p:val>
                                            <p:strVal val="0"/>
                                          </p:val>
                                        </p:tav>
                                        <p:tav fmla="" tm="100000">
                                          <p:val>
                                            <p:strVal val="#ppt_w"/>
                                          </p:val>
                                        </p:tav>
                                      </p:tavLst>
                                    </p:anim>
                                    <p:anim calcmode="lin" valueType="num">
                                      <p:cBhvr additive="base">
                                        <p:cTn dur="1000"/>
                                        <p:tgtEl>
                                          <p:spTgt spid="4247"/>
                                        </p:tgtEl>
                                        <p:attrNameLst>
                                          <p:attrName>ppt_h</p:attrName>
                                        </p:attrNameLst>
                                      </p:cBhvr>
                                      <p:tavLst>
                                        <p:tav fmla="" tm="0">
                                          <p:val>
                                            <p:strVal val="0"/>
                                          </p:val>
                                        </p:tav>
                                        <p:tav fmla="" tm="100000">
                                          <p:val>
                                            <p:strVal val="#ppt_h"/>
                                          </p:val>
                                        </p:tav>
                                      </p:tavLst>
                                    </p:anim>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248"/>
                                        </p:tgtEl>
                                        <p:attrNameLst>
                                          <p:attrName>style.visibility</p:attrName>
                                        </p:attrNameLst>
                                      </p:cBhvr>
                                      <p:to>
                                        <p:strVal val="visible"/>
                                      </p:to>
                                    </p:set>
                                    <p:animEffect filter="fade" transition="in">
                                      <p:cBhvr>
                                        <p:cTn dur="1000"/>
                                        <p:tgtEl>
                                          <p:spTgt spid="424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43" name="Shape 4343"/>
        <p:cNvGrpSpPr/>
        <p:nvPr/>
      </p:nvGrpSpPr>
      <p:grpSpPr>
        <a:xfrm>
          <a:off x="0" y="0"/>
          <a:ext cx="0" cy="0"/>
          <a:chOff x="0" y="0"/>
          <a:chExt cx="0" cy="0"/>
        </a:xfrm>
      </p:grpSpPr>
      <p:sp>
        <p:nvSpPr>
          <p:cNvPr id="4344" name="Google Shape;4344;p80"/>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HOW TO START?</a:t>
            </a:r>
            <a:endParaRPr/>
          </a:p>
        </p:txBody>
      </p:sp>
      <p:sp>
        <p:nvSpPr>
          <p:cNvPr id="4345" name="Google Shape;4345;p80"/>
          <p:cNvSpPr txBox="1"/>
          <p:nvPr>
            <p:ph idx="1" type="subTitle"/>
          </p:nvPr>
        </p:nvSpPr>
        <p:spPr>
          <a:xfrm>
            <a:off x="713400" y="3519984"/>
            <a:ext cx="2480700" cy="92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 and the smallest in the Solar System</a:t>
            </a:r>
            <a:endParaRPr/>
          </a:p>
        </p:txBody>
      </p:sp>
      <p:sp>
        <p:nvSpPr>
          <p:cNvPr id="4346" name="Google Shape;4346;p80"/>
          <p:cNvSpPr txBox="1"/>
          <p:nvPr>
            <p:ph idx="2" type="title"/>
          </p:nvPr>
        </p:nvSpPr>
        <p:spPr>
          <a:xfrm>
            <a:off x="716100" y="3202100"/>
            <a:ext cx="24780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347" name="Google Shape;4347;p80"/>
          <p:cNvSpPr txBox="1"/>
          <p:nvPr>
            <p:ph idx="3" type="subTitle"/>
          </p:nvPr>
        </p:nvSpPr>
        <p:spPr>
          <a:xfrm>
            <a:off x="3331738" y="3519984"/>
            <a:ext cx="2480700" cy="92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348" name="Google Shape;4348;p80"/>
          <p:cNvSpPr txBox="1"/>
          <p:nvPr>
            <p:ph idx="4" type="title"/>
          </p:nvPr>
        </p:nvSpPr>
        <p:spPr>
          <a:xfrm>
            <a:off x="3334438" y="3202100"/>
            <a:ext cx="24780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349" name="Google Shape;4349;p80"/>
          <p:cNvSpPr txBox="1"/>
          <p:nvPr>
            <p:ph idx="5" type="subTitle"/>
          </p:nvPr>
        </p:nvSpPr>
        <p:spPr>
          <a:xfrm>
            <a:off x="5950075" y="3519984"/>
            <a:ext cx="2480700" cy="92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350" name="Google Shape;4350;p80"/>
          <p:cNvSpPr txBox="1"/>
          <p:nvPr>
            <p:ph idx="6" type="title"/>
          </p:nvPr>
        </p:nvSpPr>
        <p:spPr>
          <a:xfrm>
            <a:off x="5952775" y="3202100"/>
            <a:ext cx="24780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4351" name="Google Shape;4351;p80"/>
          <p:cNvGrpSpPr/>
          <p:nvPr/>
        </p:nvGrpSpPr>
        <p:grpSpPr>
          <a:xfrm>
            <a:off x="6386014" y="1075064"/>
            <a:ext cx="1752946" cy="1836032"/>
            <a:chOff x="6386014" y="1075064"/>
            <a:chExt cx="1752946" cy="1836032"/>
          </a:xfrm>
        </p:grpSpPr>
        <p:sp>
          <p:nvSpPr>
            <p:cNvPr id="4352" name="Google Shape;4352;p80"/>
            <p:cNvSpPr/>
            <p:nvPr/>
          </p:nvSpPr>
          <p:spPr>
            <a:xfrm rot="10800000">
              <a:off x="6511964" y="1594709"/>
              <a:ext cx="1356907" cy="1185230"/>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3" name="Google Shape;4353;p80"/>
            <p:cNvGrpSpPr/>
            <p:nvPr/>
          </p:nvGrpSpPr>
          <p:grpSpPr>
            <a:xfrm rot="833755">
              <a:off x="6814711" y="1146514"/>
              <a:ext cx="751440" cy="1283572"/>
              <a:chOff x="5573863" y="747125"/>
              <a:chExt cx="782250" cy="1336200"/>
            </a:xfrm>
          </p:grpSpPr>
          <p:sp>
            <p:nvSpPr>
              <p:cNvPr id="4354" name="Google Shape;4354;p80"/>
              <p:cNvSpPr/>
              <p:nvPr/>
            </p:nvSpPr>
            <p:spPr>
              <a:xfrm>
                <a:off x="6104888" y="1760350"/>
                <a:ext cx="90800" cy="237850"/>
              </a:xfrm>
              <a:custGeom>
                <a:rect b="b" l="l" r="r" t="t"/>
                <a:pathLst>
                  <a:path extrusionOk="0" h="9514" w="3632">
                    <a:moveTo>
                      <a:pt x="3215" y="1"/>
                    </a:moveTo>
                    <a:cubicBezTo>
                      <a:pt x="2441" y="1620"/>
                      <a:pt x="1726" y="3287"/>
                      <a:pt x="1084" y="4954"/>
                    </a:cubicBezTo>
                    <a:cubicBezTo>
                      <a:pt x="536" y="6371"/>
                      <a:pt x="0" y="7906"/>
                      <a:pt x="36" y="9514"/>
                    </a:cubicBezTo>
                    <a:lnTo>
                      <a:pt x="488" y="9514"/>
                    </a:lnTo>
                    <a:cubicBezTo>
                      <a:pt x="476" y="7978"/>
                      <a:pt x="988" y="6501"/>
                      <a:pt x="1524" y="5120"/>
                    </a:cubicBezTo>
                    <a:cubicBezTo>
                      <a:pt x="2155" y="3453"/>
                      <a:pt x="2869" y="1799"/>
                      <a:pt x="3631" y="191"/>
                    </a:cubicBezTo>
                    <a:lnTo>
                      <a:pt x="3215" y="1"/>
                    </a:lnTo>
                    <a:close/>
                  </a:path>
                </a:pathLst>
              </a:custGeom>
              <a:solidFill>
                <a:srgbClr val="2C40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5" name="Google Shape;4355;p80"/>
              <p:cNvGrpSpPr/>
              <p:nvPr/>
            </p:nvGrpSpPr>
            <p:grpSpPr>
              <a:xfrm>
                <a:off x="5743513" y="1045375"/>
                <a:ext cx="435200" cy="1037950"/>
                <a:chOff x="5743513" y="1045375"/>
                <a:chExt cx="435200" cy="1037950"/>
              </a:xfrm>
            </p:grpSpPr>
            <p:sp>
              <p:nvSpPr>
                <p:cNvPr id="4356" name="Google Shape;4356;p80"/>
                <p:cNvSpPr/>
                <p:nvPr/>
              </p:nvSpPr>
              <p:spPr>
                <a:xfrm>
                  <a:off x="5750663" y="1045375"/>
                  <a:ext cx="410200" cy="1037950"/>
                </a:xfrm>
                <a:custGeom>
                  <a:rect b="b" l="l" r="r" t="t"/>
                  <a:pathLst>
                    <a:path extrusionOk="0" h="41518" w="16408">
                      <a:moveTo>
                        <a:pt x="370" y="1"/>
                      </a:moveTo>
                      <a:lnTo>
                        <a:pt x="1" y="263"/>
                      </a:lnTo>
                      <a:cubicBezTo>
                        <a:pt x="3549" y="5156"/>
                        <a:pt x="6180" y="10836"/>
                        <a:pt x="7633" y="16682"/>
                      </a:cubicBezTo>
                      <a:cubicBezTo>
                        <a:pt x="7990" y="18075"/>
                        <a:pt x="8275" y="19503"/>
                        <a:pt x="8561" y="20908"/>
                      </a:cubicBezTo>
                      <a:cubicBezTo>
                        <a:pt x="8764" y="21968"/>
                        <a:pt x="8990" y="23051"/>
                        <a:pt x="9228" y="24111"/>
                      </a:cubicBezTo>
                      <a:cubicBezTo>
                        <a:pt x="10633" y="30219"/>
                        <a:pt x="12907" y="36077"/>
                        <a:pt x="16003" y="41518"/>
                      </a:cubicBezTo>
                      <a:lnTo>
                        <a:pt x="16407" y="41280"/>
                      </a:lnTo>
                      <a:cubicBezTo>
                        <a:pt x="13324" y="35874"/>
                        <a:pt x="11062" y="30064"/>
                        <a:pt x="9680" y="24004"/>
                      </a:cubicBezTo>
                      <a:cubicBezTo>
                        <a:pt x="9442" y="22944"/>
                        <a:pt x="9216" y="21861"/>
                        <a:pt x="9002" y="20813"/>
                      </a:cubicBezTo>
                      <a:cubicBezTo>
                        <a:pt x="8728" y="19420"/>
                        <a:pt x="8442" y="17979"/>
                        <a:pt x="8085" y="16562"/>
                      </a:cubicBezTo>
                      <a:cubicBezTo>
                        <a:pt x="6609" y="10657"/>
                        <a:pt x="3942" y="4918"/>
                        <a:pt x="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0"/>
                <p:cNvSpPr/>
                <p:nvPr/>
              </p:nvSpPr>
              <p:spPr>
                <a:xfrm>
                  <a:off x="5931038" y="1107000"/>
                  <a:ext cx="50050" cy="321800"/>
                </a:xfrm>
                <a:custGeom>
                  <a:rect b="b" l="l" r="r" t="t"/>
                  <a:pathLst>
                    <a:path extrusionOk="0" h="12872" w="2002">
                      <a:moveTo>
                        <a:pt x="1549" y="1"/>
                      </a:moveTo>
                      <a:cubicBezTo>
                        <a:pt x="215" y="4584"/>
                        <a:pt x="1" y="9525"/>
                        <a:pt x="60" y="12871"/>
                      </a:cubicBezTo>
                      <a:lnTo>
                        <a:pt x="525" y="12871"/>
                      </a:lnTo>
                      <a:cubicBezTo>
                        <a:pt x="477" y="9561"/>
                        <a:pt x="679" y="4656"/>
                        <a:pt x="2001" y="131"/>
                      </a:cubicBezTo>
                      <a:lnTo>
                        <a:pt x="154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0"/>
                <p:cNvSpPr/>
                <p:nvPr/>
              </p:nvSpPr>
              <p:spPr>
                <a:xfrm>
                  <a:off x="5978363" y="1349600"/>
                  <a:ext cx="119700" cy="288150"/>
                </a:xfrm>
                <a:custGeom>
                  <a:rect b="b" l="l" r="r" t="t"/>
                  <a:pathLst>
                    <a:path extrusionOk="0" h="11526" w="4788">
                      <a:moveTo>
                        <a:pt x="4406" y="0"/>
                      </a:moveTo>
                      <a:cubicBezTo>
                        <a:pt x="2096" y="3810"/>
                        <a:pt x="1001" y="7561"/>
                        <a:pt x="1" y="11406"/>
                      </a:cubicBezTo>
                      <a:lnTo>
                        <a:pt x="453" y="11525"/>
                      </a:lnTo>
                      <a:cubicBezTo>
                        <a:pt x="1430" y="7727"/>
                        <a:pt x="2513" y="4001"/>
                        <a:pt x="4787" y="238"/>
                      </a:cubicBezTo>
                      <a:lnTo>
                        <a:pt x="440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0"/>
                <p:cNvSpPr/>
                <p:nvPr/>
              </p:nvSpPr>
              <p:spPr>
                <a:xfrm>
                  <a:off x="5889663" y="1697850"/>
                  <a:ext cx="188750" cy="220575"/>
                </a:xfrm>
                <a:custGeom>
                  <a:rect b="b" l="l" r="r" t="t"/>
                  <a:pathLst>
                    <a:path extrusionOk="0" h="8823" w="7550">
                      <a:moveTo>
                        <a:pt x="334" y="0"/>
                      </a:moveTo>
                      <a:lnTo>
                        <a:pt x="1" y="334"/>
                      </a:lnTo>
                      <a:cubicBezTo>
                        <a:pt x="2489" y="2834"/>
                        <a:pt x="5335" y="6358"/>
                        <a:pt x="7180" y="8823"/>
                      </a:cubicBezTo>
                      <a:lnTo>
                        <a:pt x="7549" y="8549"/>
                      </a:lnTo>
                      <a:cubicBezTo>
                        <a:pt x="5704" y="6073"/>
                        <a:pt x="2835" y="2513"/>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0"/>
                <p:cNvSpPr/>
                <p:nvPr/>
              </p:nvSpPr>
              <p:spPr>
                <a:xfrm>
                  <a:off x="5743513" y="1216250"/>
                  <a:ext cx="222675" cy="309275"/>
                </a:xfrm>
                <a:custGeom>
                  <a:rect b="b" l="l" r="r" t="t"/>
                  <a:pathLst>
                    <a:path extrusionOk="0" h="12371" w="8907">
                      <a:moveTo>
                        <a:pt x="334" y="0"/>
                      </a:moveTo>
                      <a:lnTo>
                        <a:pt x="1" y="333"/>
                      </a:lnTo>
                      <a:cubicBezTo>
                        <a:pt x="3049" y="3381"/>
                        <a:pt x="5597" y="7596"/>
                        <a:pt x="7847" y="11299"/>
                      </a:cubicBezTo>
                      <a:lnTo>
                        <a:pt x="8502" y="12371"/>
                      </a:lnTo>
                      <a:lnTo>
                        <a:pt x="8907" y="12133"/>
                      </a:lnTo>
                      <a:lnTo>
                        <a:pt x="8252" y="11061"/>
                      </a:lnTo>
                      <a:cubicBezTo>
                        <a:pt x="5990" y="7322"/>
                        <a:pt x="3406" y="3096"/>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0"/>
                <p:cNvSpPr/>
                <p:nvPr/>
              </p:nvSpPr>
              <p:spPr>
                <a:xfrm>
                  <a:off x="6012613" y="1529075"/>
                  <a:ext cx="166100" cy="235775"/>
                </a:xfrm>
                <a:custGeom>
                  <a:rect b="b" l="l" r="r" t="t"/>
                  <a:pathLst>
                    <a:path extrusionOk="0" h="9431" w="6644">
                      <a:moveTo>
                        <a:pt x="6358" y="1"/>
                      </a:moveTo>
                      <a:cubicBezTo>
                        <a:pt x="3620" y="2227"/>
                        <a:pt x="1298" y="5608"/>
                        <a:pt x="0" y="9287"/>
                      </a:cubicBezTo>
                      <a:lnTo>
                        <a:pt x="429" y="9430"/>
                      </a:lnTo>
                      <a:cubicBezTo>
                        <a:pt x="1703" y="5823"/>
                        <a:pt x="3965" y="2525"/>
                        <a:pt x="6644" y="358"/>
                      </a:cubicBezTo>
                      <a:lnTo>
                        <a:pt x="635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0"/>
                <p:cNvSpPr/>
                <p:nvPr/>
              </p:nvSpPr>
              <p:spPr>
                <a:xfrm>
                  <a:off x="5857813" y="1864225"/>
                  <a:ext cx="282800" cy="187850"/>
                </a:xfrm>
                <a:custGeom>
                  <a:rect b="b" l="l" r="r" t="t"/>
                  <a:pathLst>
                    <a:path extrusionOk="0" h="7514" w="11312">
                      <a:moveTo>
                        <a:pt x="215" y="1"/>
                      </a:moveTo>
                      <a:lnTo>
                        <a:pt x="1" y="406"/>
                      </a:lnTo>
                      <a:cubicBezTo>
                        <a:pt x="3370" y="2132"/>
                        <a:pt x="7180" y="4597"/>
                        <a:pt x="11050" y="7514"/>
                      </a:cubicBezTo>
                      <a:lnTo>
                        <a:pt x="11312" y="7157"/>
                      </a:lnTo>
                      <a:cubicBezTo>
                        <a:pt x="7430" y="4216"/>
                        <a:pt x="3585" y="1739"/>
                        <a:pt x="2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3" name="Google Shape;4363;p80"/>
              <p:cNvSpPr/>
              <p:nvPr/>
            </p:nvSpPr>
            <p:spPr>
              <a:xfrm>
                <a:off x="5902763" y="755475"/>
                <a:ext cx="161650" cy="465550"/>
              </a:xfrm>
              <a:custGeom>
                <a:rect b="b" l="l" r="r" t="t"/>
                <a:pathLst>
                  <a:path extrusionOk="0" h="18622" w="6466">
                    <a:moveTo>
                      <a:pt x="6466" y="0"/>
                    </a:moveTo>
                    <a:cubicBezTo>
                      <a:pt x="4787" y="4429"/>
                      <a:pt x="691" y="7942"/>
                      <a:pt x="215" y="12680"/>
                    </a:cubicBezTo>
                    <a:cubicBezTo>
                      <a:pt x="1" y="14764"/>
                      <a:pt x="560" y="16907"/>
                      <a:pt x="1763" y="18622"/>
                    </a:cubicBezTo>
                    <a:cubicBezTo>
                      <a:pt x="1846" y="15609"/>
                      <a:pt x="2823" y="12609"/>
                      <a:pt x="3835" y="9728"/>
                    </a:cubicBezTo>
                    <a:cubicBezTo>
                      <a:pt x="4966" y="6561"/>
                      <a:pt x="6192" y="3322"/>
                      <a:pt x="6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0"/>
              <p:cNvSpPr/>
              <p:nvPr/>
            </p:nvSpPr>
            <p:spPr>
              <a:xfrm>
                <a:off x="5947113" y="747125"/>
                <a:ext cx="147075" cy="476275"/>
              </a:xfrm>
              <a:custGeom>
                <a:rect b="b" l="l" r="r" t="t"/>
                <a:pathLst>
                  <a:path extrusionOk="0" h="19051" w="5883">
                    <a:moveTo>
                      <a:pt x="4823" y="1"/>
                    </a:moveTo>
                    <a:lnTo>
                      <a:pt x="4823" y="1"/>
                    </a:lnTo>
                    <a:cubicBezTo>
                      <a:pt x="4775" y="108"/>
                      <a:pt x="4751" y="227"/>
                      <a:pt x="4704" y="334"/>
                    </a:cubicBezTo>
                    <a:cubicBezTo>
                      <a:pt x="4430" y="3668"/>
                      <a:pt x="3204" y="6895"/>
                      <a:pt x="2072" y="10062"/>
                    </a:cubicBezTo>
                    <a:cubicBezTo>
                      <a:pt x="1049" y="12943"/>
                      <a:pt x="84" y="15943"/>
                      <a:pt x="1" y="18956"/>
                    </a:cubicBezTo>
                    <a:cubicBezTo>
                      <a:pt x="25" y="18979"/>
                      <a:pt x="48" y="19027"/>
                      <a:pt x="72" y="19051"/>
                    </a:cubicBezTo>
                    <a:cubicBezTo>
                      <a:pt x="1477" y="17610"/>
                      <a:pt x="2751" y="15717"/>
                      <a:pt x="3704" y="13931"/>
                    </a:cubicBezTo>
                    <a:cubicBezTo>
                      <a:pt x="5882" y="9812"/>
                      <a:pt x="5418" y="4621"/>
                      <a:pt x="48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0"/>
              <p:cNvSpPr/>
              <p:nvPr/>
            </p:nvSpPr>
            <p:spPr>
              <a:xfrm>
                <a:off x="5619113" y="837025"/>
                <a:ext cx="267000" cy="408700"/>
              </a:xfrm>
              <a:custGeom>
                <a:rect b="b" l="l" r="r" t="t"/>
                <a:pathLst>
                  <a:path extrusionOk="0" h="16348" w="10680">
                    <a:moveTo>
                      <a:pt x="0" y="1"/>
                    </a:moveTo>
                    <a:cubicBezTo>
                      <a:pt x="1250" y="3096"/>
                      <a:pt x="3393" y="5799"/>
                      <a:pt x="5429" y="8490"/>
                    </a:cubicBezTo>
                    <a:cubicBezTo>
                      <a:pt x="7251" y="10919"/>
                      <a:pt x="9073" y="13514"/>
                      <a:pt x="10061" y="16348"/>
                    </a:cubicBezTo>
                    <a:cubicBezTo>
                      <a:pt x="10680" y="14359"/>
                      <a:pt x="10573" y="12145"/>
                      <a:pt x="9763" y="10216"/>
                    </a:cubicBezTo>
                    <a:cubicBezTo>
                      <a:pt x="7882" y="5858"/>
                      <a:pt x="2929" y="372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0"/>
              <p:cNvSpPr/>
              <p:nvPr/>
            </p:nvSpPr>
            <p:spPr>
              <a:xfrm>
                <a:off x="5613738" y="829875"/>
                <a:ext cx="256325" cy="418825"/>
              </a:xfrm>
              <a:custGeom>
                <a:rect b="b" l="l" r="r" t="t"/>
                <a:pathLst>
                  <a:path extrusionOk="0" h="16753" w="10253">
                    <a:moveTo>
                      <a:pt x="1" y="1"/>
                    </a:moveTo>
                    <a:lnTo>
                      <a:pt x="1" y="1"/>
                    </a:lnTo>
                    <a:cubicBezTo>
                      <a:pt x="810" y="4585"/>
                      <a:pt x="1918" y="9692"/>
                      <a:pt x="5228" y="12967"/>
                    </a:cubicBezTo>
                    <a:cubicBezTo>
                      <a:pt x="6656" y="14395"/>
                      <a:pt x="8454" y="15824"/>
                      <a:pt x="10216" y="16753"/>
                    </a:cubicBezTo>
                    <a:cubicBezTo>
                      <a:pt x="10228" y="16729"/>
                      <a:pt x="10240" y="16681"/>
                      <a:pt x="10252" y="16634"/>
                    </a:cubicBezTo>
                    <a:cubicBezTo>
                      <a:pt x="9276" y="13800"/>
                      <a:pt x="7454" y="11205"/>
                      <a:pt x="5632" y="8776"/>
                    </a:cubicBezTo>
                    <a:cubicBezTo>
                      <a:pt x="3608" y="6085"/>
                      <a:pt x="1465" y="3382"/>
                      <a:pt x="215" y="287"/>
                    </a:cubicBezTo>
                    <a:cubicBezTo>
                      <a:pt x="132" y="179"/>
                      <a:pt x="72" y="84"/>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0"/>
              <p:cNvSpPr/>
              <p:nvPr/>
            </p:nvSpPr>
            <p:spPr>
              <a:xfrm>
                <a:off x="5581288" y="1334700"/>
                <a:ext cx="389675" cy="450675"/>
              </a:xfrm>
              <a:custGeom>
                <a:rect b="b" l="l" r="r" t="t"/>
                <a:pathLst>
                  <a:path extrusionOk="0" h="18027" w="15587">
                    <a:moveTo>
                      <a:pt x="1" y="1"/>
                    </a:moveTo>
                    <a:cubicBezTo>
                      <a:pt x="2085" y="3525"/>
                      <a:pt x="5180" y="6442"/>
                      <a:pt x="8133" y="9323"/>
                    </a:cubicBezTo>
                    <a:cubicBezTo>
                      <a:pt x="10800" y="11943"/>
                      <a:pt x="13479" y="14753"/>
                      <a:pt x="15181" y="18027"/>
                    </a:cubicBezTo>
                    <a:cubicBezTo>
                      <a:pt x="15586" y="15491"/>
                      <a:pt x="15062" y="12836"/>
                      <a:pt x="13717" y="10645"/>
                    </a:cubicBezTo>
                    <a:cubicBezTo>
                      <a:pt x="10645" y="5692"/>
                      <a:pt x="4252" y="400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0"/>
              <p:cNvSpPr/>
              <p:nvPr/>
            </p:nvSpPr>
            <p:spPr>
              <a:xfrm>
                <a:off x="5573863" y="1327575"/>
                <a:ext cx="387575" cy="462575"/>
              </a:xfrm>
              <a:custGeom>
                <a:rect b="b" l="l" r="r" t="t"/>
                <a:pathLst>
                  <a:path extrusionOk="0" h="18503" w="15503">
                    <a:moveTo>
                      <a:pt x="0" y="0"/>
                    </a:moveTo>
                    <a:lnTo>
                      <a:pt x="0" y="0"/>
                    </a:lnTo>
                    <a:cubicBezTo>
                      <a:pt x="1822" y="5417"/>
                      <a:pt x="4084" y="11406"/>
                      <a:pt x="8692" y="14776"/>
                    </a:cubicBezTo>
                    <a:cubicBezTo>
                      <a:pt x="10692" y="16240"/>
                      <a:pt x="13133" y="17645"/>
                      <a:pt x="15467" y="18502"/>
                    </a:cubicBezTo>
                    <a:cubicBezTo>
                      <a:pt x="15478" y="18443"/>
                      <a:pt x="15478" y="18395"/>
                      <a:pt x="15502" y="18336"/>
                    </a:cubicBezTo>
                    <a:cubicBezTo>
                      <a:pt x="13788" y="15061"/>
                      <a:pt x="11109" y="12252"/>
                      <a:pt x="8442" y="9632"/>
                    </a:cubicBezTo>
                    <a:cubicBezTo>
                      <a:pt x="5501" y="6727"/>
                      <a:pt x="2405" y="3834"/>
                      <a:pt x="322" y="298"/>
                    </a:cubicBezTo>
                    <a:cubicBezTo>
                      <a:pt x="215" y="191"/>
                      <a:pt x="107" y="107"/>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0"/>
              <p:cNvSpPr/>
              <p:nvPr/>
            </p:nvSpPr>
            <p:spPr>
              <a:xfrm>
                <a:off x="5982238" y="1075750"/>
                <a:ext cx="259000" cy="479250"/>
              </a:xfrm>
              <a:custGeom>
                <a:rect b="b" l="l" r="r" t="t"/>
                <a:pathLst>
                  <a:path extrusionOk="0" h="19170" w="10360">
                    <a:moveTo>
                      <a:pt x="10359" y="0"/>
                    </a:moveTo>
                    <a:lnTo>
                      <a:pt x="10359" y="0"/>
                    </a:lnTo>
                    <a:cubicBezTo>
                      <a:pt x="7525" y="4453"/>
                      <a:pt x="2287" y="7335"/>
                      <a:pt x="691" y="12371"/>
                    </a:cubicBezTo>
                    <a:cubicBezTo>
                      <a:pt x="1" y="14585"/>
                      <a:pt x="120" y="17038"/>
                      <a:pt x="1037" y="19169"/>
                    </a:cubicBezTo>
                    <a:cubicBezTo>
                      <a:pt x="1810" y="15931"/>
                      <a:pt x="3537" y="12859"/>
                      <a:pt x="5299" y="9978"/>
                    </a:cubicBezTo>
                    <a:cubicBezTo>
                      <a:pt x="7240" y="6787"/>
                      <a:pt x="9311" y="3560"/>
                      <a:pt x="103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0"/>
              <p:cNvSpPr/>
              <p:nvPr/>
            </p:nvSpPr>
            <p:spPr>
              <a:xfrm>
                <a:off x="6008138" y="1068000"/>
                <a:ext cx="238150" cy="491175"/>
              </a:xfrm>
              <a:custGeom>
                <a:rect b="b" l="l" r="r" t="t"/>
                <a:pathLst>
                  <a:path extrusionOk="0" h="19647" w="9526">
                    <a:moveTo>
                      <a:pt x="9526" y="1"/>
                    </a:moveTo>
                    <a:lnTo>
                      <a:pt x="9526" y="1"/>
                    </a:lnTo>
                    <a:cubicBezTo>
                      <a:pt x="9466" y="108"/>
                      <a:pt x="9395" y="227"/>
                      <a:pt x="9323" y="322"/>
                    </a:cubicBezTo>
                    <a:cubicBezTo>
                      <a:pt x="8275" y="3882"/>
                      <a:pt x="6204" y="7109"/>
                      <a:pt x="4263" y="10312"/>
                    </a:cubicBezTo>
                    <a:cubicBezTo>
                      <a:pt x="2501" y="13205"/>
                      <a:pt x="774" y="16253"/>
                      <a:pt x="1" y="19515"/>
                    </a:cubicBezTo>
                    <a:cubicBezTo>
                      <a:pt x="12" y="19551"/>
                      <a:pt x="36" y="19598"/>
                      <a:pt x="60" y="19646"/>
                    </a:cubicBezTo>
                    <a:cubicBezTo>
                      <a:pt x="1917" y="18360"/>
                      <a:pt x="3751" y="16610"/>
                      <a:pt x="5180" y="14884"/>
                    </a:cubicBezTo>
                    <a:cubicBezTo>
                      <a:pt x="8466" y="10895"/>
                      <a:pt x="9145" y="5144"/>
                      <a:pt x="95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0"/>
              <p:cNvSpPr/>
              <p:nvPr/>
            </p:nvSpPr>
            <p:spPr>
              <a:xfrm>
                <a:off x="6091788" y="1455550"/>
                <a:ext cx="258975" cy="479250"/>
              </a:xfrm>
              <a:custGeom>
                <a:rect b="b" l="l" r="r" t="t"/>
                <a:pathLst>
                  <a:path extrusionOk="0" h="19170" w="10359">
                    <a:moveTo>
                      <a:pt x="10359" y="1"/>
                    </a:moveTo>
                    <a:cubicBezTo>
                      <a:pt x="7537" y="4454"/>
                      <a:pt x="2298" y="7347"/>
                      <a:pt x="703" y="12371"/>
                    </a:cubicBezTo>
                    <a:cubicBezTo>
                      <a:pt x="0" y="14586"/>
                      <a:pt x="119" y="17050"/>
                      <a:pt x="1048" y="19170"/>
                    </a:cubicBezTo>
                    <a:cubicBezTo>
                      <a:pt x="1822" y="15931"/>
                      <a:pt x="3548" y="12859"/>
                      <a:pt x="5298" y="9978"/>
                    </a:cubicBezTo>
                    <a:cubicBezTo>
                      <a:pt x="7251" y="6811"/>
                      <a:pt x="9323" y="3561"/>
                      <a:pt x="103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0"/>
              <p:cNvSpPr/>
              <p:nvPr/>
            </p:nvSpPr>
            <p:spPr>
              <a:xfrm>
                <a:off x="6117963" y="1447825"/>
                <a:ext cx="238150" cy="491150"/>
              </a:xfrm>
              <a:custGeom>
                <a:rect b="b" l="l" r="r" t="t"/>
                <a:pathLst>
                  <a:path extrusionOk="0" h="19646" w="9526">
                    <a:moveTo>
                      <a:pt x="9526" y="0"/>
                    </a:moveTo>
                    <a:lnTo>
                      <a:pt x="9526" y="0"/>
                    </a:lnTo>
                    <a:cubicBezTo>
                      <a:pt x="9466" y="107"/>
                      <a:pt x="9395" y="226"/>
                      <a:pt x="9312" y="334"/>
                    </a:cubicBezTo>
                    <a:cubicBezTo>
                      <a:pt x="8276" y="3882"/>
                      <a:pt x="6204" y="7120"/>
                      <a:pt x="4251" y="10311"/>
                    </a:cubicBezTo>
                    <a:cubicBezTo>
                      <a:pt x="2501" y="13204"/>
                      <a:pt x="775" y="16252"/>
                      <a:pt x="1" y="19514"/>
                    </a:cubicBezTo>
                    <a:cubicBezTo>
                      <a:pt x="13" y="19550"/>
                      <a:pt x="25" y="19598"/>
                      <a:pt x="60" y="19645"/>
                    </a:cubicBezTo>
                    <a:cubicBezTo>
                      <a:pt x="1918" y="18383"/>
                      <a:pt x="3751" y="16609"/>
                      <a:pt x="5180" y="14883"/>
                    </a:cubicBezTo>
                    <a:cubicBezTo>
                      <a:pt x="8466" y="10894"/>
                      <a:pt x="9133" y="5156"/>
                      <a:pt x="9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0"/>
              <p:cNvSpPr/>
              <p:nvPr/>
            </p:nvSpPr>
            <p:spPr>
              <a:xfrm>
                <a:off x="6143863" y="1471025"/>
                <a:ext cx="97375" cy="91125"/>
              </a:xfrm>
              <a:custGeom>
                <a:rect b="b" l="l" r="r" t="t"/>
                <a:pathLst>
                  <a:path extrusionOk="0" h="3645" w="3895">
                    <a:moveTo>
                      <a:pt x="3894" y="1"/>
                    </a:moveTo>
                    <a:lnTo>
                      <a:pt x="3894" y="1"/>
                    </a:lnTo>
                    <a:cubicBezTo>
                      <a:pt x="2501" y="239"/>
                      <a:pt x="1251" y="1108"/>
                      <a:pt x="525" y="2299"/>
                    </a:cubicBezTo>
                    <a:cubicBezTo>
                      <a:pt x="203" y="2823"/>
                      <a:pt x="1" y="3632"/>
                      <a:pt x="882" y="3644"/>
                    </a:cubicBezTo>
                    <a:cubicBezTo>
                      <a:pt x="889" y="3644"/>
                      <a:pt x="897" y="3644"/>
                      <a:pt x="905" y="3644"/>
                    </a:cubicBezTo>
                    <a:cubicBezTo>
                      <a:pt x="1590" y="3644"/>
                      <a:pt x="2363" y="3115"/>
                      <a:pt x="2799" y="2644"/>
                    </a:cubicBezTo>
                    <a:cubicBezTo>
                      <a:pt x="3477" y="1942"/>
                      <a:pt x="3835" y="965"/>
                      <a:pt x="38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0"/>
              <p:cNvSpPr/>
              <p:nvPr/>
            </p:nvSpPr>
            <p:spPr>
              <a:xfrm>
                <a:off x="5798288" y="1829475"/>
                <a:ext cx="116275" cy="66100"/>
              </a:xfrm>
              <a:custGeom>
                <a:rect b="b" l="l" r="r" t="t"/>
                <a:pathLst>
                  <a:path extrusionOk="0" h="2644" w="4651">
                    <a:moveTo>
                      <a:pt x="1290" y="1"/>
                    </a:moveTo>
                    <a:cubicBezTo>
                      <a:pt x="856" y="1"/>
                      <a:pt x="420" y="66"/>
                      <a:pt x="1" y="188"/>
                    </a:cubicBezTo>
                    <a:cubicBezTo>
                      <a:pt x="691" y="1403"/>
                      <a:pt x="1941" y="2284"/>
                      <a:pt x="3311" y="2593"/>
                    </a:cubicBezTo>
                    <a:cubicBezTo>
                      <a:pt x="3445" y="2624"/>
                      <a:pt x="3595" y="2643"/>
                      <a:pt x="3741" y="2643"/>
                    </a:cubicBezTo>
                    <a:cubicBezTo>
                      <a:pt x="4214" y="2643"/>
                      <a:pt x="4651" y="2444"/>
                      <a:pt x="4442" y="1808"/>
                    </a:cubicBezTo>
                    <a:cubicBezTo>
                      <a:pt x="4215" y="1141"/>
                      <a:pt x="3465" y="581"/>
                      <a:pt x="2858" y="319"/>
                    </a:cubicBezTo>
                    <a:cubicBezTo>
                      <a:pt x="2363" y="102"/>
                      <a:pt x="1829" y="1"/>
                      <a:pt x="12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0"/>
              <p:cNvSpPr/>
              <p:nvPr/>
            </p:nvSpPr>
            <p:spPr>
              <a:xfrm>
                <a:off x="5689338" y="1180825"/>
                <a:ext cx="96975" cy="85000"/>
              </a:xfrm>
              <a:custGeom>
                <a:rect b="b" l="l" r="r" t="t"/>
                <a:pathLst>
                  <a:path extrusionOk="0" h="3400" w="3879">
                    <a:moveTo>
                      <a:pt x="1" y="0"/>
                    </a:moveTo>
                    <a:cubicBezTo>
                      <a:pt x="322" y="1369"/>
                      <a:pt x="1287" y="2536"/>
                      <a:pt x="2549" y="3179"/>
                    </a:cubicBezTo>
                    <a:cubicBezTo>
                      <a:pt x="2780" y="3303"/>
                      <a:pt x="3063" y="3399"/>
                      <a:pt x="3306" y="3399"/>
                    </a:cubicBezTo>
                    <a:cubicBezTo>
                      <a:pt x="3626" y="3399"/>
                      <a:pt x="3879" y="3232"/>
                      <a:pt x="3859" y="2739"/>
                    </a:cubicBezTo>
                    <a:cubicBezTo>
                      <a:pt x="3811" y="2048"/>
                      <a:pt x="3228" y="1298"/>
                      <a:pt x="2727" y="893"/>
                    </a:cubicBezTo>
                    <a:cubicBezTo>
                      <a:pt x="1965" y="274"/>
                      <a:pt x="965"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0"/>
              <p:cNvSpPr/>
              <p:nvPr/>
            </p:nvSpPr>
            <p:spPr>
              <a:xfrm>
                <a:off x="5705413" y="1301275"/>
                <a:ext cx="159875" cy="140500"/>
              </a:xfrm>
              <a:custGeom>
                <a:rect b="b" l="l" r="r" t="t"/>
                <a:pathLst>
                  <a:path extrusionOk="0" h="5620" w="6395">
                    <a:moveTo>
                      <a:pt x="3194" y="0"/>
                    </a:moveTo>
                    <a:cubicBezTo>
                      <a:pt x="2270" y="0"/>
                      <a:pt x="1367" y="453"/>
                      <a:pt x="834" y="1290"/>
                    </a:cubicBezTo>
                    <a:cubicBezTo>
                      <a:pt x="1" y="2600"/>
                      <a:pt x="370" y="4350"/>
                      <a:pt x="1680" y="5183"/>
                    </a:cubicBezTo>
                    <a:cubicBezTo>
                      <a:pt x="2149" y="5478"/>
                      <a:pt x="2674" y="5619"/>
                      <a:pt x="3192" y="5619"/>
                    </a:cubicBezTo>
                    <a:cubicBezTo>
                      <a:pt x="4119" y="5619"/>
                      <a:pt x="5026" y="5166"/>
                      <a:pt x="5561" y="4326"/>
                    </a:cubicBezTo>
                    <a:cubicBezTo>
                      <a:pt x="6395" y="3040"/>
                      <a:pt x="6025" y="1290"/>
                      <a:pt x="4716" y="445"/>
                    </a:cubicBezTo>
                    <a:cubicBezTo>
                      <a:pt x="4243" y="144"/>
                      <a:pt x="3715" y="0"/>
                      <a:pt x="3194"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0"/>
              <p:cNvSpPr/>
              <p:nvPr/>
            </p:nvSpPr>
            <p:spPr>
              <a:xfrm>
                <a:off x="5857238" y="1921000"/>
                <a:ext cx="158675" cy="140500"/>
              </a:xfrm>
              <a:custGeom>
                <a:rect b="b" l="l" r="r" t="t"/>
                <a:pathLst>
                  <a:path extrusionOk="0" h="5620" w="6347">
                    <a:moveTo>
                      <a:pt x="3174" y="1"/>
                    </a:moveTo>
                    <a:cubicBezTo>
                      <a:pt x="2055" y="1"/>
                      <a:pt x="997" y="666"/>
                      <a:pt x="560" y="1778"/>
                    </a:cubicBezTo>
                    <a:cubicBezTo>
                      <a:pt x="0" y="3219"/>
                      <a:pt x="691" y="4850"/>
                      <a:pt x="2143" y="5421"/>
                    </a:cubicBezTo>
                    <a:cubicBezTo>
                      <a:pt x="2483" y="5556"/>
                      <a:pt x="2833" y="5620"/>
                      <a:pt x="3177" y="5620"/>
                    </a:cubicBezTo>
                    <a:cubicBezTo>
                      <a:pt x="4294" y="5620"/>
                      <a:pt x="5350" y="4948"/>
                      <a:pt x="5787" y="3838"/>
                    </a:cubicBezTo>
                    <a:cubicBezTo>
                      <a:pt x="6346" y="2397"/>
                      <a:pt x="5656" y="766"/>
                      <a:pt x="4203" y="195"/>
                    </a:cubicBezTo>
                    <a:cubicBezTo>
                      <a:pt x="3865" y="63"/>
                      <a:pt x="3517" y="1"/>
                      <a:pt x="3174"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0"/>
              <p:cNvSpPr/>
              <p:nvPr/>
            </p:nvSpPr>
            <p:spPr>
              <a:xfrm>
                <a:off x="6067963" y="1594825"/>
                <a:ext cx="155400" cy="140275"/>
              </a:xfrm>
              <a:custGeom>
                <a:rect b="b" l="l" r="r" t="t"/>
                <a:pathLst>
                  <a:path extrusionOk="0" h="5611" w="6216">
                    <a:moveTo>
                      <a:pt x="3108" y="1"/>
                    </a:moveTo>
                    <a:cubicBezTo>
                      <a:pt x="2416" y="1"/>
                      <a:pt x="1723" y="254"/>
                      <a:pt x="1179" y="764"/>
                    </a:cubicBezTo>
                    <a:cubicBezTo>
                      <a:pt x="48" y="1835"/>
                      <a:pt x="1" y="3597"/>
                      <a:pt x="1060" y="4729"/>
                    </a:cubicBezTo>
                    <a:cubicBezTo>
                      <a:pt x="1617" y="5316"/>
                      <a:pt x="2362" y="5611"/>
                      <a:pt x="3108" y="5611"/>
                    </a:cubicBezTo>
                    <a:cubicBezTo>
                      <a:pt x="3800" y="5611"/>
                      <a:pt x="4493" y="5357"/>
                      <a:pt x="5037" y="4848"/>
                    </a:cubicBezTo>
                    <a:cubicBezTo>
                      <a:pt x="6168" y="3776"/>
                      <a:pt x="6216" y="2014"/>
                      <a:pt x="5156" y="883"/>
                    </a:cubicBezTo>
                    <a:cubicBezTo>
                      <a:pt x="4600" y="296"/>
                      <a:pt x="3855" y="1"/>
                      <a:pt x="3108"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9" name="Google Shape;4379;p80"/>
            <p:cNvGrpSpPr/>
            <p:nvPr/>
          </p:nvGrpSpPr>
          <p:grpSpPr>
            <a:xfrm>
              <a:off x="6910531" y="2113817"/>
              <a:ext cx="559800" cy="751978"/>
              <a:chOff x="6243388" y="2238663"/>
              <a:chExt cx="495925" cy="666175"/>
            </a:xfrm>
          </p:grpSpPr>
          <p:sp>
            <p:nvSpPr>
              <p:cNvPr id="4380" name="Google Shape;4380;p80"/>
              <p:cNvSpPr/>
              <p:nvPr/>
            </p:nvSpPr>
            <p:spPr>
              <a:xfrm>
                <a:off x="6261238" y="2447013"/>
                <a:ext cx="459625" cy="439075"/>
              </a:xfrm>
              <a:custGeom>
                <a:rect b="b" l="l" r="r" t="t"/>
                <a:pathLst>
                  <a:path extrusionOk="0" h="17563" w="18385">
                    <a:moveTo>
                      <a:pt x="13872" y="1"/>
                    </a:moveTo>
                    <a:cubicBezTo>
                      <a:pt x="11193" y="1"/>
                      <a:pt x="9181" y="751"/>
                      <a:pt x="9181" y="751"/>
                    </a:cubicBezTo>
                    <a:cubicBezTo>
                      <a:pt x="9181" y="751"/>
                      <a:pt x="5835" y="1644"/>
                      <a:pt x="4204" y="1644"/>
                    </a:cubicBezTo>
                    <a:cubicBezTo>
                      <a:pt x="2858" y="1644"/>
                      <a:pt x="1" y="751"/>
                      <a:pt x="1" y="751"/>
                    </a:cubicBezTo>
                    <a:lnTo>
                      <a:pt x="1" y="14050"/>
                    </a:lnTo>
                    <a:lnTo>
                      <a:pt x="108" y="14050"/>
                    </a:lnTo>
                    <a:lnTo>
                      <a:pt x="108" y="14800"/>
                    </a:lnTo>
                    <a:cubicBezTo>
                      <a:pt x="108" y="16324"/>
                      <a:pt x="1346" y="17562"/>
                      <a:pt x="2870" y="17562"/>
                    </a:cubicBezTo>
                    <a:cubicBezTo>
                      <a:pt x="3859" y="17562"/>
                      <a:pt x="4740" y="17074"/>
                      <a:pt x="5240" y="16241"/>
                    </a:cubicBezTo>
                    <a:lnTo>
                      <a:pt x="5883" y="15193"/>
                    </a:lnTo>
                    <a:lnTo>
                      <a:pt x="6526" y="16241"/>
                    </a:lnTo>
                    <a:cubicBezTo>
                      <a:pt x="7037" y="17074"/>
                      <a:pt x="7919" y="17562"/>
                      <a:pt x="8883" y="17562"/>
                    </a:cubicBezTo>
                    <a:cubicBezTo>
                      <a:pt x="10109" y="17562"/>
                      <a:pt x="11181" y="16777"/>
                      <a:pt x="11538" y="15610"/>
                    </a:cubicBezTo>
                    <a:lnTo>
                      <a:pt x="12252" y="13288"/>
                    </a:lnTo>
                    <a:lnTo>
                      <a:pt x="12967" y="15610"/>
                    </a:lnTo>
                    <a:cubicBezTo>
                      <a:pt x="13324" y="16777"/>
                      <a:pt x="14396" y="17562"/>
                      <a:pt x="15610" y="17562"/>
                    </a:cubicBezTo>
                    <a:cubicBezTo>
                      <a:pt x="17134" y="17562"/>
                      <a:pt x="18384" y="16312"/>
                      <a:pt x="18348" y="14800"/>
                    </a:cubicBezTo>
                    <a:lnTo>
                      <a:pt x="18348" y="751"/>
                    </a:lnTo>
                    <a:cubicBezTo>
                      <a:pt x="18348" y="751"/>
                      <a:pt x="16408" y="1"/>
                      <a:pt x="13872" y="1"/>
                    </a:cubicBezTo>
                    <a:close/>
                  </a:path>
                </a:pathLst>
              </a:custGeom>
              <a:solidFill>
                <a:srgbClr val="563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0"/>
              <p:cNvSpPr/>
              <p:nvPr/>
            </p:nvSpPr>
            <p:spPr>
              <a:xfrm>
                <a:off x="6243388" y="2238663"/>
                <a:ext cx="495925" cy="666175"/>
              </a:xfrm>
              <a:custGeom>
                <a:rect b="b" l="l" r="r" t="t"/>
                <a:pathLst>
                  <a:path extrusionOk="0" h="26647" w="19837">
                    <a:moveTo>
                      <a:pt x="1" y="0"/>
                    </a:moveTo>
                    <a:lnTo>
                      <a:pt x="1" y="23134"/>
                    </a:lnTo>
                    <a:lnTo>
                      <a:pt x="108" y="23134"/>
                    </a:lnTo>
                    <a:cubicBezTo>
                      <a:pt x="108" y="25063"/>
                      <a:pt x="1679" y="26647"/>
                      <a:pt x="3620" y="26647"/>
                    </a:cubicBezTo>
                    <a:cubicBezTo>
                      <a:pt x="4882" y="26647"/>
                      <a:pt x="6001" y="25968"/>
                      <a:pt x="6608" y="24956"/>
                    </a:cubicBezTo>
                    <a:cubicBezTo>
                      <a:pt x="7216" y="25968"/>
                      <a:pt x="8335" y="26647"/>
                      <a:pt x="9597" y="26647"/>
                    </a:cubicBezTo>
                    <a:cubicBezTo>
                      <a:pt x="11180" y="26647"/>
                      <a:pt x="12514" y="25599"/>
                      <a:pt x="12966" y="24158"/>
                    </a:cubicBezTo>
                    <a:cubicBezTo>
                      <a:pt x="13407" y="25587"/>
                      <a:pt x="14740" y="26647"/>
                      <a:pt x="16324" y="26647"/>
                    </a:cubicBezTo>
                    <a:cubicBezTo>
                      <a:pt x="18265" y="26647"/>
                      <a:pt x="19836" y="25063"/>
                      <a:pt x="19836" y="23134"/>
                    </a:cubicBezTo>
                    <a:lnTo>
                      <a:pt x="1983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0"/>
              <p:cNvSpPr/>
              <p:nvPr/>
            </p:nvSpPr>
            <p:spPr>
              <a:xfrm>
                <a:off x="6308150" y="2304775"/>
                <a:ext cx="80700" cy="324900"/>
              </a:xfrm>
              <a:prstGeom prst="roundRect">
                <a:avLst>
                  <a:gd fmla="val 50000" name="adj"/>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3" name="Google Shape;4383;p80"/>
            <p:cNvGrpSpPr/>
            <p:nvPr/>
          </p:nvGrpSpPr>
          <p:grpSpPr>
            <a:xfrm rot="1407025">
              <a:off x="7601130" y="2118864"/>
              <a:ext cx="407020" cy="741882"/>
              <a:chOff x="-214625" y="3943775"/>
              <a:chExt cx="458725" cy="836125"/>
            </a:xfrm>
          </p:grpSpPr>
          <p:sp>
            <p:nvSpPr>
              <p:cNvPr id="4384" name="Google Shape;4384;p80"/>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0"/>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0"/>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0"/>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0"/>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0"/>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0"/>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0"/>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0"/>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0"/>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0"/>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0"/>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6" name="Google Shape;4396;p80"/>
            <p:cNvSpPr/>
            <p:nvPr/>
          </p:nvSpPr>
          <p:spPr>
            <a:xfrm rot="2131633">
              <a:off x="7730151" y="1751612"/>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0"/>
            <p:cNvSpPr/>
            <p:nvPr/>
          </p:nvSpPr>
          <p:spPr>
            <a:xfrm flipH="1" rot="-2131633">
              <a:off x="6459876" y="2184599"/>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80"/>
          <p:cNvGrpSpPr/>
          <p:nvPr/>
        </p:nvGrpSpPr>
        <p:grpSpPr>
          <a:xfrm>
            <a:off x="1018264" y="1264171"/>
            <a:ext cx="2175848" cy="1601637"/>
            <a:chOff x="1018264" y="1264171"/>
            <a:chExt cx="2175848" cy="1601637"/>
          </a:xfrm>
        </p:grpSpPr>
        <p:sp>
          <p:nvSpPr>
            <p:cNvPr id="4399" name="Google Shape;4399;p80"/>
            <p:cNvSpPr/>
            <p:nvPr/>
          </p:nvSpPr>
          <p:spPr>
            <a:xfrm>
              <a:off x="1275302" y="1594709"/>
              <a:ext cx="1356907" cy="1185230"/>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0" name="Google Shape;4400;p80"/>
            <p:cNvGrpSpPr/>
            <p:nvPr/>
          </p:nvGrpSpPr>
          <p:grpSpPr>
            <a:xfrm>
              <a:off x="1721288" y="1508849"/>
              <a:ext cx="467626" cy="1356958"/>
              <a:chOff x="4879175" y="1187475"/>
              <a:chExt cx="645625" cy="1873475"/>
            </a:xfrm>
          </p:grpSpPr>
          <p:sp>
            <p:nvSpPr>
              <p:cNvPr id="4401" name="Google Shape;4401;p80"/>
              <p:cNvSpPr/>
              <p:nvPr/>
            </p:nvSpPr>
            <p:spPr>
              <a:xfrm>
                <a:off x="5067000" y="1187475"/>
                <a:ext cx="269700" cy="175650"/>
              </a:xfrm>
              <a:custGeom>
                <a:rect b="b" l="l" r="r" t="t"/>
                <a:pathLst>
                  <a:path extrusionOk="0" h="7026" w="10788">
                    <a:moveTo>
                      <a:pt x="655" y="1"/>
                    </a:moveTo>
                    <a:cubicBezTo>
                      <a:pt x="274" y="1"/>
                      <a:pt x="0" y="298"/>
                      <a:pt x="0" y="655"/>
                    </a:cubicBezTo>
                    <a:lnTo>
                      <a:pt x="0" y="6370"/>
                    </a:lnTo>
                    <a:cubicBezTo>
                      <a:pt x="0" y="6740"/>
                      <a:pt x="298" y="7025"/>
                      <a:pt x="655" y="7025"/>
                    </a:cubicBezTo>
                    <a:lnTo>
                      <a:pt x="10132" y="7025"/>
                    </a:lnTo>
                    <a:cubicBezTo>
                      <a:pt x="10490" y="7025"/>
                      <a:pt x="10787" y="6728"/>
                      <a:pt x="10787" y="6370"/>
                    </a:cubicBezTo>
                    <a:lnTo>
                      <a:pt x="10787" y="655"/>
                    </a:lnTo>
                    <a:cubicBezTo>
                      <a:pt x="10787" y="286"/>
                      <a:pt x="10490" y="1"/>
                      <a:pt x="10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0"/>
              <p:cNvSpPr/>
              <p:nvPr/>
            </p:nvSpPr>
            <p:spPr>
              <a:xfrm>
                <a:off x="4879175" y="1363100"/>
                <a:ext cx="645625" cy="1697850"/>
              </a:xfrm>
              <a:custGeom>
                <a:rect b="b" l="l" r="r" t="t"/>
                <a:pathLst>
                  <a:path extrusionOk="0" h="67914" w="25825">
                    <a:moveTo>
                      <a:pt x="8608" y="0"/>
                    </a:moveTo>
                    <a:lnTo>
                      <a:pt x="8608" y="500"/>
                    </a:lnTo>
                    <a:cubicBezTo>
                      <a:pt x="8608" y="941"/>
                      <a:pt x="8358" y="1322"/>
                      <a:pt x="7954" y="1489"/>
                    </a:cubicBezTo>
                    <a:cubicBezTo>
                      <a:pt x="3274" y="3441"/>
                      <a:pt x="0" y="8037"/>
                      <a:pt x="0" y="13407"/>
                    </a:cubicBezTo>
                    <a:lnTo>
                      <a:pt x="0" y="63651"/>
                    </a:lnTo>
                    <a:lnTo>
                      <a:pt x="143" y="63651"/>
                    </a:lnTo>
                    <a:cubicBezTo>
                      <a:pt x="143" y="66008"/>
                      <a:pt x="2191" y="67913"/>
                      <a:pt x="4715" y="67913"/>
                    </a:cubicBezTo>
                    <a:cubicBezTo>
                      <a:pt x="6358" y="67913"/>
                      <a:pt x="7811" y="67092"/>
                      <a:pt x="8608" y="65877"/>
                    </a:cubicBezTo>
                    <a:cubicBezTo>
                      <a:pt x="9418" y="67092"/>
                      <a:pt x="10859" y="67913"/>
                      <a:pt x="12514" y="67913"/>
                    </a:cubicBezTo>
                    <a:cubicBezTo>
                      <a:pt x="14562" y="67913"/>
                      <a:pt x="16300" y="66651"/>
                      <a:pt x="16883" y="64901"/>
                    </a:cubicBezTo>
                    <a:cubicBezTo>
                      <a:pt x="17467" y="66651"/>
                      <a:pt x="19193" y="67913"/>
                      <a:pt x="21265" y="67913"/>
                    </a:cubicBezTo>
                    <a:cubicBezTo>
                      <a:pt x="23789" y="67913"/>
                      <a:pt x="25825" y="66008"/>
                      <a:pt x="25825" y="63651"/>
                    </a:cubicBezTo>
                    <a:lnTo>
                      <a:pt x="25825" y="13407"/>
                    </a:lnTo>
                    <a:cubicBezTo>
                      <a:pt x="25825" y="8037"/>
                      <a:pt x="22551" y="3441"/>
                      <a:pt x="17883" y="1489"/>
                    </a:cubicBezTo>
                    <a:cubicBezTo>
                      <a:pt x="17467" y="1322"/>
                      <a:pt x="17217" y="941"/>
                      <a:pt x="17217" y="500"/>
                    </a:cubicBezTo>
                    <a:lnTo>
                      <a:pt x="17217"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403" name="Google Shape;4403;p80"/>
            <p:cNvCxnSpPr/>
            <p:nvPr/>
          </p:nvCxnSpPr>
          <p:spPr>
            <a:xfrm>
              <a:off x="1454100" y="2236625"/>
              <a:ext cx="1002000" cy="0"/>
            </a:xfrm>
            <a:prstGeom prst="straightConnector1">
              <a:avLst/>
            </a:prstGeom>
            <a:noFill/>
            <a:ln cap="flat" cmpd="sng" w="19050">
              <a:solidFill>
                <a:schemeClr val="accent4"/>
              </a:solidFill>
              <a:prstDash val="dash"/>
              <a:round/>
              <a:headEnd len="med" w="med" type="none"/>
              <a:tailEnd len="med" w="med" type="none"/>
            </a:ln>
          </p:spPr>
        </p:cxnSp>
        <p:grpSp>
          <p:nvGrpSpPr>
            <p:cNvPr id="4404" name="Google Shape;4404;p80"/>
            <p:cNvGrpSpPr/>
            <p:nvPr/>
          </p:nvGrpSpPr>
          <p:grpSpPr>
            <a:xfrm rot="9131269">
              <a:off x="2504543" y="1328722"/>
              <a:ext cx="504271" cy="919142"/>
              <a:chOff x="-214625" y="3943775"/>
              <a:chExt cx="458725" cy="836125"/>
            </a:xfrm>
          </p:grpSpPr>
          <p:sp>
            <p:nvSpPr>
              <p:cNvPr id="4405" name="Google Shape;4405;p80"/>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0"/>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0"/>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0"/>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0"/>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0"/>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0"/>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0"/>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0"/>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0"/>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0"/>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0"/>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7" name="Google Shape;4417;p80"/>
            <p:cNvSpPr/>
            <p:nvPr/>
          </p:nvSpPr>
          <p:spPr>
            <a:xfrm flipH="1" rot="-2131633">
              <a:off x="1092126" y="2338924"/>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80"/>
          <p:cNvGrpSpPr/>
          <p:nvPr/>
        </p:nvGrpSpPr>
        <p:grpSpPr>
          <a:xfrm>
            <a:off x="3551634" y="1427737"/>
            <a:ext cx="1866370" cy="1759855"/>
            <a:chOff x="3551634" y="1427737"/>
            <a:chExt cx="1866370" cy="1759855"/>
          </a:xfrm>
        </p:grpSpPr>
        <p:sp>
          <p:nvSpPr>
            <p:cNvPr id="4419" name="Google Shape;4419;p80"/>
            <p:cNvSpPr/>
            <p:nvPr/>
          </p:nvSpPr>
          <p:spPr>
            <a:xfrm flipH="1" rot="7125352">
              <a:off x="3893593" y="1715069"/>
              <a:ext cx="1356993" cy="1185191"/>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0" name="Google Shape;4420;p80"/>
            <p:cNvGrpSpPr/>
            <p:nvPr/>
          </p:nvGrpSpPr>
          <p:grpSpPr>
            <a:xfrm>
              <a:off x="4275308" y="1922561"/>
              <a:ext cx="467608" cy="628136"/>
              <a:chOff x="4289408" y="2074198"/>
              <a:chExt cx="467608" cy="628136"/>
            </a:xfrm>
          </p:grpSpPr>
          <p:sp>
            <p:nvSpPr>
              <p:cNvPr id="4421" name="Google Shape;4421;p80"/>
              <p:cNvSpPr/>
              <p:nvPr/>
            </p:nvSpPr>
            <p:spPr>
              <a:xfrm>
                <a:off x="4289408" y="2074198"/>
                <a:ext cx="467608" cy="628136"/>
              </a:xfrm>
              <a:custGeom>
                <a:rect b="b" l="l" r="r" t="t"/>
                <a:pathLst>
                  <a:path extrusionOk="0" h="26647" w="19837">
                    <a:moveTo>
                      <a:pt x="1" y="0"/>
                    </a:moveTo>
                    <a:lnTo>
                      <a:pt x="1" y="23134"/>
                    </a:lnTo>
                    <a:lnTo>
                      <a:pt x="108" y="23134"/>
                    </a:lnTo>
                    <a:cubicBezTo>
                      <a:pt x="108" y="25063"/>
                      <a:pt x="1679" y="26647"/>
                      <a:pt x="3620" y="26647"/>
                    </a:cubicBezTo>
                    <a:cubicBezTo>
                      <a:pt x="4882" y="26647"/>
                      <a:pt x="6001" y="25968"/>
                      <a:pt x="6608" y="24956"/>
                    </a:cubicBezTo>
                    <a:cubicBezTo>
                      <a:pt x="7216" y="25968"/>
                      <a:pt x="8335" y="26647"/>
                      <a:pt x="9597" y="26647"/>
                    </a:cubicBezTo>
                    <a:cubicBezTo>
                      <a:pt x="11180" y="26647"/>
                      <a:pt x="12514" y="25599"/>
                      <a:pt x="12966" y="24158"/>
                    </a:cubicBezTo>
                    <a:cubicBezTo>
                      <a:pt x="13407" y="25587"/>
                      <a:pt x="14740" y="26647"/>
                      <a:pt x="16324" y="26647"/>
                    </a:cubicBezTo>
                    <a:cubicBezTo>
                      <a:pt x="18265" y="26647"/>
                      <a:pt x="19836" y="25063"/>
                      <a:pt x="19836" y="23134"/>
                    </a:cubicBezTo>
                    <a:lnTo>
                      <a:pt x="1983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0"/>
              <p:cNvSpPr/>
              <p:nvPr/>
            </p:nvSpPr>
            <p:spPr>
              <a:xfrm>
                <a:off x="4350472" y="2136536"/>
                <a:ext cx="76092" cy="306348"/>
              </a:xfrm>
              <a:prstGeom prst="roundRect">
                <a:avLst>
                  <a:gd fmla="val 50000" name="adj"/>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3" name="Google Shape;4423;p80"/>
            <p:cNvGrpSpPr/>
            <p:nvPr/>
          </p:nvGrpSpPr>
          <p:grpSpPr>
            <a:xfrm rot="166080">
              <a:off x="3572919" y="2040830"/>
              <a:ext cx="681097" cy="897969"/>
              <a:chOff x="4326425" y="5583250"/>
              <a:chExt cx="744150" cy="981100"/>
            </a:xfrm>
          </p:grpSpPr>
          <p:sp>
            <p:nvSpPr>
              <p:cNvPr id="4424" name="Google Shape;4424;p80"/>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0"/>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0"/>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0"/>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0"/>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0"/>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0"/>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0"/>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0"/>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0"/>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0"/>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0"/>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0"/>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0"/>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0"/>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0"/>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0"/>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0"/>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0"/>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0"/>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0"/>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0"/>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0"/>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0"/>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0"/>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9" name="Google Shape;4449;p80"/>
            <p:cNvSpPr/>
            <p:nvPr/>
          </p:nvSpPr>
          <p:spPr>
            <a:xfrm rot="2131633">
              <a:off x="5006701" y="1707987"/>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398"/>
                                        </p:tgtEl>
                                        <p:attrNameLst>
                                          <p:attrName>style.visibility</p:attrName>
                                        </p:attrNameLst>
                                      </p:cBhvr>
                                      <p:to>
                                        <p:strVal val="visible"/>
                                      </p:to>
                                    </p:set>
                                    <p:animEffect filter="fade" transition="in">
                                      <p:cBhvr>
                                        <p:cTn dur="1000"/>
                                        <p:tgtEl>
                                          <p:spTgt spid="439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346"/>
                                        </p:tgtEl>
                                        <p:attrNameLst>
                                          <p:attrName>style.visibility</p:attrName>
                                        </p:attrNameLst>
                                      </p:cBhvr>
                                      <p:to>
                                        <p:strVal val="visible"/>
                                      </p:to>
                                    </p:set>
                                    <p:animEffect filter="fade" transition="in">
                                      <p:cBhvr>
                                        <p:cTn dur="1000"/>
                                        <p:tgtEl>
                                          <p:spTgt spid="4346"/>
                                        </p:tgtEl>
                                      </p:cBhvr>
                                    </p:animEffect>
                                  </p:childTnLst>
                                </p:cTn>
                              </p:par>
                              <p:par>
                                <p:cTn fill="hold" nodeType="withEffect" presetClass="entr" presetID="10" presetSubtype="0">
                                  <p:stCondLst>
                                    <p:cond delay="0"/>
                                  </p:stCondLst>
                                  <p:childTnLst>
                                    <p:set>
                                      <p:cBhvr>
                                        <p:cTn dur="1" fill="hold">
                                          <p:stCondLst>
                                            <p:cond delay="0"/>
                                          </p:stCondLst>
                                        </p:cTn>
                                        <p:tgtEl>
                                          <p:spTgt spid="4345"/>
                                        </p:tgtEl>
                                        <p:attrNameLst>
                                          <p:attrName>style.visibility</p:attrName>
                                        </p:attrNameLst>
                                      </p:cBhvr>
                                      <p:to>
                                        <p:strVal val="visible"/>
                                      </p:to>
                                    </p:set>
                                    <p:animEffect filter="fade" transition="in">
                                      <p:cBhvr>
                                        <p:cTn dur="1000"/>
                                        <p:tgtEl>
                                          <p:spTgt spid="434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418"/>
                                        </p:tgtEl>
                                        <p:attrNameLst>
                                          <p:attrName>style.visibility</p:attrName>
                                        </p:attrNameLst>
                                      </p:cBhvr>
                                      <p:to>
                                        <p:strVal val="visible"/>
                                      </p:to>
                                    </p:set>
                                    <p:animEffect filter="fade" transition="in">
                                      <p:cBhvr>
                                        <p:cTn dur="1000"/>
                                        <p:tgtEl>
                                          <p:spTgt spid="441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348"/>
                                        </p:tgtEl>
                                        <p:attrNameLst>
                                          <p:attrName>style.visibility</p:attrName>
                                        </p:attrNameLst>
                                      </p:cBhvr>
                                      <p:to>
                                        <p:strVal val="visible"/>
                                      </p:to>
                                    </p:set>
                                    <p:animEffect filter="fade" transition="in">
                                      <p:cBhvr>
                                        <p:cTn dur="1000"/>
                                        <p:tgtEl>
                                          <p:spTgt spid="4348"/>
                                        </p:tgtEl>
                                      </p:cBhvr>
                                    </p:animEffect>
                                  </p:childTnLst>
                                </p:cTn>
                              </p:par>
                              <p:par>
                                <p:cTn fill="hold" nodeType="withEffect" presetClass="entr" presetID="10" presetSubtype="0">
                                  <p:stCondLst>
                                    <p:cond delay="0"/>
                                  </p:stCondLst>
                                  <p:childTnLst>
                                    <p:set>
                                      <p:cBhvr>
                                        <p:cTn dur="1" fill="hold">
                                          <p:stCondLst>
                                            <p:cond delay="0"/>
                                          </p:stCondLst>
                                        </p:cTn>
                                        <p:tgtEl>
                                          <p:spTgt spid="4347"/>
                                        </p:tgtEl>
                                        <p:attrNameLst>
                                          <p:attrName>style.visibility</p:attrName>
                                        </p:attrNameLst>
                                      </p:cBhvr>
                                      <p:to>
                                        <p:strVal val="visible"/>
                                      </p:to>
                                    </p:set>
                                    <p:animEffect filter="fade" transition="in">
                                      <p:cBhvr>
                                        <p:cTn dur="1000"/>
                                        <p:tgtEl>
                                          <p:spTgt spid="434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351"/>
                                        </p:tgtEl>
                                        <p:attrNameLst>
                                          <p:attrName>style.visibility</p:attrName>
                                        </p:attrNameLst>
                                      </p:cBhvr>
                                      <p:to>
                                        <p:strVal val="visible"/>
                                      </p:to>
                                    </p:set>
                                    <p:animEffect filter="fade" transition="in">
                                      <p:cBhvr>
                                        <p:cTn dur="1000"/>
                                        <p:tgtEl>
                                          <p:spTgt spid="4351"/>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350"/>
                                        </p:tgtEl>
                                        <p:attrNameLst>
                                          <p:attrName>style.visibility</p:attrName>
                                        </p:attrNameLst>
                                      </p:cBhvr>
                                      <p:to>
                                        <p:strVal val="visible"/>
                                      </p:to>
                                    </p:set>
                                    <p:animEffect filter="fade" transition="in">
                                      <p:cBhvr>
                                        <p:cTn dur="1000"/>
                                        <p:tgtEl>
                                          <p:spTgt spid="4350"/>
                                        </p:tgtEl>
                                      </p:cBhvr>
                                    </p:animEffect>
                                  </p:childTnLst>
                                </p:cTn>
                              </p:par>
                              <p:par>
                                <p:cTn fill="hold" nodeType="withEffect" presetClass="entr" presetID="10" presetSubtype="0">
                                  <p:stCondLst>
                                    <p:cond delay="0"/>
                                  </p:stCondLst>
                                  <p:childTnLst>
                                    <p:set>
                                      <p:cBhvr>
                                        <p:cTn dur="1" fill="hold">
                                          <p:stCondLst>
                                            <p:cond delay="0"/>
                                          </p:stCondLst>
                                        </p:cTn>
                                        <p:tgtEl>
                                          <p:spTgt spid="4349"/>
                                        </p:tgtEl>
                                        <p:attrNameLst>
                                          <p:attrName>style.visibility</p:attrName>
                                        </p:attrNameLst>
                                      </p:cBhvr>
                                      <p:to>
                                        <p:strVal val="visible"/>
                                      </p:to>
                                    </p:set>
                                    <p:animEffect filter="fade" transition="in">
                                      <p:cBhvr>
                                        <p:cTn dur="1000"/>
                                        <p:tgtEl>
                                          <p:spTgt spid="434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3" name="Shape 4453"/>
        <p:cNvGrpSpPr/>
        <p:nvPr/>
      </p:nvGrpSpPr>
      <p:grpSpPr>
        <a:xfrm>
          <a:off x="0" y="0"/>
          <a:ext cx="0" cy="0"/>
          <a:chOff x="0" y="0"/>
          <a:chExt cx="0" cy="0"/>
        </a:xfrm>
      </p:grpSpPr>
      <p:sp>
        <p:nvSpPr>
          <p:cNvPr id="4454" name="Google Shape;4454;p81"/>
          <p:cNvSpPr/>
          <p:nvPr/>
        </p:nvSpPr>
        <p:spPr>
          <a:xfrm>
            <a:off x="786775" y="1319400"/>
            <a:ext cx="727800" cy="727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1"/>
          <p:cNvSpPr/>
          <p:nvPr/>
        </p:nvSpPr>
        <p:spPr>
          <a:xfrm>
            <a:off x="786775" y="2522479"/>
            <a:ext cx="727800" cy="727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1"/>
          <p:cNvSpPr/>
          <p:nvPr/>
        </p:nvSpPr>
        <p:spPr>
          <a:xfrm>
            <a:off x="786775" y="3721935"/>
            <a:ext cx="727800" cy="727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1"/>
          <p:cNvSpPr txBox="1"/>
          <p:nvPr>
            <p:ph type="title"/>
          </p:nvPr>
        </p:nvSpPr>
        <p:spPr>
          <a:xfrm>
            <a:off x="713275" y="445025"/>
            <a:ext cx="4325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REUSE IT, SAVE THE EARTH!</a:t>
            </a:r>
            <a:endParaRPr/>
          </a:p>
        </p:txBody>
      </p:sp>
      <p:sp>
        <p:nvSpPr>
          <p:cNvPr id="4458" name="Google Shape;4458;p81"/>
          <p:cNvSpPr txBox="1"/>
          <p:nvPr>
            <p:ph idx="1" type="subTitle"/>
          </p:nvPr>
        </p:nvSpPr>
        <p:spPr>
          <a:xfrm>
            <a:off x="1660525" y="1516532"/>
            <a:ext cx="33783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closest planet to the Sun and the smallest in the Solar System</a:t>
            </a:r>
            <a:endParaRPr/>
          </a:p>
        </p:txBody>
      </p:sp>
      <p:sp>
        <p:nvSpPr>
          <p:cNvPr id="4459" name="Google Shape;4459;p81"/>
          <p:cNvSpPr txBox="1"/>
          <p:nvPr>
            <p:ph idx="2" type="title"/>
          </p:nvPr>
        </p:nvSpPr>
        <p:spPr>
          <a:xfrm>
            <a:off x="1664159" y="1198650"/>
            <a:ext cx="33750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460" name="Google Shape;4460;p81"/>
          <p:cNvSpPr txBox="1"/>
          <p:nvPr>
            <p:ph idx="3" type="subTitle"/>
          </p:nvPr>
        </p:nvSpPr>
        <p:spPr>
          <a:xfrm>
            <a:off x="1660525" y="2721759"/>
            <a:ext cx="33783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4461" name="Google Shape;4461;p81"/>
          <p:cNvSpPr txBox="1"/>
          <p:nvPr>
            <p:ph idx="4" type="title"/>
          </p:nvPr>
        </p:nvSpPr>
        <p:spPr>
          <a:xfrm>
            <a:off x="1664159" y="2403878"/>
            <a:ext cx="33750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462" name="Google Shape;4462;p81"/>
          <p:cNvSpPr txBox="1"/>
          <p:nvPr>
            <p:ph idx="5" type="subTitle"/>
          </p:nvPr>
        </p:nvSpPr>
        <p:spPr>
          <a:xfrm>
            <a:off x="1660525" y="3927000"/>
            <a:ext cx="33783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4463" name="Google Shape;4463;p81"/>
          <p:cNvSpPr txBox="1"/>
          <p:nvPr>
            <p:ph idx="6" type="title"/>
          </p:nvPr>
        </p:nvSpPr>
        <p:spPr>
          <a:xfrm>
            <a:off x="1664202" y="3609118"/>
            <a:ext cx="33750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grpSp>
        <p:nvGrpSpPr>
          <p:cNvPr id="4464" name="Google Shape;4464;p81"/>
          <p:cNvGrpSpPr/>
          <p:nvPr/>
        </p:nvGrpSpPr>
        <p:grpSpPr>
          <a:xfrm rot="-278174">
            <a:off x="915507" y="2476219"/>
            <a:ext cx="470341" cy="803413"/>
            <a:chOff x="5573863" y="747125"/>
            <a:chExt cx="782250" cy="1336200"/>
          </a:xfrm>
        </p:grpSpPr>
        <p:sp>
          <p:nvSpPr>
            <p:cNvPr id="4465" name="Google Shape;4465;p81"/>
            <p:cNvSpPr/>
            <p:nvPr/>
          </p:nvSpPr>
          <p:spPr>
            <a:xfrm>
              <a:off x="6104888" y="1760350"/>
              <a:ext cx="90800" cy="237850"/>
            </a:xfrm>
            <a:custGeom>
              <a:rect b="b" l="l" r="r" t="t"/>
              <a:pathLst>
                <a:path extrusionOk="0" h="9514" w="3632">
                  <a:moveTo>
                    <a:pt x="3215" y="1"/>
                  </a:moveTo>
                  <a:cubicBezTo>
                    <a:pt x="2441" y="1620"/>
                    <a:pt x="1726" y="3287"/>
                    <a:pt x="1084" y="4954"/>
                  </a:cubicBezTo>
                  <a:cubicBezTo>
                    <a:pt x="536" y="6371"/>
                    <a:pt x="0" y="7906"/>
                    <a:pt x="36" y="9514"/>
                  </a:cubicBezTo>
                  <a:lnTo>
                    <a:pt x="488" y="9514"/>
                  </a:lnTo>
                  <a:cubicBezTo>
                    <a:pt x="476" y="7978"/>
                    <a:pt x="988" y="6501"/>
                    <a:pt x="1524" y="5120"/>
                  </a:cubicBezTo>
                  <a:cubicBezTo>
                    <a:pt x="2155" y="3453"/>
                    <a:pt x="2869" y="1799"/>
                    <a:pt x="3631" y="191"/>
                  </a:cubicBezTo>
                  <a:lnTo>
                    <a:pt x="3215" y="1"/>
                  </a:lnTo>
                  <a:close/>
                </a:path>
              </a:pathLst>
            </a:custGeom>
            <a:solidFill>
              <a:srgbClr val="2C40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6" name="Google Shape;4466;p81"/>
            <p:cNvGrpSpPr/>
            <p:nvPr/>
          </p:nvGrpSpPr>
          <p:grpSpPr>
            <a:xfrm>
              <a:off x="5743513" y="1045375"/>
              <a:ext cx="435200" cy="1037950"/>
              <a:chOff x="5743513" y="1045375"/>
              <a:chExt cx="435200" cy="1037950"/>
            </a:xfrm>
          </p:grpSpPr>
          <p:sp>
            <p:nvSpPr>
              <p:cNvPr id="4467" name="Google Shape;4467;p81"/>
              <p:cNvSpPr/>
              <p:nvPr/>
            </p:nvSpPr>
            <p:spPr>
              <a:xfrm>
                <a:off x="5750663" y="1045375"/>
                <a:ext cx="410200" cy="1037950"/>
              </a:xfrm>
              <a:custGeom>
                <a:rect b="b" l="l" r="r" t="t"/>
                <a:pathLst>
                  <a:path extrusionOk="0" h="41518" w="16408">
                    <a:moveTo>
                      <a:pt x="370" y="1"/>
                    </a:moveTo>
                    <a:lnTo>
                      <a:pt x="1" y="263"/>
                    </a:lnTo>
                    <a:cubicBezTo>
                      <a:pt x="3549" y="5156"/>
                      <a:pt x="6180" y="10836"/>
                      <a:pt x="7633" y="16682"/>
                    </a:cubicBezTo>
                    <a:cubicBezTo>
                      <a:pt x="7990" y="18075"/>
                      <a:pt x="8275" y="19503"/>
                      <a:pt x="8561" y="20908"/>
                    </a:cubicBezTo>
                    <a:cubicBezTo>
                      <a:pt x="8764" y="21968"/>
                      <a:pt x="8990" y="23051"/>
                      <a:pt x="9228" y="24111"/>
                    </a:cubicBezTo>
                    <a:cubicBezTo>
                      <a:pt x="10633" y="30219"/>
                      <a:pt x="12907" y="36077"/>
                      <a:pt x="16003" y="41518"/>
                    </a:cubicBezTo>
                    <a:lnTo>
                      <a:pt x="16407" y="41280"/>
                    </a:lnTo>
                    <a:cubicBezTo>
                      <a:pt x="13324" y="35874"/>
                      <a:pt x="11062" y="30064"/>
                      <a:pt x="9680" y="24004"/>
                    </a:cubicBezTo>
                    <a:cubicBezTo>
                      <a:pt x="9442" y="22944"/>
                      <a:pt x="9216" y="21861"/>
                      <a:pt x="9002" y="20813"/>
                    </a:cubicBezTo>
                    <a:cubicBezTo>
                      <a:pt x="8728" y="19420"/>
                      <a:pt x="8442" y="17979"/>
                      <a:pt x="8085" y="16562"/>
                    </a:cubicBezTo>
                    <a:cubicBezTo>
                      <a:pt x="6609" y="10657"/>
                      <a:pt x="3942" y="4918"/>
                      <a:pt x="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1"/>
              <p:cNvSpPr/>
              <p:nvPr/>
            </p:nvSpPr>
            <p:spPr>
              <a:xfrm>
                <a:off x="5931038" y="1107000"/>
                <a:ext cx="50050" cy="321800"/>
              </a:xfrm>
              <a:custGeom>
                <a:rect b="b" l="l" r="r" t="t"/>
                <a:pathLst>
                  <a:path extrusionOk="0" h="12872" w="2002">
                    <a:moveTo>
                      <a:pt x="1549" y="1"/>
                    </a:moveTo>
                    <a:cubicBezTo>
                      <a:pt x="215" y="4584"/>
                      <a:pt x="1" y="9525"/>
                      <a:pt x="60" y="12871"/>
                    </a:cubicBezTo>
                    <a:lnTo>
                      <a:pt x="525" y="12871"/>
                    </a:lnTo>
                    <a:cubicBezTo>
                      <a:pt x="477" y="9561"/>
                      <a:pt x="679" y="4656"/>
                      <a:pt x="2001" y="131"/>
                    </a:cubicBezTo>
                    <a:lnTo>
                      <a:pt x="154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1"/>
              <p:cNvSpPr/>
              <p:nvPr/>
            </p:nvSpPr>
            <p:spPr>
              <a:xfrm>
                <a:off x="5978363" y="1349600"/>
                <a:ext cx="119700" cy="288150"/>
              </a:xfrm>
              <a:custGeom>
                <a:rect b="b" l="l" r="r" t="t"/>
                <a:pathLst>
                  <a:path extrusionOk="0" h="11526" w="4788">
                    <a:moveTo>
                      <a:pt x="4406" y="0"/>
                    </a:moveTo>
                    <a:cubicBezTo>
                      <a:pt x="2096" y="3810"/>
                      <a:pt x="1001" y="7561"/>
                      <a:pt x="1" y="11406"/>
                    </a:cubicBezTo>
                    <a:lnTo>
                      <a:pt x="453" y="11525"/>
                    </a:lnTo>
                    <a:cubicBezTo>
                      <a:pt x="1430" y="7727"/>
                      <a:pt x="2513" y="4001"/>
                      <a:pt x="4787" y="238"/>
                    </a:cubicBezTo>
                    <a:lnTo>
                      <a:pt x="440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1"/>
              <p:cNvSpPr/>
              <p:nvPr/>
            </p:nvSpPr>
            <p:spPr>
              <a:xfrm>
                <a:off x="5889663" y="1697850"/>
                <a:ext cx="188750" cy="220575"/>
              </a:xfrm>
              <a:custGeom>
                <a:rect b="b" l="l" r="r" t="t"/>
                <a:pathLst>
                  <a:path extrusionOk="0" h="8823" w="7550">
                    <a:moveTo>
                      <a:pt x="334" y="0"/>
                    </a:moveTo>
                    <a:lnTo>
                      <a:pt x="1" y="334"/>
                    </a:lnTo>
                    <a:cubicBezTo>
                      <a:pt x="2489" y="2834"/>
                      <a:pt x="5335" y="6358"/>
                      <a:pt x="7180" y="8823"/>
                    </a:cubicBezTo>
                    <a:lnTo>
                      <a:pt x="7549" y="8549"/>
                    </a:lnTo>
                    <a:cubicBezTo>
                      <a:pt x="5704" y="6073"/>
                      <a:pt x="2835" y="2513"/>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1"/>
              <p:cNvSpPr/>
              <p:nvPr/>
            </p:nvSpPr>
            <p:spPr>
              <a:xfrm>
                <a:off x="5743513" y="1216250"/>
                <a:ext cx="222675" cy="309275"/>
              </a:xfrm>
              <a:custGeom>
                <a:rect b="b" l="l" r="r" t="t"/>
                <a:pathLst>
                  <a:path extrusionOk="0" h="12371" w="8907">
                    <a:moveTo>
                      <a:pt x="334" y="0"/>
                    </a:moveTo>
                    <a:lnTo>
                      <a:pt x="1" y="333"/>
                    </a:lnTo>
                    <a:cubicBezTo>
                      <a:pt x="3049" y="3381"/>
                      <a:pt x="5597" y="7596"/>
                      <a:pt x="7847" y="11299"/>
                    </a:cubicBezTo>
                    <a:lnTo>
                      <a:pt x="8502" y="12371"/>
                    </a:lnTo>
                    <a:lnTo>
                      <a:pt x="8907" y="12133"/>
                    </a:lnTo>
                    <a:lnTo>
                      <a:pt x="8252" y="11061"/>
                    </a:lnTo>
                    <a:cubicBezTo>
                      <a:pt x="5990" y="7322"/>
                      <a:pt x="3406" y="3096"/>
                      <a:pt x="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1"/>
              <p:cNvSpPr/>
              <p:nvPr/>
            </p:nvSpPr>
            <p:spPr>
              <a:xfrm>
                <a:off x="6012613" y="1529075"/>
                <a:ext cx="166100" cy="235775"/>
              </a:xfrm>
              <a:custGeom>
                <a:rect b="b" l="l" r="r" t="t"/>
                <a:pathLst>
                  <a:path extrusionOk="0" h="9431" w="6644">
                    <a:moveTo>
                      <a:pt x="6358" y="1"/>
                    </a:moveTo>
                    <a:cubicBezTo>
                      <a:pt x="3620" y="2227"/>
                      <a:pt x="1298" y="5608"/>
                      <a:pt x="0" y="9287"/>
                    </a:cubicBezTo>
                    <a:lnTo>
                      <a:pt x="429" y="9430"/>
                    </a:lnTo>
                    <a:cubicBezTo>
                      <a:pt x="1703" y="5823"/>
                      <a:pt x="3965" y="2525"/>
                      <a:pt x="6644" y="358"/>
                    </a:cubicBezTo>
                    <a:lnTo>
                      <a:pt x="635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1"/>
              <p:cNvSpPr/>
              <p:nvPr/>
            </p:nvSpPr>
            <p:spPr>
              <a:xfrm>
                <a:off x="5857813" y="1864225"/>
                <a:ext cx="282800" cy="187850"/>
              </a:xfrm>
              <a:custGeom>
                <a:rect b="b" l="l" r="r" t="t"/>
                <a:pathLst>
                  <a:path extrusionOk="0" h="7514" w="11312">
                    <a:moveTo>
                      <a:pt x="215" y="1"/>
                    </a:moveTo>
                    <a:lnTo>
                      <a:pt x="1" y="406"/>
                    </a:lnTo>
                    <a:cubicBezTo>
                      <a:pt x="3370" y="2132"/>
                      <a:pt x="7180" y="4597"/>
                      <a:pt x="11050" y="7514"/>
                    </a:cubicBezTo>
                    <a:lnTo>
                      <a:pt x="11312" y="7157"/>
                    </a:lnTo>
                    <a:cubicBezTo>
                      <a:pt x="7430" y="4216"/>
                      <a:pt x="3585" y="1739"/>
                      <a:pt x="2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4" name="Google Shape;4474;p81"/>
            <p:cNvSpPr/>
            <p:nvPr/>
          </p:nvSpPr>
          <p:spPr>
            <a:xfrm>
              <a:off x="5902763" y="755475"/>
              <a:ext cx="161650" cy="465550"/>
            </a:xfrm>
            <a:custGeom>
              <a:rect b="b" l="l" r="r" t="t"/>
              <a:pathLst>
                <a:path extrusionOk="0" h="18622" w="6466">
                  <a:moveTo>
                    <a:pt x="6466" y="0"/>
                  </a:moveTo>
                  <a:cubicBezTo>
                    <a:pt x="4787" y="4429"/>
                    <a:pt x="691" y="7942"/>
                    <a:pt x="215" y="12680"/>
                  </a:cubicBezTo>
                  <a:cubicBezTo>
                    <a:pt x="1" y="14764"/>
                    <a:pt x="560" y="16907"/>
                    <a:pt x="1763" y="18622"/>
                  </a:cubicBezTo>
                  <a:cubicBezTo>
                    <a:pt x="1846" y="15609"/>
                    <a:pt x="2823" y="12609"/>
                    <a:pt x="3835" y="9728"/>
                  </a:cubicBezTo>
                  <a:cubicBezTo>
                    <a:pt x="4966" y="6561"/>
                    <a:pt x="6192" y="3322"/>
                    <a:pt x="6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1"/>
            <p:cNvSpPr/>
            <p:nvPr/>
          </p:nvSpPr>
          <p:spPr>
            <a:xfrm>
              <a:off x="5947113" y="747125"/>
              <a:ext cx="147075" cy="476275"/>
            </a:xfrm>
            <a:custGeom>
              <a:rect b="b" l="l" r="r" t="t"/>
              <a:pathLst>
                <a:path extrusionOk="0" h="19051" w="5883">
                  <a:moveTo>
                    <a:pt x="4823" y="1"/>
                  </a:moveTo>
                  <a:lnTo>
                    <a:pt x="4823" y="1"/>
                  </a:lnTo>
                  <a:cubicBezTo>
                    <a:pt x="4775" y="108"/>
                    <a:pt x="4751" y="227"/>
                    <a:pt x="4704" y="334"/>
                  </a:cubicBezTo>
                  <a:cubicBezTo>
                    <a:pt x="4430" y="3668"/>
                    <a:pt x="3204" y="6895"/>
                    <a:pt x="2072" y="10062"/>
                  </a:cubicBezTo>
                  <a:cubicBezTo>
                    <a:pt x="1049" y="12943"/>
                    <a:pt x="84" y="15943"/>
                    <a:pt x="1" y="18956"/>
                  </a:cubicBezTo>
                  <a:cubicBezTo>
                    <a:pt x="25" y="18979"/>
                    <a:pt x="48" y="19027"/>
                    <a:pt x="72" y="19051"/>
                  </a:cubicBezTo>
                  <a:cubicBezTo>
                    <a:pt x="1477" y="17610"/>
                    <a:pt x="2751" y="15717"/>
                    <a:pt x="3704" y="13931"/>
                  </a:cubicBezTo>
                  <a:cubicBezTo>
                    <a:pt x="5882" y="9812"/>
                    <a:pt x="5418" y="4621"/>
                    <a:pt x="48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1"/>
            <p:cNvSpPr/>
            <p:nvPr/>
          </p:nvSpPr>
          <p:spPr>
            <a:xfrm>
              <a:off x="5619113" y="837025"/>
              <a:ext cx="267000" cy="408700"/>
            </a:xfrm>
            <a:custGeom>
              <a:rect b="b" l="l" r="r" t="t"/>
              <a:pathLst>
                <a:path extrusionOk="0" h="16348" w="10680">
                  <a:moveTo>
                    <a:pt x="0" y="1"/>
                  </a:moveTo>
                  <a:cubicBezTo>
                    <a:pt x="1250" y="3096"/>
                    <a:pt x="3393" y="5799"/>
                    <a:pt x="5429" y="8490"/>
                  </a:cubicBezTo>
                  <a:cubicBezTo>
                    <a:pt x="7251" y="10919"/>
                    <a:pt x="9073" y="13514"/>
                    <a:pt x="10061" y="16348"/>
                  </a:cubicBezTo>
                  <a:cubicBezTo>
                    <a:pt x="10680" y="14359"/>
                    <a:pt x="10573" y="12145"/>
                    <a:pt x="9763" y="10216"/>
                  </a:cubicBezTo>
                  <a:cubicBezTo>
                    <a:pt x="7882" y="5858"/>
                    <a:pt x="2929" y="372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1"/>
            <p:cNvSpPr/>
            <p:nvPr/>
          </p:nvSpPr>
          <p:spPr>
            <a:xfrm>
              <a:off x="5613738" y="829875"/>
              <a:ext cx="256325" cy="418825"/>
            </a:xfrm>
            <a:custGeom>
              <a:rect b="b" l="l" r="r" t="t"/>
              <a:pathLst>
                <a:path extrusionOk="0" h="16753" w="10253">
                  <a:moveTo>
                    <a:pt x="1" y="1"/>
                  </a:moveTo>
                  <a:lnTo>
                    <a:pt x="1" y="1"/>
                  </a:lnTo>
                  <a:cubicBezTo>
                    <a:pt x="810" y="4585"/>
                    <a:pt x="1918" y="9692"/>
                    <a:pt x="5228" y="12967"/>
                  </a:cubicBezTo>
                  <a:cubicBezTo>
                    <a:pt x="6656" y="14395"/>
                    <a:pt x="8454" y="15824"/>
                    <a:pt x="10216" y="16753"/>
                  </a:cubicBezTo>
                  <a:cubicBezTo>
                    <a:pt x="10228" y="16729"/>
                    <a:pt x="10240" y="16681"/>
                    <a:pt x="10252" y="16634"/>
                  </a:cubicBezTo>
                  <a:cubicBezTo>
                    <a:pt x="9276" y="13800"/>
                    <a:pt x="7454" y="11205"/>
                    <a:pt x="5632" y="8776"/>
                  </a:cubicBezTo>
                  <a:cubicBezTo>
                    <a:pt x="3608" y="6085"/>
                    <a:pt x="1465" y="3382"/>
                    <a:pt x="215" y="287"/>
                  </a:cubicBezTo>
                  <a:cubicBezTo>
                    <a:pt x="132" y="179"/>
                    <a:pt x="72" y="84"/>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1"/>
            <p:cNvSpPr/>
            <p:nvPr/>
          </p:nvSpPr>
          <p:spPr>
            <a:xfrm>
              <a:off x="5581288" y="1334700"/>
              <a:ext cx="389675" cy="450675"/>
            </a:xfrm>
            <a:custGeom>
              <a:rect b="b" l="l" r="r" t="t"/>
              <a:pathLst>
                <a:path extrusionOk="0" h="18027" w="15587">
                  <a:moveTo>
                    <a:pt x="1" y="1"/>
                  </a:moveTo>
                  <a:cubicBezTo>
                    <a:pt x="2085" y="3525"/>
                    <a:pt x="5180" y="6442"/>
                    <a:pt x="8133" y="9323"/>
                  </a:cubicBezTo>
                  <a:cubicBezTo>
                    <a:pt x="10800" y="11943"/>
                    <a:pt x="13479" y="14753"/>
                    <a:pt x="15181" y="18027"/>
                  </a:cubicBezTo>
                  <a:cubicBezTo>
                    <a:pt x="15586" y="15491"/>
                    <a:pt x="15062" y="12836"/>
                    <a:pt x="13717" y="10645"/>
                  </a:cubicBezTo>
                  <a:cubicBezTo>
                    <a:pt x="10645" y="5692"/>
                    <a:pt x="4252" y="400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1"/>
            <p:cNvSpPr/>
            <p:nvPr/>
          </p:nvSpPr>
          <p:spPr>
            <a:xfrm>
              <a:off x="5573863" y="1327575"/>
              <a:ext cx="387575" cy="462575"/>
            </a:xfrm>
            <a:custGeom>
              <a:rect b="b" l="l" r="r" t="t"/>
              <a:pathLst>
                <a:path extrusionOk="0" h="18503" w="15503">
                  <a:moveTo>
                    <a:pt x="0" y="0"/>
                  </a:moveTo>
                  <a:lnTo>
                    <a:pt x="0" y="0"/>
                  </a:lnTo>
                  <a:cubicBezTo>
                    <a:pt x="1822" y="5417"/>
                    <a:pt x="4084" y="11406"/>
                    <a:pt x="8692" y="14776"/>
                  </a:cubicBezTo>
                  <a:cubicBezTo>
                    <a:pt x="10692" y="16240"/>
                    <a:pt x="13133" y="17645"/>
                    <a:pt x="15467" y="18502"/>
                  </a:cubicBezTo>
                  <a:cubicBezTo>
                    <a:pt x="15478" y="18443"/>
                    <a:pt x="15478" y="18395"/>
                    <a:pt x="15502" y="18336"/>
                  </a:cubicBezTo>
                  <a:cubicBezTo>
                    <a:pt x="13788" y="15061"/>
                    <a:pt x="11109" y="12252"/>
                    <a:pt x="8442" y="9632"/>
                  </a:cubicBezTo>
                  <a:cubicBezTo>
                    <a:pt x="5501" y="6727"/>
                    <a:pt x="2405" y="3834"/>
                    <a:pt x="322" y="298"/>
                  </a:cubicBezTo>
                  <a:cubicBezTo>
                    <a:pt x="215" y="191"/>
                    <a:pt x="107" y="107"/>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1"/>
            <p:cNvSpPr/>
            <p:nvPr/>
          </p:nvSpPr>
          <p:spPr>
            <a:xfrm>
              <a:off x="5982238" y="1075750"/>
              <a:ext cx="259000" cy="479250"/>
            </a:xfrm>
            <a:custGeom>
              <a:rect b="b" l="l" r="r" t="t"/>
              <a:pathLst>
                <a:path extrusionOk="0" h="19170" w="10360">
                  <a:moveTo>
                    <a:pt x="10359" y="0"/>
                  </a:moveTo>
                  <a:lnTo>
                    <a:pt x="10359" y="0"/>
                  </a:lnTo>
                  <a:cubicBezTo>
                    <a:pt x="7525" y="4453"/>
                    <a:pt x="2287" y="7335"/>
                    <a:pt x="691" y="12371"/>
                  </a:cubicBezTo>
                  <a:cubicBezTo>
                    <a:pt x="1" y="14585"/>
                    <a:pt x="120" y="17038"/>
                    <a:pt x="1037" y="19169"/>
                  </a:cubicBezTo>
                  <a:cubicBezTo>
                    <a:pt x="1810" y="15931"/>
                    <a:pt x="3537" y="12859"/>
                    <a:pt x="5299" y="9978"/>
                  </a:cubicBezTo>
                  <a:cubicBezTo>
                    <a:pt x="7240" y="6787"/>
                    <a:pt x="9311" y="3560"/>
                    <a:pt x="103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1"/>
            <p:cNvSpPr/>
            <p:nvPr/>
          </p:nvSpPr>
          <p:spPr>
            <a:xfrm>
              <a:off x="6008138" y="1068000"/>
              <a:ext cx="238150" cy="491175"/>
            </a:xfrm>
            <a:custGeom>
              <a:rect b="b" l="l" r="r" t="t"/>
              <a:pathLst>
                <a:path extrusionOk="0" h="19647" w="9526">
                  <a:moveTo>
                    <a:pt x="9526" y="1"/>
                  </a:moveTo>
                  <a:lnTo>
                    <a:pt x="9526" y="1"/>
                  </a:lnTo>
                  <a:cubicBezTo>
                    <a:pt x="9466" y="108"/>
                    <a:pt x="9395" y="227"/>
                    <a:pt x="9323" y="322"/>
                  </a:cubicBezTo>
                  <a:cubicBezTo>
                    <a:pt x="8275" y="3882"/>
                    <a:pt x="6204" y="7109"/>
                    <a:pt x="4263" y="10312"/>
                  </a:cubicBezTo>
                  <a:cubicBezTo>
                    <a:pt x="2501" y="13205"/>
                    <a:pt x="774" y="16253"/>
                    <a:pt x="1" y="19515"/>
                  </a:cubicBezTo>
                  <a:cubicBezTo>
                    <a:pt x="12" y="19551"/>
                    <a:pt x="36" y="19598"/>
                    <a:pt x="60" y="19646"/>
                  </a:cubicBezTo>
                  <a:cubicBezTo>
                    <a:pt x="1917" y="18360"/>
                    <a:pt x="3751" y="16610"/>
                    <a:pt x="5180" y="14884"/>
                  </a:cubicBezTo>
                  <a:cubicBezTo>
                    <a:pt x="8466" y="10895"/>
                    <a:pt x="9145" y="5144"/>
                    <a:pt x="95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1"/>
            <p:cNvSpPr/>
            <p:nvPr/>
          </p:nvSpPr>
          <p:spPr>
            <a:xfrm>
              <a:off x="6091788" y="1455550"/>
              <a:ext cx="258975" cy="479250"/>
            </a:xfrm>
            <a:custGeom>
              <a:rect b="b" l="l" r="r" t="t"/>
              <a:pathLst>
                <a:path extrusionOk="0" h="19170" w="10359">
                  <a:moveTo>
                    <a:pt x="10359" y="1"/>
                  </a:moveTo>
                  <a:cubicBezTo>
                    <a:pt x="7537" y="4454"/>
                    <a:pt x="2298" y="7347"/>
                    <a:pt x="703" y="12371"/>
                  </a:cubicBezTo>
                  <a:cubicBezTo>
                    <a:pt x="0" y="14586"/>
                    <a:pt x="119" y="17050"/>
                    <a:pt x="1048" y="19170"/>
                  </a:cubicBezTo>
                  <a:cubicBezTo>
                    <a:pt x="1822" y="15931"/>
                    <a:pt x="3548" y="12859"/>
                    <a:pt x="5298" y="9978"/>
                  </a:cubicBezTo>
                  <a:cubicBezTo>
                    <a:pt x="7251" y="6811"/>
                    <a:pt x="9323" y="3561"/>
                    <a:pt x="103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1"/>
            <p:cNvSpPr/>
            <p:nvPr/>
          </p:nvSpPr>
          <p:spPr>
            <a:xfrm>
              <a:off x="6117963" y="1447825"/>
              <a:ext cx="238150" cy="491150"/>
            </a:xfrm>
            <a:custGeom>
              <a:rect b="b" l="l" r="r" t="t"/>
              <a:pathLst>
                <a:path extrusionOk="0" h="19646" w="9526">
                  <a:moveTo>
                    <a:pt x="9526" y="0"/>
                  </a:moveTo>
                  <a:lnTo>
                    <a:pt x="9526" y="0"/>
                  </a:lnTo>
                  <a:cubicBezTo>
                    <a:pt x="9466" y="107"/>
                    <a:pt x="9395" y="226"/>
                    <a:pt x="9312" y="334"/>
                  </a:cubicBezTo>
                  <a:cubicBezTo>
                    <a:pt x="8276" y="3882"/>
                    <a:pt x="6204" y="7120"/>
                    <a:pt x="4251" y="10311"/>
                  </a:cubicBezTo>
                  <a:cubicBezTo>
                    <a:pt x="2501" y="13204"/>
                    <a:pt x="775" y="16252"/>
                    <a:pt x="1" y="19514"/>
                  </a:cubicBezTo>
                  <a:cubicBezTo>
                    <a:pt x="13" y="19550"/>
                    <a:pt x="25" y="19598"/>
                    <a:pt x="60" y="19645"/>
                  </a:cubicBezTo>
                  <a:cubicBezTo>
                    <a:pt x="1918" y="18383"/>
                    <a:pt x="3751" y="16609"/>
                    <a:pt x="5180" y="14883"/>
                  </a:cubicBezTo>
                  <a:cubicBezTo>
                    <a:pt x="8466" y="10894"/>
                    <a:pt x="9133" y="5156"/>
                    <a:pt x="9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1"/>
            <p:cNvSpPr/>
            <p:nvPr/>
          </p:nvSpPr>
          <p:spPr>
            <a:xfrm>
              <a:off x="6143863" y="1471025"/>
              <a:ext cx="97375" cy="91125"/>
            </a:xfrm>
            <a:custGeom>
              <a:rect b="b" l="l" r="r" t="t"/>
              <a:pathLst>
                <a:path extrusionOk="0" h="3645" w="3895">
                  <a:moveTo>
                    <a:pt x="3894" y="1"/>
                  </a:moveTo>
                  <a:lnTo>
                    <a:pt x="3894" y="1"/>
                  </a:lnTo>
                  <a:cubicBezTo>
                    <a:pt x="2501" y="239"/>
                    <a:pt x="1251" y="1108"/>
                    <a:pt x="525" y="2299"/>
                  </a:cubicBezTo>
                  <a:cubicBezTo>
                    <a:pt x="203" y="2823"/>
                    <a:pt x="1" y="3632"/>
                    <a:pt x="882" y="3644"/>
                  </a:cubicBezTo>
                  <a:cubicBezTo>
                    <a:pt x="889" y="3644"/>
                    <a:pt x="897" y="3644"/>
                    <a:pt x="905" y="3644"/>
                  </a:cubicBezTo>
                  <a:cubicBezTo>
                    <a:pt x="1590" y="3644"/>
                    <a:pt x="2363" y="3115"/>
                    <a:pt x="2799" y="2644"/>
                  </a:cubicBezTo>
                  <a:cubicBezTo>
                    <a:pt x="3477" y="1942"/>
                    <a:pt x="3835" y="965"/>
                    <a:pt x="38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1"/>
            <p:cNvSpPr/>
            <p:nvPr/>
          </p:nvSpPr>
          <p:spPr>
            <a:xfrm>
              <a:off x="5798288" y="1829475"/>
              <a:ext cx="116275" cy="66100"/>
            </a:xfrm>
            <a:custGeom>
              <a:rect b="b" l="l" r="r" t="t"/>
              <a:pathLst>
                <a:path extrusionOk="0" h="2644" w="4651">
                  <a:moveTo>
                    <a:pt x="1290" y="1"/>
                  </a:moveTo>
                  <a:cubicBezTo>
                    <a:pt x="856" y="1"/>
                    <a:pt x="420" y="66"/>
                    <a:pt x="1" y="188"/>
                  </a:cubicBezTo>
                  <a:cubicBezTo>
                    <a:pt x="691" y="1403"/>
                    <a:pt x="1941" y="2284"/>
                    <a:pt x="3311" y="2593"/>
                  </a:cubicBezTo>
                  <a:cubicBezTo>
                    <a:pt x="3445" y="2624"/>
                    <a:pt x="3595" y="2643"/>
                    <a:pt x="3741" y="2643"/>
                  </a:cubicBezTo>
                  <a:cubicBezTo>
                    <a:pt x="4214" y="2643"/>
                    <a:pt x="4651" y="2444"/>
                    <a:pt x="4442" y="1808"/>
                  </a:cubicBezTo>
                  <a:cubicBezTo>
                    <a:pt x="4215" y="1141"/>
                    <a:pt x="3465" y="581"/>
                    <a:pt x="2858" y="319"/>
                  </a:cubicBezTo>
                  <a:cubicBezTo>
                    <a:pt x="2363" y="102"/>
                    <a:pt x="1829" y="1"/>
                    <a:pt x="12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1"/>
            <p:cNvSpPr/>
            <p:nvPr/>
          </p:nvSpPr>
          <p:spPr>
            <a:xfrm>
              <a:off x="5689338" y="1180825"/>
              <a:ext cx="96975" cy="85000"/>
            </a:xfrm>
            <a:custGeom>
              <a:rect b="b" l="l" r="r" t="t"/>
              <a:pathLst>
                <a:path extrusionOk="0" h="3400" w="3879">
                  <a:moveTo>
                    <a:pt x="1" y="0"/>
                  </a:moveTo>
                  <a:cubicBezTo>
                    <a:pt x="322" y="1369"/>
                    <a:pt x="1287" y="2536"/>
                    <a:pt x="2549" y="3179"/>
                  </a:cubicBezTo>
                  <a:cubicBezTo>
                    <a:pt x="2780" y="3303"/>
                    <a:pt x="3063" y="3399"/>
                    <a:pt x="3306" y="3399"/>
                  </a:cubicBezTo>
                  <a:cubicBezTo>
                    <a:pt x="3626" y="3399"/>
                    <a:pt x="3879" y="3232"/>
                    <a:pt x="3859" y="2739"/>
                  </a:cubicBezTo>
                  <a:cubicBezTo>
                    <a:pt x="3811" y="2048"/>
                    <a:pt x="3228" y="1298"/>
                    <a:pt x="2727" y="893"/>
                  </a:cubicBezTo>
                  <a:cubicBezTo>
                    <a:pt x="1965" y="274"/>
                    <a:pt x="965"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1"/>
            <p:cNvSpPr/>
            <p:nvPr/>
          </p:nvSpPr>
          <p:spPr>
            <a:xfrm>
              <a:off x="5705413" y="1301275"/>
              <a:ext cx="159875" cy="140500"/>
            </a:xfrm>
            <a:custGeom>
              <a:rect b="b" l="l" r="r" t="t"/>
              <a:pathLst>
                <a:path extrusionOk="0" h="5620" w="6395">
                  <a:moveTo>
                    <a:pt x="3194" y="0"/>
                  </a:moveTo>
                  <a:cubicBezTo>
                    <a:pt x="2270" y="0"/>
                    <a:pt x="1367" y="453"/>
                    <a:pt x="834" y="1290"/>
                  </a:cubicBezTo>
                  <a:cubicBezTo>
                    <a:pt x="1" y="2600"/>
                    <a:pt x="370" y="4350"/>
                    <a:pt x="1680" y="5183"/>
                  </a:cubicBezTo>
                  <a:cubicBezTo>
                    <a:pt x="2149" y="5478"/>
                    <a:pt x="2674" y="5619"/>
                    <a:pt x="3192" y="5619"/>
                  </a:cubicBezTo>
                  <a:cubicBezTo>
                    <a:pt x="4119" y="5619"/>
                    <a:pt x="5026" y="5166"/>
                    <a:pt x="5561" y="4326"/>
                  </a:cubicBezTo>
                  <a:cubicBezTo>
                    <a:pt x="6395" y="3040"/>
                    <a:pt x="6025" y="1290"/>
                    <a:pt x="4716" y="445"/>
                  </a:cubicBezTo>
                  <a:cubicBezTo>
                    <a:pt x="4243" y="144"/>
                    <a:pt x="3715" y="0"/>
                    <a:pt x="3194"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1"/>
            <p:cNvSpPr/>
            <p:nvPr/>
          </p:nvSpPr>
          <p:spPr>
            <a:xfrm>
              <a:off x="5857238" y="1921000"/>
              <a:ext cx="158675" cy="140500"/>
            </a:xfrm>
            <a:custGeom>
              <a:rect b="b" l="l" r="r" t="t"/>
              <a:pathLst>
                <a:path extrusionOk="0" h="5620" w="6347">
                  <a:moveTo>
                    <a:pt x="3174" y="1"/>
                  </a:moveTo>
                  <a:cubicBezTo>
                    <a:pt x="2055" y="1"/>
                    <a:pt x="997" y="666"/>
                    <a:pt x="560" y="1778"/>
                  </a:cubicBezTo>
                  <a:cubicBezTo>
                    <a:pt x="0" y="3219"/>
                    <a:pt x="691" y="4850"/>
                    <a:pt x="2143" y="5421"/>
                  </a:cubicBezTo>
                  <a:cubicBezTo>
                    <a:pt x="2483" y="5556"/>
                    <a:pt x="2833" y="5620"/>
                    <a:pt x="3177" y="5620"/>
                  </a:cubicBezTo>
                  <a:cubicBezTo>
                    <a:pt x="4294" y="5620"/>
                    <a:pt x="5350" y="4948"/>
                    <a:pt x="5787" y="3838"/>
                  </a:cubicBezTo>
                  <a:cubicBezTo>
                    <a:pt x="6346" y="2397"/>
                    <a:pt x="5656" y="766"/>
                    <a:pt x="4203" y="195"/>
                  </a:cubicBezTo>
                  <a:cubicBezTo>
                    <a:pt x="3865" y="63"/>
                    <a:pt x="3517" y="1"/>
                    <a:pt x="3174"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1"/>
            <p:cNvSpPr/>
            <p:nvPr/>
          </p:nvSpPr>
          <p:spPr>
            <a:xfrm>
              <a:off x="6067963" y="1594825"/>
              <a:ext cx="155400" cy="140275"/>
            </a:xfrm>
            <a:custGeom>
              <a:rect b="b" l="l" r="r" t="t"/>
              <a:pathLst>
                <a:path extrusionOk="0" h="5611" w="6216">
                  <a:moveTo>
                    <a:pt x="3108" y="1"/>
                  </a:moveTo>
                  <a:cubicBezTo>
                    <a:pt x="2416" y="1"/>
                    <a:pt x="1723" y="254"/>
                    <a:pt x="1179" y="764"/>
                  </a:cubicBezTo>
                  <a:cubicBezTo>
                    <a:pt x="48" y="1835"/>
                    <a:pt x="1" y="3597"/>
                    <a:pt x="1060" y="4729"/>
                  </a:cubicBezTo>
                  <a:cubicBezTo>
                    <a:pt x="1617" y="5316"/>
                    <a:pt x="2362" y="5611"/>
                    <a:pt x="3108" y="5611"/>
                  </a:cubicBezTo>
                  <a:cubicBezTo>
                    <a:pt x="3800" y="5611"/>
                    <a:pt x="4493" y="5357"/>
                    <a:pt x="5037" y="4848"/>
                  </a:cubicBezTo>
                  <a:cubicBezTo>
                    <a:pt x="6168" y="3776"/>
                    <a:pt x="6216" y="2014"/>
                    <a:pt x="5156" y="883"/>
                  </a:cubicBezTo>
                  <a:cubicBezTo>
                    <a:pt x="4600" y="296"/>
                    <a:pt x="3855" y="1"/>
                    <a:pt x="3108"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0" name="Google Shape;4490;p81"/>
          <p:cNvGrpSpPr/>
          <p:nvPr/>
        </p:nvGrpSpPr>
        <p:grpSpPr>
          <a:xfrm rot="9131441">
            <a:off x="941128" y="1328479"/>
            <a:ext cx="419463" cy="764561"/>
            <a:chOff x="-214625" y="3943775"/>
            <a:chExt cx="458725" cy="836125"/>
          </a:xfrm>
        </p:grpSpPr>
        <p:sp>
          <p:nvSpPr>
            <p:cNvPr id="4491" name="Google Shape;4491;p81"/>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1"/>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1"/>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1"/>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1"/>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1"/>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1"/>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1"/>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1"/>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1"/>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1"/>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1"/>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3" name="Google Shape;4503;p81"/>
          <p:cNvGrpSpPr/>
          <p:nvPr/>
        </p:nvGrpSpPr>
        <p:grpSpPr>
          <a:xfrm flipH="1" rot="622724">
            <a:off x="982161" y="3712303"/>
            <a:ext cx="395676" cy="801912"/>
            <a:chOff x="1803775" y="5029925"/>
            <a:chExt cx="655775" cy="1329050"/>
          </a:xfrm>
        </p:grpSpPr>
        <p:sp>
          <p:nvSpPr>
            <p:cNvPr id="4504" name="Google Shape;4504;p81"/>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1"/>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1"/>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1"/>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1"/>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1"/>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1"/>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1"/>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1"/>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1"/>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1"/>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5" name="Google Shape;4515;p81"/>
          <p:cNvGrpSpPr/>
          <p:nvPr/>
        </p:nvGrpSpPr>
        <p:grpSpPr>
          <a:xfrm>
            <a:off x="5142711" y="-13484"/>
            <a:ext cx="4238022" cy="5954322"/>
            <a:chOff x="5142711" y="-13484"/>
            <a:chExt cx="4238022" cy="5954322"/>
          </a:xfrm>
        </p:grpSpPr>
        <p:sp>
          <p:nvSpPr>
            <p:cNvPr id="4516" name="Google Shape;4516;p81"/>
            <p:cNvSpPr/>
            <p:nvPr/>
          </p:nvSpPr>
          <p:spPr>
            <a:xfrm flipH="1" rot="7125467">
              <a:off x="5705757" y="1589864"/>
              <a:ext cx="2844776" cy="2484549"/>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7" name="Google Shape;4517;p81"/>
            <p:cNvGrpSpPr/>
            <p:nvPr/>
          </p:nvGrpSpPr>
          <p:grpSpPr>
            <a:xfrm>
              <a:off x="5942475" y="1017719"/>
              <a:ext cx="2231027" cy="3383323"/>
              <a:chOff x="178800" y="3371075"/>
              <a:chExt cx="921950" cy="1398125"/>
            </a:xfrm>
          </p:grpSpPr>
          <p:sp>
            <p:nvSpPr>
              <p:cNvPr id="4518" name="Google Shape;4518;p81"/>
              <p:cNvSpPr/>
              <p:nvPr/>
            </p:nvSpPr>
            <p:spPr>
              <a:xfrm>
                <a:off x="606900" y="4548900"/>
                <a:ext cx="70275" cy="75025"/>
              </a:xfrm>
              <a:custGeom>
                <a:rect b="b" l="l" r="r" t="t"/>
                <a:pathLst>
                  <a:path extrusionOk="0" h="3001" w="2811">
                    <a:moveTo>
                      <a:pt x="727" y="1"/>
                    </a:moveTo>
                    <a:lnTo>
                      <a:pt x="1" y="453"/>
                    </a:lnTo>
                    <a:lnTo>
                      <a:pt x="1965" y="3001"/>
                    </a:lnTo>
                    <a:lnTo>
                      <a:pt x="2811" y="2513"/>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1"/>
              <p:cNvSpPr/>
              <p:nvPr/>
            </p:nvSpPr>
            <p:spPr>
              <a:xfrm>
                <a:off x="528625" y="4560225"/>
                <a:ext cx="127425" cy="208975"/>
              </a:xfrm>
              <a:custGeom>
                <a:rect b="b" l="l" r="r" t="t"/>
                <a:pathLst>
                  <a:path extrusionOk="0" h="8359" w="5097">
                    <a:moveTo>
                      <a:pt x="3120" y="0"/>
                    </a:moveTo>
                    <a:lnTo>
                      <a:pt x="1667" y="893"/>
                    </a:lnTo>
                    <a:lnTo>
                      <a:pt x="584" y="1655"/>
                    </a:lnTo>
                    <a:cubicBezTo>
                      <a:pt x="155" y="1965"/>
                      <a:pt x="1" y="2536"/>
                      <a:pt x="227" y="3012"/>
                    </a:cubicBezTo>
                    <a:lnTo>
                      <a:pt x="3799" y="8358"/>
                    </a:lnTo>
                    <a:cubicBezTo>
                      <a:pt x="3953" y="8299"/>
                      <a:pt x="4096" y="8215"/>
                      <a:pt x="4215" y="8120"/>
                    </a:cubicBezTo>
                    <a:cubicBezTo>
                      <a:pt x="4584" y="7822"/>
                      <a:pt x="4811" y="7370"/>
                      <a:pt x="4811" y="6894"/>
                    </a:cubicBezTo>
                    <a:lnTo>
                      <a:pt x="4477" y="4632"/>
                    </a:lnTo>
                    <a:lnTo>
                      <a:pt x="4406" y="4155"/>
                    </a:lnTo>
                    <a:lnTo>
                      <a:pt x="4322" y="3596"/>
                    </a:lnTo>
                    <a:cubicBezTo>
                      <a:pt x="4287" y="3334"/>
                      <a:pt x="4394" y="3084"/>
                      <a:pt x="4584" y="2941"/>
                    </a:cubicBezTo>
                    <a:lnTo>
                      <a:pt x="5096" y="2548"/>
                    </a:lnTo>
                    <a:lnTo>
                      <a:pt x="31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1"/>
              <p:cNvSpPr/>
              <p:nvPr/>
            </p:nvSpPr>
            <p:spPr>
              <a:xfrm>
                <a:off x="608100" y="4657850"/>
                <a:ext cx="31875" cy="3300"/>
              </a:xfrm>
              <a:custGeom>
                <a:rect b="b" l="l" r="r" t="t"/>
                <a:pathLst>
                  <a:path extrusionOk="0" fill="none" h="132" w="1275">
                    <a:moveTo>
                      <a:pt x="1274" y="131"/>
                    </a:moveTo>
                    <a:cubicBezTo>
                      <a:pt x="691" y="72"/>
                      <a:pt x="596" y="24"/>
                      <a:pt x="0" y="0"/>
                    </a:cubicBezTo>
                    <a:cubicBezTo>
                      <a:pt x="24" y="0"/>
                      <a:pt x="36" y="12"/>
                      <a:pt x="72" y="12"/>
                    </a:cubicBezTo>
                  </a:path>
                </a:pathLst>
              </a:custGeom>
              <a:no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1"/>
              <p:cNvSpPr/>
              <p:nvPr/>
            </p:nvSpPr>
            <p:spPr>
              <a:xfrm>
                <a:off x="611375" y="4672425"/>
                <a:ext cx="28900" cy="625"/>
              </a:xfrm>
              <a:custGeom>
                <a:rect b="b" l="l" r="r" t="t"/>
                <a:pathLst>
                  <a:path extrusionOk="0" fill="none" h="25" w="1156">
                    <a:moveTo>
                      <a:pt x="1155" y="25"/>
                    </a:moveTo>
                    <a:cubicBezTo>
                      <a:pt x="608" y="13"/>
                      <a:pt x="548" y="13"/>
                      <a:pt x="0" y="1"/>
                    </a:cubicBezTo>
                  </a:path>
                </a:pathLst>
              </a:custGeom>
              <a:no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1"/>
              <p:cNvSpPr/>
              <p:nvPr/>
            </p:nvSpPr>
            <p:spPr>
              <a:xfrm>
                <a:off x="528625" y="4583125"/>
                <a:ext cx="105700" cy="186075"/>
              </a:xfrm>
              <a:custGeom>
                <a:rect b="b" l="l" r="r" t="t"/>
                <a:pathLst>
                  <a:path extrusionOk="0" h="7443" w="4228">
                    <a:moveTo>
                      <a:pt x="1655" y="1"/>
                    </a:moveTo>
                    <a:lnTo>
                      <a:pt x="572" y="751"/>
                    </a:lnTo>
                    <a:cubicBezTo>
                      <a:pt x="155" y="1049"/>
                      <a:pt x="1" y="1620"/>
                      <a:pt x="239" y="2096"/>
                    </a:cubicBezTo>
                    <a:lnTo>
                      <a:pt x="3811" y="7442"/>
                    </a:lnTo>
                    <a:cubicBezTo>
                      <a:pt x="3965" y="7383"/>
                      <a:pt x="4108" y="7287"/>
                      <a:pt x="4227" y="7204"/>
                    </a:cubicBezTo>
                    <a:lnTo>
                      <a:pt x="1120" y="2644"/>
                    </a:lnTo>
                    <a:cubicBezTo>
                      <a:pt x="1251" y="2513"/>
                      <a:pt x="1370" y="2358"/>
                      <a:pt x="1465" y="2203"/>
                    </a:cubicBezTo>
                    <a:cubicBezTo>
                      <a:pt x="1703" y="1822"/>
                      <a:pt x="1870" y="1406"/>
                      <a:pt x="1882" y="977"/>
                    </a:cubicBezTo>
                    <a:cubicBezTo>
                      <a:pt x="1894" y="632"/>
                      <a:pt x="1822" y="299"/>
                      <a:pt x="16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1"/>
              <p:cNvSpPr/>
              <p:nvPr/>
            </p:nvSpPr>
            <p:spPr>
              <a:xfrm>
                <a:off x="625375" y="4406100"/>
                <a:ext cx="272975" cy="207725"/>
              </a:xfrm>
              <a:custGeom>
                <a:rect b="b" l="l" r="r" t="t"/>
                <a:pathLst>
                  <a:path extrusionOk="0" h="8309" w="10919">
                    <a:moveTo>
                      <a:pt x="8727" y="1"/>
                    </a:moveTo>
                    <a:cubicBezTo>
                      <a:pt x="8542" y="1"/>
                      <a:pt x="8350" y="45"/>
                      <a:pt x="8144" y="117"/>
                    </a:cubicBezTo>
                    <a:cubicBezTo>
                      <a:pt x="6251" y="736"/>
                      <a:pt x="1191" y="4736"/>
                      <a:pt x="1072" y="4843"/>
                    </a:cubicBezTo>
                    <a:cubicBezTo>
                      <a:pt x="572" y="5201"/>
                      <a:pt x="333" y="5486"/>
                      <a:pt x="0" y="5689"/>
                    </a:cubicBezTo>
                    <a:cubicBezTo>
                      <a:pt x="857" y="6856"/>
                      <a:pt x="1357" y="7451"/>
                      <a:pt x="1965" y="8308"/>
                    </a:cubicBezTo>
                    <a:cubicBezTo>
                      <a:pt x="2548" y="7939"/>
                      <a:pt x="6548" y="5748"/>
                      <a:pt x="8275" y="4641"/>
                    </a:cubicBezTo>
                    <a:cubicBezTo>
                      <a:pt x="8858" y="4260"/>
                      <a:pt x="10918" y="2748"/>
                      <a:pt x="10239" y="1403"/>
                    </a:cubicBezTo>
                    <a:cubicBezTo>
                      <a:pt x="9704" y="349"/>
                      <a:pt x="9246" y="1"/>
                      <a:pt x="8727" y="1"/>
                    </a:cubicBezTo>
                    <a:close/>
                  </a:path>
                </a:pathLst>
              </a:custGeom>
              <a:solidFill>
                <a:srgbClr val="4B5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1"/>
              <p:cNvSpPr/>
              <p:nvPr/>
            </p:nvSpPr>
            <p:spPr>
              <a:xfrm>
                <a:off x="413725" y="4321500"/>
                <a:ext cx="48550" cy="86350"/>
              </a:xfrm>
              <a:custGeom>
                <a:rect b="b" l="l" r="r" t="t"/>
                <a:pathLst>
                  <a:path extrusionOk="0" h="3454" w="1942">
                    <a:moveTo>
                      <a:pt x="1941" y="369"/>
                    </a:moveTo>
                    <a:lnTo>
                      <a:pt x="1168" y="0"/>
                    </a:lnTo>
                    <a:lnTo>
                      <a:pt x="1" y="2989"/>
                    </a:lnTo>
                    <a:lnTo>
                      <a:pt x="846" y="3453"/>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1"/>
              <p:cNvSpPr/>
              <p:nvPr/>
            </p:nvSpPr>
            <p:spPr>
              <a:xfrm>
                <a:off x="273225" y="4286000"/>
                <a:ext cx="169100" cy="166350"/>
              </a:xfrm>
              <a:custGeom>
                <a:rect b="b" l="l" r="r" t="t"/>
                <a:pathLst>
                  <a:path extrusionOk="0" h="6654" w="6764">
                    <a:moveTo>
                      <a:pt x="3611" y="0"/>
                    </a:moveTo>
                    <a:cubicBezTo>
                      <a:pt x="3256" y="0"/>
                      <a:pt x="2909" y="181"/>
                      <a:pt x="2716" y="492"/>
                    </a:cubicBezTo>
                    <a:lnTo>
                      <a:pt x="1" y="6314"/>
                    </a:lnTo>
                    <a:cubicBezTo>
                      <a:pt x="132" y="6421"/>
                      <a:pt x="275" y="6492"/>
                      <a:pt x="430" y="6552"/>
                    </a:cubicBezTo>
                    <a:cubicBezTo>
                      <a:pt x="604" y="6620"/>
                      <a:pt x="788" y="6654"/>
                      <a:pt x="974" y="6654"/>
                    </a:cubicBezTo>
                    <a:cubicBezTo>
                      <a:pt x="1244" y="6654"/>
                      <a:pt x="1516" y="6581"/>
                      <a:pt x="1763" y="6433"/>
                    </a:cubicBezTo>
                    <a:lnTo>
                      <a:pt x="3537" y="4980"/>
                    </a:lnTo>
                    <a:lnTo>
                      <a:pt x="3906" y="4659"/>
                    </a:lnTo>
                    <a:lnTo>
                      <a:pt x="4347" y="4302"/>
                    </a:lnTo>
                    <a:cubicBezTo>
                      <a:pt x="4475" y="4198"/>
                      <a:pt x="4630" y="4142"/>
                      <a:pt x="4790" y="4142"/>
                    </a:cubicBezTo>
                    <a:cubicBezTo>
                      <a:pt x="4868" y="4142"/>
                      <a:pt x="4947" y="4155"/>
                      <a:pt x="5025" y="4183"/>
                    </a:cubicBezTo>
                    <a:lnTo>
                      <a:pt x="5621" y="4409"/>
                    </a:lnTo>
                    <a:lnTo>
                      <a:pt x="6764" y="1408"/>
                    </a:lnTo>
                    <a:lnTo>
                      <a:pt x="5252" y="634"/>
                    </a:lnTo>
                    <a:lnTo>
                      <a:pt x="4049" y="99"/>
                    </a:lnTo>
                    <a:cubicBezTo>
                      <a:pt x="3909" y="32"/>
                      <a:pt x="3759" y="0"/>
                      <a:pt x="36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1"/>
              <p:cNvSpPr/>
              <p:nvPr/>
            </p:nvSpPr>
            <p:spPr>
              <a:xfrm>
                <a:off x="359250" y="4372700"/>
                <a:ext cx="14025" cy="29175"/>
              </a:xfrm>
              <a:custGeom>
                <a:rect b="b" l="l" r="r" t="t"/>
                <a:pathLst>
                  <a:path extrusionOk="0" fill="none" h="1167" w="561">
                    <a:moveTo>
                      <a:pt x="560" y="1167"/>
                    </a:moveTo>
                    <a:cubicBezTo>
                      <a:pt x="299" y="631"/>
                      <a:pt x="287" y="524"/>
                      <a:pt x="1" y="0"/>
                    </a:cubicBezTo>
                    <a:cubicBezTo>
                      <a:pt x="25" y="36"/>
                      <a:pt x="25" y="48"/>
                      <a:pt x="37" y="83"/>
                    </a:cubicBezTo>
                  </a:path>
                </a:pathLst>
              </a:custGeom>
              <a:no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1"/>
              <p:cNvSpPr/>
              <p:nvPr/>
            </p:nvSpPr>
            <p:spPr>
              <a:xfrm>
                <a:off x="349150" y="4383100"/>
                <a:ext cx="14300" cy="25025"/>
              </a:xfrm>
              <a:custGeom>
                <a:rect b="b" l="l" r="r" t="t"/>
                <a:pathLst>
                  <a:path extrusionOk="0" fill="none" h="1001" w="572">
                    <a:moveTo>
                      <a:pt x="572" y="1001"/>
                    </a:moveTo>
                    <a:cubicBezTo>
                      <a:pt x="298" y="525"/>
                      <a:pt x="274" y="477"/>
                      <a:pt x="0" y="1"/>
                    </a:cubicBezTo>
                  </a:path>
                </a:pathLst>
              </a:custGeom>
              <a:no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1"/>
              <p:cNvSpPr/>
              <p:nvPr/>
            </p:nvSpPr>
            <p:spPr>
              <a:xfrm>
                <a:off x="272650" y="4286000"/>
                <a:ext cx="132175" cy="163500"/>
              </a:xfrm>
              <a:custGeom>
                <a:rect b="b" l="l" r="r" t="t"/>
                <a:pathLst>
                  <a:path extrusionOk="0" h="6540" w="5287">
                    <a:moveTo>
                      <a:pt x="3638" y="0"/>
                    </a:moveTo>
                    <a:cubicBezTo>
                      <a:pt x="3278" y="0"/>
                      <a:pt x="2928" y="181"/>
                      <a:pt x="2727" y="492"/>
                    </a:cubicBezTo>
                    <a:lnTo>
                      <a:pt x="0" y="6302"/>
                    </a:lnTo>
                    <a:cubicBezTo>
                      <a:pt x="143" y="6409"/>
                      <a:pt x="286" y="6480"/>
                      <a:pt x="441" y="6540"/>
                    </a:cubicBezTo>
                    <a:lnTo>
                      <a:pt x="2727" y="1527"/>
                    </a:lnTo>
                    <a:cubicBezTo>
                      <a:pt x="2905" y="1563"/>
                      <a:pt x="3096" y="1587"/>
                      <a:pt x="3298" y="1599"/>
                    </a:cubicBezTo>
                    <a:cubicBezTo>
                      <a:pt x="3328" y="1600"/>
                      <a:pt x="3358" y="1600"/>
                      <a:pt x="3388" y="1600"/>
                    </a:cubicBezTo>
                    <a:cubicBezTo>
                      <a:pt x="3788" y="1600"/>
                      <a:pt x="4195" y="1524"/>
                      <a:pt x="4560" y="1325"/>
                    </a:cubicBezTo>
                    <a:cubicBezTo>
                      <a:pt x="4858" y="1170"/>
                      <a:pt x="5120" y="932"/>
                      <a:pt x="5287" y="634"/>
                    </a:cubicBezTo>
                    <a:lnTo>
                      <a:pt x="4084" y="99"/>
                    </a:lnTo>
                    <a:cubicBezTo>
                      <a:pt x="3940" y="32"/>
                      <a:pt x="3788" y="0"/>
                      <a:pt x="36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1"/>
              <p:cNvSpPr/>
              <p:nvPr/>
            </p:nvSpPr>
            <p:spPr>
              <a:xfrm>
                <a:off x="431300" y="4330725"/>
                <a:ext cx="223250" cy="153950"/>
              </a:xfrm>
              <a:custGeom>
                <a:rect b="b" l="l" r="r" t="t"/>
                <a:pathLst>
                  <a:path extrusionOk="0" h="6158" w="8930">
                    <a:moveTo>
                      <a:pt x="1227" y="0"/>
                    </a:moveTo>
                    <a:cubicBezTo>
                      <a:pt x="667" y="1322"/>
                      <a:pt x="429" y="2072"/>
                      <a:pt x="0" y="3036"/>
                    </a:cubicBezTo>
                    <a:cubicBezTo>
                      <a:pt x="619" y="3346"/>
                      <a:pt x="2405" y="4596"/>
                      <a:pt x="4263" y="5513"/>
                    </a:cubicBezTo>
                    <a:cubicBezTo>
                      <a:pt x="4665" y="5707"/>
                      <a:pt x="5745" y="6157"/>
                      <a:pt x="6688" y="6157"/>
                    </a:cubicBezTo>
                    <a:cubicBezTo>
                      <a:pt x="7252" y="6157"/>
                      <a:pt x="7767" y="5997"/>
                      <a:pt x="8061" y="5525"/>
                    </a:cubicBezTo>
                    <a:cubicBezTo>
                      <a:pt x="8930" y="4156"/>
                      <a:pt x="8739" y="3584"/>
                      <a:pt x="8096" y="3036"/>
                    </a:cubicBezTo>
                    <a:cubicBezTo>
                      <a:pt x="6572" y="1739"/>
                      <a:pt x="2655" y="524"/>
                      <a:pt x="2512" y="477"/>
                    </a:cubicBezTo>
                    <a:cubicBezTo>
                      <a:pt x="1929" y="227"/>
                      <a:pt x="1584" y="167"/>
                      <a:pt x="1227" y="0"/>
                    </a:cubicBezTo>
                    <a:close/>
                  </a:path>
                </a:pathLst>
              </a:custGeom>
              <a:solidFill>
                <a:srgbClr val="4B5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1"/>
              <p:cNvSpPr/>
              <p:nvPr/>
            </p:nvSpPr>
            <p:spPr>
              <a:xfrm>
                <a:off x="431000" y="4104200"/>
                <a:ext cx="463775" cy="509625"/>
              </a:xfrm>
              <a:custGeom>
                <a:rect b="b" l="l" r="r" t="t"/>
                <a:pathLst>
                  <a:path extrusionOk="0" h="20385" w="18551">
                    <a:moveTo>
                      <a:pt x="4382" y="1"/>
                    </a:moveTo>
                    <a:lnTo>
                      <a:pt x="4358" y="6299"/>
                    </a:lnTo>
                    <a:lnTo>
                      <a:pt x="4346" y="7787"/>
                    </a:lnTo>
                    <a:lnTo>
                      <a:pt x="4322" y="10169"/>
                    </a:lnTo>
                    <a:cubicBezTo>
                      <a:pt x="3346" y="9788"/>
                      <a:pt x="2572" y="9550"/>
                      <a:pt x="2512" y="9526"/>
                    </a:cubicBezTo>
                    <a:cubicBezTo>
                      <a:pt x="1929" y="9288"/>
                      <a:pt x="1584" y="9216"/>
                      <a:pt x="1227" y="9049"/>
                    </a:cubicBezTo>
                    <a:cubicBezTo>
                      <a:pt x="667" y="10371"/>
                      <a:pt x="429" y="11121"/>
                      <a:pt x="0" y="12086"/>
                    </a:cubicBezTo>
                    <a:cubicBezTo>
                      <a:pt x="619" y="12395"/>
                      <a:pt x="2417" y="13645"/>
                      <a:pt x="4263" y="14550"/>
                    </a:cubicBezTo>
                    <a:cubicBezTo>
                      <a:pt x="4668" y="14741"/>
                      <a:pt x="5727" y="15193"/>
                      <a:pt x="6680" y="15193"/>
                    </a:cubicBezTo>
                    <a:cubicBezTo>
                      <a:pt x="6692" y="15193"/>
                      <a:pt x="6703" y="15205"/>
                      <a:pt x="6727" y="15205"/>
                    </a:cubicBezTo>
                    <a:cubicBezTo>
                      <a:pt x="6817" y="15229"/>
                      <a:pt x="6906" y="15241"/>
                      <a:pt x="6993" y="15241"/>
                    </a:cubicBezTo>
                    <a:cubicBezTo>
                      <a:pt x="7291" y="15241"/>
                      <a:pt x="7574" y="15103"/>
                      <a:pt x="7823" y="14836"/>
                    </a:cubicBezTo>
                    <a:cubicBezTo>
                      <a:pt x="7894" y="14776"/>
                      <a:pt x="7954" y="14705"/>
                      <a:pt x="8013" y="14610"/>
                    </a:cubicBezTo>
                    <a:cubicBezTo>
                      <a:pt x="9894" y="12336"/>
                      <a:pt x="10597" y="4394"/>
                      <a:pt x="10597" y="4394"/>
                    </a:cubicBezTo>
                    <a:cubicBezTo>
                      <a:pt x="10597" y="4394"/>
                      <a:pt x="12121" y="10669"/>
                      <a:pt x="13466" y="13526"/>
                    </a:cubicBezTo>
                    <a:cubicBezTo>
                      <a:pt x="11335" y="14931"/>
                      <a:pt x="8906" y="16848"/>
                      <a:pt x="8823" y="16919"/>
                    </a:cubicBezTo>
                    <a:cubicBezTo>
                      <a:pt x="8311" y="17277"/>
                      <a:pt x="8073" y="17562"/>
                      <a:pt x="7751" y="17765"/>
                    </a:cubicBezTo>
                    <a:cubicBezTo>
                      <a:pt x="8597" y="18932"/>
                      <a:pt x="9109" y="19527"/>
                      <a:pt x="9716" y="20384"/>
                    </a:cubicBezTo>
                    <a:cubicBezTo>
                      <a:pt x="10311" y="20015"/>
                      <a:pt x="14300" y="17824"/>
                      <a:pt x="16026" y="16717"/>
                    </a:cubicBezTo>
                    <a:cubicBezTo>
                      <a:pt x="16383" y="16479"/>
                      <a:pt x="17276" y="15836"/>
                      <a:pt x="17776" y="15062"/>
                    </a:cubicBezTo>
                    <a:cubicBezTo>
                      <a:pt x="18253" y="14550"/>
                      <a:pt x="18550" y="13169"/>
                      <a:pt x="17657" y="9169"/>
                    </a:cubicBezTo>
                    <a:cubicBezTo>
                      <a:pt x="16348" y="3215"/>
                      <a:pt x="16145" y="298"/>
                      <a:pt x="16145" y="298"/>
                    </a:cubicBezTo>
                    <a:lnTo>
                      <a:pt x="43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1"/>
              <p:cNvSpPr/>
              <p:nvPr/>
            </p:nvSpPr>
            <p:spPr>
              <a:xfrm>
                <a:off x="528625" y="3715325"/>
                <a:ext cx="321500" cy="417750"/>
              </a:xfrm>
              <a:custGeom>
                <a:rect b="b" l="l" r="r" t="t"/>
                <a:pathLst>
                  <a:path extrusionOk="0" h="16710" w="12860">
                    <a:moveTo>
                      <a:pt x="3365" y="1"/>
                    </a:moveTo>
                    <a:cubicBezTo>
                      <a:pt x="2706" y="1"/>
                      <a:pt x="2115" y="56"/>
                      <a:pt x="1655" y="185"/>
                    </a:cubicBezTo>
                    <a:cubicBezTo>
                      <a:pt x="953" y="375"/>
                      <a:pt x="572" y="732"/>
                      <a:pt x="703" y="1340"/>
                    </a:cubicBezTo>
                    <a:cubicBezTo>
                      <a:pt x="810" y="1852"/>
                      <a:pt x="763" y="3697"/>
                      <a:pt x="655" y="5900"/>
                    </a:cubicBezTo>
                    <a:lnTo>
                      <a:pt x="655" y="5912"/>
                    </a:lnTo>
                    <a:cubicBezTo>
                      <a:pt x="655" y="6114"/>
                      <a:pt x="643" y="6340"/>
                      <a:pt x="632" y="6555"/>
                    </a:cubicBezTo>
                    <a:cubicBezTo>
                      <a:pt x="572" y="7698"/>
                      <a:pt x="501" y="8900"/>
                      <a:pt x="417" y="10067"/>
                    </a:cubicBezTo>
                    <a:lnTo>
                      <a:pt x="382" y="10734"/>
                    </a:lnTo>
                    <a:cubicBezTo>
                      <a:pt x="179" y="13555"/>
                      <a:pt x="1" y="15925"/>
                      <a:pt x="1" y="15925"/>
                    </a:cubicBezTo>
                    <a:cubicBezTo>
                      <a:pt x="167" y="15972"/>
                      <a:pt x="322" y="15996"/>
                      <a:pt x="477" y="16044"/>
                    </a:cubicBezTo>
                    <a:cubicBezTo>
                      <a:pt x="1536" y="16294"/>
                      <a:pt x="2668" y="16461"/>
                      <a:pt x="3811" y="16568"/>
                    </a:cubicBezTo>
                    <a:cubicBezTo>
                      <a:pt x="4965" y="16670"/>
                      <a:pt x="6127" y="16710"/>
                      <a:pt x="7214" y="16710"/>
                    </a:cubicBezTo>
                    <a:cubicBezTo>
                      <a:pt x="8031" y="16710"/>
                      <a:pt x="8806" y="16687"/>
                      <a:pt x="9502" y="16651"/>
                    </a:cubicBezTo>
                    <a:cubicBezTo>
                      <a:pt x="10740" y="16615"/>
                      <a:pt x="11728" y="16520"/>
                      <a:pt x="12312" y="16461"/>
                    </a:cubicBezTo>
                    <a:cubicBezTo>
                      <a:pt x="12669" y="16437"/>
                      <a:pt x="12859" y="16401"/>
                      <a:pt x="12859" y="16401"/>
                    </a:cubicBezTo>
                    <a:cubicBezTo>
                      <a:pt x="12859" y="16401"/>
                      <a:pt x="12681" y="13972"/>
                      <a:pt x="12562" y="10996"/>
                    </a:cubicBezTo>
                    <a:cubicBezTo>
                      <a:pt x="12550" y="10579"/>
                      <a:pt x="12538" y="10150"/>
                      <a:pt x="12526" y="9722"/>
                    </a:cubicBezTo>
                    <a:cubicBezTo>
                      <a:pt x="12490" y="8817"/>
                      <a:pt x="12466" y="7876"/>
                      <a:pt x="12443" y="6948"/>
                    </a:cubicBezTo>
                    <a:cubicBezTo>
                      <a:pt x="12431" y="6495"/>
                      <a:pt x="12431" y="6043"/>
                      <a:pt x="12431" y="5602"/>
                    </a:cubicBezTo>
                    <a:lnTo>
                      <a:pt x="12431" y="5566"/>
                    </a:lnTo>
                    <a:cubicBezTo>
                      <a:pt x="12431" y="4769"/>
                      <a:pt x="12443" y="4007"/>
                      <a:pt x="12478" y="3316"/>
                    </a:cubicBezTo>
                    <a:cubicBezTo>
                      <a:pt x="12526" y="2268"/>
                      <a:pt x="11192" y="1554"/>
                      <a:pt x="10204" y="1102"/>
                    </a:cubicBezTo>
                    <a:cubicBezTo>
                      <a:pt x="10121" y="1078"/>
                      <a:pt x="10002" y="1030"/>
                      <a:pt x="9847" y="983"/>
                    </a:cubicBezTo>
                    <a:cubicBezTo>
                      <a:pt x="9442" y="863"/>
                      <a:pt x="8752" y="697"/>
                      <a:pt x="7954" y="542"/>
                    </a:cubicBezTo>
                    <a:cubicBezTo>
                      <a:pt x="7061" y="363"/>
                      <a:pt x="5989" y="185"/>
                      <a:pt x="4965" y="90"/>
                    </a:cubicBezTo>
                    <a:cubicBezTo>
                      <a:pt x="4410" y="33"/>
                      <a:pt x="3867" y="1"/>
                      <a:pt x="33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1"/>
              <p:cNvSpPr/>
              <p:nvPr/>
            </p:nvSpPr>
            <p:spPr>
              <a:xfrm>
                <a:off x="538450" y="3878875"/>
                <a:ext cx="303925" cy="121475"/>
              </a:xfrm>
              <a:custGeom>
                <a:rect b="b" l="l" r="r" t="t"/>
                <a:pathLst>
                  <a:path extrusionOk="0" h="4859" w="12157">
                    <a:moveTo>
                      <a:pt x="250" y="1"/>
                    </a:moveTo>
                    <a:cubicBezTo>
                      <a:pt x="191" y="1156"/>
                      <a:pt x="119" y="2358"/>
                      <a:pt x="36" y="3513"/>
                    </a:cubicBezTo>
                    <a:lnTo>
                      <a:pt x="0" y="4192"/>
                    </a:lnTo>
                    <a:cubicBezTo>
                      <a:pt x="2013" y="4505"/>
                      <a:pt x="4939" y="4858"/>
                      <a:pt x="7754" y="4858"/>
                    </a:cubicBezTo>
                    <a:cubicBezTo>
                      <a:pt x="8687" y="4858"/>
                      <a:pt x="9607" y="4819"/>
                      <a:pt x="10478" y="4727"/>
                    </a:cubicBezTo>
                    <a:cubicBezTo>
                      <a:pt x="11061" y="4668"/>
                      <a:pt x="11621" y="4573"/>
                      <a:pt x="12157" y="4454"/>
                    </a:cubicBezTo>
                    <a:cubicBezTo>
                      <a:pt x="12145" y="4037"/>
                      <a:pt x="12109" y="3620"/>
                      <a:pt x="12109" y="3180"/>
                    </a:cubicBezTo>
                    <a:cubicBezTo>
                      <a:pt x="12085" y="2275"/>
                      <a:pt x="12050" y="1334"/>
                      <a:pt x="12038" y="406"/>
                    </a:cubicBezTo>
                    <a:cubicBezTo>
                      <a:pt x="11645" y="465"/>
                      <a:pt x="11228" y="525"/>
                      <a:pt x="10811" y="572"/>
                    </a:cubicBezTo>
                    <a:lnTo>
                      <a:pt x="10787" y="572"/>
                    </a:lnTo>
                    <a:cubicBezTo>
                      <a:pt x="10168" y="644"/>
                      <a:pt x="9490" y="679"/>
                      <a:pt x="8823" y="691"/>
                    </a:cubicBezTo>
                    <a:cubicBezTo>
                      <a:pt x="8618" y="695"/>
                      <a:pt x="8411" y="697"/>
                      <a:pt x="8204" y="697"/>
                    </a:cubicBezTo>
                    <a:cubicBezTo>
                      <a:pt x="5302" y="697"/>
                      <a:pt x="2273" y="323"/>
                      <a:pt x="2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1"/>
              <p:cNvSpPr/>
              <p:nvPr/>
            </p:nvSpPr>
            <p:spPr>
              <a:xfrm>
                <a:off x="975350" y="3371075"/>
                <a:ext cx="125400" cy="140575"/>
              </a:xfrm>
              <a:custGeom>
                <a:rect b="b" l="l" r="r" t="t"/>
                <a:pathLst>
                  <a:path extrusionOk="0" h="5623" w="5016">
                    <a:moveTo>
                      <a:pt x="3479" y="1"/>
                    </a:moveTo>
                    <a:cubicBezTo>
                      <a:pt x="3360" y="1"/>
                      <a:pt x="3253" y="96"/>
                      <a:pt x="3158" y="179"/>
                    </a:cubicBezTo>
                    <a:cubicBezTo>
                      <a:pt x="2646" y="775"/>
                      <a:pt x="2408" y="1584"/>
                      <a:pt x="2194" y="2358"/>
                    </a:cubicBezTo>
                    <a:cubicBezTo>
                      <a:pt x="2313" y="1810"/>
                      <a:pt x="2396" y="1239"/>
                      <a:pt x="2408" y="679"/>
                    </a:cubicBezTo>
                    <a:cubicBezTo>
                      <a:pt x="2408" y="453"/>
                      <a:pt x="2372" y="179"/>
                      <a:pt x="2182" y="60"/>
                    </a:cubicBezTo>
                    <a:cubicBezTo>
                      <a:pt x="2137" y="37"/>
                      <a:pt x="2089" y="26"/>
                      <a:pt x="2041" y="26"/>
                    </a:cubicBezTo>
                    <a:cubicBezTo>
                      <a:pt x="1892" y="26"/>
                      <a:pt x="1735" y="122"/>
                      <a:pt x="1646" y="239"/>
                    </a:cubicBezTo>
                    <a:cubicBezTo>
                      <a:pt x="1527" y="417"/>
                      <a:pt x="1289" y="1703"/>
                      <a:pt x="1217" y="2465"/>
                    </a:cubicBezTo>
                    <a:cubicBezTo>
                      <a:pt x="1110" y="2239"/>
                      <a:pt x="943" y="1596"/>
                      <a:pt x="622" y="1477"/>
                    </a:cubicBezTo>
                    <a:cubicBezTo>
                      <a:pt x="571" y="1458"/>
                      <a:pt x="521" y="1449"/>
                      <a:pt x="471" y="1449"/>
                    </a:cubicBezTo>
                    <a:cubicBezTo>
                      <a:pt x="218" y="1449"/>
                      <a:pt x="1" y="1684"/>
                      <a:pt x="50" y="1953"/>
                    </a:cubicBezTo>
                    <a:cubicBezTo>
                      <a:pt x="158" y="2584"/>
                      <a:pt x="586" y="3073"/>
                      <a:pt x="396" y="4406"/>
                    </a:cubicBezTo>
                    <a:cubicBezTo>
                      <a:pt x="324" y="4906"/>
                      <a:pt x="670" y="5335"/>
                      <a:pt x="1098" y="5537"/>
                    </a:cubicBezTo>
                    <a:cubicBezTo>
                      <a:pt x="1219" y="5596"/>
                      <a:pt x="1340" y="5623"/>
                      <a:pt x="1460" y="5623"/>
                    </a:cubicBezTo>
                    <a:cubicBezTo>
                      <a:pt x="2135" y="5623"/>
                      <a:pt x="2790" y="4797"/>
                      <a:pt x="3265" y="4382"/>
                    </a:cubicBezTo>
                    <a:cubicBezTo>
                      <a:pt x="3777" y="3954"/>
                      <a:pt x="4503" y="3513"/>
                      <a:pt x="4920" y="2977"/>
                    </a:cubicBezTo>
                    <a:cubicBezTo>
                      <a:pt x="4992" y="2894"/>
                      <a:pt x="5015" y="2775"/>
                      <a:pt x="4944" y="2668"/>
                    </a:cubicBezTo>
                    <a:cubicBezTo>
                      <a:pt x="4898" y="2595"/>
                      <a:pt x="4826" y="2570"/>
                      <a:pt x="4752" y="2570"/>
                    </a:cubicBezTo>
                    <a:cubicBezTo>
                      <a:pt x="4691" y="2570"/>
                      <a:pt x="4628" y="2587"/>
                      <a:pt x="4575" y="2608"/>
                    </a:cubicBezTo>
                    <a:cubicBezTo>
                      <a:pt x="4134" y="2763"/>
                      <a:pt x="3694" y="3001"/>
                      <a:pt x="3337" y="3299"/>
                    </a:cubicBezTo>
                    <a:cubicBezTo>
                      <a:pt x="3860" y="2799"/>
                      <a:pt x="4349" y="2263"/>
                      <a:pt x="4789" y="1691"/>
                    </a:cubicBezTo>
                    <a:cubicBezTo>
                      <a:pt x="4861" y="1596"/>
                      <a:pt x="4908" y="1477"/>
                      <a:pt x="4908" y="1358"/>
                    </a:cubicBezTo>
                    <a:cubicBezTo>
                      <a:pt x="4917" y="1094"/>
                      <a:pt x="4745" y="983"/>
                      <a:pt x="4562" y="983"/>
                    </a:cubicBezTo>
                    <a:cubicBezTo>
                      <a:pt x="4506" y="983"/>
                      <a:pt x="4449" y="993"/>
                      <a:pt x="4396" y="1013"/>
                    </a:cubicBezTo>
                    <a:cubicBezTo>
                      <a:pt x="4253" y="1060"/>
                      <a:pt x="4146" y="1168"/>
                      <a:pt x="4027" y="1275"/>
                    </a:cubicBezTo>
                    <a:cubicBezTo>
                      <a:pt x="3598" y="1691"/>
                      <a:pt x="3194" y="2132"/>
                      <a:pt x="2836" y="2620"/>
                    </a:cubicBezTo>
                    <a:cubicBezTo>
                      <a:pt x="3253" y="2013"/>
                      <a:pt x="3551" y="1334"/>
                      <a:pt x="3718" y="620"/>
                    </a:cubicBezTo>
                    <a:cubicBezTo>
                      <a:pt x="3741" y="501"/>
                      <a:pt x="3777" y="358"/>
                      <a:pt x="3729" y="239"/>
                    </a:cubicBezTo>
                    <a:cubicBezTo>
                      <a:pt x="3694" y="120"/>
                      <a:pt x="3598" y="1"/>
                      <a:pt x="3479"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1"/>
              <p:cNvSpPr/>
              <p:nvPr/>
            </p:nvSpPr>
            <p:spPr>
              <a:xfrm>
                <a:off x="738475" y="3448175"/>
                <a:ext cx="313450" cy="441750"/>
              </a:xfrm>
              <a:custGeom>
                <a:rect b="b" l="l" r="r" t="t"/>
                <a:pathLst>
                  <a:path extrusionOk="0" h="17670" w="12538">
                    <a:moveTo>
                      <a:pt x="9216" y="0"/>
                    </a:moveTo>
                    <a:lnTo>
                      <a:pt x="6168" y="6942"/>
                    </a:lnTo>
                    <a:cubicBezTo>
                      <a:pt x="6168" y="6942"/>
                      <a:pt x="2727" y="10942"/>
                      <a:pt x="1358" y="11728"/>
                    </a:cubicBezTo>
                    <a:cubicBezTo>
                      <a:pt x="0" y="12514"/>
                      <a:pt x="2584" y="17669"/>
                      <a:pt x="2584" y="17669"/>
                    </a:cubicBezTo>
                    <a:cubicBezTo>
                      <a:pt x="2584" y="17669"/>
                      <a:pt x="6180" y="14681"/>
                      <a:pt x="9704" y="8680"/>
                    </a:cubicBezTo>
                    <a:cubicBezTo>
                      <a:pt x="9704" y="8680"/>
                      <a:pt x="11049" y="6287"/>
                      <a:pt x="12538" y="2215"/>
                    </a:cubicBezTo>
                    <a:lnTo>
                      <a:pt x="9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1"/>
              <p:cNvSpPr/>
              <p:nvPr/>
            </p:nvSpPr>
            <p:spPr>
              <a:xfrm>
                <a:off x="178800" y="3374200"/>
                <a:ext cx="124225" cy="137350"/>
              </a:xfrm>
              <a:custGeom>
                <a:rect b="b" l="l" r="r" t="t"/>
                <a:pathLst>
                  <a:path extrusionOk="0" h="5494" w="4969">
                    <a:moveTo>
                      <a:pt x="2782" y="0"/>
                    </a:moveTo>
                    <a:cubicBezTo>
                      <a:pt x="2718" y="0"/>
                      <a:pt x="2656" y="17"/>
                      <a:pt x="2599" y="54"/>
                    </a:cubicBezTo>
                    <a:cubicBezTo>
                      <a:pt x="2421" y="185"/>
                      <a:pt x="2421" y="459"/>
                      <a:pt x="2444" y="685"/>
                    </a:cubicBezTo>
                    <a:cubicBezTo>
                      <a:pt x="2516" y="1233"/>
                      <a:pt x="2659" y="1781"/>
                      <a:pt x="2837" y="2316"/>
                    </a:cubicBezTo>
                    <a:cubicBezTo>
                      <a:pt x="2540" y="1578"/>
                      <a:pt x="2218" y="804"/>
                      <a:pt x="1623" y="269"/>
                    </a:cubicBezTo>
                    <a:cubicBezTo>
                      <a:pt x="1546" y="180"/>
                      <a:pt x="1438" y="113"/>
                      <a:pt x="1328" y="113"/>
                    </a:cubicBezTo>
                    <a:cubicBezTo>
                      <a:pt x="1319" y="113"/>
                      <a:pt x="1310" y="113"/>
                      <a:pt x="1301" y="114"/>
                    </a:cubicBezTo>
                    <a:cubicBezTo>
                      <a:pt x="1182" y="126"/>
                      <a:pt x="1087" y="269"/>
                      <a:pt x="1075" y="388"/>
                    </a:cubicBezTo>
                    <a:cubicBezTo>
                      <a:pt x="1063" y="519"/>
                      <a:pt x="1087" y="638"/>
                      <a:pt x="1135" y="757"/>
                    </a:cubicBezTo>
                    <a:cubicBezTo>
                      <a:pt x="1373" y="1459"/>
                      <a:pt x="1742" y="2090"/>
                      <a:pt x="2218" y="2662"/>
                    </a:cubicBezTo>
                    <a:cubicBezTo>
                      <a:pt x="1825" y="2233"/>
                      <a:pt x="1373" y="1816"/>
                      <a:pt x="897" y="1459"/>
                    </a:cubicBezTo>
                    <a:cubicBezTo>
                      <a:pt x="778" y="1364"/>
                      <a:pt x="659" y="1281"/>
                      <a:pt x="516" y="1245"/>
                    </a:cubicBezTo>
                    <a:cubicBezTo>
                      <a:pt x="482" y="1238"/>
                      <a:pt x="447" y="1234"/>
                      <a:pt x="412" y="1234"/>
                    </a:cubicBezTo>
                    <a:cubicBezTo>
                      <a:pt x="209" y="1234"/>
                      <a:pt x="1" y="1356"/>
                      <a:pt x="51" y="1650"/>
                    </a:cubicBezTo>
                    <a:cubicBezTo>
                      <a:pt x="75" y="1769"/>
                      <a:pt x="135" y="1876"/>
                      <a:pt x="218" y="1959"/>
                    </a:cubicBezTo>
                    <a:cubicBezTo>
                      <a:pt x="706" y="2495"/>
                      <a:pt x="1242" y="2971"/>
                      <a:pt x="1825" y="3412"/>
                    </a:cubicBezTo>
                    <a:cubicBezTo>
                      <a:pt x="1421" y="3150"/>
                      <a:pt x="968" y="2971"/>
                      <a:pt x="516" y="2864"/>
                    </a:cubicBezTo>
                    <a:cubicBezTo>
                      <a:pt x="468" y="2856"/>
                      <a:pt x="419" y="2850"/>
                      <a:pt x="372" y="2850"/>
                    </a:cubicBezTo>
                    <a:cubicBezTo>
                      <a:pt x="278" y="2850"/>
                      <a:pt x="190" y="2876"/>
                      <a:pt x="135" y="2971"/>
                    </a:cubicBezTo>
                    <a:cubicBezTo>
                      <a:pt x="99" y="3078"/>
                      <a:pt x="123" y="3209"/>
                      <a:pt x="194" y="3293"/>
                    </a:cubicBezTo>
                    <a:cubicBezTo>
                      <a:pt x="659" y="3769"/>
                      <a:pt x="1432" y="4126"/>
                      <a:pt x="1992" y="4448"/>
                    </a:cubicBezTo>
                    <a:cubicBezTo>
                      <a:pt x="2493" y="4795"/>
                      <a:pt x="3182" y="5493"/>
                      <a:pt x="3831" y="5493"/>
                    </a:cubicBezTo>
                    <a:cubicBezTo>
                      <a:pt x="3983" y="5493"/>
                      <a:pt x="4133" y="5455"/>
                      <a:pt x="4278" y="5364"/>
                    </a:cubicBezTo>
                    <a:cubicBezTo>
                      <a:pt x="4683" y="5114"/>
                      <a:pt x="4969" y="4650"/>
                      <a:pt x="4850" y="4174"/>
                    </a:cubicBezTo>
                    <a:cubicBezTo>
                      <a:pt x="4516" y="2864"/>
                      <a:pt x="4885" y="2328"/>
                      <a:pt x="4921" y="1697"/>
                    </a:cubicBezTo>
                    <a:cubicBezTo>
                      <a:pt x="4939" y="1438"/>
                      <a:pt x="4741" y="1243"/>
                      <a:pt x="4512" y="1243"/>
                    </a:cubicBezTo>
                    <a:cubicBezTo>
                      <a:pt x="4447" y="1243"/>
                      <a:pt x="4379" y="1258"/>
                      <a:pt x="4314" y="1293"/>
                    </a:cubicBezTo>
                    <a:cubicBezTo>
                      <a:pt x="3992" y="1435"/>
                      <a:pt x="3909" y="2090"/>
                      <a:pt x="3814" y="2328"/>
                    </a:cubicBezTo>
                    <a:cubicBezTo>
                      <a:pt x="3659" y="1590"/>
                      <a:pt x="3278" y="340"/>
                      <a:pt x="3147" y="173"/>
                    </a:cubicBezTo>
                    <a:cubicBezTo>
                      <a:pt x="3057" y="76"/>
                      <a:pt x="2918" y="0"/>
                      <a:pt x="2782"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1"/>
              <p:cNvSpPr/>
              <p:nvPr/>
            </p:nvSpPr>
            <p:spPr>
              <a:xfrm>
                <a:off x="240800" y="3443400"/>
                <a:ext cx="364650" cy="426275"/>
              </a:xfrm>
              <a:custGeom>
                <a:rect b="b" l="l" r="r" t="t"/>
                <a:pathLst>
                  <a:path extrusionOk="0" h="17051" w="14586">
                    <a:moveTo>
                      <a:pt x="2965" y="1"/>
                    </a:moveTo>
                    <a:lnTo>
                      <a:pt x="2227" y="656"/>
                    </a:lnTo>
                    <a:lnTo>
                      <a:pt x="345" y="2358"/>
                    </a:lnTo>
                    <a:lnTo>
                      <a:pt x="0" y="2680"/>
                    </a:lnTo>
                    <a:cubicBezTo>
                      <a:pt x="2048" y="6466"/>
                      <a:pt x="4108" y="9085"/>
                      <a:pt x="4108" y="9085"/>
                    </a:cubicBezTo>
                    <a:cubicBezTo>
                      <a:pt x="7632" y="13514"/>
                      <a:pt x="11002" y="16003"/>
                      <a:pt x="12145" y="16789"/>
                    </a:cubicBezTo>
                    <a:cubicBezTo>
                      <a:pt x="12156" y="16789"/>
                      <a:pt x="12156" y="16801"/>
                      <a:pt x="12168" y="16801"/>
                    </a:cubicBezTo>
                    <a:cubicBezTo>
                      <a:pt x="12430" y="16967"/>
                      <a:pt x="12561" y="17051"/>
                      <a:pt x="12561" y="17051"/>
                    </a:cubicBezTo>
                    <a:cubicBezTo>
                      <a:pt x="12561" y="17051"/>
                      <a:pt x="12585" y="16967"/>
                      <a:pt x="12645" y="16812"/>
                    </a:cubicBezTo>
                    <a:cubicBezTo>
                      <a:pt x="13049" y="15789"/>
                      <a:pt x="14585" y="11669"/>
                      <a:pt x="13288" y="11133"/>
                    </a:cubicBezTo>
                    <a:cubicBezTo>
                      <a:pt x="13240" y="11109"/>
                      <a:pt x="13204" y="11098"/>
                      <a:pt x="13157" y="11074"/>
                    </a:cubicBezTo>
                    <a:cubicBezTo>
                      <a:pt x="11573" y="10312"/>
                      <a:pt x="7513" y="6847"/>
                      <a:pt x="7513" y="6847"/>
                    </a:cubicBezTo>
                    <a:lnTo>
                      <a:pt x="29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1"/>
              <p:cNvSpPr/>
              <p:nvPr/>
            </p:nvSpPr>
            <p:spPr>
              <a:xfrm>
                <a:off x="651550" y="3698500"/>
                <a:ext cx="76225" cy="67750"/>
              </a:xfrm>
              <a:custGeom>
                <a:rect b="b" l="l" r="r" t="t"/>
                <a:pathLst>
                  <a:path extrusionOk="0" h="2710" w="3049">
                    <a:moveTo>
                      <a:pt x="72" y="1"/>
                    </a:moveTo>
                    <a:lnTo>
                      <a:pt x="1" y="1334"/>
                    </a:lnTo>
                    <a:cubicBezTo>
                      <a:pt x="60" y="1989"/>
                      <a:pt x="537" y="2548"/>
                      <a:pt x="1215" y="2679"/>
                    </a:cubicBezTo>
                    <a:cubicBezTo>
                      <a:pt x="1316" y="2700"/>
                      <a:pt x="1417" y="2710"/>
                      <a:pt x="1516" y="2710"/>
                    </a:cubicBezTo>
                    <a:cubicBezTo>
                      <a:pt x="2224" y="2710"/>
                      <a:pt x="2855" y="2209"/>
                      <a:pt x="3001" y="1489"/>
                    </a:cubicBezTo>
                    <a:cubicBezTo>
                      <a:pt x="3037" y="1358"/>
                      <a:pt x="3049" y="1"/>
                      <a:pt x="3049"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1"/>
              <p:cNvSpPr/>
              <p:nvPr/>
            </p:nvSpPr>
            <p:spPr>
              <a:xfrm>
                <a:off x="621800" y="3536850"/>
                <a:ext cx="136050" cy="180725"/>
              </a:xfrm>
              <a:custGeom>
                <a:rect b="b" l="l" r="r" t="t"/>
                <a:pathLst>
                  <a:path extrusionOk="0" h="7229" w="5442">
                    <a:moveTo>
                      <a:pt x="2823" y="1"/>
                    </a:moveTo>
                    <a:cubicBezTo>
                      <a:pt x="2791" y="1"/>
                      <a:pt x="2759" y="1"/>
                      <a:pt x="2727" y="1"/>
                    </a:cubicBezTo>
                    <a:cubicBezTo>
                      <a:pt x="1215" y="13"/>
                      <a:pt x="0" y="680"/>
                      <a:pt x="12" y="4133"/>
                    </a:cubicBezTo>
                    <a:cubicBezTo>
                      <a:pt x="24" y="6133"/>
                      <a:pt x="1250" y="7229"/>
                      <a:pt x="2739" y="7229"/>
                    </a:cubicBezTo>
                    <a:cubicBezTo>
                      <a:pt x="4227" y="7217"/>
                      <a:pt x="5441" y="6109"/>
                      <a:pt x="5429" y="4109"/>
                    </a:cubicBezTo>
                    <a:cubicBezTo>
                      <a:pt x="5418" y="556"/>
                      <a:pt x="4266" y="1"/>
                      <a:pt x="2823"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1"/>
              <p:cNvSpPr/>
              <p:nvPr/>
            </p:nvSpPr>
            <p:spPr>
              <a:xfrm>
                <a:off x="612575" y="3515150"/>
                <a:ext cx="161650" cy="110150"/>
              </a:xfrm>
              <a:custGeom>
                <a:rect b="b" l="l" r="r" t="t"/>
                <a:pathLst>
                  <a:path extrusionOk="0" h="4406" w="6466">
                    <a:moveTo>
                      <a:pt x="4358" y="0"/>
                    </a:moveTo>
                    <a:cubicBezTo>
                      <a:pt x="3572" y="0"/>
                      <a:pt x="2500" y="560"/>
                      <a:pt x="1703" y="643"/>
                    </a:cubicBezTo>
                    <a:cubicBezTo>
                      <a:pt x="1696" y="644"/>
                      <a:pt x="1688" y="644"/>
                      <a:pt x="1681" y="644"/>
                    </a:cubicBezTo>
                    <a:cubicBezTo>
                      <a:pt x="1487" y="644"/>
                      <a:pt x="1214" y="485"/>
                      <a:pt x="938" y="485"/>
                    </a:cubicBezTo>
                    <a:cubicBezTo>
                      <a:pt x="699" y="485"/>
                      <a:pt x="457" y="604"/>
                      <a:pt x="262" y="1048"/>
                    </a:cubicBezTo>
                    <a:cubicBezTo>
                      <a:pt x="60" y="1524"/>
                      <a:pt x="0" y="1941"/>
                      <a:pt x="262" y="2774"/>
                    </a:cubicBezTo>
                    <a:cubicBezTo>
                      <a:pt x="417" y="3263"/>
                      <a:pt x="369" y="3906"/>
                      <a:pt x="476" y="4406"/>
                    </a:cubicBezTo>
                    <a:cubicBezTo>
                      <a:pt x="893" y="3882"/>
                      <a:pt x="1107" y="2953"/>
                      <a:pt x="1048" y="2274"/>
                    </a:cubicBezTo>
                    <a:lnTo>
                      <a:pt x="1048" y="2274"/>
                    </a:lnTo>
                    <a:cubicBezTo>
                      <a:pt x="1554" y="2486"/>
                      <a:pt x="2392" y="2635"/>
                      <a:pt x="3239" y="2635"/>
                    </a:cubicBezTo>
                    <a:cubicBezTo>
                      <a:pt x="3966" y="2635"/>
                      <a:pt x="4700" y="2525"/>
                      <a:pt x="5239" y="2251"/>
                    </a:cubicBezTo>
                    <a:lnTo>
                      <a:pt x="5239" y="2251"/>
                    </a:lnTo>
                    <a:cubicBezTo>
                      <a:pt x="5072" y="2989"/>
                      <a:pt x="5370" y="3906"/>
                      <a:pt x="5929" y="4406"/>
                    </a:cubicBezTo>
                    <a:cubicBezTo>
                      <a:pt x="6037" y="4096"/>
                      <a:pt x="5882" y="3548"/>
                      <a:pt x="6275" y="1858"/>
                    </a:cubicBezTo>
                    <a:cubicBezTo>
                      <a:pt x="6465" y="1024"/>
                      <a:pt x="5572" y="0"/>
                      <a:pt x="43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1"/>
              <p:cNvSpPr/>
              <p:nvPr/>
            </p:nvSpPr>
            <p:spPr>
              <a:xfrm>
                <a:off x="620900" y="3639400"/>
                <a:ext cx="140825" cy="79450"/>
              </a:xfrm>
              <a:custGeom>
                <a:rect b="b" l="l" r="r" t="t"/>
                <a:pathLst>
                  <a:path extrusionOk="0" h="3178" w="5633">
                    <a:moveTo>
                      <a:pt x="72" y="1"/>
                    </a:moveTo>
                    <a:cubicBezTo>
                      <a:pt x="26" y="1"/>
                      <a:pt x="0" y="126"/>
                      <a:pt x="0" y="126"/>
                    </a:cubicBezTo>
                    <a:cubicBezTo>
                      <a:pt x="84" y="674"/>
                      <a:pt x="143" y="1329"/>
                      <a:pt x="334" y="1924"/>
                    </a:cubicBezTo>
                    <a:cubicBezTo>
                      <a:pt x="560" y="2579"/>
                      <a:pt x="1251" y="3115"/>
                      <a:pt x="1953" y="3138"/>
                    </a:cubicBezTo>
                    <a:cubicBezTo>
                      <a:pt x="2439" y="3158"/>
                      <a:pt x="2957" y="3177"/>
                      <a:pt x="3422" y="3177"/>
                    </a:cubicBezTo>
                    <a:cubicBezTo>
                      <a:pt x="3527" y="3177"/>
                      <a:pt x="3629" y="3176"/>
                      <a:pt x="3727" y="3174"/>
                    </a:cubicBezTo>
                    <a:cubicBezTo>
                      <a:pt x="4275" y="3162"/>
                      <a:pt x="4930" y="2567"/>
                      <a:pt x="5156" y="2043"/>
                    </a:cubicBezTo>
                    <a:cubicBezTo>
                      <a:pt x="5584" y="1031"/>
                      <a:pt x="5632" y="162"/>
                      <a:pt x="5632" y="162"/>
                    </a:cubicBezTo>
                    <a:lnTo>
                      <a:pt x="5632" y="162"/>
                    </a:lnTo>
                    <a:lnTo>
                      <a:pt x="5430" y="186"/>
                    </a:lnTo>
                    <a:cubicBezTo>
                      <a:pt x="5299" y="781"/>
                      <a:pt x="4894" y="983"/>
                      <a:pt x="4894" y="983"/>
                    </a:cubicBezTo>
                    <a:cubicBezTo>
                      <a:pt x="4366" y="665"/>
                      <a:pt x="3691" y="528"/>
                      <a:pt x="2998" y="528"/>
                    </a:cubicBezTo>
                    <a:cubicBezTo>
                      <a:pt x="2161" y="528"/>
                      <a:pt x="1296" y="729"/>
                      <a:pt x="631" y="1055"/>
                    </a:cubicBezTo>
                    <a:cubicBezTo>
                      <a:pt x="631" y="1055"/>
                      <a:pt x="334" y="638"/>
                      <a:pt x="167" y="150"/>
                    </a:cubicBezTo>
                    <a:cubicBezTo>
                      <a:pt x="130" y="37"/>
                      <a:pt x="98"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1"/>
              <p:cNvSpPr/>
              <p:nvPr/>
            </p:nvSpPr>
            <p:spPr>
              <a:xfrm>
                <a:off x="656025" y="3612175"/>
                <a:ext cx="11925" cy="17900"/>
              </a:xfrm>
              <a:custGeom>
                <a:rect b="b" l="l" r="r" t="t"/>
                <a:pathLst>
                  <a:path extrusionOk="0" h="716" w="477">
                    <a:moveTo>
                      <a:pt x="239" y="1"/>
                    </a:moveTo>
                    <a:cubicBezTo>
                      <a:pt x="108" y="1"/>
                      <a:pt x="0" y="167"/>
                      <a:pt x="0" y="358"/>
                    </a:cubicBezTo>
                    <a:cubicBezTo>
                      <a:pt x="0" y="560"/>
                      <a:pt x="108" y="715"/>
                      <a:pt x="239" y="715"/>
                    </a:cubicBezTo>
                    <a:cubicBezTo>
                      <a:pt x="369" y="715"/>
                      <a:pt x="477" y="560"/>
                      <a:pt x="477" y="358"/>
                    </a:cubicBezTo>
                    <a:cubicBezTo>
                      <a:pt x="477" y="167"/>
                      <a:pt x="369" y="1"/>
                      <a:pt x="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1"/>
              <p:cNvSpPr/>
              <p:nvPr/>
            </p:nvSpPr>
            <p:spPr>
              <a:xfrm>
                <a:off x="713175" y="3612175"/>
                <a:ext cx="11925" cy="17900"/>
              </a:xfrm>
              <a:custGeom>
                <a:rect b="b" l="l" r="r" t="t"/>
                <a:pathLst>
                  <a:path extrusionOk="0" h="716" w="477">
                    <a:moveTo>
                      <a:pt x="239" y="1"/>
                    </a:moveTo>
                    <a:cubicBezTo>
                      <a:pt x="108" y="1"/>
                      <a:pt x="0" y="167"/>
                      <a:pt x="0" y="358"/>
                    </a:cubicBezTo>
                    <a:cubicBezTo>
                      <a:pt x="0" y="560"/>
                      <a:pt x="108" y="715"/>
                      <a:pt x="239" y="715"/>
                    </a:cubicBezTo>
                    <a:cubicBezTo>
                      <a:pt x="381" y="715"/>
                      <a:pt x="477" y="560"/>
                      <a:pt x="477" y="358"/>
                    </a:cubicBezTo>
                    <a:cubicBezTo>
                      <a:pt x="477" y="167"/>
                      <a:pt x="358" y="1"/>
                      <a:pt x="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1"/>
              <p:cNvSpPr/>
              <p:nvPr/>
            </p:nvSpPr>
            <p:spPr>
              <a:xfrm>
                <a:off x="686375" y="3611300"/>
                <a:ext cx="8950" cy="38700"/>
              </a:xfrm>
              <a:custGeom>
                <a:rect b="b" l="l" r="r" t="t"/>
                <a:pathLst>
                  <a:path extrusionOk="0" fill="none" h="1548" w="358">
                    <a:moveTo>
                      <a:pt x="156" y="0"/>
                    </a:moveTo>
                    <a:cubicBezTo>
                      <a:pt x="227" y="381"/>
                      <a:pt x="298" y="786"/>
                      <a:pt x="346" y="1191"/>
                    </a:cubicBezTo>
                    <a:cubicBezTo>
                      <a:pt x="358" y="1262"/>
                      <a:pt x="358" y="1334"/>
                      <a:pt x="334" y="1405"/>
                    </a:cubicBezTo>
                    <a:cubicBezTo>
                      <a:pt x="275" y="1512"/>
                      <a:pt x="120" y="1548"/>
                      <a:pt x="1" y="152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1"/>
              <p:cNvSpPr/>
              <p:nvPr/>
            </p:nvSpPr>
            <p:spPr>
              <a:xfrm>
                <a:off x="708700" y="3597300"/>
                <a:ext cx="21175" cy="9250"/>
              </a:xfrm>
              <a:custGeom>
                <a:rect b="b" l="l" r="r" t="t"/>
                <a:pathLst>
                  <a:path extrusionOk="0" h="370" w="847">
                    <a:moveTo>
                      <a:pt x="548" y="84"/>
                    </a:moveTo>
                    <a:cubicBezTo>
                      <a:pt x="644" y="108"/>
                      <a:pt x="727" y="143"/>
                      <a:pt x="787" y="215"/>
                    </a:cubicBezTo>
                    <a:cubicBezTo>
                      <a:pt x="822" y="239"/>
                      <a:pt x="846" y="298"/>
                      <a:pt x="822" y="334"/>
                    </a:cubicBezTo>
                    <a:cubicBezTo>
                      <a:pt x="787" y="370"/>
                      <a:pt x="715" y="358"/>
                      <a:pt x="668" y="346"/>
                    </a:cubicBezTo>
                    <a:cubicBezTo>
                      <a:pt x="548" y="310"/>
                      <a:pt x="418" y="298"/>
                      <a:pt x="298" y="298"/>
                    </a:cubicBezTo>
                    <a:cubicBezTo>
                      <a:pt x="227" y="298"/>
                      <a:pt x="156" y="322"/>
                      <a:pt x="96" y="274"/>
                    </a:cubicBezTo>
                    <a:cubicBezTo>
                      <a:pt x="1" y="191"/>
                      <a:pt x="48" y="60"/>
                      <a:pt x="132" y="36"/>
                    </a:cubicBezTo>
                    <a:cubicBezTo>
                      <a:pt x="239" y="0"/>
                      <a:pt x="453" y="48"/>
                      <a:pt x="548" y="8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1"/>
              <p:cNvSpPr/>
              <p:nvPr/>
            </p:nvSpPr>
            <p:spPr>
              <a:xfrm>
                <a:off x="650675" y="3595800"/>
                <a:ext cx="20850" cy="9850"/>
              </a:xfrm>
              <a:custGeom>
                <a:rect b="b" l="l" r="r" t="t"/>
                <a:pathLst>
                  <a:path extrusionOk="0" h="394" w="834">
                    <a:moveTo>
                      <a:pt x="274" y="96"/>
                    </a:moveTo>
                    <a:cubicBezTo>
                      <a:pt x="179" y="120"/>
                      <a:pt x="107" y="168"/>
                      <a:pt x="48" y="227"/>
                    </a:cubicBezTo>
                    <a:cubicBezTo>
                      <a:pt x="24" y="263"/>
                      <a:pt x="0" y="322"/>
                      <a:pt x="24" y="346"/>
                    </a:cubicBezTo>
                    <a:cubicBezTo>
                      <a:pt x="48" y="394"/>
                      <a:pt x="119" y="382"/>
                      <a:pt x="167" y="358"/>
                    </a:cubicBezTo>
                    <a:cubicBezTo>
                      <a:pt x="286" y="322"/>
                      <a:pt x="405" y="299"/>
                      <a:pt x="536" y="299"/>
                    </a:cubicBezTo>
                    <a:cubicBezTo>
                      <a:pt x="619" y="299"/>
                      <a:pt x="691" y="322"/>
                      <a:pt x="750" y="263"/>
                    </a:cubicBezTo>
                    <a:cubicBezTo>
                      <a:pt x="834" y="179"/>
                      <a:pt x="798" y="49"/>
                      <a:pt x="691" y="25"/>
                    </a:cubicBezTo>
                    <a:cubicBezTo>
                      <a:pt x="572" y="1"/>
                      <a:pt x="381" y="60"/>
                      <a:pt x="274" y="9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1"/>
              <p:cNvSpPr/>
              <p:nvPr/>
            </p:nvSpPr>
            <p:spPr>
              <a:xfrm>
                <a:off x="678650" y="3661225"/>
                <a:ext cx="26200" cy="9025"/>
              </a:xfrm>
              <a:custGeom>
                <a:rect b="b" l="l" r="r" t="t"/>
                <a:pathLst>
                  <a:path extrusionOk="0" h="361" w="1048">
                    <a:moveTo>
                      <a:pt x="560" y="0"/>
                    </a:moveTo>
                    <a:cubicBezTo>
                      <a:pt x="287" y="0"/>
                      <a:pt x="0" y="36"/>
                      <a:pt x="0" y="110"/>
                    </a:cubicBezTo>
                    <a:cubicBezTo>
                      <a:pt x="0" y="206"/>
                      <a:pt x="36" y="289"/>
                      <a:pt x="96" y="360"/>
                    </a:cubicBezTo>
                    <a:cubicBezTo>
                      <a:pt x="332" y="294"/>
                      <a:pt x="577" y="258"/>
                      <a:pt x="823" y="258"/>
                    </a:cubicBezTo>
                    <a:cubicBezTo>
                      <a:pt x="886" y="258"/>
                      <a:pt x="949" y="260"/>
                      <a:pt x="1012" y="265"/>
                    </a:cubicBezTo>
                    <a:cubicBezTo>
                      <a:pt x="1024" y="218"/>
                      <a:pt x="1048" y="158"/>
                      <a:pt x="1048" y="87"/>
                    </a:cubicBezTo>
                    <a:cubicBezTo>
                      <a:pt x="1048" y="30"/>
                      <a:pt x="809" y="0"/>
                      <a:pt x="5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1"/>
              <p:cNvSpPr/>
              <p:nvPr/>
            </p:nvSpPr>
            <p:spPr>
              <a:xfrm>
                <a:off x="599175" y="3607900"/>
                <a:ext cx="33950" cy="40500"/>
              </a:xfrm>
              <a:custGeom>
                <a:rect b="b" l="l" r="r" t="t"/>
                <a:pathLst>
                  <a:path extrusionOk="0" h="1620" w="1358">
                    <a:moveTo>
                      <a:pt x="561" y="0"/>
                    </a:moveTo>
                    <a:cubicBezTo>
                      <a:pt x="525" y="0"/>
                      <a:pt x="485" y="9"/>
                      <a:pt x="453" y="29"/>
                    </a:cubicBezTo>
                    <a:cubicBezTo>
                      <a:pt x="131" y="136"/>
                      <a:pt x="0" y="565"/>
                      <a:pt x="131" y="993"/>
                    </a:cubicBezTo>
                    <a:cubicBezTo>
                      <a:pt x="245" y="1364"/>
                      <a:pt x="528" y="1619"/>
                      <a:pt x="802" y="1619"/>
                    </a:cubicBezTo>
                    <a:cubicBezTo>
                      <a:pt x="845" y="1619"/>
                      <a:pt x="887" y="1613"/>
                      <a:pt x="929" y="1600"/>
                    </a:cubicBezTo>
                    <a:lnTo>
                      <a:pt x="953" y="1600"/>
                    </a:lnTo>
                    <a:cubicBezTo>
                      <a:pt x="1012" y="1589"/>
                      <a:pt x="1060" y="1541"/>
                      <a:pt x="1108" y="1505"/>
                    </a:cubicBezTo>
                    <a:cubicBezTo>
                      <a:pt x="1298" y="1315"/>
                      <a:pt x="1358" y="981"/>
                      <a:pt x="1262" y="636"/>
                    </a:cubicBezTo>
                    <a:cubicBezTo>
                      <a:pt x="1155" y="291"/>
                      <a:pt x="905" y="41"/>
                      <a:pt x="631" y="17"/>
                    </a:cubicBezTo>
                    <a:cubicBezTo>
                      <a:pt x="615" y="6"/>
                      <a:pt x="590" y="0"/>
                      <a:pt x="561"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1"/>
              <p:cNvSpPr/>
              <p:nvPr/>
            </p:nvSpPr>
            <p:spPr>
              <a:xfrm>
                <a:off x="745925" y="3607900"/>
                <a:ext cx="34250" cy="40500"/>
              </a:xfrm>
              <a:custGeom>
                <a:rect b="b" l="l" r="r" t="t"/>
                <a:pathLst>
                  <a:path extrusionOk="0" h="1620" w="1370">
                    <a:moveTo>
                      <a:pt x="813" y="0"/>
                    </a:moveTo>
                    <a:cubicBezTo>
                      <a:pt x="786" y="0"/>
                      <a:pt x="758" y="6"/>
                      <a:pt x="726" y="17"/>
                    </a:cubicBezTo>
                    <a:cubicBezTo>
                      <a:pt x="464" y="41"/>
                      <a:pt x="214" y="291"/>
                      <a:pt x="107" y="636"/>
                    </a:cubicBezTo>
                    <a:cubicBezTo>
                      <a:pt x="0" y="981"/>
                      <a:pt x="60" y="1315"/>
                      <a:pt x="250" y="1505"/>
                    </a:cubicBezTo>
                    <a:cubicBezTo>
                      <a:pt x="298" y="1541"/>
                      <a:pt x="357" y="1589"/>
                      <a:pt x="417" y="1600"/>
                    </a:cubicBezTo>
                    <a:lnTo>
                      <a:pt x="429" y="1600"/>
                    </a:lnTo>
                    <a:cubicBezTo>
                      <a:pt x="472" y="1613"/>
                      <a:pt x="516" y="1619"/>
                      <a:pt x="559" y="1619"/>
                    </a:cubicBezTo>
                    <a:cubicBezTo>
                      <a:pt x="842" y="1619"/>
                      <a:pt x="1125" y="1364"/>
                      <a:pt x="1238" y="993"/>
                    </a:cubicBezTo>
                    <a:cubicBezTo>
                      <a:pt x="1369" y="565"/>
                      <a:pt x="1238" y="136"/>
                      <a:pt x="917" y="29"/>
                    </a:cubicBezTo>
                    <a:cubicBezTo>
                      <a:pt x="878" y="9"/>
                      <a:pt x="845" y="0"/>
                      <a:pt x="813"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1"/>
              <p:cNvSpPr/>
              <p:nvPr/>
            </p:nvSpPr>
            <p:spPr>
              <a:xfrm>
                <a:off x="681025" y="3667850"/>
                <a:ext cx="22950" cy="8450"/>
              </a:xfrm>
              <a:custGeom>
                <a:rect b="b" l="l" r="r" t="t"/>
                <a:pathLst>
                  <a:path extrusionOk="0" h="338" w="918">
                    <a:moveTo>
                      <a:pt x="917" y="0"/>
                    </a:moveTo>
                    <a:cubicBezTo>
                      <a:pt x="608" y="0"/>
                      <a:pt x="298" y="36"/>
                      <a:pt x="1" y="119"/>
                    </a:cubicBezTo>
                    <a:cubicBezTo>
                      <a:pt x="75" y="247"/>
                      <a:pt x="227" y="337"/>
                      <a:pt x="386" y="337"/>
                    </a:cubicBezTo>
                    <a:cubicBezTo>
                      <a:pt x="404" y="337"/>
                      <a:pt x="423" y="336"/>
                      <a:pt x="441" y="334"/>
                    </a:cubicBezTo>
                    <a:cubicBezTo>
                      <a:pt x="667" y="322"/>
                      <a:pt x="846" y="191"/>
                      <a:pt x="9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0" name="Google Shape;4550;p81"/>
            <p:cNvGrpSpPr/>
            <p:nvPr/>
          </p:nvGrpSpPr>
          <p:grpSpPr>
            <a:xfrm flipH="1" rot="1324662">
              <a:off x="5380296" y="1936546"/>
              <a:ext cx="466749" cy="1355260"/>
              <a:chOff x="6512944" y="2975654"/>
              <a:chExt cx="1594853" cy="4630848"/>
            </a:xfrm>
          </p:grpSpPr>
          <p:grpSp>
            <p:nvGrpSpPr>
              <p:cNvPr id="4551" name="Google Shape;4551;p81"/>
              <p:cNvGrpSpPr/>
              <p:nvPr/>
            </p:nvGrpSpPr>
            <p:grpSpPr>
              <a:xfrm>
                <a:off x="6512944" y="2975654"/>
                <a:ext cx="1594853" cy="4630848"/>
                <a:chOff x="1460575" y="5630575"/>
                <a:chExt cx="645350" cy="1873775"/>
              </a:xfrm>
            </p:grpSpPr>
            <p:sp>
              <p:nvSpPr>
                <p:cNvPr id="4552" name="Google Shape;4552;p81"/>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1"/>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4" name="Google Shape;4554;p81"/>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5" name="Google Shape;4555;p81"/>
            <p:cNvGrpSpPr/>
            <p:nvPr/>
          </p:nvGrpSpPr>
          <p:grpSpPr>
            <a:xfrm rot="-1325026">
              <a:off x="7209324" y="15891"/>
              <a:ext cx="360575" cy="1046974"/>
              <a:chOff x="6512944" y="2975654"/>
              <a:chExt cx="1594853" cy="4630848"/>
            </a:xfrm>
          </p:grpSpPr>
          <p:grpSp>
            <p:nvGrpSpPr>
              <p:cNvPr id="4556" name="Google Shape;4556;p81"/>
              <p:cNvGrpSpPr/>
              <p:nvPr/>
            </p:nvGrpSpPr>
            <p:grpSpPr>
              <a:xfrm>
                <a:off x="6512944" y="2975654"/>
                <a:ext cx="1594853" cy="4630848"/>
                <a:chOff x="1460575" y="5630575"/>
                <a:chExt cx="645350" cy="1873775"/>
              </a:xfrm>
            </p:grpSpPr>
            <p:sp>
              <p:nvSpPr>
                <p:cNvPr id="4557" name="Google Shape;4557;p81"/>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1"/>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9" name="Google Shape;4559;p81"/>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0" name="Google Shape;4560;p81"/>
            <p:cNvGrpSpPr/>
            <p:nvPr/>
          </p:nvGrpSpPr>
          <p:grpSpPr>
            <a:xfrm flipH="1" rot="-5134762">
              <a:off x="8105262" y="2917015"/>
              <a:ext cx="399590" cy="524810"/>
              <a:chOff x="1984450" y="1119863"/>
              <a:chExt cx="166125" cy="218175"/>
            </a:xfrm>
          </p:grpSpPr>
          <p:sp>
            <p:nvSpPr>
              <p:cNvPr id="4561" name="Google Shape;4561;p81"/>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1"/>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3" name="Google Shape;4563;p81"/>
            <p:cNvGrpSpPr/>
            <p:nvPr/>
          </p:nvGrpSpPr>
          <p:grpSpPr>
            <a:xfrm flipH="1" rot="3540900">
              <a:off x="5832585" y="237504"/>
              <a:ext cx="399587" cy="524814"/>
              <a:chOff x="1984450" y="1119863"/>
              <a:chExt cx="166125" cy="218175"/>
            </a:xfrm>
          </p:grpSpPr>
          <p:sp>
            <p:nvSpPr>
              <p:cNvPr id="4564" name="Google Shape;4564;p81"/>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1"/>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81"/>
            <p:cNvGrpSpPr/>
            <p:nvPr/>
          </p:nvGrpSpPr>
          <p:grpSpPr>
            <a:xfrm flipH="1" rot="-1425561">
              <a:off x="8281626" y="3816073"/>
              <a:ext cx="712525" cy="2068902"/>
              <a:chOff x="6512944" y="2975654"/>
              <a:chExt cx="1594853" cy="4630848"/>
            </a:xfrm>
          </p:grpSpPr>
          <p:grpSp>
            <p:nvGrpSpPr>
              <p:cNvPr id="4567" name="Google Shape;4567;p81"/>
              <p:cNvGrpSpPr/>
              <p:nvPr/>
            </p:nvGrpSpPr>
            <p:grpSpPr>
              <a:xfrm>
                <a:off x="6512944" y="2975654"/>
                <a:ext cx="1594853" cy="4630848"/>
                <a:chOff x="1460575" y="5630575"/>
                <a:chExt cx="645350" cy="1873775"/>
              </a:xfrm>
            </p:grpSpPr>
            <p:sp>
              <p:nvSpPr>
                <p:cNvPr id="4568" name="Google Shape;4568;p81"/>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1"/>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0" name="Google Shape;4570;p81"/>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4457"/>
                                        </p:tgtEl>
                                        <p:attrNameLst>
                                          <p:attrName>style.visibility</p:attrName>
                                        </p:attrNameLst>
                                      </p:cBhvr>
                                      <p:to>
                                        <p:strVal val="visible"/>
                                      </p:to>
                                    </p:set>
                                    <p:animEffect filter="fade" transition="in">
                                      <p:cBhvr>
                                        <p:cTn dur="1000"/>
                                        <p:tgtEl>
                                          <p:spTgt spid="445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454"/>
                                        </p:tgtEl>
                                        <p:attrNameLst>
                                          <p:attrName>style.visibility</p:attrName>
                                        </p:attrNameLst>
                                      </p:cBhvr>
                                      <p:to>
                                        <p:strVal val="visible"/>
                                      </p:to>
                                    </p:set>
                                    <p:animEffect filter="fade" transition="in">
                                      <p:cBhvr>
                                        <p:cTn dur="1000"/>
                                        <p:tgtEl>
                                          <p:spTgt spid="4454"/>
                                        </p:tgtEl>
                                      </p:cBhvr>
                                    </p:animEffect>
                                  </p:childTnLst>
                                </p:cTn>
                              </p:par>
                              <p:par>
                                <p:cTn fill="hold" nodeType="withEffect" presetClass="entr" presetID="10" presetSubtype="0">
                                  <p:stCondLst>
                                    <p:cond delay="0"/>
                                  </p:stCondLst>
                                  <p:childTnLst>
                                    <p:set>
                                      <p:cBhvr>
                                        <p:cTn dur="1" fill="hold">
                                          <p:stCondLst>
                                            <p:cond delay="0"/>
                                          </p:stCondLst>
                                        </p:cTn>
                                        <p:tgtEl>
                                          <p:spTgt spid="4458"/>
                                        </p:tgtEl>
                                        <p:attrNameLst>
                                          <p:attrName>style.visibility</p:attrName>
                                        </p:attrNameLst>
                                      </p:cBhvr>
                                      <p:to>
                                        <p:strVal val="visible"/>
                                      </p:to>
                                    </p:set>
                                    <p:animEffect filter="fade" transition="in">
                                      <p:cBhvr>
                                        <p:cTn dur="1000"/>
                                        <p:tgtEl>
                                          <p:spTgt spid="4458"/>
                                        </p:tgtEl>
                                      </p:cBhvr>
                                    </p:animEffect>
                                  </p:childTnLst>
                                </p:cTn>
                              </p:par>
                              <p:par>
                                <p:cTn fill="hold" nodeType="withEffect" presetClass="entr" presetID="10" presetSubtype="0">
                                  <p:stCondLst>
                                    <p:cond delay="0"/>
                                  </p:stCondLst>
                                  <p:childTnLst>
                                    <p:set>
                                      <p:cBhvr>
                                        <p:cTn dur="1" fill="hold">
                                          <p:stCondLst>
                                            <p:cond delay="0"/>
                                          </p:stCondLst>
                                        </p:cTn>
                                        <p:tgtEl>
                                          <p:spTgt spid="4459"/>
                                        </p:tgtEl>
                                        <p:attrNameLst>
                                          <p:attrName>style.visibility</p:attrName>
                                        </p:attrNameLst>
                                      </p:cBhvr>
                                      <p:to>
                                        <p:strVal val="visible"/>
                                      </p:to>
                                    </p:set>
                                    <p:animEffect filter="fade" transition="in">
                                      <p:cBhvr>
                                        <p:cTn dur="1000"/>
                                        <p:tgtEl>
                                          <p:spTgt spid="4459"/>
                                        </p:tgtEl>
                                      </p:cBhvr>
                                    </p:animEffect>
                                  </p:childTnLst>
                                </p:cTn>
                              </p:par>
                              <p:par>
                                <p:cTn fill="hold" nodeType="withEffect" presetClass="entr" presetID="10" presetSubtype="0">
                                  <p:stCondLst>
                                    <p:cond delay="0"/>
                                  </p:stCondLst>
                                  <p:childTnLst>
                                    <p:set>
                                      <p:cBhvr>
                                        <p:cTn dur="1" fill="hold">
                                          <p:stCondLst>
                                            <p:cond delay="0"/>
                                          </p:stCondLst>
                                        </p:cTn>
                                        <p:tgtEl>
                                          <p:spTgt spid="4490"/>
                                        </p:tgtEl>
                                        <p:attrNameLst>
                                          <p:attrName>style.visibility</p:attrName>
                                        </p:attrNameLst>
                                      </p:cBhvr>
                                      <p:to>
                                        <p:strVal val="visible"/>
                                      </p:to>
                                    </p:set>
                                    <p:animEffect filter="fade" transition="in">
                                      <p:cBhvr>
                                        <p:cTn dur="1000"/>
                                        <p:tgtEl>
                                          <p:spTgt spid="449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455"/>
                                        </p:tgtEl>
                                        <p:attrNameLst>
                                          <p:attrName>style.visibility</p:attrName>
                                        </p:attrNameLst>
                                      </p:cBhvr>
                                      <p:to>
                                        <p:strVal val="visible"/>
                                      </p:to>
                                    </p:set>
                                    <p:animEffect filter="fade" transition="in">
                                      <p:cBhvr>
                                        <p:cTn dur="1000"/>
                                        <p:tgtEl>
                                          <p:spTgt spid="4455"/>
                                        </p:tgtEl>
                                      </p:cBhvr>
                                    </p:animEffect>
                                  </p:childTnLst>
                                </p:cTn>
                              </p:par>
                              <p:par>
                                <p:cTn fill="hold" nodeType="withEffect" presetClass="entr" presetID="10" presetSubtype="0">
                                  <p:stCondLst>
                                    <p:cond delay="0"/>
                                  </p:stCondLst>
                                  <p:childTnLst>
                                    <p:set>
                                      <p:cBhvr>
                                        <p:cTn dur="1" fill="hold">
                                          <p:stCondLst>
                                            <p:cond delay="0"/>
                                          </p:stCondLst>
                                        </p:cTn>
                                        <p:tgtEl>
                                          <p:spTgt spid="4460"/>
                                        </p:tgtEl>
                                        <p:attrNameLst>
                                          <p:attrName>style.visibility</p:attrName>
                                        </p:attrNameLst>
                                      </p:cBhvr>
                                      <p:to>
                                        <p:strVal val="visible"/>
                                      </p:to>
                                    </p:set>
                                    <p:animEffect filter="fade" transition="in">
                                      <p:cBhvr>
                                        <p:cTn dur="1000"/>
                                        <p:tgtEl>
                                          <p:spTgt spid="4460"/>
                                        </p:tgtEl>
                                      </p:cBhvr>
                                    </p:animEffect>
                                  </p:childTnLst>
                                </p:cTn>
                              </p:par>
                              <p:par>
                                <p:cTn fill="hold" nodeType="withEffect" presetClass="entr" presetID="10" presetSubtype="0">
                                  <p:stCondLst>
                                    <p:cond delay="0"/>
                                  </p:stCondLst>
                                  <p:childTnLst>
                                    <p:set>
                                      <p:cBhvr>
                                        <p:cTn dur="1" fill="hold">
                                          <p:stCondLst>
                                            <p:cond delay="0"/>
                                          </p:stCondLst>
                                        </p:cTn>
                                        <p:tgtEl>
                                          <p:spTgt spid="4461"/>
                                        </p:tgtEl>
                                        <p:attrNameLst>
                                          <p:attrName>style.visibility</p:attrName>
                                        </p:attrNameLst>
                                      </p:cBhvr>
                                      <p:to>
                                        <p:strVal val="visible"/>
                                      </p:to>
                                    </p:set>
                                    <p:animEffect filter="fade" transition="in">
                                      <p:cBhvr>
                                        <p:cTn dur="1000"/>
                                        <p:tgtEl>
                                          <p:spTgt spid="4461"/>
                                        </p:tgtEl>
                                      </p:cBhvr>
                                    </p:animEffect>
                                  </p:childTnLst>
                                </p:cTn>
                              </p:par>
                              <p:par>
                                <p:cTn fill="hold" nodeType="withEffect" presetClass="entr" presetID="10" presetSubtype="0">
                                  <p:stCondLst>
                                    <p:cond delay="0"/>
                                  </p:stCondLst>
                                  <p:childTnLst>
                                    <p:set>
                                      <p:cBhvr>
                                        <p:cTn dur="1" fill="hold">
                                          <p:stCondLst>
                                            <p:cond delay="0"/>
                                          </p:stCondLst>
                                        </p:cTn>
                                        <p:tgtEl>
                                          <p:spTgt spid="4464"/>
                                        </p:tgtEl>
                                        <p:attrNameLst>
                                          <p:attrName>style.visibility</p:attrName>
                                        </p:attrNameLst>
                                      </p:cBhvr>
                                      <p:to>
                                        <p:strVal val="visible"/>
                                      </p:to>
                                    </p:set>
                                    <p:animEffect filter="fade" transition="in">
                                      <p:cBhvr>
                                        <p:cTn dur="1000"/>
                                        <p:tgtEl>
                                          <p:spTgt spid="446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456"/>
                                        </p:tgtEl>
                                        <p:attrNameLst>
                                          <p:attrName>style.visibility</p:attrName>
                                        </p:attrNameLst>
                                      </p:cBhvr>
                                      <p:to>
                                        <p:strVal val="visible"/>
                                      </p:to>
                                    </p:set>
                                    <p:animEffect filter="fade" transition="in">
                                      <p:cBhvr>
                                        <p:cTn dur="1000"/>
                                        <p:tgtEl>
                                          <p:spTgt spid="4456"/>
                                        </p:tgtEl>
                                      </p:cBhvr>
                                    </p:animEffect>
                                  </p:childTnLst>
                                </p:cTn>
                              </p:par>
                              <p:par>
                                <p:cTn fill="hold" nodeType="withEffect" presetClass="entr" presetID="10" presetSubtype="0">
                                  <p:stCondLst>
                                    <p:cond delay="0"/>
                                  </p:stCondLst>
                                  <p:childTnLst>
                                    <p:set>
                                      <p:cBhvr>
                                        <p:cTn dur="1" fill="hold">
                                          <p:stCondLst>
                                            <p:cond delay="0"/>
                                          </p:stCondLst>
                                        </p:cTn>
                                        <p:tgtEl>
                                          <p:spTgt spid="4462"/>
                                        </p:tgtEl>
                                        <p:attrNameLst>
                                          <p:attrName>style.visibility</p:attrName>
                                        </p:attrNameLst>
                                      </p:cBhvr>
                                      <p:to>
                                        <p:strVal val="visible"/>
                                      </p:to>
                                    </p:set>
                                    <p:animEffect filter="fade" transition="in">
                                      <p:cBhvr>
                                        <p:cTn dur="1000"/>
                                        <p:tgtEl>
                                          <p:spTgt spid="4462"/>
                                        </p:tgtEl>
                                      </p:cBhvr>
                                    </p:animEffect>
                                  </p:childTnLst>
                                </p:cTn>
                              </p:par>
                              <p:par>
                                <p:cTn fill="hold" nodeType="withEffect" presetClass="entr" presetID="10" presetSubtype="0">
                                  <p:stCondLst>
                                    <p:cond delay="0"/>
                                  </p:stCondLst>
                                  <p:childTnLst>
                                    <p:set>
                                      <p:cBhvr>
                                        <p:cTn dur="1" fill="hold">
                                          <p:stCondLst>
                                            <p:cond delay="0"/>
                                          </p:stCondLst>
                                        </p:cTn>
                                        <p:tgtEl>
                                          <p:spTgt spid="4463"/>
                                        </p:tgtEl>
                                        <p:attrNameLst>
                                          <p:attrName>style.visibility</p:attrName>
                                        </p:attrNameLst>
                                      </p:cBhvr>
                                      <p:to>
                                        <p:strVal val="visible"/>
                                      </p:to>
                                    </p:set>
                                    <p:animEffect filter="fade" transition="in">
                                      <p:cBhvr>
                                        <p:cTn dur="1000"/>
                                        <p:tgtEl>
                                          <p:spTgt spid="4463"/>
                                        </p:tgtEl>
                                      </p:cBhvr>
                                    </p:animEffect>
                                  </p:childTnLst>
                                </p:cTn>
                              </p:par>
                              <p:par>
                                <p:cTn fill="hold" nodeType="withEffect" presetClass="entr" presetID="10" presetSubtype="0">
                                  <p:stCondLst>
                                    <p:cond delay="0"/>
                                  </p:stCondLst>
                                  <p:childTnLst>
                                    <p:set>
                                      <p:cBhvr>
                                        <p:cTn dur="1" fill="hold">
                                          <p:stCondLst>
                                            <p:cond delay="0"/>
                                          </p:stCondLst>
                                        </p:cTn>
                                        <p:tgtEl>
                                          <p:spTgt spid="4503"/>
                                        </p:tgtEl>
                                        <p:attrNameLst>
                                          <p:attrName>style.visibility</p:attrName>
                                        </p:attrNameLst>
                                      </p:cBhvr>
                                      <p:to>
                                        <p:strVal val="visible"/>
                                      </p:to>
                                    </p:set>
                                    <p:animEffect filter="fade" transition="in">
                                      <p:cBhvr>
                                        <p:cTn dur="1000"/>
                                        <p:tgtEl>
                                          <p:spTgt spid="450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4" name="Shape 4574"/>
        <p:cNvGrpSpPr/>
        <p:nvPr/>
      </p:nvGrpSpPr>
      <p:grpSpPr>
        <a:xfrm>
          <a:off x="0" y="0"/>
          <a:ext cx="0" cy="0"/>
          <a:chOff x="0" y="0"/>
          <a:chExt cx="0" cy="0"/>
        </a:xfrm>
      </p:grpSpPr>
      <p:sp>
        <p:nvSpPr>
          <p:cNvPr id="4575" name="Google Shape;4575;p82"/>
          <p:cNvSpPr/>
          <p:nvPr/>
        </p:nvSpPr>
        <p:spPr>
          <a:xfrm>
            <a:off x="713275" y="1411100"/>
            <a:ext cx="3132000" cy="2321400"/>
          </a:xfrm>
          <a:prstGeom prst="roundRect">
            <a:avLst>
              <a:gd fmla="val 26711"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2"/>
          <p:cNvSpPr txBox="1"/>
          <p:nvPr>
            <p:ph type="title"/>
          </p:nvPr>
        </p:nvSpPr>
        <p:spPr>
          <a:xfrm>
            <a:off x="826025" y="1786800"/>
            <a:ext cx="2913300" cy="156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WASTE IS NOT WASTE, UNTIL WE WASTE IT</a:t>
            </a:r>
            <a:endParaRPr/>
          </a:p>
        </p:txBody>
      </p:sp>
      <p:sp>
        <p:nvSpPr>
          <p:cNvPr id="4577" name="Google Shape;4577;p82"/>
          <p:cNvSpPr txBox="1"/>
          <p:nvPr>
            <p:ph idx="1" type="subTitle"/>
          </p:nvPr>
        </p:nvSpPr>
        <p:spPr>
          <a:xfrm>
            <a:off x="5038975" y="1186907"/>
            <a:ext cx="33783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closest planet to the Sun and the smallest in the Solar System</a:t>
            </a:r>
            <a:endParaRPr/>
          </a:p>
        </p:txBody>
      </p:sp>
      <p:sp>
        <p:nvSpPr>
          <p:cNvPr id="4578" name="Google Shape;4578;p82"/>
          <p:cNvSpPr txBox="1"/>
          <p:nvPr>
            <p:ph idx="2" type="title"/>
          </p:nvPr>
        </p:nvSpPr>
        <p:spPr>
          <a:xfrm>
            <a:off x="5042609" y="869025"/>
            <a:ext cx="33750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579" name="Google Shape;4579;p82"/>
          <p:cNvSpPr txBox="1"/>
          <p:nvPr>
            <p:ph idx="3" type="subTitle"/>
          </p:nvPr>
        </p:nvSpPr>
        <p:spPr>
          <a:xfrm>
            <a:off x="5038975" y="2392134"/>
            <a:ext cx="33783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4580" name="Google Shape;4580;p82"/>
          <p:cNvSpPr txBox="1"/>
          <p:nvPr>
            <p:ph idx="4" type="title"/>
          </p:nvPr>
        </p:nvSpPr>
        <p:spPr>
          <a:xfrm>
            <a:off x="5042609" y="2074253"/>
            <a:ext cx="33750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581" name="Google Shape;4581;p82"/>
          <p:cNvSpPr txBox="1"/>
          <p:nvPr>
            <p:ph idx="5" type="subTitle"/>
          </p:nvPr>
        </p:nvSpPr>
        <p:spPr>
          <a:xfrm>
            <a:off x="5038975" y="3597375"/>
            <a:ext cx="33783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4582" name="Google Shape;4582;p82"/>
          <p:cNvSpPr txBox="1"/>
          <p:nvPr>
            <p:ph idx="6" type="title"/>
          </p:nvPr>
        </p:nvSpPr>
        <p:spPr>
          <a:xfrm>
            <a:off x="5042652" y="3279493"/>
            <a:ext cx="33750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grpSp>
        <p:nvGrpSpPr>
          <p:cNvPr id="4583" name="Google Shape;4583;p82"/>
          <p:cNvGrpSpPr/>
          <p:nvPr/>
        </p:nvGrpSpPr>
        <p:grpSpPr>
          <a:xfrm>
            <a:off x="4408550" y="1099325"/>
            <a:ext cx="517500" cy="517500"/>
            <a:chOff x="4408550" y="1099325"/>
            <a:chExt cx="517500" cy="517500"/>
          </a:xfrm>
        </p:grpSpPr>
        <p:sp>
          <p:nvSpPr>
            <p:cNvPr id="4584" name="Google Shape;4584;p82"/>
            <p:cNvSpPr/>
            <p:nvPr/>
          </p:nvSpPr>
          <p:spPr>
            <a:xfrm>
              <a:off x="4408550" y="1099325"/>
              <a:ext cx="517500" cy="51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5" name="Google Shape;4585;p82"/>
            <p:cNvGrpSpPr/>
            <p:nvPr/>
          </p:nvGrpSpPr>
          <p:grpSpPr>
            <a:xfrm>
              <a:off x="4539483" y="1253151"/>
              <a:ext cx="255838" cy="209854"/>
              <a:chOff x="3830153" y="1863036"/>
              <a:chExt cx="322986" cy="264900"/>
            </a:xfrm>
          </p:grpSpPr>
          <p:sp>
            <p:nvSpPr>
              <p:cNvPr id="4586" name="Google Shape;4586;p82"/>
              <p:cNvSpPr/>
              <p:nvPr/>
            </p:nvSpPr>
            <p:spPr>
              <a:xfrm rot="2257574">
                <a:off x="3830745" y="2015103"/>
                <a:ext cx="181816" cy="63965"/>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2"/>
              <p:cNvSpPr/>
              <p:nvPr/>
            </p:nvSpPr>
            <p:spPr>
              <a:xfrm rot="7736293">
                <a:off x="3892706" y="1963580"/>
                <a:ext cx="289268" cy="63813"/>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88" name="Google Shape;4588;p82"/>
          <p:cNvGrpSpPr/>
          <p:nvPr/>
        </p:nvGrpSpPr>
        <p:grpSpPr>
          <a:xfrm>
            <a:off x="4408650" y="2305999"/>
            <a:ext cx="517500" cy="517500"/>
            <a:chOff x="4408650" y="2305999"/>
            <a:chExt cx="517500" cy="517500"/>
          </a:xfrm>
        </p:grpSpPr>
        <p:sp>
          <p:nvSpPr>
            <p:cNvPr id="4589" name="Google Shape;4589;p82"/>
            <p:cNvSpPr/>
            <p:nvPr/>
          </p:nvSpPr>
          <p:spPr>
            <a:xfrm>
              <a:off x="4408650" y="2305999"/>
              <a:ext cx="517500" cy="51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0" name="Google Shape;4590;p82"/>
            <p:cNvGrpSpPr/>
            <p:nvPr/>
          </p:nvGrpSpPr>
          <p:grpSpPr>
            <a:xfrm>
              <a:off x="4539483" y="2466876"/>
              <a:ext cx="255838" cy="209854"/>
              <a:chOff x="3830153" y="1863036"/>
              <a:chExt cx="322986" cy="264900"/>
            </a:xfrm>
          </p:grpSpPr>
          <p:sp>
            <p:nvSpPr>
              <p:cNvPr id="4591" name="Google Shape;4591;p82"/>
              <p:cNvSpPr/>
              <p:nvPr/>
            </p:nvSpPr>
            <p:spPr>
              <a:xfrm rot="2257574">
                <a:off x="3830745" y="2015103"/>
                <a:ext cx="181816" cy="63965"/>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2"/>
              <p:cNvSpPr/>
              <p:nvPr/>
            </p:nvSpPr>
            <p:spPr>
              <a:xfrm rot="7736293">
                <a:off x="3892706" y="1963580"/>
                <a:ext cx="289268" cy="63813"/>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3" name="Google Shape;4593;p82"/>
          <p:cNvGrpSpPr/>
          <p:nvPr/>
        </p:nvGrpSpPr>
        <p:grpSpPr>
          <a:xfrm>
            <a:off x="4408550" y="3505413"/>
            <a:ext cx="517500" cy="517500"/>
            <a:chOff x="4408550" y="3505413"/>
            <a:chExt cx="517500" cy="517500"/>
          </a:xfrm>
        </p:grpSpPr>
        <p:sp>
          <p:nvSpPr>
            <p:cNvPr id="4594" name="Google Shape;4594;p82"/>
            <p:cNvSpPr/>
            <p:nvPr/>
          </p:nvSpPr>
          <p:spPr>
            <a:xfrm>
              <a:off x="4408550" y="3505413"/>
              <a:ext cx="517500" cy="517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5" name="Google Shape;4595;p82"/>
            <p:cNvGrpSpPr/>
            <p:nvPr/>
          </p:nvGrpSpPr>
          <p:grpSpPr>
            <a:xfrm>
              <a:off x="4539483" y="3666501"/>
              <a:ext cx="255838" cy="209854"/>
              <a:chOff x="3830153" y="1863036"/>
              <a:chExt cx="322986" cy="264900"/>
            </a:xfrm>
          </p:grpSpPr>
          <p:sp>
            <p:nvSpPr>
              <p:cNvPr id="4596" name="Google Shape;4596;p82"/>
              <p:cNvSpPr/>
              <p:nvPr/>
            </p:nvSpPr>
            <p:spPr>
              <a:xfrm rot="2257574">
                <a:off x="3830745" y="2015103"/>
                <a:ext cx="181816" cy="63965"/>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2"/>
              <p:cNvSpPr/>
              <p:nvPr/>
            </p:nvSpPr>
            <p:spPr>
              <a:xfrm rot="7736293">
                <a:off x="3892706" y="1963580"/>
                <a:ext cx="289268" cy="63813"/>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8" name="Google Shape;4598;p82"/>
          <p:cNvGrpSpPr/>
          <p:nvPr/>
        </p:nvGrpSpPr>
        <p:grpSpPr>
          <a:xfrm rot="1978526">
            <a:off x="2575275" y="3255091"/>
            <a:ext cx="867792" cy="2698018"/>
            <a:chOff x="-863525" y="1017825"/>
            <a:chExt cx="601300" cy="1869300"/>
          </a:xfrm>
        </p:grpSpPr>
        <p:sp>
          <p:nvSpPr>
            <p:cNvPr id="4599" name="Google Shape;4599;p82"/>
            <p:cNvSpPr/>
            <p:nvPr/>
          </p:nvSpPr>
          <p:spPr>
            <a:xfrm>
              <a:off x="-698900" y="1017825"/>
              <a:ext cx="270000" cy="175325"/>
            </a:xfrm>
            <a:custGeom>
              <a:rect b="b" l="l" r="r" t="t"/>
              <a:pathLst>
                <a:path extrusionOk="0" h="7013" w="10800">
                  <a:moveTo>
                    <a:pt x="667" y="0"/>
                  </a:moveTo>
                  <a:cubicBezTo>
                    <a:pt x="286" y="0"/>
                    <a:pt x="0" y="298"/>
                    <a:pt x="0" y="655"/>
                  </a:cubicBezTo>
                  <a:lnTo>
                    <a:pt x="0" y="6358"/>
                  </a:lnTo>
                  <a:cubicBezTo>
                    <a:pt x="0" y="6727"/>
                    <a:pt x="298" y="7013"/>
                    <a:pt x="667" y="7013"/>
                  </a:cubicBezTo>
                  <a:lnTo>
                    <a:pt x="10144" y="7013"/>
                  </a:lnTo>
                  <a:cubicBezTo>
                    <a:pt x="10501" y="7013"/>
                    <a:pt x="10799" y="6727"/>
                    <a:pt x="10799" y="6370"/>
                  </a:cubicBezTo>
                  <a:lnTo>
                    <a:pt x="10799" y="655"/>
                  </a:lnTo>
                  <a:cubicBezTo>
                    <a:pt x="10799" y="286"/>
                    <a:pt x="10501" y="0"/>
                    <a:pt x="101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2"/>
            <p:cNvSpPr/>
            <p:nvPr/>
          </p:nvSpPr>
          <p:spPr>
            <a:xfrm>
              <a:off x="-863525" y="1189275"/>
              <a:ext cx="601300" cy="1697850"/>
            </a:xfrm>
            <a:custGeom>
              <a:rect b="b" l="l" r="r" t="t"/>
              <a:pathLst>
                <a:path extrusionOk="0" h="67914" w="24052">
                  <a:moveTo>
                    <a:pt x="8002" y="0"/>
                  </a:moveTo>
                  <a:lnTo>
                    <a:pt x="8002" y="2000"/>
                  </a:lnTo>
                  <a:cubicBezTo>
                    <a:pt x="8002" y="2346"/>
                    <a:pt x="7895" y="2667"/>
                    <a:pt x="7704" y="2953"/>
                  </a:cubicBezTo>
                  <a:lnTo>
                    <a:pt x="799" y="12799"/>
                  </a:lnTo>
                  <a:cubicBezTo>
                    <a:pt x="275" y="13561"/>
                    <a:pt x="1" y="14454"/>
                    <a:pt x="1" y="15359"/>
                  </a:cubicBezTo>
                  <a:lnTo>
                    <a:pt x="1" y="24848"/>
                  </a:lnTo>
                  <a:lnTo>
                    <a:pt x="156" y="25146"/>
                  </a:lnTo>
                  <a:cubicBezTo>
                    <a:pt x="489" y="25753"/>
                    <a:pt x="656" y="26420"/>
                    <a:pt x="656" y="27111"/>
                  </a:cubicBezTo>
                  <a:lnTo>
                    <a:pt x="656" y="47827"/>
                  </a:lnTo>
                  <a:cubicBezTo>
                    <a:pt x="656" y="48280"/>
                    <a:pt x="561" y="48732"/>
                    <a:pt x="370" y="49161"/>
                  </a:cubicBezTo>
                  <a:lnTo>
                    <a:pt x="1" y="50006"/>
                  </a:lnTo>
                  <a:lnTo>
                    <a:pt x="1" y="63651"/>
                  </a:lnTo>
                  <a:lnTo>
                    <a:pt x="120" y="63651"/>
                  </a:lnTo>
                  <a:cubicBezTo>
                    <a:pt x="120" y="66008"/>
                    <a:pt x="2025" y="67913"/>
                    <a:pt x="4371" y="67913"/>
                  </a:cubicBezTo>
                  <a:cubicBezTo>
                    <a:pt x="5906" y="67913"/>
                    <a:pt x="7264" y="67092"/>
                    <a:pt x="8002" y="65877"/>
                  </a:cubicBezTo>
                  <a:cubicBezTo>
                    <a:pt x="8752" y="67092"/>
                    <a:pt x="10109" y="67913"/>
                    <a:pt x="11633" y="67913"/>
                  </a:cubicBezTo>
                  <a:cubicBezTo>
                    <a:pt x="13562" y="67913"/>
                    <a:pt x="15181" y="66651"/>
                    <a:pt x="15717" y="64901"/>
                  </a:cubicBezTo>
                  <a:cubicBezTo>
                    <a:pt x="16253" y="66651"/>
                    <a:pt x="17872" y="67913"/>
                    <a:pt x="19789" y="67913"/>
                  </a:cubicBezTo>
                  <a:cubicBezTo>
                    <a:pt x="22147" y="67913"/>
                    <a:pt x="24052" y="66008"/>
                    <a:pt x="24052" y="63651"/>
                  </a:cubicBezTo>
                  <a:lnTo>
                    <a:pt x="24052" y="50006"/>
                  </a:lnTo>
                  <a:lnTo>
                    <a:pt x="23683" y="49161"/>
                  </a:lnTo>
                  <a:cubicBezTo>
                    <a:pt x="23504" y="48744"/>
                    <a:pt x="23397" y="48280"/>
                    <a:pt x="23397" y="47827"/>
                  </a:cubicBezTo>
                  <a:lnTo>
                    <a:pt x="23397" y="27122"/>
                  </a:lnTo>
                  <a:cubicBezTo>
                    <a:pt x="23361" y="26432"/>
                    <a:pt x="23528" y="25753"/>
                    <a:pt x="23849" y="25158"/>
                  </a:cubicBezTo>
                  <a:lnTo>
                    <a:pt x="24016" y="24860"/>
                  </a:lnTo>
                  <a:lnTo>
                    <a:pt x="24016" y="15383"/>
                  </a:lnTo>
                  <a:cubicBezTo>
                    <a:pt x="24016" y="14454"/>
                    <a:pt x="23730" y="13561"/>
                    <a:pt x="23218" y="12823"/>
                  </a:cubicBezTo>
                  <a:lnTo>
                    <a:pt x="16313" y="2965"/>
                  </a:lnTo>
                  <a:cubicBezTo>
                    <a:pt x="16110" y="2679"/>
                    <a:pt x="16015" y="2357"/>
                    <a:pt x="16015" y="2012"/>
                  </a:cubicBezTo>
                  <a:lnTo>
                    <a:pt x="16015"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1" name="Google Shape;4601;p82"/>
          <p:cNvGrpSpPr/>
          <p:nvPr/>
        </p:nvGrpSpPr>
        <p:grpSpPr>
          <a:xfrm rot="1387141">
            <a:off x="643001" y="-394168"/>
            <a:ext cx="792806" cy="2297941"/>
            <a:chOff x="-3333750" y="1010075"/>
            <a:chExt cx="645025" cy="1869600"/>
          </a:xfrm>
        </p:grpSpPr>
        <p:sp>
          <p:nvSpPr>
            <p:cNvPr id="4602" name="Google Shape;4602;p82"/>
            <p:cNvSpPr/>
            <p:nvPr/>
          </p:nvSpPr>
          <p:spPr>
            <a:xfrm>
              <a:off x="-3145950" y="1010075"/>
              <a:ext cx="269700" cy="175650"/>
            </a:xfrm>
            <a:custGeom>
              <a:rect b="b" l="l" r="r" t="t"/>
              <a:pathLst>
                <a:path extrusionOk="0" h="7026" w="10788">
                  <a:moveTo>
                    <a:pt x="656" y="1"/>
                  </a:moveTo>
                  <a:cubicBezTo>
                    <a:pt x="287" y="1"/>
                    <a:pt x="1" y="298"/>
                    <a:pt x="1" y="655"/>
                  </a:cubicBezTo>
                  <a:lnTo>
                    <a:pt x="1" y="6370"/>
                  </a:lnTo>
                  <a:cubicBezTo>
                    <a:pt x="1" y="6739"/>
                    <a:pt x="299" y="7025"/>
                    <a:pt x="656" y="7025"/>
                  </a:cubicBezTo>
                  <a:lnTo>
                    <a:pt x="10133" y="7025"/>
                  </a:lnTo>
                  <a:cubicBezTo>
                    <a:pt x="10490" y="7025"/>
                    <a:pt x="10776" y="6728"/>
                    <a:pt x="10788" y="6370"/>
                  </a:cubicBezTo>
                  <a:lnTo>
                    <a:pt x="10788" y="655"/>
                  </a:lnTo>
                  <a:cubicBezTo>
                    <a:pt x="10788" y="286"/>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2"/>
            <p:cNvSpPr/>
            <p:nvPr/>
          </p:nvSpPr>
          <p:spPr>
            <a:xfrm>
              <a:off x="-3333750" y="1181825"/>
              <a:ext cx="645025" cy="1697850"/>
            </a:xfrm>
            <a:custGeom>
              <a:rect b="b" l="l" r="r" t="t"/>
              <a:pathLst>
                <a:path extrusionOk="0" h="67914" w="25801">
                  <a:moveTo>
                    <a:pt x="8596" y="0"/>
                  </a:moveTo>
                  <a:lnTo>
                    <a:pt x="8596" y="512"/>
                  </a:lnTo>
                  <a:cubicBezTo>
                    <a:pt x="8596" y="941"/>
                    <a:pt x="8346" y="1822"/>
                    <a:pt x="7941" y="1989"/>
                  </a:cubicBezTo>
                  <a:cubicBezTo>
                    <a:pt x="3274" y="3929"/>
                    <a:pt x="0" y="8537"/>
                    <a:pt x="0" y="13907"/>
                  </a:cubicBezTo>
                  <a:lnTo>
                    <a:pt x="0" y="62627"/>
                  </a:lnTo>
                  <a:cubicBezTo>
                    <a:pt x="0" y="65544"/>
                    <a:pt x="2369" y="67902"/>
                    <a:pt x="5263" y="67902"/>
                  </a:cubicBezTo>
                  <a:lnTo>
                    <a:pt x="20538" y="67902"/>
                  </a:lnTo>
                  <a:lnTo>
                    <a:pt x="20538" y="67914"/>
                  </a:lnTo>
                  <a:cubicBezTo>
                    <a:pt x="23455" y="67914"/>
                    <a:pt x="25801" y="65544"/>
                    <a:pt x="25801" y="62651"/>
                  </a:cubicBezTo>
                  <a:lnTo>
                    <a:pt x="25801" y="13907"/>
                  </a:lnTo>
                  <a:cubicBezTo>
                    <a:pt x="25801" y="8537"/>
                    <a:pt x="22527" y="3929"/>
                    <a:pt x="17859" y="1989"/>
                  </a:cubicBezTo>
                  <a:cubicBezTo>
                    <a:pt x="17455" y="1822"/>
                    <a:pt x="17205" y="929"/>
                    <a:pt x="17205" y="512"/>
                  </a:cubicBezTo>
                  <a:lnTo>
                    <a:pt x="17205"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4" name="Google Shape;4604;p82"/>
          <p:cNvGrpSpPr/>
          <p:nvPr/>
        </p:nvGrpSpPr>
        <p:grpSpPr>
          <a:xfrm flipH="1" rot="832836">
            <a:off x="1902585" y="3483382"/>
            <a:ext cx="442869" cy="748912"/>
            <a:chOff x="4774877" y="116629"/>
            <a:chExt cx="576785" cy="975095"/>
          </a:xfrm>
        </p:grpSpPr>
        <p:sp>
          <p:nvSpPr>
            <p:cNvPr id="4605" name="Google Shape;4605;p82"/>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2"/>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2"/>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2"/>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2"/>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2"/>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1" name="Google Shape;4611;p82"/>
          <p:cNvGrpSpPr/>
          <p:nvPr/>
        </p:nvGrpSpPr>
        <p:grpSpPr>
          <a:xfrm flipH="1" rot="832836">
            <a:off x="1994310" y="253870"/>
            <a:ext cx="442869" cy="748912"/>
            <a:chOff x="4774877" y="116629"/>
            <a:chExt cx="576785" cy="975095"/>
          </a:xfrm>
        </p:grpSpPr>
        <p:sp>
          <p:nvSpPr>
            <p:cNvPr id="4612" name="Google Shape;4612;p82"/>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2"/>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2"/>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2"/>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2"/>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2"/>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82"/>
          <p:cNvGrpSpPr/>
          <p:nvPr/>
        </p:nvGrpSpPr>
        <p:grpSpPr>
          <a:xfrm rot="-3060888">
            <a:off x="2755485" y="1230513"/>
            <a:ext cx="342087" cy="481790"/>
            <a:chOff x="1554950" y="3841075"/>
            <a:chExt cx="389950" cy="549200"/>
          </a:xfrm>
        </p:grpSpPr>
        <p:sp>
          <p:nvSpPr>
            <p:cNvPr id="4619" name="Google Shape;4619;p82"/>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2"/>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2"/>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2"/>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2"/>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2"/>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2"/>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2"/>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7" name="Google Shape;4627;p82"/>
          <p:cNvGrpSpPr/>
          <p:nvPr/>
        </p:nvGrpSpPr>
        <p:grpSpPr>
          <a:xfrm rot="7739112">
            <a:off x="670585" y="3279876"/>
            <a:ext cx="342087" cy="481790"/>
            <a:chOff x="1554950" y="3841075"/>
            <a:chExt cx="389950" cy="549200"/>
          </a:xfrm>
        </p:grpSpPr>
        <p:sp>
          <p:nvSpPr>
            <p:cNvPr id="4628" name="Google Shape;4628;p82"/>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2"/>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2"/>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2"/>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2"/>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2"/>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2"/>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2"/>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578"/>
                                        </p:tgtEl>
                                        <p:attrNameLst>
                                          <p:attrName>style.visibility</p:attrName>
                                        </p:attrNameLst>
                                      </p:cBhvr>
                                      <p:to>
                                        <p:strVal val="visible"/>
                                      </p:to>
                                    </p:set>
                                    <p:animEffect filter="fade" transition="in">
                                      <p:cBhvr>
                                        <p:cTn dur="1000"/>
                                        <p:tgtEl>
                                          <p:spTgt spid="4578"/>
                                        </p:tgtEl>
                                      </p:cBhvr>
                                    </p:animEffect>
                                  </p:childTnLst>
                                </p:cTn>
                              </p:par>
                              <p:par>
                                <p:cTn fill="hold" nodeType="withEffect" presetClass="entr" presetID="10" presetSubtype="0">
                                  <p:stCondLst>
                                    <p:cond delay="0"/>
                                  </p:stCondLst>
                                  <p:childTnLst>
                                    <p:set>
                                      <p:cBhvr>
                                        <p:cTn dur="1" fill="hold">
                                          <p:stCondLst>
                                            <p:cond delay="0"/>
                                          </p:stCondLst>
                                        </p:cTn>
                                        <p:tgtEl>
                                          <p:spTgt spid="4577"/>
                                        </p:tgtEl>
                                        <p:attrNameLst>
                                          <p:attrName>style.visibility</p:attrName>
                                        </p:attrNameLst>
                                      </p:cBhvr>
                                      <p:to>
                                        <p:strVal val="visible"/>
                                      </p:to>
                                    </p:set>
                                    <p:animEffect filter="fade" transition="in">
                                      <p:cBhvr>
                                        <p:cTn dur="1000"/>
                                        <p:tgtEl>
                                          <p:spTgt spid="4577"/>
                                        </p:tgtEl>
                                      </p:cBhvr>
                                    </p:animEffect>
                                  </p:childTnLst>
                                </p:cTn>
                              </p:par>
                            </p:childTnLst>
                          </p:cTn>
                        </p:par>
                        <p:par>
                          <p:cTn fill="hold">
                            <p:stCondLst>
                              <p:cond delay="1000"/>
                            </p:stCondLst>
                            <p:childTnLst>
                              <p:par>
                                <p:cTn fill="hold" nodeType="afterEffect" presetClass="entr" presetID="23" presetSubtype="16">
                                  <p:stCondLst>
                                    <p:cond delay="0"/>
                                  </p:stCondLst>
                                  <p:childTnLst>
                                    <p:set>
                                      <p:cBhvr>
                                        <p:cTn dur="1" fill="hold">
                                          <p:stCondLst>
                                            <p:cond delay="0"/>
                                          </p:stCondLst>
                                        </p:cTn>
                                        <p:tgtEl>
                                          <p:spTgt spid="4583"/>
                                        </p:tgtEl>
                                        <p:attrNameLst>
                                          <p:attrName>style.visibility</p:attrName>
                                        </p:attrNameLst>
                                      </p:cBhvr>
                                      <p:to>
                                        <p:strVal val="visible"/>
                                      </p:to>
                                    </p:set>
                                    <p:anim calcmode="lin" valueType="num">
                                      <p:cBhvr additive="base">
                                        <p:cTn dur="1000"/>
                                        <p:tgtEl>
                                          <p:spTgt spid="4583"/>
                                        </p:tgtEl>
                                        <p:attrNameLst>
                                          <p:attrName>ppt_w</p:attrName>
                                        </p:attrNameLst>
                                      </p:cBhvr>
                                      <p:tavLst>
                                        <p:tav fmla="" tm="0">
                                          <p:val>
                                            <p:strVal val="0"/>
                                          </p:val>
                                        </p:tav>
                                        <p:tav fmla="" tm="100000">
                                          <p:val>
                                            <p:strVal val="#ppt_w"/>
                                          </p:val>
                                        </p:tav>
                                      </p:tavLst>
                                    </p:anim>
                                    <p:anim calcmode="lin" valueType="num">
                                      <p:cBhvr additive="base">
                                        <p:cTn dur="1000"/>
                                        <p:tgtEl>
                                          <p:spTgt spid="4583"/>
                                        </p:tgtEl>
                                        <p:attrNameLst>
                                          <p:attrName>ppt_h</p:attrName>
                                        </p:attrNameLst>
                                      </p:cBhvr>
                                      <p:tavLst>
                                        <p:tav fmla="" tm="0">
                                          <p:val>
                                            <p:strVal val="0"/>
                                          </p:val>
                                        </p:tav>
                                        <p:tav fmla="" tm="100000">
                                          <p:val>
                                            <p:strVal val="#ppt_h"/>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579"/>
                                        </p:tgtEl>
                                        <p:attrNameLst>
                                          <p:attrName>style.visibility</p:attrName>
                                        </p:attrNameLst>
                                      </p:cBhvr>
                                      <p:to>
                                        <p:strVal val="visible"/>
                                      </p:to>
                                    </p:set>
                                    <p:animEffect filter="fade" transition="in">
                                      <p:cBhvr>
                                        <p:cTn dur="1000"/>
                                        <p:tgtEl>
                                          <p:spTgt spid="4579"/>
                                        </p:tgtEl>
                                      </p:cBhvr>
                                    </p:animEffect>
                                  </p:childTnLst>
                                </p:cTn>
                              </p:par>
                              <p:par>
                                <p:cTn fill="hold" nodeType="withEffect" presetClass="entr" presetID="10" presetSubtype="0">
                                  <p:stCondLst>
                                    <p:cond delay="0"/>
                                  </p:stCondLst>
                                  <p:childTnLst>
                                    <p:set>
                                      <p:cBhvr>
                                        <p:cTn dur="1" fill="hold">
                                          <p:stCondLst>
                                            <p:cond delay="0"/>
                                          </p:stCondLst>
                                        </p:cTn>
                                        <p:tgtEl>
                                          <p:spTgt spid="4580"/>
                                        </p:tgtEl>
                                        <p:attrNameLst>
                                          <p:attrName>style.visibility</p:attrName>
                                        </p:attrNameLst>
                                      </p:cBhvr>
                                      <p:to>
                                        <p:strVal val="visible"/>
                                      </p:to>
                                    </p:set>
                                    <p:animEffect filter="fade" transition="in">
                                      <p:cBhvr>
                                        <p:cTn dur="1000"/>
                                        <p:tgtEl>
                                          <p:spTgt spid="4580"/>
                                        </p:tgtEl>
                                      </p:cBhvr>
                                    </p:animEffect>
                                  </p:childTnLst>
                                </p:cTn>
                              </p:par>
                            </p:childTnLst>
                          </p:cTn>
                        </p:par>
                        <p:par>
                          <p:cTn fill="hold">
                            <p:stCondLst>
                              <p:cond delay="1000"/>
                            </p:stCondLst>
                            <p:childTnLst>
                              <p:par>
                                <p:cTn fill="hold" nodeType="afterEffect" presetClass="entr" presetID="23" presetSubtype="16">
                                  <p:stCondLst>
                                    <p:cond delay="0"/>
                                  </p:stCondLst>
                                  <p:childTnLst>
                                    <p:set>
                                      <p:cBhvr>
                                        <p:cTn dur="1" fill="hold">
                                          <p:stCondLst>
                                            <p:cond delay="0"/>
                                          </p:stCondLst>
                                        </p:cTn>
                                        <p:tgtEl>
                                          <p:spTgt spid="4588"/>
                                        </p:tgtEl>
                                        <p:attrNameLst>
                                          <p:attrName>style.visibility</p:attrName>
                                        </p:attrNameLst>
                                      </p:cBhvr>
                                      <p:to>
                                        <p:strVal val="visible"/>
                                      </p:to>
                                    </p:set>
                                    <p:anim calcmode="lin" valueType="num">
                                      <p:cBhvr additive="base">
                                        <p:cTn dur="1000"/>
                                        <p:tgtEl>
                                          <p:spTgt spid="4588"/>
                                        </p:tgtEl>
                                        <p:attrNameLst>
                                          <p:attrName>ppt_w</p:attrName>
                                        </p:attrNameLst>
                                      </p:cBhvr>
                                      <p:tavLst>
                                        <p:tav fmla="" tm="0">
                                          <p:val>
                                            <p:strVal val="0"/>
                                          </p:val>
                                        </p:tav>
                                        <p:tav fmla="" tm="100000">
                                          <p:val>
                                            <p:strVal val="#ppt_w"/>
                                          </p:val>
                                        </p:tav>
                                      </p:tavLst>
                                    </p:anim>
                                    <p:anim calcmode="lin" valueType="num">
                                      <p:cBhvr additive="base">
                                        <p:cTn dur="1000"/>
                                        <p:tgtEl>
                                          <p:spTgt spid="4588"/>
                                        </p:tgtEl>
                                        <p:attrNameLst>
                                          <p:attrName>ppt_h</p:attrName>
                                        </p:attrNameLst>
                                      </p:cBhvr>
                                      <p:tavLst>
                                        <p:tav fmla="" tm="0">
                                          <p:val>
                                            <p:strVal val="0"/>
                                          </p:val>
                                        </p:tav>
                                        <p:tav fmla="" tm="100000">
                                          <p:val>
                                            <p:strVal val="#ppt_h"/>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582"/>
                                        </p:tgtEl>
                                        <p:attrNameLst>
                                          <p:attrName>style.visibility</p:attrName>
                                        </p:attrNameLst>
                                      </p:cBhvr>
                                      <p:to>
                                        <p:strVal val="visible"/>
                                      </p:to>
                                    </p:set>
                                    <p:animEffect filter="fade" transition="in">
                                      <p:cBhvr>
                                        <p:cTn dur="1000"/>
                                        <p:tgtEl>
                                          <p:spTgt spid="4582"/>
                                        </p:tgtEl>
                                      </p:cBhvr>
                                    </p:animEffect>
                                  </p:childTnLst>
                                </p:cTn>
                              </p:par>
                              <p:par>
                                <p:cTn fill="hold" nodeType="withEffect" presetClass="entr" presetID="10" presetSubtype="0">
                                  <p:stCondLst>
                                    <p:cond delay="0"/>
                                  </p:stCondLst>
                                  <p:childTnLst>
                                    <p:set>
                                      <p:cBhvr>
                                        <p:cTn dur="1" fill="hold">
                                          <p:stCondLst>
                                            <p:cond delay="0"/>
                                          </p:stCondLst>
                                        </p:cTn>
                                        <p:tgtEl>
                                          <p:spTgt spid="4581"/>
                                        </p:tgtEl>
                                        <p:attrNameLst>
                                          <p:attrName>style.visibility</p:attrName>
                                        </p:attrNameLst>
                                      </p:cBhvr>
                                      <p:to>
                                        <p:strVal val="visible"/>
                                      </p:to>
                                    </p:set>
                                    <p:animEffect filter="fade" transition="in">
                                      <p:cBhvr>
                                        <p:cTn dur="1000"/>
                                        <p:tgtEl>
                                          <p:spTgt spid="4581"/>
                                        </p:tgtEl>
                                      </p:cBhvr>
                                    </p:animEffect>
                                  </p:childTnLst>
                                </p:cTn>
                              </p:par>
                            </p:childTnLst>
                          </p:cTn>
                        </p:par>
                        <p:par>
                          <p:cTn fill="hold">
                            <p:stCondLst>
                              <p:cond delay="1000"/>
                            </p:stCondLst>
                            <p:childTnLst>
                              <p:par>
                                <p:cTn fill="hold" nodeType="afterEffect" presetClass="entr" presetID="23" presetSubtype="16">
                                  <p:stCondLst>
                                    <p:cond delay="0"/>
                                  </p:stCondLst>
                                  <p:childTnLst>
                                    <p:set>
                                      <p:cBhvr>
                                        <p:cTn dur="1" fill="hold">
                                          <p:stCondLst>
                                            <p:cond delay="0"/>
                                          </p:stCondLst>
                                        </p:cTn>
                                        <p:tgtEl>
                                          <p:spTgt spid="4593"/>
                                        </p:tgtEl>
                                        <p:attrNameLst>
                                          <p:attrName>style.visibility</p:attrName>
                                        </p:attrNameLst>
                                      </p:cBhvr>
                                      <p:to>
                                        <p:strVal val="visible"/>
                                      </p:to>
                                    </p:set>
                                    <p:anim calcmode="lin" valueType="num">
                                      <p:cBhvr additive="base">
                                        <p:cTn dur="1000"/>
                                        <p:tgtEl>
                                          <p:spTgt spid="4593"/>
                                        </p:tgtEl>
                                        <p:attrNameLst>
                                          <p:attrName>ppt_w</p:attrName>
                                        </p:attrNameLst>
                                      </p:cBhvr>
                                      <p:tavLst>
                                        <p:tav fmla="" tm="0">
                                          <p:val>
                                            <p:strVal val="0"/>
                                          </p:val>
                                        </p:tav>
                                        <p:tav fmla="" tm="100000">
                                          <p:val>
                                            <p:strVal val="#ppt_w"/>
                                          </p:val>
                                        </p:tav>
                                      </p:tavLst>
                                    </p:anim>
                                    <p:anim calcmode="lin" valueType="num">
                                      <p:cBhvr additive="base">
                                        <p:cTn dur="1000"/>
                                        <p:tgtEl>
                                          <p:spTgt spid="4593"/>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39" name="Shape 4639"/>
        <p:cNvGrpSpPr/>
        <p:nvPr/>
      </p:nvGrpSpPr>
      <p:grpSpPr>
        <a:xfrm>
          <a:off x="0" y="0"/>
          <a:ext cx="0" cy="0"/>
          <a:chOff x="0" y="0"/>
          <a:chExt cx="0" cy="0"/>
        </a:xfrm>
      </p:grpSpPr>
      <p:grpSp>
        <p:nvGrpSpPr>
          <p:cNvPr id="4640" name="Google Shape;4640;p83"/>
          <p:cNvGrpSpPr/>
          <p:nvPr/>
        </p:nvGrpSpPr>
        <p:grpSpPr>
          <a:xfrm>
            <a:off x="3577122" y="2028987"/>
            <a:ext cx="1989615" cy="1912373"/>
            <a:chOff x="713400" y="1517400"/>
            <a:chExt cx="2193621" cy="2108692"/>
          </a:xfrm>
        </p:grpSpPr>
        <p:sp>
          <p:nvSpPr>
            <p:cNvPr id="4641" name="Google Shape;4641;p83"/>
            <p:cNvSpPr/>
            <p:nvPr/>
          </p:nvSpPr>
          <p:spPr>
            <a:xfrm>
              <a:off x="1239888" y="1517400"/>
              <a:ext cx="615476" cy="563134"/>
            </a:xfrm>
            <a:custGeom>
              <a:rect b="b" l="l" r="r" t="t"/>
              <a:pathLst>
                <a:path extrusionOk="0" h="5132" w="5609">
                  <a:moveTo>
                    <a:pt x="2846" y="0"/>
                  </a:moveTo>
                  <a:cubicBezTo>
                    <a:pt x="2120" y="0"/>
                    <a:pt x="1441" y="381"/>
                    <a:pt x="1048" y="1012"/>
                  </a:cubicBezTo>
                  <a:lnTo>
                    <a:pt x="1" y="2739"/>
                  </a:lnTo>
                  <a:lnTo>
                    <a:pt x="3763" y="5132"/>
                  </a:lnTo>
                  <a:lnTo>
                    <a:pt x="5608" y="1834"/>
                  </a:lnTo>
                  <a:lnTo>
                    <a:pt x="44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3"/>
            <p:cNvSpPr/>
            <p:nvPr/>
          </p:nvSpPr>
          <p:spPr>
            <a:xfrm>
              <a:off x="1731152" y="1518717"/>
              <a:ext cx="978682" cy="816611"/>
            </a:xfrm>
            <a:custGeom>
              <a:rect b="b" l="l" r="r" t="t"/>
              <a:pathLst>
                <a:path extrusionOk="0" h="7442" w="8919">
                  <a:moveTo>
                    <a:pt x="0" y="0"/>
                  </a:moveTo>
                  <a:lnTo>
                    <a:pt x="3072" y="5834"/>
                  </a:lnTo>
                  <a:lnTo>
                    <a:pt x="1370" y="6858"/>
                  </a:lnTo>
                  <a:lnTo>
                    <a:pt x="6477" y="7441"/>
                  </a:lnTo>
                  <a:lnTo>
                    <a:pt x="8918" y="2393"/>
                  </a:lnTo>
                  <a:lnTo>
                    <a:pt x="7144" y="3286"/>
                  </a:lnTo>
                  <a:lnTo>
                    <a:pt x="5811" y="1024"/>
                  </a:lnTo>
                  <a:cubicBezTo>
                    <a:pt x="5477" y="393"/>
                    <a:pt x="4822" y="0"/>
                    <a:pt x="41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3"/>
            <p:cNvSpPr/>
            <p:nvPr/>
          </p:nvSpPr>
          <p:spPr>
            <a:xfrm>
              <a:off x="2294179" y="2309109"/>
              <a:ext cx="612842" cy="601101"/>
            </a:xfrm>
            <a:custGeom>
              <a:rect b="b" l="l" r="r" t="t"/>
              <a:pathLst>
                <a:path extrusionOk="0" h="5478" w="5585">
                  <a:moveTo>
                    <a:pt x="4121" y="0"/>
                  </a:moveTo>
                  <a:lnTo>
                    <a:pt x="1" y="2394"/>
                  </a:lnTo>
                  <a:lnTo>
                    <a:pt x="1715" y="5477"/>
                  </a:lnTo>
                  <a:lnTo>
                    <a:pt x="4454" y="5477"/>
                  </a:lnTo>
                  <a:lnTo>
                    <a:pt x="5168" y="4322"/>
                  </a:lnTo>
                  <a:cubicBezTo>
                    <a:pt x="5573" y="3679"/>
                    <a:pt x="5585" y="2858"/>
                    <a:pt x="5216" y="2203"/>
                  </a:cubicBezTo>
                  <a:lnTo>
                    <a:pt x="41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3"/>
            <p:cNvSpPr/>
            <p:nvPr/>
          </p:nvSpPr>
          <p:spPr>
            <a:xfrm>
              <a:off x="1655328" y="2721917"/>
              <a:ext cx="1127585" cy="904175"/>
            </a:xfrm>
            <a:custGeom>
              <a:rect b="b" l="l" r="r" t="t"/>
              <a:pathLst>
                <a:path extrusionOk="0" h="8240" w="10276">
                  <a:moveTo>
                    <a:pt x="3430" y="1"/>
                  </a:moveTo>
                  <a:lnTo>
                    <a:pt x="1" y="3775"/>
                  </a:lnTo>
                  <a:lnTo>
                    <a:pt x="3430" y="8240"/>
                  </a:lnTo>
                  <a:lnTo>
                    <a:pt x="3430" y="6871"/>
                  </a:lnTo>
                  <a:lnTo>
                    <a:pt x="6168" y="6871"/>
                  </a:lnTo>
                  <a:cubicBezTo>
                    <a:pt x="6179" y="6871"/>
                    <a:pt x="6189" y="6871"/>
                    <a:pt x="6199" y="6871"/>
                  </a:cubicBezTo>
                  <a:cubicBezTo>
                    <a:pt x="6913" y="6871"/>
                    <a:pt x="7554" y="6469"/>
                    <a:pt x="7883" y="5835"/>
                  </a:cubicBezTo>
                  <a:lnTo>
                    <a:pt x="10276" y="1715"/>
                  </a:lnTo>
                  <a:lnTo>
                    <a:pt x="3430" y="1715"/>
                  </a:lnTo>
                  <a:lnTo>
                    <a:pt x="34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3"/>
            <p:cNvSpPr/>
            <p:nvPr/>
          </p:nvSpPr>
          <p:spPr>
            <a:xfrm>
              <a:off x="999468" y="2946646"/>
              <a:ext cx="466572" cy="526594"/>
            </a:xfrm>
            <a:custGeom>
              <a:rect b="b" l="l" r="r" t="t"/>
              <a:pathLst>
                <a:path extrusionOk="0" h="4799" w="4252">
                  <a:moveTo>
                    <a:pt x="834" y="1"/>
                  </a:moveTo>
                  <a:lnTo>
                    <a:pt x="834" y="13"/>
                  </a:lnTo>
                  <a:lnTo>
                    <a:pt x="1" y="1929"/>
                  </a:lnTo>
                  <a:lnTo>
                    <a:pt x="1037" y="3727"/>
                  </a:lnTo>
                  <a:cubicBezTo>
                    <a:pt x="1430" y="4382"/>
                    <a:pt x="2132" y="4787"/>
                    <a:pt x="2882" y="4799"/>
                  </a:cubicBezTo>
                  <a:lnTo>
                    <a:pt x="4251" y="4799"/>
                  </a:lnTo>
                  <a:lnTo>
                    <a:pt x="42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3"/>
            <p:cNvSpPr/>
            <p:nvPr/>
          </p:nvSpPr>
          <p:spPr>
            <a:xfrm>
              <a:off x="713400" y="2119604"/>
              <a:ext cx="828352" cy="1040131"/>
            </a:xfrm>
            <a:custGeom>
              <a:rect b="b" l="l" r="r" t="t"/>
              <a:pathLst>
                <a:path extrusionOk="0" h="9479" w="7549">
                  <a:moveTo>
                    <a:pt x="5489" y="1"/>
                  </a:moveTo>
                  <a:lnTo>
                    <a:pt x="0" y="346"/>
                  </a:lnTo>
                  <a:lnTo>
                    <a:pt x="1965" y="1561"/>
                  </a:lnTo>
                  <a:lnTo>
                    <a:pt x="679" y="4121"/>
                  </a:lnTo>
                  <a:cubicBezTo>
                    <a:pt x="322" y="4763"/>
                    <a:pt x="322" y="5537"/>
                    <a:pt x="679" y="6180"/>
                  </a:cubicBezTo>
                  <a:lnTo>
                    <a:pt x="2584" y="9478"/>
                  </a:lnTo>
                  <a:lnTo>
                    <a:pt x="3310" y="8252"/>
                  </a:lnTo>
                  <a:lnTo>
                    <a:pt x="5846" y="3823"/>
                  </a:lnTo>
                  <a:lnTo>
                    <a:pt x="7549" y="4466"/>
                  </a:lnTo>
                  <a:lnTo>
                    <a:pt x="7549" y="4466"/>
                  </a:lnTo>
                  <a:lnTo>
                    <a:pt x="54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47" name="Google Shape;4647;p83"/>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CAN WE MAKE OUT OF A PLASTIC BOTTLE?</a:t>
            </a:r>
            <a:endParaRPr/>
          </a:p>
        </p:txBody>
      </p:sp>
      <p:grpSp>
        <p:nvGrpSpPr>
          <p:cNvPr id="4648" name="Google Shape;4648;p83"/>
          <p:cNvGrpSpPr/>
          <p:nvPr/>
        </p:nvGrpSpPr>
        <p:grpSpPr>
          <a:xfrm>
            <a:off x="4052507" y="1366471"/>
            <a:ext cx="1038986" cy="3237653"/>
            <a:chOff x="4118750" y="2154275"/>
            <a:chExt cx="601300" cy="1873750"/>
          </a:xfrm>
        </p:grpSpPr>
        <p:sp>
          <p:nvSpPr>
            <p:cNvPr id="4649" name="Google Shape;4649;p83"/>
            <p:cNvSpPr/>
            <p:nvPr/>
          </p:nvSpPr>
          <p:spPr>
            <a:xfrm>
              <a:off x="4283650" y="2154275"/>
              <a:ext cx="269700" cy="175625"/>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3"/>
            <p:cNvSpPr/>
            <p:nvPr/>
          </p:nvSpPr>
          <p:spPr>
            <a:xfrm>
              <a:off x="4118750" y="2330175"/>
              <a:ext cx="601300" cy="1697850"/>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651" name="Google Shape;4651;p83"/>
          <p:cNvCxnSpPr/>
          <p:nvPr/>
        </p:nvCxnSpPr>
        <p:spPr>
          <a:xfrm>
            <a:off x="4052550" y="2504300"/>
            <a:ext cx="1038900" cy="0"/>
          </a:xfrm>
          <a:prstGeom prst="straightConnector1">
            <a:avLst/>
          </a:prstGeom>
          <a:noFill/>
          <a:ln cap="flat" cmpd="sng" w="19050">
            <a:solidFill>
              <a:schemeClr val="accent1"/>
            </a:solidFill>
            <a:prstDash val="dash"/>
            <a:round/>
            <a:headEnd len="med" w="med" type="none"/>
            <a:tailEnd len="med" w="med" type="none"/>
          </a:ln>
        </p:spPr>
      </p:cxnSp>
      <p:cxnSp>
        <p:nvCxnSpPr>
          <p:cNvPr id="4652" name="Google Shape;4652;p83"/>
          <p:cNvCxnSpPr/>
          <p:nvPr/>
        </p:nvCxnSpPr>
        <p:spPr>
          <a:xfrm>
            <a:off x="4052550" y="3541475"/>
            <a:ext cx="1038900" cy="0"/>
          </a:xfrm>
          <a:prstGeom prst="straightConnector1">
            <a:avLst/>
          </a:prstGeom>
          <a:noFill/>
          <a:ln cap="flat" cmpd="sng" w="19050">
            <a:solidFill>
              <a:schemeClr val="accent1"/>
            </a:solidFill>
            <a:prstDash val="dash"/>
            <a:round/>
            <a:headEnd len="med" w="med" type="none"/>
            <a:tailEnd len="med" w="med" type="none"/>
          </a:ln>
        </p:spPr>
      </p:cxnSp>
      <p:sp>
        <p:nvSpPr>
          <p:cNvPr id="4653" name="Google Shape;4653;p83"/>
          <p:cNvSpPr txBox="1"/>
          <p:nvPr>
            <p:ph idx="4294967295" type="subTitle"/>
          </p:nvPr>
        </p:nvSpPr>
        <p:spPr>
          <a:xfrm>
            <a:off x="713402" y="1684357"/>
            <a:ext cx="2821500" cy="923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600"/>
              <a:t>Mercury is the closest planet to the Sun and the smallest planet in the Solar System</a:t>
            </a:r>
            <a:endParaRPr sz="1600"/>
          </a:p>
        </p:txBody>
      </p:sp>
      <p:sp>
        <p:nvSpPr>
          <p:cNvPr id="4654" name="Google Shape;4654;p83"/>
          <p:cNvSpPr txBox="1"/>
          <p:nvPr>
            <p:ph idx="4294967295" type="title"/>
          </p:nvPr>
        </p:nvSpPr>
        <p:spPr>
          <a:xfrm>
            <a:off x="716473" y="1318850"/>
            <a:ext cx="2818500" cy="420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BOTTLE TOP BAG SEAL</a:t>
            </a:r>
            <a:endParaRPr sz="1800"/>
          </a:p>
        </p:txBody>
      </p:sp>
      <p:sp>
        <p:nvSpPr>
          <p:cNvPr id="4655" name="Google Shape;4655;p83"/>
          <p:cNvSpPr txBox="1"/>
          <p:nvPr>
            <p:ph idx="4294967295" type="subTitle"/>
          </p:nvPr>
        </p:nvSpPr>
        <p:spPr>
          <a:xfrm>
            <a:off x="5609077" y="2726272"/>
            <a:ext cx="28215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4656" name="Google Shape;4656;p83"/>
          <p:cNvSpPr txBox="1"/>
          <p:nvPr>
            <p:ph idx="4294967295" type="title"/>
          </p:nvPr>
        </p:nvSpPr>
        <p:spPr>
          <a:xfrm>
            <a:off x="5612148" y="2360765"/>
            <a:ext cx="2818500" cy="4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BIRD FEEDER</a:t>
            </a:r>
            <a:endParaRPr sz="1800"/>
          </a:p>
        </p:txBody>
      </p:sp>
      <p:sp>
        <p:nvSpPr>
          <p:cNvPr id="4657" name="Google Shape;4657;p83"/>
          <p:cNvSpPr txBox="1"/>
          <p:nvPr>
            <p:ph idx="4294967295" type="subTitle"/>
          </p:nvPr>
        </p:nvSpPr>
        <p:spPr>
          <a:xfrm>
            <a:off x="713402" y="3765382"/>
            <a:ext cx="2821500" cy="923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 It’s full of iron oxide dust</a:t>
            </a:r>
            <a:endParaRPr/>
          </a:p>
        </p:txBody>
      </p:sp>
      <p:sp>
        <p:nvSpPr>
          <p:cNvPr id="4658" name="Google Shape;4658;p83"/>
          <p:cNvSpPr txBox="1"/>
          <p:nvPr>
            <p:ph idx="4294967295" type="title"/>
          </p:nvPr>
        </p:nvSpPr>
        <p:spPr>
          <a:xfrm>
            <a:off x="716473" y="3399875"/>
            <a:ext cx="2818500" cy="420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PLANTER</a:t>
            </a:r>
            <a:endParaRPr sz="1800"/>
          </a:p>
        </p:txBody>
      </p:sp>
      <p:cxnSp>
        <p:nvCxnSpPr>
          <p:cNvPr id="4659" name="Google Shape;4659;p83"/>
          <p:cNvCxnSpPr>
            <a:stCxn id="4660" idx="2"/>
          </p:cNvCxnSpPr>
          <p:nvPr/>
        </p:nvCxnSpPr>
        <p:spPr>
          <a:xfrm rot="10800000">
            <a:off x="3718350" y="1985700"/>
            <a:ext cx="497400" cy="0"/>
          </a:xfrm>
          <a:prstGeom prst="straightConnector1">
            <a:avLst/>
          </a:prstGeom>
          <a:noFill/>
          <a:ln cap="flat" cmpd="sng" w="19050">
            <a:solidFill>
              <a:schemeClr val="accent4"/>
            </a:solidFill>
            <a:prstDash val="solid"/>
            <a:round/>
            <a:headEnd len="med" w="med" type="none"/>
            <a:tailEnd len="med" w="med" type="oval"/>
          </a:ln>
        </p:spPr>
      </p:cxnSp>
      <p:cxnSp>
        <p:nvCxnSpPr>
          <p:cNvPr id="4661" name="Google Shape;4661;p83"/>
          <p:cNvCxnSpPr/>
          <p:nvPr/>
        </p:nvCxnSpPr>
        <p:spPr>
          <a:xfrm>
            <a:off x="4928250" y="3022900"/>
            <a:ext cx="497400" cy="0"/>
          </a:xfrm>
          <a:prstGeom prst="straightConnector1">
            <a:avLst/>
          </a:prstGeom>
          <a:noFill/>
          <a:ln cap="flat" cmpd="sng" w="19050">
            <a:solidFill>
              <a:schemeClr val="accent4"/>
            </a:solidFill>
            <a:prstDash val="solid"/>
            <a:round/>
            <a:headEnd len="med" w="med" type="none"/>
            <a:tailEnd len="med" w="med" type="oval"/>
          </a:ln>
        </p:spPr>
      </p:cxnSp>
      <p:cxnSp>
        <p:nvCxnSpPr>
          <p:cNvPr id="4662" name="Google Shape;4662;p83"/>
          <p:cNvCxnSpPr/>
          <p:nvPr/>
        </p:nvCxnSpPr>
        <p:spPr>
          <a:xfrm rot="10800000">
            <a:off x="3718350" y="4060075"/>
            <a:ext cx="497400" cy="0"/>
          </a:xfrm>
          <a:prstGeom prst="straightConnector1">
            <a:avLst/>
          </a:prstGeom>
          <a:noFill/>
          <a:ln cap="flat" cmpd="sng" w="19050">
            <a:solidFill>
              <a:schemeClr val="accent4"/>
            </a:solidFill>
            <a:prstDash val="solid"/>
            <a:round/>
            <a:headEnd len="med" w="med" type="none"/>
            <a:tailEnd len="med" w="med" type="oval"/>
          </a:ln>
        </p:spPr>
      </p:cxnSp>
      <p:grpSp>
        <p:nvGrpSpPr>
          <p:cNvPr id="4663" name="Google Shape;4663;p83"/>
          <p:cNvGrpSpPr/>
          <p:nvPr/>
        </p:nvGrpSpPr>
        <p:grpSpPr>
          <a:xfrm>
            <a:off x="4215750" y="1629450"/>
            <a:ext cx="712500" cy="712500"/>
            <a:chOff x="4215750" y="1629450"/>
            <a:chExt cx="712500" cy="712500"/>
          </a:xfrm>
        </p:grpSpPr>
        <p:sp>
          <p:nvSpPr>
            <p:cNvPr id="4660" name="Google Shape;4660;p83"/>
            <p:cNvSpPr/>
            <p:nvPr/>
          </p:nvSpPr>
          <p:spPr>
            <a:xfrm>
              <a:off x="4215750" y="1629450"/>
              <a:ext cx="712500" cy="712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400">
                <a:solidFill>
                  <a:schemeClr val="accent4"/>
                </a:solidFill>
                <a:latin typeface="Londrina Solid"/>
                <a:ea typeface="Londrina Solid"/>
                <a:cs typeface="Londrina Solid"/>
                <a:sym typeface="Londrina Solid"/>
              </a:endParaRPr>
            </a:p>
          </p:txBody>
        </p:sp>
        <p:grpSp>
          <p:nvGrpSpPr>
            <p:cNvPr id="4664" name="Google Shape;4664;p83"/>
            <p:cNvGrpSpPr/>
            <p:nvPr/>
          </p:nvGrpSpPr>
          <p:grpSpPr>
            <a:xfrm>
              <a:off x="4416894" y="1876113"/>
              <a:ext cx="310408" cy="219264"/>
              <a:chOff x="6311562" y="1410625"/>
              <a:chExt cx="736437" cy="520200"/>
            </a:xfrm>
          </p:grpSpPr>
          <p:sp>
            <p:nvSpPr>
              <p:cNvPr id="4665" name="Google Shape;4665;p83"/>
              <p:cNvSpPr/>
              <p:nvPr/>
            </p:nvSpPr>
            <p:spPr>
              <a:xfrm rot="2700000">
                <a:off x="6300618" y="1686278"/>
                <a:ext cx="380989" cy="126855"/>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3"/>
              <p:cNvSpPr/>
              <p:nvPr/>
            </p:nvSpPr>
            <p:spPr>
              <a:xfrm rot="-2567666">
                <a:off x="6460061" y="1607144"/>
                <a:ext cx="628376" cy="127161"/>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7" name="Google Shape;4667;p83"/>
          <p:cNvGrpSpPr/>
          <p:nvPr/>
        </p:nvGrpSpPr>
        <p:grpSpPr>
          <a:xfrm>
            <a:off x="4215750" y="2666638"/>
            <a:ext cx="712500" cy="712500"/>
            <a:chOff x="4215750" y="2666638"/>
            <a:chExt cx="712500" cy="712500"/>
          </a:xfrm>
        </p:grpSpPr>
        <p:sp>
          <p:nvSpPr>
            <p:cNvPr id="4668" name="Google Shape;4668;p83"/>
            <p:cNvSpPr/>
            <p:nvPr/>
          </p:nvSpPr>
          <p:spPr>
            <a:xfrm>
              <a:off x="4215750" y="2666638"/>
              <a:ext cx="712500" cy="712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t/>
              </a:r>
              <a:endParaRPr sz="2400">
                <a:solidFill>
                  <a:schemeClr val="accent4"/>
                </a:solidFill>
                <a:latin typeface="Londrina Solid"/>
                <a:ea typeface="Londrina Solid"/>
                <a:cs typeface="Londrina Solid"/>
                <a:sym typeface="Londrina Solid"/>
              </a:endParaRPr>
            </a:p>
          </p:txBody>
        </p:sp>
        <p:grpSp>
          <p:nvGrpSpPr>
            <p:cNvPr id="4669" name="Google Shape;4669;p83"/>
            <p:cNvGrpSpPr/>
            <p:nvPr/>
          </p:nvGrpSpPr>
          <p:grpSpPr>
            <a:xfrm>
              <a:off x="4416894" y="2913251"/>
              <a:ext cx="310408" cy="219264"/>
              <a:chOff x="6311562" y="1410625"/>
              <a:chExt cx="736437" cy="520200"/>
            </a:xfrm>
          </p:grpSpPr>
          <p:sp>
            <p:nvSpPr>
              <p:cNvPr id="4670" name="Google Shape;4670;p83"/>
              <p:cNvSpPr/>
              <p:nvPr/>
            </p:nvSpPr>
            <p:spPr>
              <a:xfrm rot="2700000">
                <a:off x="6300618" y="1686278"/>
                <a:ext cx="380989" cy="126855"/>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3"/>
              <p:cNvSpPr/>
              <p:nvPr/>
            </p:nvSpPr>
            <p:spPr>
              <a:xfrm rot="-2567666">
                <a:off x="6460061" y="1607144"/>
                <a:ext cx="628376" cy="127161"/>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72" name="Google Shape;4672;p83"/>
          <p:cNvGrpSpPr/>
          <p:nvPr/>
        </p:nvGrpSpPr>
        <p:grpSpPr>
          <a:xfrm>
            <a:off x="4215750" y="3703825"/>
            <a:ext cx="712500" cy="712500"/>
            <a:chOff x="4215750" y="3703825"/>
            <a:chExt cx="712500" cy="712500"/>
          </a:xfrm>
        </p:grpSpPr>
        <p:sp>
          <p:nvSpPr>
            <p:cNvPr id="4673" name="Google Shape;4673;p83"/>
            <p:cNvSpPr/>
            <p:nvPr/>
          </p:nvSpPr>
          <p:spPr>
            <a:xfrm>
              <a:off x="4215750" y="3703825"/>
              <a:ext cx="712500" cy="712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t/>
              </a:r>
              <a:endParaRPr sz="2400">
                <a:solidFill>
                  <a:schemeClr val="accent4"/>
                </a:solidFill>
                <a:latin typeface="Londrina Solid"/>
                <a:ea typeface="Londrina Solid"/>
                <a:cs typeface="Londrina Solid"/>
                <a:sym typeface="Londrina Solid"/>
              </a:endParaRPr>
            </a:p>
          </p:txBody>
        </p:sp>
        <p:grpSp>
          <p:nvGrpSpPr>
            <p:cNvPr id="4674" name="Google Shape;4674;p83"/>
            <p:cNvGrpSpPr/>
            <p:nvPr/>
          </p:nvGrpSpPr>
          <p:grpSpPr>
            <a:xfrm>
              <a:off x="4416894" y="3950426"/>
              <a:ext cx="310408" cy="219264"/>
              <a:chOff x="6311562" y="1410625"/>
              <a:chExt cx="736437" cy="520200"/>
            </a:xfrm>
          </p:grpSpPr>
          <p:sp>
            <p:nvSpPr>
              <p:cNvPr id="4675" name="Google Shape;4675;p83"/>
              <p:cNvSpPr/>
              <p:nvPr/>
            </p:nvSpPr>
            <p:spPr>
              <a:xfrm rot="2700000">
                <a:off x="6300618" y="1686278"/>
                <a:ext cx="380989" cy="126855"/>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3"/>
              <p:cNvSpPr/>
              <p:nvPr/>
            </p:nvSpPr>
            <p:spPr>
              <a:xfrm rot="-2567666">
                <a:off x="6460061" y="1607144"/>
                <a:ext cx="628376" cy="127161"/>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3" presetSubtype="16">
                                  <p:stCondLst>
                                    <p:cond delay="0"/>
                                  </p:stCondLst>
                                  <p:childTnLst>
                                    <p:set>
                                      <p:cBhvr>
                                        <p:cTn dur="1" fill="hold">
                                          <p:stCondLst>
                                            <p:cond delay="0"/>
                                          </p:stCondLst>
                                        </p:cTn>
                                        <p:tgtEl>
                                          <p:spTgt spid="4663"/>
                                        </p:tgtEl>
                                        <p:attrNameLst>
                                          <p:attrName>style.visibility</p:attrName>
                                        </p:attrNameLst>
                                      </p:cBhvr>
                                      <p:to>
                                        <p:strVal val="visible"/>
                                      </p:to>
                                    </p:set>
                                    <p:anim calcmode="lin" valueType="num">
                                      <p:cBhvr additive="base">
                                        <p:cTn dur="1000"/>
                                        <p:tgtEl>
                                          <p:spTgt spid="4663"/>
                                        </p:tgtEl>
                                        <p:attrNameLst>
                                          <p:attrName>ppt_w</p:attrName>
                                        </p:attrNameLst>
                                      </p:cBhvr>
                                      <p:tavLst>
                                        <p:tav fmla="" tm="0">
                                          <p:val>
                                            <p:strVal val="0"/>
                                          </p:val>
                                        </p:tav>
                                        <p:tav fmla="" tm="100000">
                                          <p:val>
                                            <p:strVal val="#ppt_w"/>
                                          </p:val>
                                        </p:tav>
                                      </p:tavLst>
                                    </p:anim>
                                    <p:anim calcmode="lin" valueType="num">
                                      <p:cBhvr additive="base">
                                        <p:cTn dur="1000"/>
                                        <p:tgtEl>
                                          <p:spTgt spid="4663"/>
                                        </p:tgtEl>
                                        <p:attrNameLst>
                                          <p:attrName>ppt_h</p:attrName>
                                        </p:attrNameLst>
                                      </p:cBhvr>
                                      <p:tavLst>
                                        <p:tav fmla="" tm="0">
                                          <p:val>
                                            <p:strVal val="0"/>
                                          </p:val>
                                        </p:tav>
                                        <p:tav fmla="" tm="100000">
                                          <p:val>
                                            <p:strVal val="#ppt_h"/>
                                          </p:val>
                                        </p:tav>
                                      </p:tavLst>
                                    </p:anim>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659"/>
                                        </p:tgtEl>
                                        <p:attrNameLst>
                                          <p:attrName>style.visibility</p:attrName>
                                        </p:attrNameLst>
                                      </p:cBhvr>
                                      <p:to>
                                        <p:strVal val="visible"/>
                                      </p:to>
                                    </p:set>
                                    <p:animEffect filter="fade" transition="in">
                                      <p:cBhvr>
                                        <p:cTn dur="1000"/>
                                        <p:tgtEl>
                                          <p:spTgt spid="4659"/>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4654"/>
                                        </p:tgtEl>
                                        <p:attrNameLst>
                                          <p:attrName>style.visibility</p:attrName>
                                        </p:attrNameLst>
                                      </p:cBhvr>
                                      <p:to>
                                        <p:strVal val="visible"/>
                                      </p:to>
                                    </p:set>
                                    <p:animEffect filter="fade" transition="in">
                                      <p:cBhvr>
                                        <p:cTn dur="1000"/>
                                        <p:tgtEl>
                                          <p:spTgt spid="4654"/>
                                        </p:tgtEl>
                                      </p:cBhvr>
                                    </p:animEffect>
                                  </p:childTnLst>
                                </p:cTn>
                              </p:par>
                              <p:par>
                                <p:cTn fill="hold" nodeType="withEffect" presetClass="entr" presetID="10" presetSubtype="0">
                                  <p:stCondLst>
                                    <p:cond delay="0"/>
                                  </p:stCondLst>
                                  <p:childTnLst>
                                    <p:set>
                                      <p:cBhvr>
                                        <p:cTn dur="1" fill="hold">
                                          <p:stCondLst>
                                            <p:cond delay="0"/>
                                          </p:stCondLst>
                                        </p:cTn>
                                        <p:tgtEl>
                                          <p:spTgt spid="4653"/>
                                        </p:tgtEl>
                                        <p:attrNameLst>
                                          <p:attrName>style.visibility</p:attrName>
                                        </p:attrNameLst>
                                      </p:cBhvr>
                                      <p:to>
                                        <p:strVal val="visible"/>
                                      </p:to>
                                    </p:set>
                                    <p:animEffect filter="fade" transition="in">
                                      <p:cBhvr>
                                        <p:cTn dur="1000"/>
                                        <p:tgtEl>
                                          <p:spTgt spid="4653"/>
                                        </p:tgtEl>
                                      </p:cBhvr>
                                    </p:animEffect>
                                  </p:childTnLst>
                                </p:cTn>
                              </p:par>
                            </p:childTnLst>
                          </p:cTn>
                        </p:par>
                        <p:par>
                          <p:cTn fill="hold">
                            <p:stCondLst>
                              <p:cond delay="3000"/>
                            </p:stCondLst>
                            <p:childTnLst>
                              <p:par>
                                <p:cTn fill="hold" nodeType="afterEffect" presetClass="entr" presetID="23" presetSubtype="16">
                                  <p:stCondLst>
                                    <p:cond delay="0"/>
                                  </p:stCondLst>
                                  <p:childTnLst>
                                    <p:set>
                                      <p:cBhvr>
                                        <p:cTn dur="1" fill="hold">
                                          <p:stCondLst>
                                            <p:cond delay="0"/>
                                          </p:stCondLst>
                                        </p:cTn>
                                        <p:tgtEl>
                                          <p:spTgt spid="4667"/>
                                        </p:tgtEl>
                                        <p:attrNameLst>
                                          <p:attrName>style.visibility</p:attrName>
                                        </p:attrNameLst>
                                      </p:cBhvr>
                                      <p:to>
                                        <p:strVal val="visible"/>
                                      </p:to>
                                    </p:set>
                                    <p:anim calcmode="lin" valueType="num">
                                      <p:cBhvr additive="base">
                                        <p:cTn dur="1000"/>
                                        <p:tgtEl>
                                          <p:spTgt spid="4667"/>
                                        </p:tgtEl>
                                        <p:attrNameLst>
                                          <p:attrName>ppt_w</p:attrName>
                                        </p:attrNameLst>
                                      </p:cBhvr>
                                      <p:tavLst>
                                        <p:tav fmla="" tm="0">
                                          <p:val>
                                            <p:strVal val="0"/>
                                          </p:val>
                                        </p:tav>
                                        <p:tav fmla="" tm="100000">
                                          <p:val>
                                            <p:strVal val="#ppt_w"/>
                                          </p:val>
                                        </p:tav>
                                      </p:tavLst>
                                    </p:anim>
                                    <p:anim calcmode="lin" valueType="num">
                                      <p:cBhvr additive="base">
                                        <p:cTn dur="1000"/>
                                        <p:tgtEl>
                                          <p:spTgt spid="4667"/>
                                        </p:tgtEl>
                                        <p:attrNameLst>
                                          <p:attrName>ppt_h</p:attrName>
                                        </p:attrNameLst>
                                      </p:cBhvr>
                                      <p:tavLst>
                                        <p:tav fmla="" tm="0">
                                          <p:val>
                                            <p:strVal val="0"/>
                                          </p:val>
                                        </p:tav>
                                        <p:tav fmla="" tm="100000">
                                          <p:val>
                                            <p:strVal val="#ppt_h"/>
                                          </p:val>
                                        </p:tav>
                                      </p:tavLst>
                                    </p:anim>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4661"/>
                                        </p:tgtEl>
                                        <p:attrNameLst>
                                          <p:attrName>style.visibility</p:attrName>
                                        </p:attrNameLst>
                                      </p:cBhvr>
                                      <p:to>
                                        <p:strVal val="visible"/>
                                      </p:to>
                                    </p:set>
                                    <p:animEffect filter="fade" transition="in">
                                      <p:cBhvr>
                                        <p:cTn dur="1000"/>
                                        <p:tgtEl>
                                          <p:spTgt spid="4661"/>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4656"/>
                                        </p:tgtEl>
                                        <p:attrNameLst>
                                          <p:attrName>style.visibility</p:attrName>
                                        </p:attrNameLst>
                                      </p:cBhvr>
                                      <p:to>
                                        <p:strVal val="visible"/>
                                      </p:to>
                                    </p:set>
                                    <p:animEffect filter="fade" transition="in">
                                      <p:cBhvr>
                                        <p:cTn dur="1000"/>
                                        <p:tgtEl>
                                          <p:spTgt spid="4656"/>
                                        </p:tgtEl>
                                      </p:cBhvr>
                                    </p:animEffect>
                                  </p:childTnLst>
                                </p:cTn>
                              </p:par>
                              <p:par>
                                <p:cTn fill="hold" nodeType="withEffect" presetClass="entr" presetID="10" presetSubtype="0">
                                  <p:stCondLst>
                                    <p:cond delay="0"/>
                                  </p:stCondLst>
                                  <p:childTnLst>
                                    <p:set>
                                      <p:cBhvr>
                                        <p:cTn dur="1" fill="hold">
                                          <p:stCondLst>
                                            <p:cond delay="0"/>
                                          </p:stCondLst>
                                        </p:cTn>
                                        <p:tgtEl>
                                          <p:spTgt spid="4655"/>
                                        </p:tgtEl>
                                        <p:attrNameLst>
                                          <p:attrName>style.visibility</p:attrName>
                                        </p:attrNameLst>
                                      </p:cBhvr>
                                      <p:to>
                                        <p:strVal val="visible"/>
                                      </p:to>
                                    </p:set>
                                    <p:animEffect filter="fade" transition="in">
                                      <p:cBhvr>
                                        <p:cTn dur="1000"/>
                                        <p:tgtEl>
                                          <p:spTgt spid="4655"/>
                                        </p:tgtEl>
                                      </p:cBhvr>
                                    </p:animEffect>
                                  </p:childTnLst>
                                </p:cTn>
                              </p:par>
                            </p:childTnLst>
                          </p:cTn>
                        </p:par>
                        <p:par>
                          <p:cTn fill="hold">
                            <p:stCondLst>
                              <p:cond delay="6000"/>
                            </p:stCondLst>
                            <p:childTnLst>
                              <p:par>
                                <p:cTn fill="hold" nodeType="afterEffect" presetClass="entr" presetID="23" presetSubtype="16">
                                  <p:stCondLst>
                                    <p:cond delay="0"/>
                                  </p:stCondLst>
                                  <p:childTnLst>
                                    <p:set>
                                      <p:cBhvr>
                                        <p:cTn dur="1" fill="hold">
                                          <p:stCondLst>
                                            <p:cond delay="0"/>
                                          </p:stCondLst>
                                        </p:cTn>
                                        <p:tgtEl>
                                          <p:spTgt spid="4672"/>
                                        </p:tgtEl>
                                        <p:attrNameLst>
                                          <p:attrName>style.visibility</p:attrName>
                                        </p:attrNameLst>
                                      </p:cBhvr>
                                      <p:to>
                                        <p:strVal val="visible"/>
                                      </p:to>
                                    </p:set>
                                    <p:anim calcmode="lin" valueType="num">
                                      <p:cBhvr additive="base">
                                        <p:cTn dur="1000"/>
                                        <p:tgtEl>
                                          <p:spTgt spid="4672"/>
                                        </p:tgtEl>
                                        <p:attrNameLst>
                                          <p:attrName>ppt_w</p:attrName>
                                        </p:attrNameLst>
                                      </p:cBhvr>
                                      <p:tavLst>
                                        <p:tav fmla="" tm="0">
                                          <p:val>
                                            <p:strVal val="0"/>
                                          </p:val>
                                        </p:tav>
                                        <p:tav fmla="" tm="100000">
                                          <p:val>
                                            <p:strVal val="#ppt_w"/>
                                          </p:val>
                                        </p:tav>
                                      </p:tavLst>
                                    </p:anim>
                                    <p:anim calcmode="lin" valueType="num">
                                      <p:cBhvr additive="base">
                                        <p:cTn dur="1000"/>
                                        <p:tgtEl>
                                          <p:spTgt spid="4672"/>
                                        </p:tgtEl>
                                        <p:attrNameLst>
                                          <p:attrName>ppt_h</p:attrName>
                                        </p:attrNameLst>
                                      </p:cBhvr>
                                      <p:tavLst>
                                        <p:tav fmla="" tm="0">
                                          <p:val>
                                            <p:strVal val="0"/>
                                          </p:val>
                                        </p:tav>
                                        <p:tav fmla="" tm="100000">
                                          <p:val>
                                            <p:strVal val="#ppt_h"/>
                                          </p:val>
                                        </p:tav>
                                      </p:tavLst>
                                    </p:anim>
                                  </p:childTnLst>
                                </p:cTn>
                              </p:par>
                            </p:childTnLst>
                          </p:cTn>
                        </p:par>
                        <p:par>
                          <p:cTn fill="hold">
                            <p:stCondLst>
                              <p:cond delay="7000"/>
                            </p:stCondLst>
                            <p:childTnLst>
                              <p:par>
                                <p:cTn fill="hold" nodeType="afterEffect" presetClass="entr" presetID="10" presetSubtype="0">
                                  <p:stCondLst>
                                    <p:cond delay="0"/>
                                  </p:stCondLst>
                                  <p:childTnLst>
                                    <p:set>
                                      <p:cBhvr>
                                        <p:cTn dur="1" fill="hold">
                                          <p:stCondLst>
                                            <p:cond delay="0"/>
                                          </p:stCondLst>
                                        </p:cTn>
                                        <p:tgtEl>
                                          <p:spTgt spid="4662"/>
                                        </p:tgtEl>
                                        <p:attrNameLst>
                                          <p:attrName>style.visibility</p:attrName>
                                        </p:attrNameLst>
                                      </p:cBhvr>
                                      <p:to>
                                        <p:strVal val="visible"/>
                                      </p:to>
                                    </p:set>
                                    <p:animEffect filter="fade" transition="in">
                                      <p:cBhvr>
                                        <p:cTn dur="1000"/>
                                        <p:tgtEl>
                                          <p:spTgt spid="4662"/>
                                        </p:tgtEl>
                                      </p:cBhvr>
                                    </p:animEffect>
                                  </p:childTnLst>
                                </p:cTn>
                              </p:par>
                            </p:childTnLst>
                          </p:cTn>
                        </p:par>
                        <p:par>
                          <p:cTn fill="hold">
                            <p:stCondLst>
                              <p:cond delay="8000"/>
                            </p:stCondLst>
                            <p:childTnLst>
                              <p:par>
                                <p:cTn fill="hold" nodeType="afterEffect" presetClass="entr" presetID="10" presetSubtype="0">
                                  <p:stCondLst>
                                    <p:cond delay="0"/>
                                  </p:stCondLst>
                                  <p:childTnLst>
                                    <p:set>
                                      <p:cBhvr>
                                        <p:cTn dur="1" fill="hold">
                                          <p:stCondLst>
                                            <p:cond delay="0"/>
                                          </p:stCondLst>
                                        </p:cTn>
                                        <p:tgtEl>
                                          <p:spTgt spid="4658"/>
                                        </p:tgtEl>
                                        <p:attrNameLst>
                                          <p:attrName>style.visibility</p:attrName>
                                        </p:attrNameLst>
                                      </p:cBhvr>
                                      <p:to>
                                        <p:strVal val="visible"/>
                                      </p:to>
                                    </p:set>
                                    <p:animEffect filter="fade" transition="in">
                                      <p:cBhvr>
                                        <p:cTn dur="1000"/>
                                        <p:tgtEl>
                                          <p:spTgt spid="4658"/>
                                        </p:tgtEl>
                                      </p:cBhvr>
                                    </p:animEffect>
                                  </p:childTnLst>
                                </p:cTn>
                              </p:par>
                              <p:par>
                                <p:cTn fill="hold" nodeType="withEffect" presetClass="entr" presetID="10" presetSubtype="0">
                                  <p:stCondLst>
                                    <p:cond delay="0"/>
                                  </p:stCondLst>
                                  <p:childTnLst>
                                    <p:set>
                                      <p:cBhvr>
                                        <p:cTn dur="1" fill="hold">
                                          <p:stCondLst>
                                            <p:cond delay="0"/>
                                          </p:stCondLst>
                                        </p:cTn>
                                        <p:tgtEl>
                                          <p:spTgt spid="4657"/>
                                        </p:tgtEl>
                                        <p:attrNameLst>
                                          <p:attrName>style.visibility</p:attrName>
                                        </p:attrNameLst>
                                      </p:cBhvr>
                                      <p:to>
                                        <p:strVal val="visible"/>
                                      </p:to>
                                    </p:set>
                                    <p:animEffect filter="fade" transition="in">
                                      <p:cBhvr>
                                        <p:cTn dur="1000"/>
                                        <p:tgtEl>
                                          <p:spTgt spid="465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80" name="Shape 4680"/>
        <p:cNvGrpSpPr/>
        <p:nvPr/>
      </p:nvGrpSpPr>
      <p:grpSpPr>
        <a:xfrm>
          <a:off x="0" y="0"/>
          <a:ext cx="0" cy="0"/>
          <a:chOff x="0" y="0"/>
          <a:chExt cx="0" cy="0"/>
        </a:xfrm>
      </p:grpSpPr>
      <p:sp>
        <p:nvSpPr>
          <p:cNvPr id="4681" name="Google Shape;4681;p84"/>
          <p:cNvSpPr/>
          <p:nvPr/>
        </p:nvSpPr>
        <p:spPr>
          <a:xfrm flipH="1" rot="10473965">
            <a:off x="3122869" y="1987702"/>
            <a:ext cx="2482622" cy="2168338"/>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4"/>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CAN WE MAKE OUT OF A PLASTIC BOTTLE?</a:t>
            </a:r>
            <a:endParaRPr/>
          </a:p>
        </p:txBody>
      </p:sp>
      <p:grpSp>
        <p:nvGrpSpPr>
          <p:cNvPr id="4683" name="Google Shape;4683;p84"/>
          <p:cNvGrpSpPr/>
          <p:nvPr/>
        </p:nvGrpSpPr>
        <p:grpSpPr>
          <a:xfrm>
            <a:off x="3351839" y="1867751"/>
            <a:ext cx="1861436" cy="2085140"/>
            <a:chOff x="5574007" y="3029072"/>
            <a:chExt cx="1620190" cy="1814901"/>
          </a:xfrm>
        </p:grpSpPr>
        <p:sp>
          <p:nvSpPr>
            <p:cNvPr id="4684" name="Google Shape;4684;p84"/>
            <p:cNvSpPr/>
            <p:nvPr/>
          </p:nvSpPr>
          <p:spPr>
            <a:xfrm>
              <a:off x="6484850" y="3120927"/>
              <a:ext cx="463564" cy="763774"/>
            </a:xfrm>
            <a:custGeom>
              <a:rect b="b" l="l" r="r" t="t"/>
              <a:pathLst>
                <a:path extrusionOk="0" h="10693" w="6490">
                  <a:moveTo>
                    <a:pt x="1191" y="0"/>
                  </a:moveTo>
                  <a:lnTo>
                    <a:pt x="965" y="477"/>
                  </a:lnTo>
                  <a:lnTo>
                    <a:pt x="286" y="1262"/>
                  </a:lnTo>
                  <a:cubicBezTo>
                    <a:pt x="286" y="1262"/>
                    <a:pt x="36" y="1798"/>
                    <a:pt x="250" y="2239"/>
                  </a:cubicBezTo>
                  <a:cubicBezTo>
                    <a:pt x="489" y="2691"/>
                    <a:pt x="1727" y="4406"/>
                    <a:pt x="1727" y="4406"/>
                  </a:cubicBezTo>
                  <a:cubicBezTo>
                    <a:pt x="1727" y="4406"/>
                    <a:pt x="1346" y="4799"/>
                    <a:pt x="1644" y="5430"/>
                  </a:cubicBezTo>
                  <a:lnTo>
                    <a:pt x="346" y="6644"/>
                  </a:lnTo>
                  <a:cubicBezTo>
                    <a:pt x="346" y="6644"/>
                    <a:pt x="0" y="6870"/>
                    <a:pt x="120" y="7382"/>
                  </a:cubicBezTo>
                  <a:cubicBezTo>
                    <a:pt x="239" y="7882"/>
                    <a:pt x="1001" y="10216"/>
                    <a:pt x="1001" y="10216"/>
                  </a:cubicBezTo>
                  <a:cubicBezTo>
                    <a:pt x="1001" y="10216"/>
                    <a:pt x="1227" y="10692"/>
                    <a:pt x="1846" y="10430"/>
                  </a:cubicBezTo>
                  <a:cubicBezTo>
                    <a:pt x="2477" y="10180"/>
                    <a:pt x="5906" y="8632"/>
                    <a:pt x="5906" y="8632"/>
                  </a:cubicBezTo>
                  <a:cubicBezTo>
                    <a:pt x="5906" y="8632"/>
                    <a:pt x="6489" y="8180"/>
                    <a:pt x="6239" y="7454"/>
                  </a:cubicBezTo>
                  <a:cubicBezTo>
                    <a:pt x="5989" y="6727"/>
                    <a:pt x="5346" y="4299"/>
                    <a:pt x="5346" y="4299"/>
                  </a:cubicBezTo>
                  <a:lnTo>
                    <a:pt x="4858" y="1096"/>
                  </a:lnTo>
                  <a:cubicBezTo>
                    <a:pt x="4858" y="1096"/>
                    <a:pt x="4751" y="572"/>
                    <a:pt x="4418" y="453"/>
                  </a:cubicBezTo>
                  <a:cubicBezTo>
                    <a:pt x="4096" y="358"/>
                    <a:pt x="2215" y="0"/>
                    <a:pt x="2215" y="0"/>
                  </a:cubicBez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4"/>
            <p:cNvSpPr/>
            <p:nvPr/>
          </p:nvSpPr>
          <p:spPr>
            <a:xfrm>
              <a:off x="6862416" y="3425351"/>
              <a:ext cx="86856" cy="327495"/>
            </a:xfrm>
            <a:custGeom>
              <a:rect b="b" l="l" r="r" t="t"/>
              <a:pathLst>
                <a:path extrusionOk="0" h="4585" w="1216">
                  <a:moveTo>
                    <a:pt x="620" y="4382"/>
                  </a:moveTo>
                  <a:lnTo>
                    <a:pt x="620" y="4382"/>
                  </a:lnTo>
                  <a:cubicBezTo>
                    <a:pt x="644" y="4382"/>
                    <a:pt x="1215" y="3930"/>
                    <a:pt x="965" y="3204"/>
                  </a:cubicBezTo>
                  <a:cubicBezTo>
                    <a:pt x="715" y="2477"/>
                    <a:pt x="72" y="48"/>
                    <a:pt x="72" y="48"/>
                  </a:cubicBezTo>
                  <a:lnTo>
                    <a:pt x="72" y="1"/>
                  </a:lnTo>
                  <a:lnTo>
                    <a:pt x="72" y="3620"/>
                  </a:lnTo>
                  <a:cubicBezTo>
                    <a:pt x="84" y="3620"/>
                    <a:pt x="1" y="4585"/>
                    <a:pt x="620" y="4382"/>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4"/>
            <p:cNvSpPr/>
            <p:nvPr/>
          </p:nvSpPr>
          <p:spPr>
            <a:xfrm>
              <a:off x="6510350" y="3508707"/>
              <a:ext cx="202497" cy="86856"/>
            </a:xfrm>
            <a:custGeom>
              <a:rect b="b" l="l" r="r" t="t"/>
              <a:pathLst>
                <a:path extrusionOk="0" h="1216" w="2835">
                  <a:moveTo>
                    <a:pt x="1298" y="1"/>
                  </a:moveTo>
                  <a:lnTo>
                    <a:pt x="1" y="1215"/>
                  </a:lnTo>
                  <a:cubicBezTo>
                    <a:pt x="1" y="1215"/>
                    <a:pt x="2787" y="310"/>
                    <a:pt x="2811" y="179"/>
                  </a:cubicBezTo>
                  <a:cubicBezTo>
                    <a:pt x="2834" y="48"/>
                    <a:pt x="2715" y="13"/>
                    <a:pt x="2715" y="13"/>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4"/>
            <p:cNvSpPr/>
            <p:nvPr/>
          </p:nvSpPr>
          <p:spPr>
            <a:xfrm>
              <a:off x="6497636" y="3259568"/>
              <a:ext cx="216068" cy="176069"/>
            </a:xfrm>
            <a:custGeom>
              <a:rect b="b" l="l" r="r" t="t"/>
              <a:pathLst>
                <a:path extrusionOk="0" h="2465" w="3025">
                  <a:moveTo>
                    <a:pt x="0" y="0"/>
                  </a:moveTo>
                  <a:cubicBezTo>
                    <a:pt x="12" y="107"/>
                    <a:pt x="48" y="203"/>
                    <a:pt x="95" y="298"/>
                  </a:cubicBezTo>
                  <a:cubicBezTo>
                    <a:pt x="322" y="750"/>
                    <a:pt x="1560" y="2465"/>
                    <a:pt x="1560" y="2465"/>
                  </a:cubicBezTo>
                  <a:lnTo>
                    <a:pt x="2429" y="2381"/>
                  </a:lnTo>
                  <a:cubicBezTo>
                    <a:pt x="2965" y="2346"/>
                    <a:pt x="3024" y="2131"/>
                    <a:pt x="2560" y="1691"/>
                  </a:cubicBezTo>
                  <a:cubicBezTo>
                    <a:pt x="2215" y="1357"/>
                    <a:pt x="0" y="0"/>
                    <a:pt x="0" y="0"/>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4"/>
            <p:cNvSpPr/>
            <p:nvPr/>
          </p:nvSpPr>
          <p:spPr>
            <a:xfrm>
              <a:off x="6515493" y="3029072"/>
              <a:ext cx="133569" cy="125927"/>
            </a:xfrm>
            <a:custGeom>
              <a:rect b="b" l="l" r="r" t="t"/>
              <a:pathLst>
                <a:path extrusionOk="0" h="1763" w="1870">
                  <a:moveTo>
                    <a:pt x="155" y="417"/>
                  </a:moveTo>
                  <a:lnTo>
                    <a:pt x="1286" y="36"/>
                  </a:lnTo>
                  <a:cubicBezTo>
                    <a:pt x="1369" y="1"/>
                    <a:pt x="1476" y="48"/>
                    <a:pt x="1512" y="143"/>
                  </a:cubicBezTo>
                  <a:lnTo>
                    <a:pt x="1834" y="1120"/>
                  </a:lnTo>
                  <a:cubicBezTo>
                    <a:pt x="1869" y="1203"/>
                    <a:pt x="1822" y="1310"/>
                    <a:pt x="1715" y="1334"/>
                  </a:cubicBezTo>
                  <a:lnTo>
                    <a:pt x="583" y="1727"/>
                  </a:lnTo>
                  <a:cubicBezTo>
                    <a:pt x="500" y="1763"/>
                    <a:pt x="393" y="1715"/>
                    <a:pt x="357" y="1608"/>
                  </a:cubicBezTo>
                  <a:lnTo>
                    <a:pt x="36" y="643"/>
                  </a:lnTo>
                  <a:cubicBezTo>
                    <a:pt x="0" y="548"/>
                    <a:pt x="60" y="453"/>
                    <a:pt x="155" y="41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4"/>
            <p:cNvSpPr/>
            <p:nvPr/>
          </p:nvSpPr>
          <p:spPr>
            <a:xfrm>
              <a:off x="6798631" y="3273997"/>
              <a:ext cx="297781" cy="562206"/>
            </a:xfrm>
            <a:custGeom>
              <a:rect b="b" l="l" r="r" t="t"/>
              <a:pathLst>
                <a:path extrusionOk="0" h="7871" w="4169">
                  <a:moveTo>
                    <a:pt x="1180" y="60"/>
                  </a:moveTo>
                  <a:lnTo>
                    <a:pt x="846" y="131"/>
                  </a:lnTo>
                  <a:lnTo>
                    <a:pt x="406" y="655"/>
                  </a:lnTo>
                  <a:cubicBezTo>
                    <a:pt x="406" y="655"/>
                    <a:pt x="203" y="917"/>
                    <a:pt x="287" y="1322"/>
                  </a:cubicBezTo>
                  <a:cubicBezTo>
                    <a:pt x="358" y="1727"/>
                    <a:pt x="703" y="2691"/>
                    <a:pt x="703" y="2691"/>
                  </a:cubicBezTo>
                  <a:cubicBezTo>
                    <a:pt x="703" y="2691"/>
                    <a:pt x="846" y="3049"/>
                    <a:pt x="1334" y="3156"/>
                  </a:cubicBezTo>
                  <a:lnTo>
                    <a:pt x="1013" y="3465"/>
                  </a:lnTo>
                  <a:cubicBezTo>
                    <a:pt x="1013" y="3465"/>
                    <a:pt x="751" y="3703"/>
                    <a:pt x="953" y="4072"/>
                  </a:cubicBezTo>
                  <a:cubicBezTo>
                    <a:pt x="1144" y="4430"/>
                    <a:pt x="1322" y="4942"/>
                    <a:pt x="1322" y="4942"/>
                  </a:cubicBezTo>
                  <a:cubicBezTo>
                    <a:pt x="1322" y="4942"/>
                    <a:pt x="1025" y="4977"/>
                    <a:pt x="965" y="5061"/>
                  </a:cubicBezTo>
                  <a:cubicBezTo>
                    <a:pt x="906" y="5132"/>
                    <a:pt x="144" y="6680"/>
                    <a:pt x="144" y="6680"/>
                  </a:cubicBezTo>
                  <a:cubicBezTo>
                    <a:pt x="144" y="6680"/>
                    <a:pt x="1" y="6966"/>
                    <a:pt x="263" y="7109"/>
                  </a:cubicBezTo>
                  <a:cubicBezTo>
                    <a:pt x="537" y="7263"/>
                    <a:pt x="1406" y="7871"/>
                    <a:pt x="2537" y="7811"/>
                  </a:cubicBezTo>
                  <a:cubicBezTo>
                    <a:pt x="2858" y="7751"/>
                    <a:pt x="2930" y="7656"/>
                    <a:pt x="3001" y="7382"/>
                  </a:cubicBezTo>
                  <a:cubicBezTo>
                    <a:pt x="3156" y="6882"/>
                    <a:pt x="3335" y="5716"/>
                    <a:pt x="3335" y="5716"/>
                  </a:cubicBezTo>
                  <a:cubicBezTo>
                    <a:pt x="3335" y="5716"/>
                    <a:pt x="3370" y="5501"/>
                    <a:pt x="3180" y="5394"/>
                  </a:cubicBezTo>
                  <a:lnTo>
                    <a:pt x="3894" y="4096"/>
                  </a:lnTo>
                  <a:cubicBezTo>
                    <a:pt x="3894" y="4096"/>
                    <a:pt x="4168" y="3775"/>
                    <a:pt x="3930" y="3418"/>
                  </a:cubicBezTo>
                  <a:cubicBezTo>
                    <a:pt x="3692" y="3060"/>
                    <a:pt x="3299" y="2656"/>
                    <a:pt x="3299" y="2656"/>
                  </a:cubicBezTo>
                  <a:lnTo>
                    <a:pt x="3275" y="763"/>
                  </a:lnTo>
                  <a:cubicBezTo>
                    <a:pt x="3275" y="763"/>
                    <a:pt x="3275" y="203"/>
                    <a:pt x="2442" y="108"/>
                  </a:cubicBezTo>
                  <a:cubicBezTo>
                    <a:pt x="1632" y="1"/>
                    <a:pt x="1180" y="60"/>
                    <a:pt x="1180" y="60"/>
                  </a:cubicBez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4"/>
            <p:cNvSpPr/>
            <p:nvPr/>
          </p:nvSpPr>
          <p:spPr>
            <a:xfrm>
              <a:off x="6914344" y="3275711"/>
              <a:ext cx="115713" cy="37499"/>
            </a:xfrm>
            <a:custGeom>
              <a:rect b="b" l="l" r="r" t="t"/>
              <a:pathLst>
                <a:path extrusionOk="0" h="525" w="1620">
                  <a:moveTo>
                    <a:pt x="1619" y="524"/>
                  </a:moveTo>
                  <a:cubicBezTo>
                    <a:pt x="1548" y="346"/>
                    <a:pt x="1346" y="119"/>
                    <a:pt x="845" y="60"/>
                  </a:cubicBezTo>
                  <a:cubicBezTo>
                    <a:pt x="512" y="12"/>
                    <a:pt x="226" y="0"/>
                    <a:pt x="12" y="0"/>
                  </a:cubicBezTo>
                  <a:lnTo>
                    <a:pt x="0" y="274"/>
                  </a:ln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4"/>
            <p:cNvSpPr/>
            <p:nvPr/>
          </p:nvSpPr>
          <p:spPr>
            <a:xfrm>
              <a:off x="6860773" y="3483208"/>
              <a:ext cx="112284" cy="58713"/>
            </a:xfrm>
            <a:custGeom>
              <a:rect b="b" l="l" r="r" t="t"/>
              <a:pathLst>
                <a:path extrusionOk="0" h="822" w="1572">
                  <a:moveTo>
                    <a:pt x="464" y="227"/>
                  </a:moveTo>
                  <a:lnTo>
                    <a:pt x="143" y="536"/>
                  </a:lnTo>
                  <a:cubicBezTo>
                    <a:pt x="143" y="536"/>
                    <a:pt x="24" y="643"/>
                    <a:pt x="0" y="822"/>
                  </a:cubicBezTo>
                  <a:cubicBezTo>
                    <a:pt x="405" y="524"/>
                    <a:pt x="1072" y="322"/>
                    <a:pt x="1572" y="0"/>
                  </a:cubicBezTo>
                  <a:cubicBezTo>
                    <a:pt x="1048" y="250"/>
                    <a:pt x="464" y="227"/>
                    <a:pt x="464" y="227"/>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4"/>
            <p:cNvSpPr/>
            <p:nvPr/>
          </p:nvSpPr>
          <p:spPr>
            <a:xfrm>
              <a:off x="6868416" y="3626920"/>
              <a:ext cx="83356" cy="31571"/>
            </a:xfrm>
            <a:custGeom>
              <a:rect b="b" l="l" r="r" t="t"/>
              <a:pathLst>
                <a:path extrusionOk="0" h="442" w="1167">
                  <a:moveTo>
                    <a:pt x="357" y="1"/>
                  </a:moveTo>
                  <a:cubicBezTo>
                    <a:pt x="357" y="1"/>
                    <a:pt x="72" y="36"/>
                    <a:pt x="0" y="120"/>
                  </a:cubicBezTo>
                  <a:lnTo>
                    <a:pt x="1167" y="441"/>
                  </a:ln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4"/>
            <p:cNvSpPr/>
            <p:nvPr/>
          </p:nvSpPr>
          <p:spPr>
            <a:xfrm>
              <a:off x="6978914" y="3565707"/>
              <a:ext cx="99570" cy="96141"/>
            </a:xfrm>
            <a:custGeom>
              <a:rect b="b" l="l" r="r" t="t"/>
              <a:pathLst>
                <a:path extrusionOk="0" h="1346" w="1394">
                  <a:moveTo>
                    <a:pt x="692" y="1298"/>
                  </a:moveTo>
                  <a:lnTo>
                    <a:pt x="1394" y="0"/>
                  </a:lnTo>
                  <a:lnTo>
                    <a:pt x="1" y="1346"/>
                  </a:ln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4"/>
            <p:cNvSpPr/>
            <p:nvPr/>
          </p:nvSpPr>
          <p:spPr>
            <a:xfrm>
              <a:off x="6985771" y="3353067"/>
              <a:ext cx="50214" cy="109784"/>
            </a:xfrm>
            <a:custGeom>
              <a:rect b="b" l="l" r="r" t="t"/>
              <a:pathLst>
                <a:path extrusionOk="0" h="1537" w="703">
                  <a:moveTo>
                    <a:pt x="703" y="1537"/>
                  </a:moveTo>
                  <a:lnTo>
                    <a:pt x="667" y="1"/>
                  </a:lnTo>
                  <a:cubicBezTo>
                    <a:pt x="524" y="215"/>
                    <a:pt x="286" y="525"/>
                    <a:pt x="179" y="679"/>
                  </a:cubicBezTo>
                  <a:cubicBezTo>
                    <a:pt x="0" y="918"/>
                    <a:pt x="179" y="1060"/>
                    <a:pt x="179" y="1060"/>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4"/>
            <p:cNvSpPr/>
            <p:nvPr/>
          </p:nvSpPr>
          <p:spPr>
            <a:xfrm>
              <a:off x="6855630" y="3221283"/>
              <a:ext cx="120855" cy="74927"/>
            </a:xfrm>
            <a:custGeom>
              <a:rect b="b" l="l" r="r" t="t"/>
              <a:pathLst>
                <a:path extrusionOk="0" h="1049" w="1692">
                  <a:moveTo>
                    <a:pt x="1691" y="762"/>
                  </a:moveTo>
                  <a:cubicBezTo>
                    <a:pt x="1691" y="893"/>
                    <a:pt x="1310" y="1036"/>
                    <a:pt x="870" y="1036"/>
                  </a:cubicBezTo>
                  <a:cubicBezTo>
                    <a:pt x="405" y="1048"/>
                    <a:pt x="36" y="941"/>
                    <a:pt x="36" y="810"/>
                  </a:cubicBezTo>
                  <a:lnTo>
                    <a:pt x="1" y="48"/>
                  </a:lnTo>
                  <a:lnTo>
                    <a:pt x="166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4"/>
            <p:cNvSpPr/>
            <p:nvPr/>
          </p:nvSpPr>
          <p:spPr>
            <a:xfrm>
              <a:off x="6855630" y="3205998"/>
              <a:ext cx="118284" cy="36571"/>
            </a:xfrm>
            <a:custGeom>
              <a:rect b="b" l="l" r="r" t="t"/>
              <a:pathLst>
                <a:path extrusionOk="0" h="512" w="1656">
                  <a:moveTo>
                    <a:pt x="1" y="274"/>
                  </a:moveTo>
                  <a:cubicBezTo>
                    <a:pt x="1" y="143"/>
                    <a:pt x="382" y="12"/>
                    <a:pt x="822" y="12"/>
                  </a:cubicBezTo>
                  <a:cubicBezTo>
                    <a:pt x="1286" y="0"/>
                    <a:pt x="1656" y="95"/>
                    <a:pt x="1656" y="238"/>
                  </a:cubicBezTo>
                  <a:cubicBezTo>
                    <a:pt x="1656" y="369"/>
                    <a:pt x="1286" y="500"/>
                    <a:pt x="834" y="500"/>
                  </a:cubicBezTo>
                  <a:cubicBezTo>
                    <a:pt x="382" y="512"/>
                    <a:pt x="1" y="417"/>
                    <a:pt x="1" y="27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4"/>
            <p:cNvSpPr/>
            <p:nvPr/>
          </p:nvSpPr>
          <p:spPr>
            <a:xfrm>
              <a:off x="5646291" y="3222997"/>
              <a:ext cx="432994" cy="718632"/>
            </a:xfrm>
            <a:custGeom>
              <a:rect b="b" l="l" r="r" t="t"/>
              <a:pathLst>
                <a:path extrusionOk="0" h="10061" w="6062">
                  <a:moveTo>
                    <a:pt x="4966" y="0"/>
                  </a:moveTo>
                  <a:lnTo>
                    <a:pt x="5180" y="441"/>
                  </a:lnTo>
                  <a:lnTo>
                    <a:pt x="5823" y="1191"/>
                  </a:lnTo>
                  <a:cubicBezTo>
                    <a:pt x="5823" y="1191"/>
                    <a:pt x="6061" y="1691"/>
                    <a:pt x="5835" y="2108"/>
                  </a:cubicBezTo>
                  <a:cubicBezTo>
                    <a:pt x="5609" y="2524"/>
                    <a:pt x="4454" y="4132"/>
                    <a:pt x="4454" y="4132"/>
                  </a:cubicBezTo>
                  <a:cubicBezTo>
                    <a:pt x="4454" y="4132"/>
                    <a:pt x="4811" y="4501"/>
                    <a:pt x="4537" y="5096"/>
                  </a:cubicBezTo>
                  <a:lnTo>
                    <a:pt x="5740" y="6251"/>
                  </a:lnTo>
                  <a:cubicBezTo>
                    <a:pt x="5740" y="6251"/>
                    <a:pt x="6049" y="6453"/>
                    <a:pt x="5954" y="6930"/>
                  </a:cubicBezTo>
                  <a:cubicBezTo>
                    <a:pt x="5847" y="7406"/>
                    <a:pt x="5132" y="9608"/>
                    <a:pt x="5132" y="9608"/>
                  </a:cubicBezTo>
                  <a:cubicBezTo>
                    <a:pt x="5132" y="9608"/>
                    <a:pt x="4918" y="10061"/>
                    <a:pt x="4347" y="9799"/>
                  </a:cubicBezTo>
                  <a:cubicBezTo>
                    <a:pt x="3763" y="9561"/>
                    <a:pt x="537" y="8108"/>
                    <a:pt x="537" y="8108"/>
                  </a:cubicBezTo>
                  <a:cubicBezTo>
                    <a:pt x="537" y="8108"/>
                    <a:pt x="1" y="7692"/>
                    <a:pt x="227" y="7001"/>
                  </a:cubicBezTo>
                  <a:cubicBezTo>
                    <a:pt x="465" y="6322"/>
                    <a:pt x="1061" y="4048"/>
                    <a:pt x="1061" y="4048"/>
                  </a:cubicBezTo>
                  <a:lnTo>
                    <a:pt x="1513" y="1036"/>
                  </a:lnTo>
                  <a:cubicBezTo>
                    <a:pt x="1513" y="1036"/>
                    <a:pt x="1620" y="548"/>
                    <a:pt x="1918" y="441"/>
                  </a:cubicBezTo>
                  <a:cubicBezTo>
                    <a:pt x="2227" y="334"/>
                    <a:pt x="3989" y="12"/>
                    <a:pt x="3989" y="12"/>
                  </a:cubicBez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4"/>
            <p:cNvSpPr/>
            <p:nvPr/>
          </p:nvSpPr>
          <p:spPr>
            <a:xfrm>
              <a:off x="5646291" y="3508707"/>
              <a:ext cx="80856" cy="307924"/>
            </a:xfrm>
            <a:custGeom>
              <a:rect b="b" l="l" r="r" t="t"/>
              <a:pathLst>
                <a:path extrusionOk="0" h="4311" w="1132">
                  <a:moveTo>
                    <a:pt x="549" y="4108"/>
                  </a:moveTo>
                  <a:lnTo>
                    <a:pt x="549" y="4108"/>
                  </a:lnTo>
                  <a:cubicBezTo>
                    <a:pt x="537" y="4108"/>
                    <a:pt x="1" y="3692"/>
                    <a:pt x="227" y="3001"/>
                  </a:cubicBezTo>
                  <a:cubicBezTo>
                    <a:pt x="465" y="2322"/>
                    <a:pt x="1061" y="48"/>
                    <a:pt x="1061" y="48"/>
                  </a:cubicBezTo>
                  <a:lnTo>
                    <a:pt x="1061" y="1"/>
                  </a:lnTo>
                  <a:lnTo>
                    <a:pt x="1061" y="3394"/>
                  </a:lnTo>
                  <a:cubicBezTo>
                    <a:pt x="1061" y="3394"/>
                    <a:pt x="1132" y="4311"/>
                    <a:pt x="549" y="4108"/>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4"/>
            <p:cNvSpPr/>
            <p:nvPr/>
          </p:nvSpPr>
          <p:spPr>
            <a:xfrm>
              <a:off x="5868288" y="3586992"/>
              <a:ext cx="189711" cy="82499"/>
            </a:xfrm>
            <a:custGeom>
              <a:rect b="b" l="l" r="r" t="t"/>
              <a:pathLst>
                <a:path extrusionOk="0" h="1155" w="2656">
                  <a:moveTo>
                    <a:pt x="1441" y="0"/>
                  </a:moveTo>
                  <a:lnTo>
                    <a:pt x="2656" y="1155"/>
                  </a:lnTo>
                  <a:cubicBezTo>
                    <a:pt x="2656" y="1155"/>
                    <a:pt x="36" y="298"/>
                    <a:pt x="12" y="179"/>
                  </a:cubicBezTo>
                  <a:cubicBezTo>
                    <a:pt x="0" y="60"/>
                    <a:pt x="119" y="36"/>
                    <a:pt x="119" y="36"/>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4"/>
            <p:cNvSpPr/>
            <p:nvPr/>
          </p:nvSpPr>
          <p:spPr>
            <a:xfrm>
              <a:off x="5867431" y="3353067"/>
              <a:ext cx="203354" cy="165069"/>
            </a:xfrm>
            <a:custGeom>
              <a:rect b="b" l="l" r="r" t="t"/>
              <a:pathLst>
                <a:path extrusionOk="0" h="2311" w="2847">
                  <a:moveTo>
                    <a:pt x="2846" y="1"/>
                  </a:moveTo>
                  <a:cubicBezTo>
                    <a:pt x="2822" y="96"/>
                    <a:pt x="2798" y="203"/>
                    <a:pt x="2751" y="287"/>
                  </a:cubicBezTo>
                  <a:cubicBezTo>
                    <a:pt x="2525" y="703"/>
                    <a:pt x="1370" y="2311"/>
                    <a:pt x="1370" y="2311"/>
                  </a:cubicBezTo>
                  <a:lnTo>
                    <a:pt x="560" y="2251"/>
                  </a:lnTo>
                  <a:cubicBezTo>
                    <a:pt x="60" y="2203"/>
                    <a:pt x="1" y="2013"/>
                    <a:pt x="429" y="1596"/>
                  </a:cubicBezTo>
                  <a:cubicBezTo>
                    <a:pt x="763" y="1275"/>
                    <a:pt x="2822" y="1"/>
                    <a:pt x="2846" y="1"/>
                  </a:cubicBezTo>
                  <a:close/>
                </a:path>
              </a:pathLst>
            </a:custGeom>
            <a:solidFill>
              <a:schemeClr val="accent4">
                <a:alpha val="46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4"/>
            <p:cNvSpPr/>
            <p:nvPr/>
          </p:nvSpPr>
          <p:spPr>
            <a:xfrm>
              <a:off x="5927787" y="3137927"/>
              <a:ext cx="124284" cy="116570"/>
            </a:xfrm>
            <a:custGeom>
              <a:rect b="b" l="l" r="r" t="t"/>
              <a:pathLst>
                <a:path extrusionOk="0" h="1632" w="1740">
                  <a:moveTo>
                    <a:pt x="1608" y="382"/>
                  </a:moveTo>
                  <a:lnTo>
                    <a:pt x="549" y="24"/>
                  </a:lnTo>
                  <a:cubicBezTo>
                    <a:pt x="465" y="1"/>
                    <a:pt x="370" y="36"/>
                    <a:pt x="346" y="131"/>
                  </a:cubicBezTo>
                  <a:lnTo>
                    <a:pt x="37" y="1036"/>
                  </a:lnTo>
                  <a:cubicBezTo>
                    <a:pt x="1" y="1132"/>
                    <a:pt x="48" y="1215"/>
                    <a:pt x="132" y="1251"/>
                  </a:cubicBezTo>
                  <a:lnTo>
                    <a:pt x="1191" y="1608"/>
                  </a:lnTo>
                  <a:cubicBezTo>
                    <a:pt x="1287" y="1632"/>
                    <a:pt x="1370" y="1584"/>
                    <a:pt x="1406" y="1501"/>
                  </a:cubicBezTo>
                  <a:lnTo>
                    <a:pt x="1715" y="596"/>
                  </a:lnTo>
                  <a:cubicBezTo>
                    <a:pt x="1739" y="501"/>
                    <a:pt x="1703" y="417"/>
                    <a:pt x="1608" y="38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4"/>
            <p:cNvSpPr/>
            <p:nvPr/>
          </p:nvSpPr>
          <p:spPr>
            <a:xfrm>
              <a:off x="5987358" y="3454280"/>
              <a:ext cx="215211" cy="318995"/>
            </a:xfrm>
            <a:custGeom>
              <a:rect b="b" l="l" r="r" t="t"/>
              <a:pathLst>
                <a:path extrusionOk="0" h="4466" w="3013">
                  <a:moveTo>
                    <a:pt x="2060" y="1"/>
                  </a:moveTo>
                  <a:cubicBezTo>
                    <a:pt x="2060" y="1"/>
                    <a:pt x="1429" y="251"/>
                    <a:pt x="1048" y="870"/>
                  </a:cubicBezTo>
                  <a:cubicBezTo>
                    <a:pt x="655" y="1477"/>
                    <a:pt x="60" y="3203"/>
                    <a:pt x="36" y="3501"/>
                  </a:cubicBezTo>
                  <a:cubicBezTo>
                    <a:pt x="0" y="3811"/>
                    <a:pt x="48" y="4263"/>
                    <a:pt x="167" y="4358"/>
                  </a:cubicBezTo>
                  <a:cubicBezTo>
                    <a:pt x="286" y="4465"/>
                    <a:pt x="1131" y="4180"/>
                    <a:pt x="1131" y="4180"/>
                  </a:cubicBezTo>
                  <a:lnTo>
                    <a:pt x="2608" y="2453"/>
                  </a:lnTo>
                  <a:cubicBezTo>
                    <a:pt x="2608" y="2477"/>
                    <a:pt x="3013" y="477"/>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4"/>
            <p:cNvSpPr/>
            <p:nvPr/>
          </p:nvSpPr>
          <p:spPr>
            <a:xfrm>
              <a:off x="6005215" y="3452565"/>
              <a:ext cx="425279" cy="364066"/>
            </a:xfrm>
            <a:custGeom>
              <a:rect b="b" l="l" r="r" t="t"/>
              <a:pathLst>
                <a:path extrusionOk="0" h="5097" w="5954">
                  <a:moveTo>
                    <a:pt x="2239" y="1"/>
                  </a:moveTo>
                  <a:lnTo>
                    <a:pt x="3429" y="1668"/>
                  </a:lnTo>
                  <a:cubicBezTo>
                    <a:pt x="3429" y="1668"/>
                    <a:pt x="3751" y="1549"/>
                    <a:pt x="3810" y="1882"/>
                  </a:cubicBezTo>
                  <a:lnTo>
                    <a:pt x="5596" y="2120"/>
                  </a:lnTo>
                  <a:cubicBezTo>
                    <a:pt x="5596" y="2120"/>
                    <a:pt x="5942" y="2108"/>
                    <a:pt x="5942" y="2477"/>
                  </a:cubicBezTo>
                  <a:cubicBezTo>
                    <a:pt x="5953" y="2858"/>
                    <a:pt x="5834" y="4716"/>
                    <a:pt x="5834" y="4716"/>
                  </a:cubicBezTo>
                  <a:cubicBezTo>
                    <a:pt x="5834" y="4716"/>
                    <a:pt x="5811" y="5013"/>
                    <a:pt x="5513" y="5061"/>
                  </a:cubicBezTo>
                  <a:cubicBezTo>
                    <a:pt x="5215" y="5097"/>
                    <a:pt x="4525" y="5073"/>
                    <a:pt x="4525" y="5073"/>
                  </a:cubicBezTo>
                  <a:cubicBezTo>
                    <a:pt x="4525" y="5073"/>
                    <a:pt x="4156" y="5025"/>
                    <a:pt x="4108" y="4668"/>
                  </a:cubicBezTo>
                  <a:lnTo>
                    <a:pt x="0" y="4632"/>
                  </a:lnTo>
                  <a:lnTo>
                    <a:pt x="679" y="4025"/>
                  </a:lnTo>
                  <a:lnTo>
                    <a:pt x="1453" y="2787"/>
                  </a:lnTo>
                  <a:lnTo>
                    <a:pt x="2001" y="1465"/>
                  </a:ln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4"/>
            <p:cNvSpPr/>
            <p:nvPr/>
          </p:nvSpPr>
          <p:spPr>
            <a:xfrm>
              <a:off x="6276496" y="3586992"/>
              <a:ext cx="79142" cy="109713"/>
            </a:xfrm>
            <a:custGeom>
              <a:rect b="b" l="l" r="r" t="t"/>
              <a:pathLst>
                <a:path extrusionOk="0" h="1536" w="1108">
                  <a:moveTo>
                    <a:pt x="0" y="0"/>
                  </a:moveTo>
                  <a:lnTo>
                    <a:pt x="1108" y="155"/>
                  </a:lnTo>
                  <a:cubicBezTo>
                    <a:pt x="453" y="417"/>
                    <a:pt x="334" y="1536"/>
                    <a:pt x="334" y="153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4"/>
            <p:cNvSpPr/>
            <p:nvPr/>
          </p:nvSpPr>
          <p:spPr>
            <a:xfrm>
              <a:off x="6298567" y="3734918"/>
              <a:ext cx="79213" cy="81713"/>
            </a:xfrm>
            <a:custGeom>
              <a:rect b="b" l="l" r="r" t="t"/>
              <a:pathLst>
                <a:path extrusionOk="0" h="1144" w="1109">
                  <a:moveTo>
                    <a:pt x="1108" y="1132"/>
                  </a:moveTo>
                  <a:cubicBezTo>
                    <a:pt x="799" y="1144"/>
                    <a:pt x="418" y="1120"/>
                    <a:pt x="418" y="1120"/>
                  </a:cubicBezTo>
                  <a:cubicBezTo>
                    <a:pt x="418" y="1120"/>
                    <a:pt x="49" y="1072"/>
                    <a:pt x="1" y="715"/>
                  </a:cubicBezTo>
                  <a:lnTo>
                    <a:pt x="84" y="1"/>
                  </a:lnTo>
                  <a:cubicBezTo>
                    <a:pt x="61" y="1"/>
                    <a:pt x="358" y="810"/>
                    <a:pt x="1108" y="11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4"/>
            <p:cNvSpPr/>
            <p:nvPr/>
          </p:nvSpPr>
          <p:spPr>
            <a:xfrm>
              <a:off x="6005215" y="3585278"/>
              <a:ext cx="168426" cy="199926"/>
            </a:xfrm>
            <a:custGeom>
              <a:rect b="b" l="l" r="r" t="t"/>
              <a:pathLst>
                <a:path extrusionOk="0" h="2799" w="2358">
                  <a:moveTo>
                    <a:pt x="2358" y="2798"/>
                  </a:moveTo>
                  <a:lnTo>
                    <a:pt x="0" y="2786"/>
                  </a:lnTo>
                  <a:lnTo>
                    <a:pt x="679" y="2167"/>
                  </a:lnTo>
                  <a:lnTo>
                    <a:pt x="1453" y="941"/>
                  </a:lnTo>
                  <a:lnTo>
                    <a:pt x="1774" y="167"/>
                  </a:lnTo>
                  <a:lnTo>
                    <a:pt x="1989" y="0"/>
                  </a:lnTo>
                  <a:lnTo>
                    <a:pt x="2024" y="2250"/>
                  </a:lnTo>
                  <a:cubicBezTo>
                    <a:pt x="2001" y="2250"/>
                    <a:pt x="2060" y="2548"/>
                    <a:pt x="2358" y="279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4"/>
            <p:cNvSpPr/>
            <p:nvPr/>
          </p:nvSpPr>
          <p:spPr>
            <a:xfrm>
              <a:off x="5931216" y="3398995"/>
              <a:ext cx="281567" cy="446565"/>
            </a:xfrm>
            <a:custGeom>
              <a:rect b="b" l="l" r="r" t="t"/>
              <a:pathLst>
                <a:path extrusionOk="0" h="6252" w="3942">
                  <a:moveTo>
                    <a:pt x="1834" y="2001"/>
                  </a:moveTo>
                  <a:cubicBezTo>
                    <a:pt x="1715" y="2180"/>
                    <a:pt x="1608" y="2370"/>
                    <a:pt x="1513" y="2572"/>
                  </a:cubicBezTo>
                  <a:cubicBezTo>
                    <a:pt x="1417" y="2787"/>
                    <a:pt x="1334" y="3013"/>
                    <a:pt x="1263" y="3215"/>
                  </a:cubicBezTo>
                  <a:cubicBezTo>
                    <a:pt x="501" y="5573"/>
                    <a:pt x="1298" y="5394"/>
                    <a:pt x="2191" y="3430"/>
                  </a:cubicBezTo>
                  <a:cubicBezTo>
                    <a:pt x="2275" y="3215"/>
                    <a:pt x="2382" y="2977"/>
                    <a:pt x="2489" y="2739"/>
                  </a:cubicBezTo>
                  <a:cubicBezTo>
                    <a:pt x="2572" y="2537"/>
                    <a:pt x="2644" y="2322"/>
                    <a:pt x="2727" y="2144"/>
                  </a:cubicBezTo>
                  <a:cubicBezTo>
                    <a:pt x="3394" y="298"/>
                    <a:pt x="2513" y="906"/>
                    <a:pt x="1834" y="2001"/>
                  </a:cubicBezTo>
                  <a:close/>
                  <a:moveTo>
                    <a:pt x="1143" y="2394"/>
                  </a:moveTo>
                  <a:cubicBezTo>
                    <a:pt x="1251" y="2180"/>
                    <a:pt x="1370" y="1965"/>
                    <a:pt x="1489" y="1775"/>
                  </a:cubicBezTo>
                  <a:cubicBezTo>
                    <a:pt x="2513" y="132"/>
                    <a:pt x="3941" y="1"/>
                    <a:pt x="3120" y="2299"/>
                  </a:cubicBezTo>
                  <a:cubicBezTo>
                    <a:pt x="3048" y="2501"/>
                    <a:pt x="2965" y="2703"/>
                    <a:pt x="2882" y="2906"/>
                  </a:cubicBezTo>
                  <a:cubicBezTo>
                    <a:pt x="2787" y="3144"/>
                    <a:pt x="2679" y="3382"/>
                    <a:pt x="2584" y="3608"/>
                  </a:cubicBezTo>
                  <a:cubicBezTo>
                    <a:pt x="1370" y="6252"/>
                    <a:pt x="0" y="5835"/>
                    <a:pt x="893" y="3096"/>
                  </a:cubicBezTo>
                  <a:cubicBezTo>
                    <a:pt x="953" y="2858"/>
                    <a:pt x="1036" y="2620"/>
                    <a:pt x="1143" y="239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4"/>
            <p:cNvSpPr/>
            <p:nvPr/>
          </p:nvSpPr>
          <p:spPr>
            <a:xfrm>
              <a:off x="5987358" y="3442351"/>
              <a:ext cx="158212" cy="326638"/>
            </a:xfrm>
            <a:custGeom>
              <a:rect b="b" l="l" r="r" t="t"/>
              <a:pathLst>
                <a:path extrusionOk="0" h="4573" w="2215">
                  <a:moveTo>
                    <a:pt x="1084" y="2168"/>
                  </a:moveTo>
                  <a:cubicBezTo>
                    <a:pt x="1179" y="1954"/>
                    <a:pt x="1298" y="1763"/>
                    <a:pt x="1393" y="1584"/>
                  </a:cubicBezTo>
                  <a:cubicBezTo>
                    <a:pt x="1667" y="1168"/>
                    <a:pt x="1953" y="822"/>
                    <a:pt x="2179" y="656"/>
                  </a:cubicBezTo>
                  <a:cubicBezTo>
                    <a:pt x="2215" y="1"/>
                    <a:pt x="1584" y="549"/>
                    <a:pt x="1048" y="1406"/>
                  </a:cubicBezTo>
                  <a:cubicBezTo>
                    <a:pt x="929" y="1584"/>
                    <a:pt x="822" y="1775"/>
                    <a:pt x="727" y="1989"/>
                  </a:cubicBezTo>
                  <a:cubicBezTo>
                    <a:pt x="631" y="2192"/>
                    <a:pt x="548" y="2418"/>
                    <a:pt x="477" y="2620"/>
                  </a:cubicBezTo>
                  <a:cubicBezTo>
                    <a:pt x="0" y="4097"/>
                    <a:pt x="131" y="4573"/>
                    <a:pt x="524" y="4240"/>
                  </a:cubicBezTo>
                  <a:cubicBezTo>
                    <a:pt x="524" y="3978"/>
                    <a:pt x="608" y="3501"/>
                    <a:pt x="822" y="2811"/>
                  </a:cubicBezTo>
                  <a:cubicBezTo>
                    <a:pt x="893" y="2597"/>
                    <a:pt x="989" y="2370"/>
                    <a:pt x="1084" y="2168"/>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4"/>
            <p:cNvSpPr/>
            <p:nvPr/>
          </p:nvSpPr>
          <p:spPr>
            <a:xfrm>
              <a:off x="6311353" y="3377781"/>
              <a:ext cx="344495" cy="156498"/>
            </a:xfrm>
            <a:custGeom>
              <a:rect b="b" l="l" r="r" t="t"/>
              <a:pathLst>
                <a:path extrusionOk="0" h="2191" w="4823">
                  <a:moveTo>
                    <a:pt x="4823" y="726"/>
                  </a:moveTo>
                  <a:cubicBezTo>
                    <a:pt x="4823" y="726"/>
                    <a:pt x="4346" y="238"/>
                    <a:pt x="3656" y="119"/>
                  </a:cubicBezTo>
                  <a:cubicBezTo>
                    <a:pt x="2953" y="0"/>
                    <a:pt x="1120" y="107"/>
                    <a:pt x="822" y="179"/>
                  </a:cubicBezTo>
                  <a:cubicBezTo>
                    <a:pt x="524" y="274"/>
                    <a:pt x="120" y="476"/>
                    <a:pt x="60" y="643"/>
                  </a:cubicBezTo>
                  <a:cubicBezTo>
                    <a:pt x="1" y="786"/>
                    <a:pt x="584" y="1465"/>
                    <a:pt x="584" y="1465"/>
                  </a:cubicBezTo>
                  <a:lnTo>
                    <a:pt x="2739" y="2179"/>
                  </a:lnTo>
                  <a:cubicBezTo>
                    <a:pt x="2739" y="2191"/>
                    <a:pt x="4751" y="1798"/>
                    <a:pt x="4823" y="72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4"/>
            <p:cNvSpPr/>
            <p:nvPr/>
          </p:nvSpPr>
          <p:spPr>
            <a:xfrm>
              <a:off x="6301139" y="3433851"/>
              <a:ext cx="367494" cy="394708"/>
            </a:xfrm>
            <a:custGeom>
              <a:rect b="b" l="l" r="r" t="t"/>
              <a:pathLst>
                <a:path extrusionOk="0" h="5526" w="5145">
                  <a:moveTo>
                    <a:pt x="5144" y="334"/>
                  </a:moveTo>
                  <a:lnTo>
                    <a:pt x="4061" y="2061"/>
                  </a:lnTo>
                  <a:cubicBezTo>
                    <a:pt x="4061" y="2061"/>
                    <a:pt x="4299" y="2323"/>
                    <a:pt x="4001" y="2501"/>
                  </a:cubicBezTo>
                  <a:lnTo>
                    <a:pt x="4466" y="4251"/>
                  </a:lnTo>
                  <a:cubicBezTo>
                    <a:pt x="4466" y="4251"/>
                    <a:pt x="4608" y="4549"/>
                    <a:pt x="4275" y="4692"/>
                  </a:cubicBezTo>
                  <a:cubicBezTo>
                    <a:pt x="3930" y="4847"/>
                    <a:pt x="2156" y="5442"/>
                    <a:pt x="2156" y="5442"/>
                  </a:cubicBezTo>
                  <a:cubicBezTo>
                    <a:pt x="2156" y="5442"/>
                    <a:pt x="1870" y="5525"/>
                    <a:pt x="1715" y="5263"/>
                  </a:cubicBezTo>
                  <a:cubicBezTo>
                    <a:pt x="1549" y="4990"/>
                    <a:pt x="1322" y="4370"/>
                    <a:pt x="1322" y="4370"/>
                  </a:cubicBezTo>
                  <a:cubicBezTo>
                    <a:pt x="1322" y="4370"/>
                    <a:pt x="1215" y="4013"/>
                    <a:pt x="1537" y="3811"/>
                  </a:cubicBezTo>
                  <a:lnTo>
                    <a:pt x="1" y="1"/>
                  </a:lnTo>
                  <a:lnTo>
                    <a:pt x="822" y="394"/>
                  </a:lnTo>
                  <a:lnTo>
                    <a:pt x="2263" y="644"/>
                  </a:lnTo>
                  <a:lnTo>
                    <a:pt x="3704" y="644"/>
                  </a:ln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4"/>
            <p:cNvSpPr/>
            <p:nvPr/>
          </p:nvSpPr>
          <p:spPr>
            <a:xfrm>
              <a:off x="6495921" y="3612492"/>
              <a:ext cx="111427" cy="76570"/>
            </a:xfrm>
            <a:custGeom>
              <a:rect b="b" l="l" r="r" t="t"/>
              <a:pathLst>
                <a:path extrusionOk="0" h="1072" w="1560">
                  <a:moveTo>
                    <a:pt x="1274" y="0"/>
                  </a:moveTo>
                  <a:lnTo>
                    <a:pt x="1560" y="1072"/>
                  </a:lnTo>
                  <a:cubicBezTo>
                    <a:pt x="1048" y="572"/>
                    <a:pt x="0" y="881"/>
                    <a:pt x="0" y="88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4"/>
            <p:cNvSpPr/>
            <p:nvPr/>
          </p:nvSpPr>
          <p:spPr>
            <a:xfrm>
              <a:off x="6387923" y="3692419"/>
              <a:ext cx="71499" cy="100427"/>
            </a:xfrm>
            <a:custGeom>
              <a:rect b="b" l="l" r="r" t="t"/>
              <a:pathLst>
                <a:path extrusionOk="0" h="1406" w="1001">
                  <a:moveTo>
                    <a:pt x="357" y="1405"/>
                  </a:moveTo>
                  <a:cubicBezTo>
                    <a:pt x="226" y="1120"/>
                    <a:pt x="107" y="762"/>
                    <a:pt x="107" y="762"/>
                  </a:cubicBezTo>
                  <a:cubicBezTo>
                    <a:pt x="107" y="762"/>
                    <a:pt x="0" y="405"/>
                    <a:pt x="322" y="215"/>
                  </a:cubicBezTo>
                  <a:lnTo>
                    <a:pt x="1000" y="0"/>
                  </a:lnTo>
                  <a:cubicBezTo>
                    <a:pt x="1000" y="0"/>
                    <a:pt x="381" y="584"/>
                    <a:pt x="357" y="140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4"/>
            <p:cNvSpPr/>
            <p:nvPr/>
          </p:nvSpPr>
          <p:spPr>
            <a:xfrm>
              <a:off x="6301139" y="3435566"/>
              <a:ext cx="237354" cy="155712"/>
            </a:xfrm>
            <a:custGeom>
              <a:rect b="b" l="l" r="r" t="t"/>
              <a:pathLst>
                <a:path extrusionOk="0" h="2180" w="3323">
                  <a:moveTo>
                    <a:pt x="882" y="2180"/>
                  </a:moveTo>
                  <a:lnTo>
                    <a:pt x="1" y="1"/>
                  </a:lnTo>
                  <a:lnTo>
                    <a:pt x="822" y="382"/>
                  </a:lnTo>
                  <a:lnTo>
                    <a:pt x="2263" y="632"/>
                  </a:lnTo>
                  <a:lnTo>
                    <a:pt x="3096" y="632"/>
                  </a:lnTo>
                  <a:lnTo>
                    <a:pt x="3323" y="775"/>
                  </a:lnTo>
                  <a:lnTo>
                    <a:pt x="1263" y="1668"/>
                  </a:lnTo>
                  <a:cubicBezTo>
                    <a:pt x="1263" y="1668"/>
                    <a:pt x="1001" y="1810"/>
                    <a:pt x="882" y="218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4"/>
            <p:cNvSpPr/>
            <p:nvPr/>
          </p:nvSpPr>
          <p:spPr>
            <a:xfrm>
              <a:off x="6243354" y="3360710"/>
              <a:ext cx="492421" cy="130212"/>
            </a:xfrm>
            <a:custGeom>
              <a:rect b="b" l="l" r="r" t="t"/>
              <a:pathLst>
                <a:path extrusionOk="0" h="1823" w="6894">
                  <a:moveTo>
                    <a:pt x="4263" y="513"/>
                  </a:moveTo>
                  <a:cubicBezTo>
                    <a:pt x="4048" y="465"/>
                    <a:pt x="3834" y="453"/>
                    <a:pt x="3608" y="430"/>
                  </a:cubicBezTo>
                  <a:cubicBezTo>
                    <a:pt x="3370" y="418"/>
                    <a:pt x="3143" y="430"/>
                    <a:pt x="2917" y="453"/>
                  </a:cubicBezTo>
                  <a:cubicBezTo>
                    <a:pt x="464" y="644"/>
                    <a:pt x="929" y="1299"/>
                    <a:pt x="3072" y="1382"/>
                  </a:cubicBezTo>
                  <a:cubicBezTo>
                    <a:pt x="3310" y="1406"/>
                    <a:pt x="3548" y="1406"/>
                    <a:pt x="3810" y="1406"/>
                  </a:cubicBezTo>
                  <a:cubicBezTo>
                    <a:pt x="4036" y="1406"/>
                    <a:pt x="4263" y="1406"/>
                    <a:pt x="4453" y="1382"/>
                  </a:cubicBezTo>
                  <a:cubicBezTo>
                    <a:pt x="6418" y="1299"/>
                    <a:pt x="5525" y="727"/>
                    <a:pt x="4263" y="513"/>
                  </a:cubicBezTo>
                  <a:close/>
                  <a:moveTo>
                    <a:pt x="3620" y="13"/>
                  </a:moveTo>
                  <a:cubicBezTo>
                    <a:pt x="3858" y="37"/>
                    <a:pt x="4096" y="49"/>
                    <a:pt x="4334" y="96"/>
                  </a:cubicBezTo>
                  <a:cubicBezTo>
                    <a:pt x="6239" y="430"/>
                    <a:pt x="6894" y="1692"/>
                    <a:pt x="4465" y="1799"/>
                  </a:cubicBezTo>
                  <a:cubicBezTo>
                    <a:pt x="4251" y="1823"/>
                    <a:pt x="4024" y="1823"/>
                    <a:pt x="3810" y="1823"/>
                  </a:cubicBezTo>
                  <a:cubicBezTo>
                    <a:pt x="3548" y="1823"/>
                    <a:pt x="3298" y="1799"/>
                    <a:pt x="3060" y="1799"/>
                  </a:cubicBezTo>
                  <a:cubicBezTo>
                    <a:pt x="143" y="1680"/>
                    <a:pt x="0" y="251"/>
                    <a:pt x="2893" y="37"/>
                  </a:cubicBezTo>
                  <a:cubicBezTo>
                    <a:pt x="3131" y="1"/>
                    <a:pt x="3370" y="1"/>
                    <a:pt x="3620" y="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4"/>
            <p:cNvSpPr/>
            <p:nvPr/>
          </p:nvSpPr>
          <p:spPr>
            <a:xfrm>
              <a:off x="6313067" y="3391352"/>
              <a:ext cx="358066" cy="61285"/>
            </a:xfrm>
            <a:custGeom>
              <a:rect b="b" l="l" r="r" t="t"/>
              <a:pathLst>
                <a:path extrusionOk="0" h="858" w="5013">
                  <a:moveTo>
                    <a:pt x="2584" y="405"/>
                  </a:moveTo>
                  <a:cubicBezTo>
                    <a:pt x="2810" y="417"/>
                    <a:pt x="3036" y="441"/>
                    <a:pt x="3239" y="477"/>
                  </a:cubicBezTo>
                  <a:cubicBezTo>
                    <a:pt x="3727" y="572"/>
                    <a:pt x="4168" y="703"/>
                    <a:pt x="4382" y="858"/>
                  </a:cubicBezTo>
                  <a:cubicBezTo>
                    <a:pt x="5013" y="644"/>
                    <a:pt x="4263" y="263"/>
                    <a:pt x="3275" y="96"/>
                  </a:cubicBezTo>
                  <a:cubicBezTo>
                    <a:pt x="3060" y="48"/>
                    <a:pt x="2834" y="36"/>
                    <a:pt x="2620" y="24"/>
                  </a:cubicBezTo>
                  <a:cubicBezTo>
                    <a:pt x="2382" y="1"/>
                    <a:pt x="2155" y="24"/>
                    <a:pt x="1929" y="36"/>
                  </a:cubicBezTo>
                  <a:cubicBezTo>
                    <a:pt x="381" y="155"/>
                    <a:pt x="0" y="453"/>
                    <a:pt x="453" y="691"/>
                  </a:cubicBezTo>
                  <a:cubicBezTo>
                    <a:pt x="715" y="584"/>
                    <a:pt x="1167" y="477"/>
                    <a:pt x="1905" y="429"/>
                  </a:cubicBezTo>
                  <a:cubicBezTo>
                    <a:pt x="2108" y="393"/>
                    <a:pt x="2346" y="393"/>
                    <a:pt x="2584" y="405"/>
                  </a:cubicBezTo>
                  <a:close/>
                </a:path>
              </a:pathLst>
            </a:custGeom>
            <a:solidFill>
              <a:srgbClr val="F35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4"/>
            <p:cNvSpPr/>
            <p:nvPr/>
          </p:nvSpPr>
          <p:spPr>
            <a:xfrm>
              <a:off x="5574007" y="3705990"/>
              <a:ext cx="1620190" cy="1137983"/>
            </a:xfrm>
            <a:custGeom>
              <a:rect b="b" l="l" r="r" t="t"/>
              <a:pathLst>
                <a:path extrusionOk="0" h="15932" w="22683">
                  <a:moveTo>
                    <a:pt x="822" y="15931"/>
                  </a:moveTo>
                  <a:lnTo>
                    <a:pt x="21861" y="15931"/>
                  </a:lnTo>
                  <a:cubicBezTo>
                    <a:pt x="22313" y="15931"/>
                    <a:pt x="22682" y="15562"/>
                    <a:pt x="22682" y="15110"/>
                  </a:cubicBezTo>
                  <a:lnTo>
                    <a:pt x="22682" y="822"/>
                  </a:lnTo>
                  <a:cubicBezTo>
                    <a:pt x="22682" y="382"/>
                    <a:pt x="22313" y="1"/>
                    <a:pt x="21861" y="1"/>
                  </a:cubicBezTo>
                  <a:lnTo>
                    <a:pt x="822" y="1"/>
                  </a:lnTo>
                  <a:cubicBezTo>
                    <a:pt x="370" y="1"/>
                    <a:pt x="1" y="382"/>
                    <a:pt x="1" y="822"/>
                  </a:cubicBezTo>
                  <a:lnTo>
                    <a:pt x="1" y="15110"/>
                  </a:lnTo>
                  <a:cubicBezTo>
                    <a:pt x="1" y="15562"/>
                    <a:pt x="370" y="15931"/>
                    <a:pt x="822" y="1593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4"/>
            <p:cNvSpPr/>
            <p:nvPr/>
          </p:nvSpPr>
          <p:spPr>
            <a:xfrm>
              <a:off x="5574007" y="4495193"/>
              <a:ext cx="1620190" cy="348780"/>
            </a:xfrm>
            <a:custGeom>
              <a:rect b="b" l="l" r="r" t="t"/>
              <a:pathLst>
                <a:path extrusionOk="0" h="4883" w="22683">
                  <a:moveTo>
                    <a:pt x="822" y="4882"/>
                  </a:moveTo>
                  <a:lnTo>
                    <a:pt x="21861" y="4882"/>
                  </a:lnTo>
                  <a:cubicBezTo>
                    <a:pt x="22313" y="4882"/>
                    <a:pt x="22682" y="4513"/>
                    <a:pt x="22682" y="4061"/>
                  </a:cubicBezTo>
                  <a:lnTo>
                    <a:pt x="22682" y="1"/>
                  </a:lnTo>
                  <a:lnTo>
                    <a:pt x="20706" y="1751"/>
                  </a:lnTo>
                  <a:lnTo>
                    <a:pt x="19956" y="1953"/>
                  </a:lnTo>
                  <a:lnTo>
                    <a:pt x="18622" y="4394"/>
                  </a:lnTo>
                  <a:lnTo>
                    <a:pt x="3239" y="3001"/>
                  </a:lnTo>
                  <a:lnTo>
                    <a:pt x="1918" y="1513"/>
                  </a:lnTo>
                  <a:lnTo>
                    <a:pt x="1" y="191"/>
                  </a:lnTo>
                  <a:lnTo>
                    <a:pt x="1" y="4049"/>
                  </a:lnTo>
                  <a:cubicBezTo>
                    <a:pt x="1" y="4513"/>
                    <a:pt x="370" y="4882"/>
                    <a:pt x="822" y="488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4"/>
            <p:cNvSpPr/>
            <p:nvPr/>
          </p:nvSpPr>
          <p:spPr>
            <a:xfrm>
              <a:off x="6165069" y="3951772"/>
              <a:ext cx="219497" cy="292638"/>
            </a:xfrm>
            <a:custGeom>
              <a:rect b="b" l="l" r="r" t="t"/>
              <a:pathLst>
                <a:path extrusionOk="0" h="4097" w="3073">
                  <a:moveTo>
                    <a:pt x="1977" y="3977"/>
                  </a:moveTo>
                  <a:lnTo>
                    <a:pt x="3037" y="2263"/>
                  </a:lnTo>
                  <a:cubicBezTo>
                    <a:pt x="3049" y="2203"/>
                    <a:pt x="3073" y="2084"/>
                    <a:pt x="2989" y="1953"/>
                  </a:cubicBezTo>
                  <a:lnTo>
                    <a:pt x="1858" y="120"/>
                  </a:lnTo>
                  <a:lnTo>
                    <a:pt x="1858" y="120"/>
                  </a:lnTo>
                  <a:cubicBezTo>
                    <a:pt x="1858" y="120"/>
                    <a:pt x="1787" y="1"/>
                    <a:pt x="1691" y="120"/>
                  </a:cubicBezTo>
                  <a:lnTo>
                    <a:pt x="48" y="2799"/>
                  </a:lnTo>
                  <a:cubicBezTo>
                    <a:pt x="1" y="2894"/>
                    <a:pt x="13" y="2989"/>
                    <a:pt x="108" y="3037"/>
                  </a:cubicBezTo>
                  <a:lnTo>
                    <a:pt x="1727" y="4037"/>
                  </a:lnTo>
                  <a:cubicBezTo>
                    <a:pt x="1810" y="4097"/>
                    <a:pt x="1930" y="4061"/>
                    <a:pt x="1977" y="39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4"/>
            <p:cNvSpPr/>
            <p:nvPr/>
          </p:nvSpPr>
          <p:spPr>
            <a:xfrm>
              <a:off x="6305424" y="3901630"/>
              <a:ext cx="324067" cy="325781"/>
            </a:xfrm>
            <a:custGeom>
              <a:rect b="b" l="l" r="r" t="t"/>
              <a:pathLst>
                <a:path extrusionOk="0" h="4561" w="4537">
                  <a:moveTo>
                    <a:pt x="1870" y="3548"/>
                  </a:moveTo>
                  <a:lnTo>
                    <a:pt x="24" y="536"/>
                  </a:lnTo>
                  <a:cubicBezTo>
                    <a:pt x="0" y="500"/>
                    <a:pt x="12" y="429"/>
                    <a:pt x="60" y="405"/>
                  </a:cubicBezTo>
                  <a:lnTo>
                    <a:pt x="2072" y="36"/>
                  </a:lnTo>
                  <a:cubicBezTo>
                    <a:pt x="2191" y="24"/>
                    <a:pt x="2346" y="0"/>
                    <a:pt x="2381" y="72"/>
                  </a:cubicBezTo>
                  <a:lnTo>
                    <a:pt x="3775" y="2358"/>
                  </a:lnTo>
                  <a:cubicBezTo>
                    <a:pt x="3822" y="2417"/>
                    <a:pt x="3894" y="2441"/>
                    <a:pt x="3977" y="2393"/>
                  </a:cubicBezTo>
                  <a:cubicBezTo>
                    <a:pt x="4108" y="2310"/>
                    <a:pt x="4251" y="2215"/>
                    <a:pt x="4382" y="2132"/>
                  </a:cubicBezTo>
                  <a:cubicBezTo>
                    <a:pt x="4417" y="2120"/>
                    <a:pt x="4465" y="2120"/>
                    <a:pt x="4489" y="2132"/>
                  </a:cubicBezTo>
                  <a:cubicBezTo>
                    <a:pt x="4525" y="2155"/>
                    <a:pt x="4537" y="2191"/>
                    <a:pt x="4525" y="2239"/>
                  </a:cubicBezTo>
                  <a:lnTo>
                    <a:pt x="3870" y="4156"/>
                  </a:lnTo>
                  <a:cubicBezTo>
                    <a:pt x="3727" y="4560"/>
                    <a:pt x="3822" y="4489"/>
                    <a:pt x="3405" y="4418"/>
                  </a:cubicBezTo>
                  <a:lnTo>
                    <a:pt x="1429" y="4156"/>
                  </a:lnTo>
                  <a:cubicBezTo>
                    <a:pt x="1381" y="4156"/>
                    <a:pt x="1358" y="4120"/>
                    <a:pt x="1358" y="4084"/>
                  </a:cubicBezTo>
                  <a:cubicBezTo>
                    <a:pt x="1334" y="4037"/>
                    <a:pt x="1369" y="4001"/>
                    <a:pt x="1393" y="3977"/>
                  </a:cubicBezTo>
                  <a:cubicBezTo>
                    <a:pt x="1536" y="3882"/>
                    <a:pt x="1679" y="3798"/>
                    <a:pt x="1810" y="3727"/>
                  </a:cubicBezTo>
                  <a:cubicBezTo>
                    <a:pt x="1905" y="3691"/>
                    <a:pt x="1917" y="3620"/>
                    <a:pt x="1870" y="354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4"/>
            <p:cNvSpPr/>
            <p:nvPr/>
          </p:nvSpPr>
          <p:spPr>
            <a:xfrm>
              <a:off x="6519707" y="4200983"/>
              <a:ext cx="250925" cy="219497"/>
            </a:xfrm>
            <a:custGeom>
              <a:rect b="b" l="l" r="r" t="t"/>
              <a:pathLst>
                <a:path extrusionOk="0" h="3073" w="3513">
                  <a:moveTo>
                    <a:pt x="48" y="1096"/>
                  </a:moveTo>
                  <a:lnTo>
                    <a:pt x="929" y="2917"/>
                  </a:lnTo>
                  <a:cubicBezTo>
                    <a:pt x="977" y="2953"/>
                    <a:pt x="1060" y="3048"/>
                    <a:pt x="1215" y="3048"/>
                  </a:cubicBezTo>
                  <a:lnTo>
                    <a:pt x="3370" y="3072"/>
                  </a:lnTo>
                  <a:lnTo>
                    <a:pt x="3370" y="3072"/>
                  </a:lnTo>
                  <a:cubicBezTo>
                    <a:pt x="3382" y="3072"/>
                    <a:pt x="3513" y="3072"/>
                    <a:pt x="3453" y="2941"/>
                  </a:cubicBezTo>
                  <a:lnTo>
                    <a:pt x="2084" y="119"/>
                  </a:lnTo>
                  <a:cubicBezTo>
                    <a:pt x="2048" y="24"/>
                    <a:pt x="1941" y="0"/>
                    <a:pt x="1846" y="24"/>
                  </a:cubicBezTo>
                  <a:lnTo>
                    <a:pt x="143" y="858"/>
                  </a:lnTo>
                  <a:cubicBezTo>
                    <a:pt x="48" y="905"/>
                    <a:pt x="1" y="1012"/>
                    <a:pt x="48" y="10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4"/>
            <p:cNvSpPr/>
            <p:nvPr/>
          </p:nvSpPr>
          <p:spPr>
            <a:xfrm>
              <a:off x="6381923" y="4377837"/>
              <a:ext cx="392994" cy="267996"/>
            </a:xfrm>
            <a:custGeom>
              <a:rect b="b" l="l" r="r" t="t"/>
              <a:pathLst>
                <a:path extrusionOk="0" h="3752" w="5502">
                  <a:moveTo>
                    <a:pt x="1894" y="763"/>
                  </a:moveTo>
                  <a:lnTo>
                    <a:pt x="5418" y="822"/>
                  </a:lnTo>
                  <a:cubicBezTo>
                    <a:pt x="5478" y="822"/>
                    <a:pt x="5501" y="870"/>
                    <a:pt x="5501" y="929"/>
                  </a:cubicBezTo>
                  <a:lnTo>
                    <a:pt x="4728" y="2823"/>
                  </a:lnTo>
                  <a:cubicBezTo>
                    <a:pt x="4692" y="2918"/>
                    <a:pt x="4597" y="3073"/>
                    <a:pt x="4525" y="3073"/>
                  </a:cubicBezTo>
                  <a:lnTo>
                    <a:pt x="1846" y="3025"/>
                  </a:lnTo>
                  <a:cubicBezTo>
                    <a:pt x="1763" y="3025"/>
                    <a:pt x="1703" y="3085"/>
                    <a:pt x="1703" y="3156"/>
                  </a:cubicBezTo>
                  <a:cubicBezTo>
                    <a:pt x="1703" y="3323"/>
                    <a:pt x="1703" y="3489"/>
                    <a:pt x="1691" y="3656"/>
                  </a:cubicBezTo>
                  <a:cubicBezTo>
                    <a:pt x="1691" y="3692"/>
                    <a:pt x="1668" y="3727"/>
                    <a:pt x="1632" y="3739"/>
                  </a:cubicBezTo>
                  <a:cubicBezTo>
                    <a:pt x="1584" y="3751"/>
                    <a:pt x="1561" y="3739"/>
                    <a:pt x="1525" y="3716"/>
                  </a:cubicBezTo>
                  <a:lnTo>
                    <a:pt x="263" y="2120"/>
                  </a:lnTo>
                  <a:cubicBezTo>
                    <a:pt x="1" y="1787"/>
                    <a:pt x="13" y="1906"/>
                    <a:pt x="275" y="1584"/>
                  </a:cubicBezTo>
                  <a:lnTo>
                    <a:pt x="1572" y="48"/>
                  </a:lnTo>
                  <a:cubicBezTo>
                    <a:pt x="1608" y="25"/>
                    <a:pt x="1644" y="1"/>
                    <a:pt x="1680" y="25"/>
                  </a:cubicBezTo>
                  <a:cubicBezTo>
                    <a:pt x="1727" y="37"/>
                    <a:pt x="1739" y="60"/>
                    <a:pt x="1739" y="108"/>
                  </a:cubicBezTo>
                  <a:cubicBezTo>
                    <a:pt x="1739" y="275"/>
                    <a:pt x="1739" y="441"/>
                    <a:pt x="1727" y="596"/>
                  </a:cubicBezTo>
                  <a:cubicBezTo>
                    <a:pt x="1751" y="703"/>
                    <a:pt x="1811" y="751"/>
                    <a:pt x="1894" y="76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4"/>
            <p:cNvSpPr/>
            <p:nvPr/>
          </p:nvSpPr>
          <p:spPr>
            <a:xfrm>
              <a:off x="6121713" y="4426336"/>
              <a:ext cx="251782" cy="164212"/>
            </a:xfrm>
            <a:custGeom>
              <a:rect b="b" l="l" r="r" t="t"/>
              <a:pathLst>
                <a:path extrusionOk="0" h="2299" w="3525">
                  <a:moveTo>
                    <a:pt x="3346" y="60"/>
                  </a:moveTo>
                  <a:lnTo>
                    <a:pt x="1334" y="0"/>
                  </a:lnTo>
                  <a:cubicBezTo>
                    <a:pt x="1274" y="12"/>
                    <a:pt x="1155" y="60"/>
                    <a:pt x="1084" y="191"/>
                  </a:cubicBezTo>
                  <a:lnTo>
                    <a:pt x="60" y="2084"/>
                  </a:lnTo>
                  <a:lnTo>
                    <a:pt x="60" y="2084"/>
                  </a:lnTo>
                  <a:cubicBezTo>
                    <a:pt x="60" y="2084"/>
                    <a:pt x="0" y="2215"/>
                    <a:pt x="131" y="2215"/>
                  </a:cubicBezTo>
                  <a:lnTo>
                    <a:pt x="3275" y="2298"/>
                  </a:lnTo>
                  <a:cubicBezTo>
                    <a:pt x="3370" y="2298"/>
                    <a:pt x="3453" y="2227"/>
                    <a:pt x="3453" y="2120"/>
                  </a:cubicBezTo>
                  <a:lnTo>
                    <a:pt x="3513" y="227"/>
                  </a:lnTo>
                  <a:cubicBezTo>
                    <a:pt x="3525" y="143"/>
                    <a:pt x="3453" y="60"/>
                    <a:pt x="3346" y="6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4"/>
            <p:cNvSpPr/>
            <p:nvPr/>
          </p:nvSpPr>
          <p:spPr>
            <a:xfrm>
              <a:off x="5990715" y="4199268"/>
              <a:ext cx="293496" cy="381923"/>
            </a:xfrm>
            <a:custGeom>
              <a:rect b="b" l="l" r="r" t="t"/>
              <a:pathLst>
                <a:path extrusionOk="0" h="5347" w="4109">
                  <a:moveTo>
                    <a:pt x="3299" y="2191"/>
                  </a:moveTo>
                  <a:lnTo>
                    <a:pt x="1620" y="5287"/>
                  </a:lnTo>
                  <a:cubicBezTo>
                    <a:pt x="1596" y="5334"/>
                    <a:pt x="1537" y="5346"/>
                    <a:pt x="1489" y="5334"/>
                  </a:cubicBezTo>
                  <a:lnTo>
                    <a:pt x="156" y="3763"/>
                  </a:lnTo>
                  <a:cubicBezTo>
                    <a:pt x="84" y="3680"/>
                    <a:pt x="1" y="3549"/>
                    <a:pt x="49" y="3465"/>
                  </a:cubicBezTo>
                  <a:lnTo>
                    <a:pt x="1323" y="1120"/>
                  </a:lnTo>
                  <a:cubicBezTo>
                    <a:pt x="1346" y="1048"/>
                    <a:pt x="1334" y="965"/>
                    <a:pt x="1263" y="929"/>
                  </a:cubicBezTo>
                  <a:cubicBezTo>
                    <a:pt x="1108" y="858"/>
                    <a:pt x="965" y="762"/>
                    <a:pt x="834" y="691"/>
                  </a:cubicBezTo>
                  <a:cubicBezTo>
                    <a:pt x="799" y="667"/>
                    <a:pt x="775" y="632"/>
                    <a:pt x="787" y="584"/>
                  </a:cubicBezTo>
                  <a:cubicBezTo>
                    <a:pt x="787" y="536"/>
                    <a:pt x="811" y="512"/>
                    <a:pt x="858" y="512"/>
                  </a:cubicBezTo>
                  <a:lnTo>
                    <a:pt x="2858" y="120"/>
                  </a:lnTo>
                  <a:cubicBezTo>
                    <a:pt x="3275" y="48"/>
                    <a:pt x="3168" y="0"/>
                    <a:pt x="3335" y="393"/>
                  </a:cubicBezTo>
                  <a:lnTo>
                    <a:pt x="4085" y="2251"/>
                  </a:lnTo>
                  <a:cubicBezTo>
                    <a:pt x="4109" y="2298"/>
                    <a:pt x="4085" y="2322"/>
                    <a:pt x="4061" y="2358"/>
                  </a:cubicBezTo>
                  <a:cubicBezTo>
                    <a:pt x="4025" y="2382"/>
                    <a:pt x="3990" y="2382"/>
                    <a:pt x="3954" y="2370"/>
                  </a:cubicBezTo>
                  <a:cubicBezTo>
                    <a:pt x="3811" y="2298"/>
                    <a:pt x="3656" y="2203"/>
                    <a:pt x="3525" y="2132"/>
                  </a:cubicBezTo>
                  <a:cubicBezTo>
                    <a:pt x="3406" y="2108"/>
                    <a:pt x="3347" y="2120"/>
                    <a:pt x="3299" y="21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4" name="Google Shape;4724;p84"/>
          <p:cNvSpPr txBox="1"/>
          <p:nvPr>
            <p:ph idx="4294967295" type="subTitle"/>
          </p:nvPr>
        </p:nvSpPr>
        <p:spPr>
          <a:xfrm>
            <a:off x="713400" y="3213333"/>
            <a:ext cx="2460300" cy="116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Mercury is the closest planet to the Sun and the smallest planet in the Solar System</a:t>
            </a:r>
            <a:endParaRPr sz="1600"/>
          </a:p>
        </p:txBody>
      </p:sp>
      <p:sp>
        <p:nvSpPr>
          <p:cNvPr id="4725" name="Google Shape;4725;p84"/>
          <p:cNvSpPr txBox="1"/>
          <p:nvPr>
            <p:ph idx="4294967295" type="title"/>
          </p:nvPr>
        </p:nvSpPr>
        <p:spPr>
          <a:xfrm>
            <a:off x="716078" y="2634125"/>
            <a:ext cx="2457600" cy="73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OF THE TRASH IN THE OCEAN IS MADE OF PLASTIC</a:t>
            </a:r>
            <a:endParaRPr sz="1800"/>
          </a:p>
        </p:txBody>
      </p:sp>
      <p:sp>
        <p:nvSpPr>
          <p:cNvPr id="4726" name="Google Shape;4726;p84"/>
          <p:cNvSpPr/>
          <p:nvPr/>
        </p:nvSpPr>
        <p:spPr>
          <a:xfrm>
            <a:off x="773325" y="1316475"/>
            <a:ext cx="1169700" cy="116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4"/>
          <p:cNvSpPr/>
          <p:nvPr/>
        </p:nvSpPr>
        <p:spPr>
          <a:xfrm>
            <a:off x="773325" y="1316475"/>
            <a:ext cx="1170300" cy="1170300"/>
          </a:xfrm>
          <a:prstGeom prst="pie">
            <a:avLst>
              <a:gd fmla="val 16192954" name="adj1"/>
              <a:gd fmla="val 14032790" name="adj2"/>
            </a:avLst>
          </a:pr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8" name="Google Shape;4728;p84"/>
          <p:cNvGrpSpPr/>
          <p:nvPr/>
        </p:nvGrpSpPr>
        <p:grpSpPr>
          <a:xfrm>
            <a:off x="937875" y="1480412"/>
            <a:ext cx="841238" cy="841238"/>
            <a:chOff x="-149451" y="2973528"/>
            <a:chExt cx="2344587" cy="2344587"/>
          </a:xfrm>
        </p:grpSpPr>
        <p:sp>
          <p:nvSpPr>
            <p:cNvPr id="4729" name="Google Shape;4729;p84"/>
            <p:cNvSpPr/>
            <p:nvPr/>
          </p:nvSpPr>
          <p:spPr>
            <a:xfrm>
              <a:off x="-149451" y="2973528"/>
              <a:ext cx="2344587" cy="2344587"/>
            </a:xfrm>
            <a:custGeom>
              <a:rect b="b" l="l" r="r" t="t"/>
              <a:pathLst>
                <a:path extrusionOk="0" h="51972" w="51972">
                  <a:moveTo>
                    <a:pt x="25980" y="1"/>
                  </a:moveTo>
                  <a:cubicBezTo>
                    <a:pt x="11633" y="1"/>
                    <a:pt x="1" y="11633"/>
                    <a:pt x="1" y="25980"/>
                  </a:cubicBezTo>
                  <a:cubicBezTo>
                    <a:pt x="1" y="40339"/>
                    <a:pt x="11633" y="51971"/>
                    <a:pt x="25980" y="51971"/>
                  </a:cubicBezTo>
                  <a:cubicBezTo>
                    <a:pt x="40339" y="51971"/>
                    <a:pt x="51971" y="40339"/>
                    <a:pt x="51971" y="25980"/>
                  </a:cubicBezTo>
                  <a:cubicBezTo>
                    <a:pt x="51971" y="11633"/>
                    <a:pt x="40339" y="1"/>
                    <a:pt x="259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4"/>
            <p:cNvSpPr/>
            <p:nvPr/>
          </p:nvSpPr>
          <p:spPr>
            <a:xfrm>
              <a:off x="184655" y="3002536"/>
              <a:ext cx="1127993" cy="1247406"/>
            </a:xfrm>
            <a:custGeom>
              <a:rect b="b" l="l" r="r" t="t"/>
              <a:pathLst>
                <a:path extrusionOk="0" h="27651" w="25004">
                  <a:moveTo>
                    <a:pt x="12811" y="1"/>
                  </a:moveTo>
                  <a:cubicBezTo>
                    <a:pt x="9180" y="810"/>
                    <a:pt x="5822" y="2394"/>
                    <a:pt x="2953" y="4561"/>
                  </a:cubicBezTo>
                  <a:cubicBezTo>
                    <a:pt x="2953" y="4561"/>
                    <a:pt x="2977" y="4823"/>
                    <a:pt x="3191" y="5180"/>
                  </a:cubicBezTo>
                  <a:cubicBezTo>
                    <a:pt x="3394" y="5537"/>
                    <a:pt x="3048" y="5739"/>
                    <a:pt x="3072" y="5858"/>
                  </a:cubicBezTo>
                  <a:cubicBezTo>
                    <a:pt x="3084" y="5966"/>
                    <a:pt x="3275" y="5954"/>
                    <a:pt x="3096" y="6156"/>
                  </a:cubicBezTo>
                  <a:cubicBezTo>
                    <a:pt x="2929" y="6370"/>
                    <a:pt x="3096" y="6323"/>
                    <a:pt x="2953" y="6466"/>
                  </a:cubicBezTo>
                  <a:cubicBezTo>
                    <a:pt x="2798" y="6620"/>
                    <a:pt x="2655" y="6751"/>
                    <a:pt x="2548" y="6823"/>
                  </a:cubicBezTo>
                  <a:cubicBezTo>
                    <a:pt x="2441" y="6906"/>
                    <a:pt x="2477" y="7109"/>
                    <a:pt x="2262" y="7359"/>
                  </a:cubicBezTo>
                  <a:cubicBezTo>
                    <a:pt x="2060" y="7621"/>
                    <a:pt x="1655" y="7823"/>
                    <a:pt x="1655" y="8228"/>
                  </a:cubicBezTo>
                  <a:cubicBezTo>
                    <a:pt x="1655" y="8609"/>
                    <a:pt x="1048" y="9145"/>
                    <a:pt x="965" y="9371"/>
                  </a:cubicBezTo>
                  <a:cubicBezTo>
                    <a:pt x="893" y="9585"/>
                    <a:pt x="286" y="10395"/>
                    <a:pt x="250" y="10931"/>
                  </a:cubicBezTo>
                  <a:cubicBezTo>
                    <a:pt x="227" y="11466"/>
                    <a:pt x="227" y="12038"/>
                    <a:pt x="250" y="12359"/>
                  </a:cubicBezTo>
                  <a:cubicBezTo>
                    <a:pt x="286" y="12693"/>
                    <a:pt x="310" y="13050"/>
                    <a:pt x="227" y="13431"/>
                  </a:cubicBezTo>
                  <a:cubicBezTo>
                    <a:pt x="155" y="13824"/>
                    <a:pt x="72" y="14181"/>
                    <a:pt x="36" y="14895"/>
                  </a:cubicBezTo>
                  <a:cubicBezTo>
                    <a:pt x="0" y="15610"/>
                    <a:pt x="286" y="15919"/>
                    <a:pt x="953" y="16145"/>
                  </a:cubicBezTo>
                  <a:cubicBezTo>
                    <a:pt x="1643" y="16348"/>
                    <a:pt x="2917" y="16967"/>
                    <a:pt x="3227" y="17419"/>
                  </a:cubicBezTo>
                  <a:cubicBezTo>
                    <a:pt x="3560" y="17884"/>
                    <a:pt x="3739" y="18455"/>
                    <a:pt x="3977" y="18527"/>
                  </a:cubicBezTo>
                  <a:cubicBezTo>
                    <a:pt x="4227" y="18598"/>
                    <a:pt x="4441" y="19348"/>
                    <a:pt x="5251" y="19908"/>
                  </a:cubicBezTo>
                  <a:cubicBezTo>
                    <a:pt x="6072" y="20479"/>
                    <a:pt x="7608" y="20551"/>
                    <a:pt x="8287" y="21277"/>
                  </a:cubicBezTo>
                  <a:cubicBezTo>
                    <a:pt x="8978" y="22003"/>
                    <a:pt x="10216" y="23789"/>
                    <a:pt x="10537" y="24777"/>
                  </a:cubicBezTo>
                  <a:cubicBezTo>
                    <a:pt x="10871" y="25766"/>
                    <a:pt x="11406" y="26111"/>
                    <a:pt x="11966" y="26587"/>
                  </a:cubicBezTo>
                  <a:cubicBezTo>
                    <a:pt x="12538" y="27063"/>
                    <a:pt x="13252" y="27599"/>
                    <a:pt x="13788" y="27647"/>
                  </a:cubicBezTo>
                  <a:cubicBezTo>
                    <a:pt x="13826" y="27649"/>
                    <a:pt x="13862" y="27651"/>
                    <a:pt x="13897" y="27651"/>
                  </a:cubicBezTo>
                  <a:cubicBezTo>
                    <a:pt x="14354" y="27651"/>
                    <a:pt x="14547" y="27443"/>
                    <a:pt x="14514" y="27266"/>
                  </a:cubicBezTo>
                  <a:cubicBezTo>
                    <a:pt x="14502" y="27063"/>
                    <a:pt x="13812" y="26504"/>
                    <a:pt x="13704" y="26349"/>
                  </a:cubicBezTo>
                  <a:cubicBezTo>
                    <a:pt x="13609" y="26206"/>
                    <a:pt x="13383" y="25254"/>
                    <a:pt x="13073" y="24563"/>
                  </a:cubicBezTo>
                  <a:cubicBezTo>
                    <a:pt x="12740" y="23884"/>
                    <a:pt x="12716" y="23873"/>
                    <a:pt x="12811" y="23539"/>
                  </a:cubicBezTo>
                  <a:cubicBezTo>
                    <a:pt x="12919" y="23218"/>
                    <a:pt x="13145" y="22503"/>
                    <a:pt x="13454" y="22325"/>
                  </a:cubicBezTo>
                  <a:cubicBezTo>
                    <a:pt x="13788" y="22146"/>
                    <a:pt x="14026" y="22277"/>
                    <a:pt x="14252" y="21968"/>
                  </a:cubicBezTo>
                  <a:cubicBezTo>
                    <a:pt x="14454" y="21646"/>
                    <a:pt x="14526" y="21468"/>
                    <a:pt x="14514" y="21277"/>
                  </a:cubicBezTo>
                  <a:cubicBezTo>
                    <a:pt x="14502" y="21087"/>
                    <a:pt x="14169" y="20967"/>
                    <a:pt x="13859" y="20932"/>
                  </a:cubicBezTo>
                  <a:cubicBezTo>
                    <a:pt x="13538" y="20908"/>
                    <a:pt x="13431" y="20622"/>
                    <a:pt x="13002" y="20551"/>
                  </a:cubicBezTo>
                  <a:cubicBezTo>
                    <a:pt x="12561" y="20479"/>
                    <a:pt x="11966" y="20301"/>
                    <a:pt x="11823" y="20039"/>
                  </a:cubicBezTo>
                  <a:cubicBezTo>
                    <a:pt x="11698" y="19836"/>
                    <a:pt x="11471" y="19751"/>
                    <a:pt x="11270" y="19751"/>
                  </a:cubicBezTo>
                  <a:cubicBezTo>
                    <a:pt x="11222" y="19751"/>
                    <a:pt x="11176" y="19756"/>
                    <a:pt x="11133" y="19765"/>
                  </a:cubicBezTo>
                  <a:cubicBezTo>
                    <a:pt x="11053" y="19774"/>
                    <a:pt x="10905" y="19798"/>
                    <a:pt x="10729" y="19798"/>
                  </a:cubicBezTo>
                  <a:cubicBezTo>
                    <a:pt x="10455" y="19798"/>
                    <a:pt x="10112" y="19740"/>
                    <a:pt x="9859" y="19479"/>
                  </a:cubicBezTo>
                  <a:cubicBezTo>
                    <a:pt x="9430" y="19051"/>
                    <a:pt x="9394" y="18229"/>
                    <a:pt x="9323" y="17800"/>
                  </a:cubicBezTo>
                  <a:cubicBezTo>
                    <a:pt x="9240" y="17372"/>
                    <a:pt x="9168" y="17229"/>
                    <a:pt x="9287" y="16907"/>
                  </a:cubicBezTo>
                  <a:cubicBezTo>
                    <a:pt x="9394" y="16574"/>
                    <a:pt x="9394" y="16336"/>
                    <a:pt x="9894" y="16098"/>
                  </a:cubicBezTo>
                  <a:cubicBezTo>
                    <a:pt x="10184" y="15963"/>
                    <a:pt x="10571" y="15848"/>
                    <a:pt x="10942" y="15848"/>
                  </a:cubicBezTo>
                  <a:cubicBezTo>
                    <a:pt x="11228" y="15848"/>
                    <a:pt x="11504" y="15916"/>
                    <a:pt x="11716" y="16098"/>
                  </a:cubicBezTo>
                  <a:cubicBezTo>
                    <a:pt x="11890" y="16243"/>
                    <a:pt x="12124" y="16298"/>
                    <a:pt x="12365" y="16298"/>
                  </a:cubicBezTo>
                  <a:cubicBezTo>
                    <a:pt x="12816" y="16298"/>
                    <a:pt x="13291" y="16102"/>
                    <a:pt x="13431" y="15931"/>
                  </a:cubicBezTo>
                  <a:cubicBezTo>
                    <a:pt x="13633" y="15681"/>
                    <a:pt x="14252" y="14943"/>
                    <a:pt x="14752" y="14907"/>
                  </a:cubicBezTo>
                  <a:cubicBezTo>
                    <a:pt x="15252" y="14883"/>
                    <a:pt x="16074" y="14907"/>
                    <a:pt x="16383" y="14633"/>
                  </a:cubicBezTo>
                  <a:cubicBezTo>
                    <a:pt x="16717" y="14348"/>
                    <a:pt x="17919" y="13740"/>
                    <a:pt x="18134" y="13264"/>
                  </a:cubicBezTo>
                  <a:cubicBezTo>
                    <a:pt x="18336" y="12764"/>
                    <a:pt x="19157" y="11371"/>
                    <a:pt x="19157" y="10907"/>
                  </a:cubicBezTo>
                  <a:cubicBezTo>
                    <a:pt x="19157" y="10479"/>
                    <a:pt x="20432" y="9686"/>
                    <a:pt x="20958" y="9686"/>
                  </a:cubicBezTo>
                  <a:cubicBezTo>
                    <a:pt x="21003" y="9686"/>
                    <a:pt x="21042" y="9692"/>
                    <a:pt x="21074" y="9704"/>
                  </a:cubicBezTo>
                  <a:cubicBezTo>
                    <a:pt x="21115" y="9718"/>
                    <a:pt x="21157" y="9724"/>
                    <a:pt x="21200" y="9724"/>
                  </a:cubicBezTo>
                  <a:cubicBezTo>
                    <a:pt x="21608" y="9724"/>
                    <a:pt x="22094" y="9168"/>
                    <a:pt x="22277" y="9168"/>
                  </a:cubicBezTo>
                  <a:cubicBezTo>
                    <a:pt x="22347" y="9168"/>
                    <a:pt x="22464" y="9180"/>
                    <a:pt x="22603" y="9180"/>
                  </a:cubicBezTo>
                  <a:cubicBezTo>
                    <a:pt x="22887" y="9180"/>
                    <a:pt x="23259" y="9131"/>
                    <a:pt x="23491" y="8835"/>
                  </a:cubicBezTo>
                  <a:cubicBezTo>
                    <a:pt x="23849" y="8406"/>
                    <a:pt x="24122" y="8121"/>
                    <a:pt x="24408" y="7704"/>
                  </a:cubicBezTo>
                  <a:cubicBezTo>
                    <a:pt x="24789" y="7311"/>
                    <a:pt x="25003" y="6668"/>
                    <a:pt x="23968" y="6359"/>
                  </a:cubicBezTo>
                  <a:cubicBezTo>
                    <a:pt x="22944" y="6025"/>
                    <a:pt x="22182" y="5930"/>
                    <a:pt x="21563" y="5597"/>
                  </a:cubicBezTo>
                  <a:cubicBezTo>
                    <a:pt x="20969" y="5259"/>
                    <a:pt x="20387" y="5013"/>
                    <a:pt x="19917" y="5013"/>
                  </a:cubicBezTo>
                  <a:cubicBezTo>
                    <a:pt x="19906" y="5013"/>
                    <a:pt x="19895" y="5013"/>
                    <a:pt x="19884" y="5013"/>
                  </a:cubicBezTo>
                  <a:cubicBezTo>
                    <a:pt x="19873" y="5013"/>
                    <a:pt x="19862" y="5014"/>
                    <a:pt x="19850" y="5014"/>
                  </a:cubicBezTo>
                  <a:cubicBezTo>
                    <a:pt x="19533" y="5014"/>
                    <a:pt x="19012" y="4910"/>
                    <a:pt x="18538" y="4910"/>
                  </a:cubicBezTo>
                  <a:cubicBezTo>
                    <a:pt x="18302" y="4910"/>
                    <a:pt x="18077" y="4936"/>
                    <a:pt x="17895" y="5013"/>
                  </a:cubicBezTo>
                  <a:cubicBezTo>
                    <a:pt x="17324" y="5251"/>
                    <a:pt x="16717" y="6430"/>
                    <a:pt x="15836" y="6632"/>
                  </a:cubicBezTo>
                  <a:cubicBezTo>
                    <a:pt x="15683" y="6670"/>
                    <a:pt x="15491" y="6687"/>
                    <a:pt x="15273" y="6687"/>
                  </a:cubicBezTo>
                  <a:cubicBezTo>
                    <a:pt x="14247" y="6687"/>
                    <a:pt x="12665" y="6316"/>
                    <a:pt x="12145" y="6001"/>
                  </a:cubicBezTo>
                  <a:cubicBezTo>
                    <a:pt x="11537" y="5608"/>
                    <a:pt x="11359" y="4823"/>
                    <a:pt x="11537" y="4430"/>
                  </a:cubicBezTo>
                  <a:cubicBezTo>
                    <a:pt x="11716" y="4049"/>
                    <a:pt x="11787" y="3346"/>
                    <a:pt x="11740" y="3084"/>
                  </a:cubicBezTo>
                  <a:cubicBezTo>
                    <a:pt x="11704" y="2810"/>
                    <a:pt x="12633" y="2322"/>
                    <a:pt x="12954" y="1977"/>
                  </a:cubicBezTo>
                  <a:cubicBezTo>
                    <a:pt x="13276" y="1632"/>
                    <a:pt x="13573" y="548"/>
                    <a:pt x="128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4"/>
            <p:cNvSpPr/>
            <p:nvPr/>
          </p:nvSpPr>
          <p:spPr>
            <a:xfrm>
              <a:off x="951664" y="4213956"/>
              <a:ext cx="884160" cy="1042550"/>
            </a:xfrm>
            <a:custGeom>
              <a:rect b="b" l="l" r="r" t="t"/>
              <a:pathLst>
                <a:path extrusionOk="0" h="23110" w="19599">
                  <a:moveTo>
                    <a:pt x="5062" y="0"/>
                  </a:moveTo>
                  <a:cubicBezTo>
                    <a:pt x="4588" y="0"/>
                    <a:pt x="4017" y="122"/>
                    <a:pt x="3706" y="122"/>
                  </a:cubicBezTo>
                  <a:cubicBezTo>
                    <a:pt x="3664" y="122"/>
                    <a:pt x="3627" y="120"/>
                    <a:pt x="3596" y="115"/>
                  </a:cubicBezTo>
                  <a:cubicBezTo>
                    <a:pt x="3575" y="112"/>
                    <a:pt x="3553" y="110"/>
                    <a:pt x="3529" y="110"/>
                  </a:cubicBezTo>
                  <a:cubicBezTo>
                    <a:pt x="3139" y="110"/>
                    <a:pt x="2420" y="558"/>
                    <a:pt x="2263" y="794"/>
                  </a:cubicBezTo>
                  <a:cubicBezTo>
                    <a:pt x="2096" y="1056"/>
                    <a:pt x="2096" y="2580"/>
                    <a:pt x="2263" y="2854"/>
                  </a:cubicBezTo>
                  <a:cubicBezTo>
                    <a:pt x="2429" y="3116"/>
                    <a:pt x="2263" y="3556"/>
                    <a:pt x="1858" y="4187"/>
                  </a:cubicBezTo>
                  <a:cubicBezTo>
                    <a:pt x="1453" y="4830"/>
                    <a:pt x="977" y="5640"/>
                    <a:pt x="489" y="6128"/>
                  </a:cubicBezTo>
                  <a:cubicBezTo>
                    <a:pt x="0" y="6616"/>
                    <a:pt x="227" y="9354"/>
                    <a:pt x="489" y="9664"/>
                  </a:cubicBezTo>
                  <a:cubicBezTo>
                    <a:pt x="762" y="9985"/>
                    <a:pt x="1501" y="11498"/>
                    <a:pt x="2525" y="11926"/>
                  </a:cubicBezTo>
                  <a:cubicBezTo>
                    <a:pt x="3537" y="12343"/>
                    <a:pt x="4751" y="13105"/>
                    <a:pt x="4751" y="13105"/>
                  </a:cubicBezTo>
                  <a:cubicBezTo>
                    <a:pt x="6620" y="14129"/>
                    <a:pt x="6668" y="15855"/>
                    <a:pt x="6513" y="16189"/>
                  </a:cubicBezTo>
                  <a:cubicBezTo>
                    <a:pt x="6335" y="16498"/>
                    <a:pt x="6251" y="17546"/>
                    <a:pt x="5715" y="17903"/>
                  </a:cubicBezTo>
                  <a:cubicBezTo>
                    <a:pt x="5180" y="18260"/>
                    <a:pt x="5977" y="19094"/>
                    <a:pt x="5370" y="19963"/>
                  </a:cubicBezTo>
                  <a:cubicBezTo>
                    <a:pt x="4763" y="20832"/>
                    <a:pt x="3668" y="21796"/>
                    <a:pt x="3239" y="22332"/>
                  </a:cubicBezTo>
                  <a:cubicBezTo>
                    <a:pt x="2810" y="22880"/>
                    <a:pt x="2810" y="23035"/>
                    <a:pt x="3572" y="23106"/>
                  </a:cubicBezTo>
                  <a:cubicBezTo>
                    <a:pt x="3593" y="23108"/>
                    <a:pt x="3615" y="23109"/>
                    <a:pt x="3638" y="23109"/>
                  </a:cubicBezTo>
                  <a:cubicBezTo>
                    <a:pt x="4422" y="23109"/>
                    <a:pt x="6317" y="21943"/>
                    <a:pt x="6942" y="21677"/>
                  </a:cubicBezTo>
                  <a:cubicBezTo>
                    <a:pt x="7609" y="21392"/>
                    <a:pt x="7704" y="19808"/>
                    <a:pt x="8406" y="19213"/>
                  </a:cubicBezTo>
                  <a:cubicBezTo>
                    <a:pt x="9109" y="18617"/>
                    <a:pt x="9954" y="18558"/>
                    <a:pt x="10978" y="18320"/>
                  </a:cubicBezTo>
                  <a:cubicBezTo>
                    <a:pt x="11990" y="18058"/>
                    <a:pt x="13657" y="17320"/>
                    <a:pt x="14407" y="17046"/>
                  </a:cubicBezTo>
                  <a:cubicBezTo>
                    <a:pt x="15133" y="16784"/>
                    <a:pt x="15109" y="16355"/>
                    <a:pt x="15431" y="15760"/>
                  </a:cubicBezTo>
                  <a:cubicBezTo>
                    <a:pt x="15764" y="15165"/>
                    <a:pt x="16562" y="14629"/>
                    <a:pt x="16931" y="14296"/>
                  </a:cubicBezTo>
                  <a:cubicBezTo>
                    <a:pt x="17312" y="13974"/>
                    <a:pt x="17515" y="12843"/>
                    <a:pt x="17253" y="12569"/>
                  </a:cubicBezTo>
                  <a:cubicBezTo>
                    <a:pt x="16979" y="12307"/>
                    <a:pt x="16812" y="11331"/>
                    <a:pt x="17253" y="10700"/>
                  </a:cubicBezTo>
                  <a:cubicBezTo>
                    <a:pt x="17681" y="10057"/>
                    <a:pt x="18336" y="9033"/>
                    <a:pt x="18860" y="8390"/>
                  </a:cubicBezTo>
                  <a:cubicBezTo>
                    <a:pt x="19396" y="7747"/>
                    <a:pt x="19598" y="7211"/>
                    <a:pt x="18955" y="6783"/>
                  </a:cubicBezTo>
                  <a:cubicBezTo>
                    <a:pt x="18336" y="6354"/>
                    <a:pt x="17157" y="6021"/>
                    <a:pt x="16633" y="5914"/>
                  </a:cubicBezTo>
                  <a:cubicBezTo>
                    <a:pt x="16121" y="5818"/>
                    <a:pt x="16193" y="5342"/>
                    <a:pt x="15276" y="4806"/>
                  </a:cubicBezTo>
                  <a:cubicBezTo>
                    <a:pt x="14359" y="4270"/>
                    <a:pt x="13716" y="3449"/>
                    <a:pt x="13169" y="2639"/>
                  </a:cubicBezTo>
                  <a:cubicBezTo>
                    <a:pt x="12757" y="2039"/>
                    <a:pt x="12116" y="1648"/>
                    <a:pt x="11550" y="1648"/>
                  </a:cubicBezTo>
                  <a:cubicBezTo>
                    <a:pt x="11363" y="1648"/>
                    <a:pt x="11185" y="1691"/>
                    <a:pt x="11026" y="1782"/>
                  </a:cubicBezTo>
                  <a:cubicBezTo>
                    <a:pt x="10887" y="1863"/>
                    <a:pt x="10742" y="1895"/>
                    <a:pt x="10591" y="1895"/>
                  </a:cubicBezTo>
                  <a:cubicBezTo>
                    <a:pt x="10032" y="1895"/>
                    <a:pt x="9402" y="1451"/>
                    <a:pt x="8763" y="1413"/>
                  </a:cubicBezTo>
                  <a:cubicBezTo>
                    <a:pt x="7942" y="1353"/>
                    <a:pt x="6132" y="377"/>
                    <a:pt x="5644" y="115"/>
                  </a:cubicBezTo>
                  <a:cubicBezTo>
                    <a:pt x="5501" y="29"/>
                    <a:pt x="5293" y="0"/>
                    <a:pt x="5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4"/>
            <p:cNvSpPr/>
            <p:nvPr/>
          </p:nvSpPr>
          <p:spPr>
            <a:xfrm>
              <a:off x="1681094" y="3241545"/>
              <a:ext cx="425952" cy="513064"/>
            </a:xfrm>
            <a:custGeom>
              <a:rect b="b" l="l" r="r" t="t"/>
              <a:pathLst>
                <a:path extrusionOk="0" h="11373" w="9442">
                  <a:moveTo>
                    <a:pt x="1941" y="1"/>
                  </a:moveTo>
                  <a:cubicBezTo>
                    <a:pt x="1941" y="1"/>
                    <a:pt x="1643" y="429"/>
                    <a:pt x="1179" y="858"/>
                  </a:cubicBezTo>
                  <a:cubicBezTo>
                    <a:pt x="714" y="1299"/>
                    <a:pt x="595" y="1608"/>
                    <a:pt x="476" y="1858"/>
                  </a:cubicBezTo>
                  <a:cubicBezTo>
                    <a:pt x="357" y="2108"/>
                    <a:pt x="0" y="3180"/>
                    <a:pt x="143" y="3644"/>
                  </a:cubicBezTo>
                  <a:cubicBezTo>
                    <a:pt x="286" y="4109"/>
                    <a:pt x="226" y="4430"/>
                    <a:pt x="750" y="4823"/>
                  </a:cubicBezTo>
                  <a:cubicBezTo>
                    <a:pt x="1286" y="5204"/>
                    <a:pt x="1762" y="5347"/>
                    <a:pt x="1524" y="6073"/>
                  </a:cubicBezTo>
                  <a:cubicBezTo>
                    <a:pt x="1286" y="6787"/>
                    <a:pt x="1465" y="7561"/>
                    <a:pt x="1215" y="7942"/>
                  </a:cubicBezTo>
                  <a:cubicBezTo>
                    <a:pt x="953" y="8335"/>
                    <a:pt x="929" y="9073"/>
                    <a:pt x="1524" y="9585"/>
                  </a:cubicBezTo>
                  <a:cubicBezTo>
                    <a:pt x="2119" y="10085"/>
                    <a:pt x="2858" y="9966"/>
                    <a:pt x="3036" y="10014"/>
                  </a:cubicBezTo>
                  <a:cubicBezTo>
                    <a:pt x="3203" y="10062"/>
                    <a:pt x="3917" y="10407"/>
                    <a:pt x="4024" y="10621"/>
                  </a:cubicBezTo>
                  <a:cubicBezTo>
                    <a:pt x="4132" y="10847"/>
                    <a:pt x="4715" y="11097"/>
                    <a:pt x="5144" y="11312"/>
                  </a:cubicBezTo>
                  <a:cubicBezTo>
                    <a:pt x="5231" y="11353"/>
                    <a:pt x="5318" y="11373"/>
                    <a:pt x="5401" y="11373"/>
                  </a:cubicBezTo>
                  <a:cubicBezTo>
                    <a:pt x="5728" y="11373"/>
                    <a:pt x="6013" y="11076"/>
                    <a:pt x="6156" y="10621"/>
                  </a:cubicBezTo>
                  <a:cubicBezTo>
                    <a:pt x="6280" y="10233"/>
                    <a:pt x="6674" y="10062"/>
                    <a:pt x="7038" y="10062"/>
                  </a:cubicBezTo>
                  <a:cubicBezTo>
                    <a:pt x="7199" y="10062"/>
                    <a:pt x="7354" y="10095"/>
                    <a:pt x="7477" y="10157"/>
                  </a:cubicBezTo>
                  <a:cubicBezTo>
                    <a:pt x="7783" y="10329"/>
                    <a:pt x="8127" y="10440"/>
                    <a:pt x="8405" y="10440"/>
                  </a:cubicBezTo>
                  <a:cubicBezTo>
                    <a:pt x="8473" y="10440"/>
                    <a:pt x="8538" y="10433"/>
                    <a:pt x="8596" y="10419"/>
                  </a:cubicBezTo>
                  <a:cubicBezTo>
                    <a:pt x="8870" y="10335"/>
                    <a:pt x="9430" y="10133"/>
                    <a:pt x="9442" y="10133"/>
                  </a:cubicBezTo>
                  <a:cubicBezTo>
                    <a:pt x="7799" y="6156"/>
                    <a:pt x="5203" y="2680"/>
                    <a:pt x="19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4"/>
            <p:cNvSpPr/>
            <p:nvPr/>
          </p:nvSpPr>
          <p:spPr>
            <a:xfrm>
              <a:off x="1017168" y="3851337"/>
              <a:ext cx="245547" cy="256735"/>
            </a:xfrm>
            <a:custGeom>
              <a:rect b="b" l="l" r="r" t="t"/>
              <a:pathLst>
                <a:path extrusionOk="0" h="5691" w="5443">
                  <a:moveTo>
                    <a:pt x="3318" y="0"/>
                  </a:moveTo>
                  <a:cubicBezTo>
                    <a:pt x="3147" y="0"/>
                    <a:pt x="2966" y="41"/>
                    <a:pt x="2799" y="140"/>
                  </a:cubicBezTo>
                  <a:cubicBezTo>
                    <a:pt x="2311" y="426"/>
                    <a:pt x="2108" y="1081"/>
                    <a:pt x="2025" y="1545"/>
                  </a:cubicBezTo>
                  <a:cubicBezTo>
                    <a:pt x="1930" y="1986"/>
                    <a:pt x="1037" y="2331"/>
                    <a:pt x="1073" y="3153"/>
                  </a:cubicBezTo>
                  <a:cubicBezTo>
                    <a:pt x="1073" y="3153"/>
                    <a:pt x="1073" y="3641"/>
                    <a:pt x="715" y="3974"/>
                  </a:cubicBezTo>
                  <a:cubicBezTo>
                    <a:pt x="358" y="4296"/>
                    <a:pt x="1" y="4867"/>
                    <a:pt x="358" y="4939"/>
                  </a:cubicBezTo>
                  <a:cubicBezTo>
                    <a:pt x="715" y="5010"/>
                    <a:pt x="1477" y="5117"/>
                    <a:pt x="1656" y="5224"/>
                  </a:cubicBezTo>
                  <a:cubicBezTo>
                    <a:pt x="1808" y="5306"/>
                    <a:pt x="2516" y="5690"/>
                    <a:pt x="2875" y="5690"/>
                  </a:cubicBezTo>
                  <a:cubicBezTo>
                    <a:pt x="2937" y="5690"/>
                    <a:pt x="2989" y="5679"/>
                    <a:pt x="3025" y="5653"/>
                  </a:cubicBezTo>
                  <a:cubicBezTo>
                    <a:pt x="3275" y="5474"/>
                    <a:pt x="3454" y="5034"/>
                    <a:pt x="3716" y="5010"/>
                  </a:cubicBezTo>
                  <a:cubicBezTo>
                    <a:pt x="3966" y="4986"/>
                    <a:pt x="4037" y="4343"/>
                    <a:pt x="4252" y="4129"/>
                  </a:cubicBezTo>
                  <a:cubicBezTo>
                    <a:pt x="4454" y="3926"/>
                    <a:pt x="5216" y="3212"/>
                    <a:pt x="5287" y="2641"/>
                  </a:cubicBezTo>
                  <a:cubicBezTo>
                    <a:pt x="5359" y="2069"/>
                    <a:pt x="5442" y="1212"/>
                    <a:pt x="5287" y="986"/>
                  </a:cubicBezTo>
                  <a:cubicBezTo>
                    <a:pt x="5144" y="771"/>
                    <a:pt x="4144" y="640"/>
                    <a:pt x="4037" y="355"/>
                  </a:cubicBezTo>
                  <a:cubicBezTo>
                    <a:pt x="3966" y="164"/>
                    <a:pt x="3661" y="0"/>
                    <a:pt x="33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4"/>
            <p:cNvSpPr/>
            <p:nvPr/>
          </p:nvSpPr>
          <p:spPr>
            <a:xfrm>
              <a:off x="1239755" y="3990917"/>
              <a:ext cx="161503" cy="96947"/>
            </a:xfrm>
            <a:custGeom>
              <a:rect b="b" l="l" r="r" t="t"/>
              <a:pathLst>
                <a:path extrusionOk="0" h="2149" w="3580">
                  <a:moveTo>
                    <a:pt x="1975" y="1"/>
                  </a:moveTo>
                  <a:cubicBezTo>
                    <a:pt x="1925" y="1"/>
                    <a:pt x="1866" y="15"/>
                    <a:pt x="1794" y="47"/>
                  </a:cubicBezTo>
                  <a:cubicBezTo>
                    <a:pt x="1413" y="225"/>
                    <a:pt x="1520" y="297"/>
                    <a:pt x="1330" y="440"/>
                  </a:cubicBezTo>
                  <a:cubicBezTo>
                    <a:pt x="1175" y="606"/>
                    <a:pt x="877" y="832"/>
                    <a:pt x="877" y="832"/>
                  </a:cubicBezTo>
                  <a:cubicBezTo>
                    <a:pt x="877" y="832"/>
                    <a:pt x="461" y="1213"/>
                    <a:pt x="163" y="1630"/>
                  </a:cubicBezTo>
                  <a:cubicBezTo>
                    <a:pt x="1" y="1857"/>
                    <a:pt x="164" y="1901"/>
                    <a:pt x="381" y="1901"/>
                  </a:cubicBezTo>
                  <a:cubicBezTo>
                    <a:pt x="514" y="1901"/>
                    <a:pt x="667" y="1884"/>
                    <a:pt x="777" y="1884"/>
                  </a:cubicBezTo>
                  <a:cubicBezTo>
                    <a:pt x="817" y="1884"/>
                    <a:pt x="851" y="1886"/>
                    <a:pt x="877" y="1892"/>
                  </a:cubicBezTo>
                  <a:cubicBezTo>
                    <a:pt x="1052" y="1923"/>
                    <a:pt x="1111" y="2149"/>
                    <a:pt x="1392" y="2149"/>
                  </a:cubicBezTo>
                  <a:cubicBezTo>
                    <a:pt x="1437" y="2149"/>
                    <a:pt x="1487" y="2143"/>
                    <a:pt x="1544" y="2130"/>
                  </a:cubicBezTo>
                  <a:cubicBezTo>
                    <a:pt x="1713" y="2087"/>
                    <a:pt x="1753" y="2081"/>
                    <a:pt x="1765" y="2081"/>
                  </a:cubicBezTo>
                  <a:cubicBezTo>
                    <a:pt x="1770" y="2081"/>
                    <a:pt x="1770" y="2082"/>
                    <a:pt x="1773" y="2082"/>
                  </a:cubicBezTo>
                  <a:cubicBezTo>
                    <a:pt x="1780" y="2082"/>
                    <a:pt x="1801" y="2075"/>
                    <a:pt x="1961" y="2023"/>
                  </a:cubicBezTo>
                  <a:cubicBezTo>
                    <a:pt x="2354" y="1892"/>
                    <a:pt x="2473" y="1928"/>
                    <a:pt x="2854" y="1892"/>
                  </a:cubicBezTo>
                  <a:cubicBezTo>
                    <a:pt x="3247" y="1845"/>
                    <a:pt x="3163" y="1571"/>
                    <a:pt x="3366" y="1321"/>
                  </a:cubicBezTo>
                  <a:cubicBezTo>
                    <a:pt x="3568" y="1083"/>
                    <a:pt x="3580" y="856"/>
                    <a:pt x="3366" y="654"/>
                  </a:cubicBezTo>
                  <a:cubicBezTo>
                    <a:pt x="3331" y="621"/>
                    <a:pt x="3299" y="608"/>
                    <a:pt x="3268" y="608"/>
                  </a:cubicBezTo>
                  <a:cubicBezTo>
                    <a:pt x="3149" y="608"/>
                    <a:pt x="3045" y="800"/>
                    <a:pt x="2875" y="800"/>
                  </a:cubicBezTo>
                  <a:cubicBezTo>
                    <a:pt x="2800" y="800"/>
                    <a:pt x="2712" y="762"/>
                    <a:pt x="2604" y="654"/>
                  </a:cubicBezTo>
                  <a:cubicBezTo>
                    <a:pt x="2261" y="311"/>
                    <a:pt x="2208" y="1"/>
                    <a:pt x="19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5" name="Google Shape;4735;p84"/>
          <p:cNvSpPr txBox="1"/>
          <p:nvPr>
            <p:ph idx="4294967295" type="title"/>
          </p:nvPr>
        </p:nvSpPr>
        <p:spPr>
          <a:xfrm>
            <a:off x="961438" y="1670775"/>
            <a:ext cx="794100" cy="46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90%</a:t>
            </a:r>
            <a:endParaRPr sz="2400"/>
          </a:p>
        </p:txBody>
      </p:sp>
      <p:grpSp>
        <p:nvGrpSpPr>
          <p:cNvPr id="4736" name="Google Shape;4736;p84"/>
          <p:cNvGrpSpPr/>
          <p:nvPr/>
        </p:nvGrpSpPr>
        <p:grpSpPr>
          <a:xfrm>
            <a:off x="2210600" y="1875025"/>
            <a:ext cx="1181825" cy="510600"/>
            <a:chOff x="2210600" y="1772875"/>
            <a:chExt cx="1181825" cy="510600"/>
          </a:xfrm>
        </p:grpSpPr>
        <p:cxnSp>
          <p:nvCxnSpPr>
            <p:cNvPr id="4737" name="Google Shape;4737;p84"/>
            <p:cNvCxnSpPr/>
            <p:nvPr/>
          </p:nvCxnSpPr>
          <p:spPr>
            <a:xfrm>
              <a:off x="2210600" y="1772875"/>
              <a:ext cx="678600" cy="0"/>
            </a:xfrm>
            <a:prstGeom prst="straightConnector1">
              <a:avLst/>
            </a:prstGeom>
            <a:noFill/>
            <a:ln cap="flat" cmpd="sng" w="19050">
              <a:solidFill>
                <a:schemeClr val="accent4"/>
              </a:solidFill>
              <a:prstDash val="solid"/>
              <a:round/>
              <a:headEnd len="med" w="med" type="oval"/>
              <a:tailEnd len="med" w="med" type="none"/>
            </a:ln>
          </p:spPr>
        </p:cxnSp>
        <p:cxnSp>
          <p:nvCxnSpPr>
            <p:cNvPr id="4738" name="Google Shape;4738;p84"/>
            <p:cNvCxnSpPr/>
            <p:nvPr/>
          </p:nvCxnSpPr>
          <p:spPr>
            <a:xfrm>
              <a:off x="2881825" y="1772875"/>
              <a:ext cx="510600" cy="510600"/>
            </a:xfrm>
            <a:prstGeom prst="straightConnector1">
              <a:avLst/>
            </a:prstGeom>
            <a:noFill/>
            <a:ln cap="flat" cmpd="sng" w="19050">
              <a:solidFill>
                <a:schemeClr val="accent4"/>
              </a:solidFill>
              <a:prstDash val="solid"/>
              <a:round/>
              <a:headEnd len="med" w="med" type="none"/>
              <a:tailEnd len="med" w="med" type="none"/>
            </a:ln>
          </p:spPr>
        </p:cxnSp>
      </p:grpSp>
      <p:sp>
        <p:nvSpPr>
          <p:cNvPr id="4739" name="Google Shape;4739;p84"/>
          <p:cNvSpPr txBox="1"/>
          <p:nvPr>
            <p:ph idx="4294967295" type="subTitle"/>
          </p:nvPr>
        </p:nvSpPr>
        <p:spPr>
          <a:xfrm>
            <a:off x="6129850" y="1988663"/>
            <a:ext cx="22995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a gas giant and the biggest planet in the Solar System</a:t>
            </a:r>
            <a:endParaRPr/>
          </a:p>
        </p:txBody>
      </p:sp>
      <p:sp>
        <p:nvSpPr>
          <p:cNvPr id="4740" name="Google Shape;4740;p84"/>
          <p:cNvSpPr txBox="1"/>
          <p:nvPr>
            <p:ph idx="4294967295" type="title"/>
          </p:nvPr>
        </p:nvSpPr>
        <p:spPr>
          <a:xfrm>
            <a:off x="6129850" y="1670781"/>
            <a:ext cx="2297100" cy="4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JUPITER</a:t>
            </a:r>
            <a:endParaRPr sz="1800"/>
          </a:p>
        </p:txBody>
      </p:sp>
      <p:sp>
        <p:nvSpPr>
          <p:cNvPr id="4741" name="Google Shape;4741;p84"/>
          <p:cNvSpPr txBox="1"/>
          <p:nvPr>
            <p:ph idx="4294967295" type="subTitle"/>
          </p:nvPr>
        </p:nvSpPr>
        <p:spPr>
          <a:xfrm>
            <a:off x="6131049" y="3619328"/>
            <a:ext cx="22995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has a beautiful name and is the second planet from the Sun</a:t>
            </a:r>
            <a:endParaRPr/>
          </a:p>
        </p:txBody>
      </p:sp>
      <p:sp>
        <p:nvSpPr>
          <p:cNvPr id="4742" name="Google Shape;4742;p84"/>
          <p:cNvSpPr txBox="1"/>
          <p:nvPr>
            <p:ph idx="4294967295" type="title"/>
          </p:nvPr>
        </p:nvSpPr>
        <p:spPr>
          <a:xfrm>
            <a:off x="6131049" y="3301445"/>
            <a:ext cx="2297100" cy="4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VENUS</a:t>
            </a:r>
            <a:endParaRPr sz="1800"/>
          </a:p>
        </p:txBody>
      </p:sp>
      <p:grpSp>
        <p:nvGrpSpPr>
          <p:cNvPr id="4743" name="Google Shape;4743;p84"/>
          <p:cNvGrpSpPr/>
          <p:nvPr/>
        </p:nvGrpSpPr>
        <p:grpSpPr>
          <a:xfrm flipH="1">
            <a:off x="5158221" y="1875025"/>
            <a:ext cx="933976" cy="605700"/>
            <a:chOff x="2210600" y="1772875"/>
            <a:chExt cx="1559225" cy="605700"/>
          </a:xfrm>
        </p:grpSpPr>
        <p:cxnSp>
          <p:nvCxnSpPr>
            <p:cNvPr id="4744" name="Google Shape;4744;p84"/>
            <p:cNvCxnSpPr/>
            <p:nvPr/>
          </p:nvCxnSpPr>
          <p:spPr>
            <a:xfrm>
              <a:off x="2210600" y="1772875"/>
              <a:ext cx="678600" cy="0"/>
            </a:xfrm>
            <a:prstGeom prst="straightConnector1">
              <a:avLst/>
            </a:prstGeom>
            <a:noFill/>
            <a:ln cap="flat" cmpd="sng" w="19050">
              <a:solidFill>
                <a:schemeClr val="accent4"/>
              </a:solidFill>
              <a:prstDash val="solid"/>
              <a:round/>
              <a:headEnd len="med" w="med" type="oval"/>
              <a:tailEnd len="med" w="med" type="none"/>
            </a:ln>
          </p:spPr>
        </p:cxnSp>
        <p:cxnSp>
          <p:nvCxnSpPr>
            <p:cNvPr id="4745" name="Google Shape;4745;p84"/>
            <p:cNvCxnSpPr/>
            <p:nvPr/>
          </p:nvCxnSpPr>
          <p:spPr>
            <a:xfrm>
              <a:off x="2881825" y="1772875"/>
              <a:ext cx="888000" cy="605700"/>
            </a:xfrm>
            <a:prstGeom prst="straightConnector1">
              <a:avLst/>
            </a:prstGeom>
            <a:noFill/>
            <a:ln cap="flat" cmpd="sng" w="19050">
              <a:solidFill>
                <a:schemeClr val="accent4"/>
              </a:solidFill>
              <a:prstDash val="solid"/>
              <a:round/>
              <a:headEnd len="med" w="med" type="none"/>
              <a:tailEnd len="med" w="med" type="none"/>
            </a:ln>
          </p:spPr>
        </p:cxnSp>
      </p:grpSp>
      <p:cxnSp>
        <p:nvCxnSpPr>
          <p:cNvPr id="4746" name="Google Shape;4746;p84"/>
          <p:cNvCxnSpPr/>
          <p:nvPr/>
        </p:nvCxnSpPr>
        <p:spPr>
          <a:xfrm rot="10800000">
            <a:off x="5340397" y="3511750"/>
            <a:ext cx="751800" cy="0"/>
          </a:xfrm>
          <a:prstGeom prst="straightConnector1">
            <a:avLst/>
          </a:prstGeom>
          <a:noFill/>
          <a:ln cap="flat" cmpd="sng" w="19050">
            <a:solidFill>
              <a:schemeClr val="accent4"/>
            </a:solidFill>
            <a:prstDash val="solid"/>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736"/>
                                        </p:tgtEl>
                                        <p:attrNameLst>
                                          <p:attrName>style.visibility</p:attrName>
                                        </p:attrNameLst>
                                      </p:cBhvr>
                                      <p:to>
                                        <p:strVal val="visible"/>
                                      </p:to>
                                    </p:set>
                                    <p:animEffect filter="fade" transition="in">
                                      <p:cBhvr>
                                        <p:cTn dur="1000"/>
                                        <p:tgtEl>
                                          <p:spTgt spid="473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726"/>
                                        </p:tgtEl>
                                        <p:attrNameLst>
                                          <p:attrName>style.visibility</p:attrName>
                                        </p:attrNameLst>
                                      </p:cBhvr>
                                      <p:to>
                                        <p:strVal val="visible"/>
                                      </p:to>
                                    </p:set>
                                    <p:animEffect filter="fade" transition="in">
                                      <p:cBhvr>
                                        <p:cTn dur="1000"/>
                                        <p:tgtEl>
                                          <p:spTgt spid="4726"/>
                                        </p:tgtEl>
                                      </p:cBhvr>
                                    </p:animEffect>
                                  </p:childTnLst>
                                </p:cTn>
                              </p:par>
                              <p:par>
                                <p:cTn fill="hold" nodeType="withEffect" presetClass="entr" presetID="10" presetSubtype="0">
                                  <p:stCondLst>
                                    <p:cond delay="0"/>
                                  </p:stCondLst>
                                  <p:childTnLst>
                                    <p:set>
                                      <p:cBhvr>
                                        <p:cTn dur="1" fill="hold">
                                          <p:stCondLst>
                                            <p:cond delay="0"/>
                                          </p:stCondLst>
                                        </p:cTn>
                                        <p:tgtEl>
                                          <p:spTgt spid="4727"/>
                                        </p:tgtEl>
                                        <p:attrNameLst>
                                          <p:attrName>style.visibility</p:attrName>
                                        </p:attrNameLst>
                                      </p:cBhvr>
                                      <p:to>
                                        <p:strVal val="visible"/>
                                      </p:to>
                                    </p:set>
                                    <p:animEffect filter="fade" transition="in">
                                      <p:cBhvr>
                                        <p:cTn dur="1000"/>
                                        <p:tgtEl>
                                          <p:spTgt spid="4727"/>
                                        </p:tgtEl>
                                      </p:cBhvr>
                                    </p:animEffect>
                                  </p:childTnLst>
                                </p:cTn>
                              </p:par>
                              <p:par>
                                <p:cTn fill="hold" nodeType="withEffect" presetClass="entr" presetID="10" presetSubtype="0">
                                  <p:stCondLst>
                                    <p:cond delay="0"/>
                                  </p:stCondLst>
                                  <p:childTnLst>
                                    <p:set>
                                      <p:cBhvr>
                                        <p:cTn dur="1" fill="hold">
                                          <p:stCondLst>
                                            <p:cond delay="0"/>
                                          </p:stCondLst>
                                        </p:cTn>
                                        <p:tgtEl>
                                          <p:spTgt spid="4728"/>
                                        </p:tgtEl>
                                        <p:attrNameLst>
                                          <p:attrName>style.visibility</p:attrName>
                                        </p:attrNameLst>
                                      </p:cBhvr>
                                      <p:to>
                                        <p:strVal val="visible"/>
                                      </p:to>
                                    </p:set>
                                    <p:animEffect filter="fade" transition="in">
                                      <p:cBhvr>
                                        <p:cTn dur="1000"/>
                                        <p:tgtEl>
                                          <p:spTgt spid="4728"/>
                                        </p:tgtEl>
                                      </p:cBhvr>
                                    </p:animEffect>
                                  </p:childTnLst>
                                </p:cTn>
                              </p:par>
                              <p:par>
                                <p:cTn fill="hold" nodeType="withEffect" presetClass="entr" presetID="10" presetSubtype="0">
                                  <p:stCondLst>
                                    <p:cond delay="0"/>
                                  </p:stCondLst>
                                  <p:childTnLst>
                                    <p:set>
                                      <p:cBhvr>
                                        <p:cTn dur="1" fill="hold">
                                          <p:stCondLst>
                                            <p:cond delay="0"/>
                                          </p:stCondLst>
                                        </p:cTn>
                                        <p:tgtEl>
                                          <p:spTgt spid="4735"/>
                                        </p:tgtEl>
                                        <p:attrNameLst>
                                          <p:attrName>style.visibility</p:attrName>
                                        </p:attrNameLst>
                                      </p:cBhvr>
                                      <p:to>
                                        <p:strVal val="visible"/>
                                      </p:to>
                                    </p:set>
                                    <p:animEffect filter="fade" transition="in">
                                      <p:cBhvr>
                                        <p:cTn dur="1000"/>
                                        <p:tgtEl>
                                          <p:spTgt spid="4735"/>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4725"/>
                                        </p:tgtEl>
                                        <p:attrNameLst>
                                          <p:attrName>style.visibility</p:attrName>
                                        </p:attrNameLst>
                                      </p:cBhvr>
                                      <p:to>
                                        <p:strVal val="visible"/>
                                      </p:to>
                                    </p:set>
                                    <p:animEffect filter="fade" transition="in">
                                      <p:cBhvr>
                                        <p:cTn dur="1000"/>
                                        <p:tgtEl>
                                          <p:spTgt spid="4725"/>
                                        </p:tgtEl>
                                      </p:cBhvr>
                                    </p:animEffect>
                                  </p:childTnLst>
                                </p:cTn>
                              </p:par>
                              <p:par>
                                <p:cTn fill="hold" nodeType="withEffect" presetClass="entr" presetID="10" presetSubtype="0">
                                  <p:stCondLst>
                                    <p:cond delay="0"/>
                                  </p:stCondLst>
                                  <p:childTnLst>
                                    <p:set>
                                      <p:cBhvr>
                                        <p:cTn dur="1" fill="hold">
                                          <p:stCondLst>
                                            <p:cond delay="0"/>
                                          </p:stCondLst>
                                        </p:cTn>
                                        <p:tgtEl>
                                          <p:spTgt spid="4724"/>
                                        </p:tgtEl>
                                        <p:attrNameLst>
                                          <p:attrName>style.visibility</p:attrName>
                                        </p:attrNameLst>
                                      </p:cBhvr>
                                      <p:to>
                                        <p:strVal val="visible"/>
                                      </p:to>
                                    </p:set>
                                    <p:animEffect filter="fade" transition="in">
                                      <p:cBhvr>
                                        <p:cTn dur="1000"/>
                                        <p:tgtEl>
                                          <p:spTgt spid="472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743"/>
                                        </p:tgtEl>
                                        <p:attrNameLst>
                                          <p:attrName>style.visibility</p:attrName>
                                        </p:attrNameLst>
                                      </p:cBhvr>
                                      <p:to>
                                        <p:strVal val="visible"/>
                                      </p:to>
                                    </p:set>
                                    <p:animEffect filter="fade" transition="in">
                                      <p:cBhvr>
                                        <p:cTn dur="1000"/>
                                        <p:tgtEl>
                                          <p:spTgt spid="4743"/>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740"/>
                                        </p:tgtEl>
                                        <p:attrNameLst>
                                          <p:attrName>style.visibility</p:attrName>
                                        </p:attrNameLst>
                                      </p:cBhvr>
                                      <p:to>
                                        <p:strVal val="visible"/>
                                      </p:to>
                                    </p:set>
                                    <p:animEffect filter="fade" transition="in">
                                      <p:cBhvr>
                                        <p:cTn dur="1000"/>
                                        <p:tgtEl>
                                          <p:spTgt spid="4740"/>
                                        </p:tgtEl>
                                      </p:cBhvr>
                                    </p:animEffect>
                                  </p:childTnLst>
                                </p:cTn>
                              </p:par>
                              <p:par>
                                <p:cTn fill="hold" nodeType="withEffect" presetClass="entr" presetID="10" presetSubtype="0">
                                  <p:stCondLst>
                                    <p:cond delay="0"/>
                                  </p:stCondLst>
                                  <p:childTnLst>
                                    <p:set>
                                      <p:cBhvr>
                                        <p:cTn dur="1" fill="hold">
                                          <p:stCondLst>
                                            <p:cond delay="0"/>
                                          </p:stCondLst>
                                        </p:cTn>
                                        <p:tgtEl>
                                          <p:spTgt spid="4739"/>
                                        </p:tgtEl>
                                        <p:attrNameLst>
                                          <p:attrName>style.visibility</p:attrName>
                                        </p:attrNameLst>
                                      </p:cBhvr>
                                      <p:to>
                                        <p:strVal val="visible"/>
                                      </p:to>
                                    </p:set>
                                    <p:animEffect filter="fade" transition="in">
                                      <p:cBhvr>
                                        <p:cTn dur="1000"/>
                                        <p:tgtEl>
                                          <p:spTgt spid="473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746"/>
                                        </p:tgtEl>
                                        <p:attrNameLst>
                                          <p:attrName>style.visibility</p:attrName>
                                        </p:attrNameLst>
                                      </p:cBhvr>
                                      <p:to>
                                        <p:strVal val="visible"/>
                                      </p:to>
                                    </p:set>
                                    <p:animEffect filter="fade" transition="in">
                                      <p:cBhvr>
                                        <p:cTn dur="1000"/>
                                        <p:tgtEl>
                                          <p:spTgt spid="474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742"/>
                                        </p:tgtEl>
                                        <p:attrNameLst>
                                          <p:attrName>style.visibility</p:attrName>
                                        </p:attrNameLst>
                                      </p:cBhvr>
                                      <p:to>
                                        <p:strVal val="visible"/>
                                      </p:to>
                                    </p:set>
                                    <p:animEffect filter="fade" transition="in">
                                      <p:cBhvr>
                                        <p:cTn dur="1000"/>
                                        <p:tgtEl>
                                          <p:spTgt spid="4742"/>
                                        </p:tgtEl>
                                      </p:cBhvr>
                                    </p:animEffect>
                                  </p:childTnLst>
                                </p:cTn>
                              </p:par>
                              <p:par>
                                <p:cTn fill="hold" nodeType="withEffect" presetClass="entr" presetID="10" presetSubtype="0">
                                  <p:stCondLst>
                                    <p:cond delay="0"/>
                                  </p:stCondLst>
                                  <p:childTnLst>
                                    <p:set>
                                      <p:cBhvr>
                                        <p:cTn dur="1" fill="hold">
                                          <p:stCondLst>
                                            <p:cond delay="0"/>
                                          </p:stCondLst>
                                        </p:cTn>
                                        <p:tgtEl>
                                          <p:spTgt spid="4741"/>
                                        </p:tgtEl>
                                        <p:attrNameLst>
                                          <p:attrName>style.visibility</p:attrName>
                                        </p:attrNameLst>
                                      </p:cBhvr>
                                      <p:to>
                                        <p:strVal val="visible"/>
                                      </p:to>
                                    </p:set>
                                    <p:animEffect filter="fade" transition="in">
                                      <p:cBhvr>
                                        <p:cTn dur="1000"/>
                                        <p:tgtEl>
                                          <p:spTgt spid="474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50" name="Shape 4750"/>
        <p:cNvGrpSpPr/>
        <p:nvPr/>
      </p:nvGrpSpPr>
      <p:grpSpPr>
        <a:xfrm>
          <a:off x="0" y="0"/>
          <a:ext cx="0" cy="0"/>
          <a:chOff x="0" y="0"/>
          <a:chExt cx="0" cy="0"/>
        </a:xfrm>
      </p:grpSpPr>
      <p:grpSp>
        <p:nvGrpSpPr>
          <p:cNvPr id="4751" name="Google Shape;4751;p85"/>
          <p:cNvGrpSpPr/>
          <p:nvPr/>
        </p:nvGrpSpPr>
        <p:grpSpPr>
          <a:xfrm>
            <a:off x="1882039" y="-424437"/>
            <a:ext cx="5384689" cy="3532983"/>
            <a:chOff x="1882039" y="-424437"/>
            <a:chExt cx="5384689" cy="3532983"/>
          </a:xfrm>
        </p:grpSpPr>
        <p:sp>
          <p:nvSpPr>
            <p:cNvPr id="4752" name="Google Shape;4752;p85"/>
            <p:cNvSpPr/>
            <p:nvPr/>
          </p:nvSpPr>
          <p:spPr>
            <a:xfrm rot="10595088">
              <a:off x="1908088" y="-136373"/>
              <a:ext cx="1060516" cy="905796"/>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5"/>
            <p:cNvSpPr/>
            <p:nvPr/>
          </p:nvSpPr>
          <p:spPr>
            <a:xfrm rot="2103622">
              <a:off x="2864602" y="253133"/>
              <a:ext cx="3046956" cy="2177843"/>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5"/>
            <p:cNvSpPr/>
            <p:nvPr/>
          </p:nvSpPr>
          <p:spPr>
            <a:xfrm rot="10595088">
              <a:off x="6180163" y="1533527"/>
              <a:ext cx="1060516" cy="905796"/>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85"/>
          <p:cNvGrpSpPr/>
          <p:nvPr/>
        </p:nvGrpSpPr>
        <p:grpSpPr>
          <a:xfrm>
            <a:off x="4406340" y="990715"/>
            <a:ext cx="491562" cy="1037741"/>
            <a:chOff x="3409650" y="1109025"/>
            <a:chExt cx="306900" cy="647900"/>
          </a:xfrm>
        </p:grpSpPr>
        <p:sp>
          <p:nvSpPr>
            <p:cNvPr id="4756" name="Google Shape;4756;p85"/>
            <p:cNvSpPr/>
            <p:nvPr/>
          </p:nvSpPr>
          <p:spPr>
            <a:xfrm>
              <a:off x="3409650" y="1334225"/>
              <a:ext cx="175325" cy="421200"/>
            </a:xfrm>
            <a:custGeom>
              <a:rect b="b" l="l" r="r" t="t"/>
              <a:pathLst>
                <a:path extrusionOk="0" h="16848" w="7013">
                  <a:moveTo>
                    <a:pt x="1679" y="0"/>
                  </a:moveTo>
                  <a:lnTo>
                    <a:pt x="1679" y="0"/>
                  </a:lnTo>
                  <a:cubicBezTo>
                    <a:pt x="1679" y="1"/>
                    <a:pt x="0" y="6870"/>
                    <a:pt x="1786" y="10395"/>
                  </a:cubicBezTo>
                  <a:cubicBezTo>
                    <a:pt x="3572" y="13931"/>
                    <a:pt x="7013" y="16848"/>
                    <a:pt x="7013" y="16848"/>
                  </a:cubicBezTo>
                  <a:cubicBezTo>
                    <a:pt x="7013" y="16848"/>
                    <a:pt x="5608" y="9621"/>
                    <a:pt x="5548" y="7120"/>
                  </a:cubicBezTo>
                  <a:cubicBezTo>
                    <a:pt x="5477" y="4620"/>
                    <a:pt x="4477" y="2763"/>
                    <a:pt x="16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5"/>
            <p:cNvSpPr/>
            <p:nvPr/>
          </p:nvSpPr>
          <p:spPr>
            <a:xfrm>
              <a:off x="3449225" y="1334225"/>
              <a:ext cx="137850" cy="422700"/>
            </a:xfrm>
            <a:custGeom>
              <a:rect b="b" l="l" r="r" t="t"/>
              <a:pathLst>
                <a:path extrusionOk="0" h="16908" w="5514">
                  <a:moveTo>
                    <a:pt x="1" y="0"/>
                  </a:moveTo>
                  <a:cubicBezTo>
                    <a:pt x="1" y="72"/>
                    <a:pt x="84" y="8037"/>
                    <a:pt x="5323" y="16907"/>
                  </a:cubicBezTo>
                  <a:lnTo>
                    <a:pt x="5513" y="16788"/>
                  </a:lnTo>
                  <a:cubicBezTo>
                    <a:pt x="322" y="7978"/>
                    <a:pt x="215" y="72"/>
                    <a:pt x="2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5"/>
            <p:cNvSpPr/>
            <p:nvPr/>
          </p:nvSpPr>
          <p:spPr>
            <a:xfrm>
              <a:off x="3585550" y="1245650"/>
              <a:ext cx="131000" cy="498175"/>
            </a:xfrm>
            <a:custGeom>
              <a:rect b="b" l="l" r="r" t="t"/>
              <a:pathLst>
                <a:path extrusionOk="0" h="19927" w="5240">
                  <a:moveTo>
                    <a:pt x="3570" y="1"/>
                  </a:moveTo>
                  <a:cubicBezTo>
                    <a:pt x="3253" y="1"/>
                    <a:pt x="2238" y="2151"/>
                    <a:pt x="1477" y="5127"/>
                  </a:cubicBezTo>
                  <a:cubicBezTo>
                    <a:pt x="644" y="8342"/>
                    <a:pt x="1" y="19926"/>
                    <a:pt x="1" y="19926"/>
                  </a:cubicBezTo>
                  <a:cubicBezTo>
                    <a:pt x="1" y="19926"/>
                    <a:pt x="4668" y="12425"/>
                    <a:pt x="4966" y="9223"/>
                  </a:cubicBezTo>
                  <a:cubicBezTo>
                    <a:pt x="5239" y="6008"/>
                    <a:pt x="3846" y="412"/>
                    <a:pt x="3632" y="43"/>
                  </a:cubicBezTo>
                  <a:cubicBezTo>
                    <a:pt x="3616" y="15"/>
                    <a:pt x="3595" y="1"/>
                    <a:pt x="35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5"/>
            <p:cNvSpPr/>
            <p:nvPr/>
          </p:nvSpPr>
          <p:spPr>
            <a:xfrm>
              <a:off x="3587050" y="1246700"/>
              <a:ext cx="95875" cy="439075"/>
            </a:xfrm>
            <a:custGeom>
              <a:rect b="b" l="l" r="r" t="t"/>
              <a:pathLst>
                <a:path extrusionOk="0" h="17563" w="3835">
                  <a:moveTo>
                    <a:pt x="3441" y="1"/>
                  </a:moveTo>
                  <a:cubicBezTo>
                    <a:pt x="3441" y="108"/>
                    <a:pt x="3596" y="10002"/>
                    <a:pt x="0" y="17455"/>
                  </a:cubicBezTo>
                  <a:lnTo>
                    <a:pt x="215" y="17563"/>
                  </a:lnTo>
                  <a:cubicBezTo>
                    <a:pt x="3834" y="10050"/>
                    <a:pt x="3679" y="108"/>
                    <a:pt x="36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5"/>
            <p:cNvSpPr/>
            <p:nvPr/>
          </p:nvSpPr>
          <p:spPr>
            <a:xfrm>
              <a:off x="3514125" y="1199375"/>
              <a:ext cx="82775" cy="544750"/>
            </a:xfrm>
            <a:custGeom>
              <a:rect b="b" l="l" r="r" t="t"/>
              <a:pathLst>
                <a:path extrusionOk="0" h="21790" w="3311">
                  <a:moveTo>
                    <a:pt x="215" y="1"/>
                  </a:moveTo>
                  <a:lnTo>
                    <a:pt x="0" y="60"/>
                  </a:lnTo>
                  <a:cubicBezTo>
                    <a:pt x="36" y="168"/>
                    <a:pt x="3084" y="10431"/>
                    <a:pt x="2762" y="21789"/>
                  </a:cubicBezTo>
                  <a:lnTo>
                    <a:pt x="2977" y="21789"/>
                  </a:lnTo>
                  <a:cubicBezTo>
                    <a:pt x="3310" y="10395"/>
                    <a:pt x="238" y="72"/>
                    <a:pt x="2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5"/>
            <p:cNvSpPr/>
            <p:nvPr/>
          </p:nvSpPr>
          <p:spPr>
            <a:xfrm>
              <a:off x="3485250" y="1163625"/>
              <a:ext cx="41700" cy="40325"/>
            </a:xfrm>
            <a:custGeom>
              <a:rect b="b" l="l" r="r" t="t"/>
              <a:pathLst>
                <a:path extrusionOk="0" h="1613" w="1668">
                  <a:moveTo>
                    <a:pt x="846" y="1"/>
                  </a:moveTo>
                  <a:cubicBezTo>
                    <a:pt x="415" y="1"/>
                    <a:pt x="59" y="316"/>
                    <a:pt x="24" y="752"/>
                  </a:cubicBezTo>
                  <a:cubicBezTo>
                    <a:pt x="0" y="1193"/>
                    <a:pt x="322" y="1586"/>
                    <a:pt x="774" y="1609"/>
                  </a:cubicBezTo>
                  <a:cubicBezTo>
                    <a:pt x="796" y="1611"/>
                    <a:pt x="817" y="1612"/>
                    <a:pt x="839" y="1612"/>
                  </a:cubicBezTo>
                  <a:cubicBezTo>
                    <a:pt x="1253" y="1612"/>
                    <a:pt x="1609" y="1290"/>
                    <a:pt x="1631" y="871"/>
                  </a:cubicBezTo>
                  <a:cubicBezTo>
                    <a:pt x="1667" y="419"/>
                    <a:pt x="1334" y="50"/>
                    <a:pt x="893" y="2"/>
                  </a:cubicBezTo>
                  <a:cubicBezTo>
                    <a:pt x="877" y="1"/>
                    <a:pt x="862" y="1"/>
                    <a:pt x="846"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5"/>
            <p:cNvSpPr/>
            <p:nvPr/>
          </p:nvSpPr>
          <p:spPr>
            <a:xfrm>
              <a:off x="3604300" y="1109025"/>
              <a:ext cx="42600" cy="40250"/>
            </a:xfrm>
            <a:custGeom>
              <a:rect b="b" l="l" r="r" t="t"/>
              <a:pathLst>
                <a:path extrusionOk="0" h="1610" w="1704">
                  <a:moveTo>
                    <a:pt x="856" y="0"/>
                  </a:moveTo>
                  <a:cubicBezTo>
                    <a:pt x="821" y="0"/>
                    <a:pt x="786" y="3"/>
                    <a:pt x="751" y="7"/>
                  </a:cubicBezTo>
                  <a:cubicBezTo>
                    <a:pt x="310" y="67"/>
                    <a:pt x="1" y="460"/>
                    <a:pt x="48" y="900"/>
                  </a:cubicBezTo>
                  <a:cubicBezTo>
                    <a:pt x="103" y="1305"/>
                    <a:pt x="450" y="1610"/>
                    <a:pt x="848" y="1610"/>
                  </a:cubicBezTo>
                  <a:cubicBezTo>
                    <a:pt x="883" y="1610"/>
                    <a:pt x="918" y="1608"/>
                    <a:pt x="953" y="1603"/>
                  </a:cubicBezTo>
                  <a:cubicBezTo>
                    <a:pt x="1394" y="1543"/>
                    <a:pt x="1703" y="1150"/>
                    <a:pt x="1644" y="710"/>
                  </a:cubicBezTo>
                  <a:cubicBezTo>
                    <a:pt x="1600" y="305"/>
                    <a:pt x="1254" y="0"/>
                    <a:pt x="856"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5"/>
            <p:cNvSpPr/>
            <p:nvPr/>
          </p:nvSpPr>
          <p:spPr>
            <a:xfrm>
              <a:off x="3440300" y="1226450"/>
              <a:ext cx="42000" cy="40300"/>
            </a:xfrm>
            <a:custGeom>
              <a:rect b="b" l="l" r="r" t="t"/>
              <a:pathLst>
                <a:path extrusionOk="0" h="1612" w="1680">
                  <a:moveTo>
                    <a:pt x="846" y="0"/>
                  </a:moveTo>
                  <a:cubicBezTo>
                    <a:pt x="415" y="0"/>
                    <a:pt x="59" y="315"/>
                    <a:pt x="24" y="751"/>
                  </a:cubicBezTo>
                  <a:cubicBezTo>
                    <a:pt x="0" y="1192"/>
                    <a:pt x="322" y="1585"/>
                    <a:pt x="774" y="1609"/>
                  </a:cubicBezTo>
                  <a:cubicBezTo>
                    <a:pt x="796" y="1610"/>
                    <a:pt x="818" y="1611"/>
                    <a:pt x="839" y="1611"/>
                  </a:cubicBezTo>
                  <a:cubicBezTo>
                    <a:pt x="1253" y="1611"/>
                    <a:pt x="1609" y="1289"/>
                    <a:pt x="1632" y="870"/>
                  </a:cubicBezTo>
                  <a:cubicBezTo>
                    <a:pt x="1679" y="418"/>
                    <a:pt x="1334" y="37"/>
                    <a:pt x="893" y="1"/>
                  </a:cubicBezTo>
                  <a:cubicBezTo>
                    <a:pt x="878" y="1"/>
                    <a:pt x="862" y="0"/>
                    <a:pt x="846"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5"/>
            <p:cNvSpPr/>
            <p:nvPr/>
          </p:nvSpPr>
          <p:spPr>
            <a:xfrm>
              <a:off x="3473350" y="1259500"/>
              <a:ext cx="94975" cy="170300"/>
            </a:xfrm>
            <a:custGeom>
              <a:rect b="b" l="l" r="r" t="t"/>
              <a:pathLst>
                <a:path extrusionOk="0" h="6812" w="3799">
                  <a:moveTo>
                    <a:pt x="131" y="1"/>
                  </a:moveTo>
                  <a:lnTo>
                    <a:pt x="0" y="180"/>
                  </a:lnTo>
                  <a:cubicBezTo>
                    <a:pt x="24" y="215"/>
                    <a:pt x="2429" y="2061"/>
                    <a:pt x="3572" y="6811"/>
                  </a:cubicBezTo>
                  <a:lnTo>
                    <a:pt x="3798" y="6752"/>
                  </a:lnTo>
                  <a:cubicBezTo>
                    <a:pt x="2619" y="1930"/>
                    <a:pt x="238" y="84"/>
                    <a:pt x="1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5"/>
            <p:cNvSpPr/>
            <p:nvPr/>
          </p:nvSpPr>
          <p:spPr>
            <a:xfrm>
              <a:off x="3551925" y="1147600"/>
              <a:ext cx="70850" cy="297375"/>
            </a:xfrm>
            <a:custGeom>
              <a:rect b="b" l="l" r="r" t="t"/>
              <a:pathLst>
                <a:path extrusionOk="0" h="11895" w="2834">
                  <a:moveTo>
                    <a:pt x="2632" y="0"/>
                  </a:moveTo>
                  <a:cubicBezTo>
                    <a:pt x="0" y="5691"/>
                    <a:pt x="512" y="11835"/>
                    <a:pt x="512" y="11895"/>
                  </a:cubicBezTo>
                  <a:lnTo>
                    <a:pt x="738" y="11871"/>
                  </a:lnTo>
                  <a:cubicBezTo>
                    <a:pt x="738" y="11799"/>
                    <a:pt x="215" y="5739"/>
                    <a:pt x="2834" y="95"/>
                  </a:cubicBezTo>
                  <a:lnTo>
                    <a:pt x="263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6" name="Google Shape;4766;p85"/>
          <p:cNvGrpSpPr/>
          <p:nvPr/>
        </p:nvGrpSpPr>
        <p:grpSpPr>
          <a:xfrm rot="844350">
            <a:off x="4747926" y="756157"/>
            <a:ext cx="717161" cy="1171805"/>
            <a:chOff x="4838975" y="1909000"/>
            <a:chExt cx="479850" cy="784050"/>
          </a:xfrm>
        </p:grpSpPr>
        <p:sp>
          <p:nvSpPr>
            <p:cNvPr id="4767" name="Google Shape;4767;p85"/>
            <p:cNvSpPr/>
            <p:nvPr/>
          </p:nvSpPr>
          <p:spPr>
            <a:xfrm>
              <a:off x="4998825" y="1909600"/>
              <a:ext cx="129800" cy="216400"/>
            </a:xfrm>
            <a:custGeom>
              <a:rect b="b" l="l" r="r" t="t"/>
              <a:pathLst>
                <a:path extrusionOk="0" h="8656" w="5192">
                  <a:moveTo>
                    <a:pt x="1906" y="0"/>
                  </a:moveTo>
                  <a:cubicBezTo>
                    <a:pt x="1906" y="0"/>
                    <a:pt x="1" y="4620"/>
                    <a:pt x="584" y="6465"/>
                  </a:cubicBezTo>
                  <a:cubicBezTo>
                    <a:pt x="1155" y="8311"/>
                    <a:pt x="3227" y="8656"/>
                    <a:pt x="3227" y="8656"/>
                  </a:cubicBezTo>
                  <a:cubicBezTo>
                    <a:pt x="3227" y="8656"/>
                    <a:pt x="5192" y="6370"/>
                    <a:pt x="4989" y="5001"/>
                  </a:cubicBezTo>
                  <a:cubicBezTo>
                    <a:pt x="4775" y="3655"/>
                    <a:pt x="1906" y="0"/>
                    <a:pt x="19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5"/>
            <p:cNvSpPr/>
            <p:nvPr/>
          </p:nvSpPr>
          <p:spPr>
            <a:xfrm>
              <a:off x="5005375" y="1909000"/>
              <a:ext cx="128600" cy="784050"/>
            </a:xfrm>
            <a:custGeom>
              <a:rect b="b" l="l" r="r" t="t"/>
              <a:pathLst>
                <a:path extrusionOk="0" h="31362" w="5144">
                  <a:moveTo>
                    <a:pt x="1751" y="0"/>
                  </a:moveTo>
                  <a:lnTo>
                    <a:pt x="1525" y="48"/>
                  </a:lnTo>
                  <a:cubicBezTo>
                    <a:pt x="1536" y="107"/>
                    <a:pt x="2727" y="5418"/>
                    <a:pt x="2906" y="7096"/>
                  </a:cubicBezTo>
                  <a:cubicBezTo>
                    <a:pt x="2941" y="7263"/>
                    <a:pt x="4918" y="23039"/>
                    <a:pt x="1" y="31242"/>
                  </a:cubicBezTo>
                  <a:lnTo>
                    <a:pt x="191" y="31361"/>
                  </a:lnTo>
                  <a:cubicBezTo>
                    <a:pt x="5144" y="23086"/>
                    <a:pt x="3144" y="7227"/>
                    <a:pt x="3132" y="7073"/>
                  </a:cubicBezTo>
                  <a:cubicBezTo>
                    <a:pt x="2953" y="5382"/>
                    <a:pt x="1763" y="60"/>
                    <a:pt x="17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5"/>
            <p:cNvSpPr/>
            <p:nvPr/>
          </p:nvSpPr>
          <p:spPr>
            <a:xfrm>
              <a:off x="4838975" y="2365475"/>
              <a:ext cx="219400" cy="231425"/>
            </a:xfrm>
            <a:custGeom>
              <a:rect b="b" l="l" r="r" t="t"/>
              <a:pathLst>
                <a:path extrusionOk="0" h="9257" w="8776">
                  <a:moveTo>
                    <a:pt x="188" y="1"/>
                  </a:moveTo>
                  <a:cubicBezTo>
                    <a:pt x="173" y="1"/>
                    <a:pt x="162" y="2"/>
                    <a:pt x="156" y="5"/>
                  </a:cubicBezTo>
                  <a:cubicBezTo>
                    <a:pt x="1" y="65"/>
                    <a:pt x="1811" y="3911"/>
                    <a:pt x="3501" y="6554"/>
                  </a:cubicBezTo>
                  <a:cubicBezTo>
                    <a:pt x="5204" y="9185"/>
                    <a:pt x="8419" y="9257"/>
                    <a:pt x="8419" y="9257"/>
                  </a:cubicBezTo>
                  <a:cubicBezTo>
                    <a:pt x="8776" y="6804"/>
                    <a:pt x="7228" y="3315"/>
                    <a:pt x="5573" y="2160"/>
                  </a:cubicBezTo>
                  <a:cubicBezTo>
                    <a:pt x="3979" y="1037"/>
                    <a:pt x="584" y="1"/>
                    <a:pt x="1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5"/>
            <p:cNvSpPr/>
            <p:nvPr/>
          </p:nvSpPr>
          <p:spPr>
            <a:xfrm>
              <a:off x="4896425" y="2110200"/>
              <a:ext cx="190825" cy="278650"/>
            </a:xfrm>
            <a:custGeom>
              <a:rect b="b" l="l" r="r" t="t"/>
              <a:pathLst>
                <a:path extrusionOk="0" h="11146" w="7633">
                  <a:moveTo>
                    <a:pt x="1" y="1"/>
                  </a:moveTo>
                  <a:cubicBezTo>
                    <a:pt x="1" y="1"/>
                    <a:pt x="1489" y="5156"/>
                    <a:pt x="2715" y="7299"/>
                  </a:cubicBezTo>
                  <a:cubicBezTo>
                    <a:pt x="3930" y="9454"/>
                    <a:pt x="7633" y="11145"/>
                    <a:pt x="7633" y="11145"/>
                  </a:cubicBezTo>
                  <a:cubicBezTo>
                    <a:pt x="7633" y="11145"/>
                    <a:pt x="7430" y="6585"/>
                    <a:pt x="6180" y="4275"/>
                  </a:cubicBezTo>
                  <a:cubicBezTo>
                    <a:pt x="4930" y="1966"/>
                    <a:pt x="1"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5"/>
            <p:cNvSpPr/>
            <p:nvPr/>
          </p:nvSpPr>
          <p:spPr>
            <a:xfrm>
              <a:off x="5089600" y="2034300"/>
              <a:ext cx="146175" cy="208700"/>
            </a:xfrm>
            <a:custGeom>
              <a:rect b="b" l="l" r="r" t="t"/>
              <a:pathLst>
                <a:path extrusionOk="0" h="8348" w="5847">
                  <a:moveTo>
                    <a:pt x="5646" y="0"/>
                  </a:moveTo>
                  <a:cubicBezTo>
                    <a:pt x="5290" y="0"/>
                    <a:pt x="2667" y="1905"/>
                    <a:pt x="1358" y="3668"/>
                  </a:cubicBezTo>
                  <a:cubicBezTo>
                    <a:pt x="1" y="5525"/>
                    <a:pt x="180" y="8347"/>
                    <a:pt x="180" y="8347"/>
                  </a:cubicBezTo>
                  <a:cubicBezTo>
                    <a:pt x="3406" y="7871"/>
                    <a:pt x="5061" y="5109"/>
                    <a:pt x="5371" y="3668"/>
                  </a:cubicBezTo>
                  <a:cubicBezTo>
                    <a:pt x="5680" y="2215"/>
                    <a:pt x="5847" y="215"/>
                    <a:pt x="5680" y="13"/>
                  </a:cubicBezTo>
                  <a:cubicBezTo>
                    <a:pt x="5674" y="4"/>
                    <a:pt x="5662" y="0"/>
                    <a:pt x="56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5"/>
            <p:cNvSpPr/>
            <p:nvPr/>
          </p:nvSpPr>
          <p:spPr>
            <a:xfrm>
              <a:off x="5081875" y="2257850"/>
              <a:ext cx="235175" cy="186650"/>
            </a:xfrm>
            <a:custGeom>
              <a:rect b="b" l="l" r="r" t="t"/>
              <a:pathLst>
                <a:path extrusionOk="0" h="7466" w="9407">
                  <a:moveTo>
                    <a:pt x="9406" y="0"/>
                  </a:moveTo>
                  <a:cubicBezTo>
                    <a:pt x="9406" y="0"/>
                    <a:pt x="6692" y="572"/>
                    <a:pt x="3941" y="2001"/>
                  </a:cubicBezTo>
                  <a:cubicBezTo>
                    <a:pt x="1167" y="3429"/>
                    <a:pt x="0" y="7466"/>
                    <a:pt x="0" y="7466"/>
                  </a:cubicBezTo>
                  <a:cubicBezTo>
                    <a:pt x="0" y="7466"/>
                    <a:pt x="4501" y="6942"/>
                    <a:pt x="6727" y="5227"/>
                  </a:cubicBezTo>
                  <a:cubicBezTo>
                    <a:pt x="8954" y="3537"/>
                    <a:pt x="9406" y="1"/>
                    <a:pt x="9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5"/>
            <p:cNvSpPr/>
            <p:nvPr/>
          </p:nvSpPr>
          <p:spPr>
            <a:xfrm>
              <a:off x="5019675" y="2508400"/>
              <a:ext cx="267000" cy="157350"/>
            </a:xfrm>
            <a:custGeom>
              <a:rect b="b" l="l" r="r" t="t"/>
              <a:pathLst>
                <a:path extrusionOk="0" h="6294" w="10680">
                  <a:moveTo>
                    <a:pt x="10465" y="1"/>
                  </a:moveTo>
                  <a:cubicBezTo>
                    <a:pt x="9676" y="1"/>
                    <a:pt x="6857" y="95"/>
                    <a:pt x="4417" y="1361"/>
                  </a:cubicBezTo>
                  <a:cubicBezTo>
                    <a:pt x="1548" y="2837"/>
                    <a:pt x="0" y="6111"/>
                    <a:pt x="167" y="6147"/>
                  </a:cubicBezTo>
                  <a:cubicBezTo>
                    <a:pt x="835" y="6249"/>
                    <a:pt x="1447" y="6294"/>
                    <a:pt x="2009" y="6294"/>
                  </a:cubicBezTo>
                  <a:cubicBezTo>
                    <a:pt x="5533" y="6294"/>
                    <a:pt x="7056" y="4505"/>
                    <a:pt x="7703" y="3540"/>
                  </a:cubicBezTo>
                  <a:cubicBezTo>
                    <a:pt x="8453" y="2420"/>
                    <a:pt x="10680" y="3"/>
                    <a:pt x="10680" y="3"/>
                  </a:cubicBezTo>
                  <a:cubicBezTo>
                    <a:pt x="10680" y="3"/>
                    <a:pt x="10604" y="1"/>
                    <a:pt x="104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5"/>
            <p:cNvSpPr/>
            <p:nvPr/>
          </p:nvSpPr>
          <p:spPr>
            <a:xfrm>
              <a:off x="4841375" y="2363225"/>
              <a:ext cx="210750" cy="235175"/>
            </a:xfrm>
            <a:custGeom>
              <a:rect b="b" l="l" r="r" t="t"/>
              <a:pathLst>
                <a:path extrusionOk="0" h="9407" w="8430">
                  <a:moveTo>
                    <a:pt x="131" y="0"/>
                  </a:moveTo>
                  <a:lnTo>
                    <a:pt x="0" y="179"/>
                  </a:lnTo>
                  <a:cubicBezTo>
                    <a:pt x="60" y="215"/>
                    <a:pt x="5156" y="4001"/>
                    <a:pt x="8227" y="9406"/>
                  </a:cubicBezTo>
                  <a:lnTo>
                    <a:pt x="8430" y="9299"/>
                  </a:lnTo>
                  <a:cubicBezTo>
                    <a:pt x="5310" y="3858"/>
                    <a:pt x="179" y="48"/>
                    <a:pt x="1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5"/>
            <p:cNvSpPr/>
            <p:nvPr/>
          </p:nvSpPr>
          <p:spPr>
            <a:xfrm>
              <a:off x="5024725" y="2505500"/>
              <a:ext cx="261650" cy="152425"/>
            </a:xfrm>
            <a:custGeom>
              <a:rect b="b" l="l" r="r" t="t"/>
              <a:pathLst>
                <a:path extrusionOk="0" h="6097" w="10466">
                  <a:moveTo>
                    <a:pt x="10442" y="0"/>
                  </a:moveTo>
                  <a:cubicBezTo>
                    <a:pt x="4334" y="786"/>
                    <a:pt x="48" y="5906"/>
                    <a:pt x="0" y="5954"/>
                  </a:cubicBezTo>
                  <a:lnTo>
                    <a:pt x="179" y="6096"/>
                  </a:lnTo>
                  <a:cubicBezTo>
                    <a:pt x="227" y="6037"/>
                    <a:pt x="4465" y="989"/>
                    <a:pt x="10466" y="215"/>
                  </a:cubicBezTo>
                  <a:lnTo>
                    <a:pt x="104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5"/>
            <p:cNvSpPr/>
            <p:nvPr/>
          </p:nvSpPr>
          <p:spPr>
            <a:xfrm>
              <a:off x="4894050" y="2108125"/>
              <a:ext cx="195875" cy="281600"/>
            </a:xfrm>
            <a:custGeom>
              <a:rect b="b" l="l" r="r" t="t"/>
              <a:pathLst>
                <a:path extrusionOk="0" h="11264" w="7835">
                  <a:moveTo>
                    <a:pt x="167" y="1"/>
                  </a:moveTo>
                  <a:lnTo>
                    <a:pt x="1" y="143"/>
                  </a:lnTo>
                  <a:cubicBezTo>
                    <a:pt x="72" y="203"/>
                    <a:pt x="5620" y="6085"/>
                    <a:pt x="7621" y="11264"/>
                  </a:cubicBezTo>
                  <a:lnTo>
                    <a:pt x="7835" y="11169"/>
                  </a:lnTo>
                  <a:cubicBezTo>
                    <a:pt x="5811" y="5966"/>
                    <a:pt x="227" y="60"/>
                    <a:pt x="1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5"/>
            <p:cNvSpPr/>
            <p:nvPr/>
          </p:nvSpPr>
          <p:spPr>
            <a:xfrm>
              <a:off x="5080375" y="2256050"/>
              <a:ext cx="238450" cy="190825"/>
            </a:xfrm>
            <a:custGeom>
              <a:rect b="b" l="l" r="r" t="t"/>
              <a:pathLst>
                <a:path extrusionOk="0" h="7633" w="9538">
                  <a:moveTo>
                    <a:pt x="9371" y="1"/>
                  </a:moveTo>
                  <a:cubicBezTo>
                    <a:pt x="6073" y="3632"/>
                    <a:pt x="60" y="7395"/>
                    <a:pt x="1" y="7442"/>
                  </a:cubicBezTo>
                  <a:lnTo>
                    <a:pt x="120" y="7633"/>
                  </a:lnTo>
                  <a:cubicBezTo>
                    <a:pt x="168" y="7597"/>
                    <a:pt x="6216" y="3811"/>
                    <a:pt x="9538" y="156"/>
                  </a:cubicBezTo>
                  <a:lnTo>
                    <a:pt x="937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5"/>
            <p:cNvSpPr/>
            <p:nvPr/>
          </p:nvSpPr>
          <p:spPr>
            <a:xfrm>
              <a:off x="5091100" y="2032825"/>
              <a:ext cx="142600" cy="202125"/>
            </a:xfrm>
            <a:custGeom>
              <a:rect b="b" l="l" r="r" t="t"/>
              <a:pathLst>
                <a:path extrusionOk="0" h="8085" w="5704">
                  <a:moveTo>
                    <a:pt x="5561" y="0"/>
                  </a:moveTo>
                  <a:cubicBezTo>
                    <a:pt x="2322" y="2548"/>
                    <a:pt x="24" y="7930"/>
                    <a:pt x="1" y="7989"/>
                  </a:cubicBezTo>
                  <a:lnTo>
                    <a:pt x="203" y="8085"/>
                  </a:lnTo>
                  <a:cubicBezTo>
                    <a:pt x="239" y="8025"/>
                    <a:pt x="2513" y="2679"/>
                    <a:pt x="5704" y="179"/>
                  </a:cubicBezTo>
                  <a:lnTo>
                    <a:pt x="55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9" name="Google Shape;4779;p85"/>
          <p:cNvGrpSpPr/>
          <p:nvPr/>
        </p:nvGrpSpPr>
        <p:grpSpPr>
          <a:xfrm>
            <a:off x="3833407" y="763974"/>
            <a:ext cx="699783" cy="1207809"/>
            <a:chOff x="2864350" y="1741813"/>
            <a:chExt cx="396500" cy="684350"/>
          </a:xfrm>
        </p:grpSpPr>
        <p:sp>
          <p:nvSpPr>
            <p:cNvPr id="4780" name="Google Shape;4780;p85"/>
            <p:cNvSpPr/>
            <p:nvPr/>
          </p:nvSpPr>
          <p:spPr>
            <a:xfrm>
              <a:off x="2971500" y="1792438"/>
              <a:ext cx="190225" cy="633725"/>
            </a:xfrm>
            <a:custGeom>
              <a:rect b="b" l="l" r="r" t="t"/>
              <a:pathLst>
                <a:path extrusionOk="0" h="25349" w="7609">
                  <a:moveTo>
                    <a:pt x="1727" y="0"/>
                  </a:moveTo>
                  <a:cubicBezTo>
                    <a:pt x="1667" y="0"/>
                    <a:pt x="1632" y="48"/>
                    <a:pt x="1608" y="107"/>
                  </a:cubicBezTo>
                  <a:cubicBezTo>
                    <a:pt x="1596" y="238"/>
                    <a:pt x="0" y="13407"/>
                    <a:pt x="7382" y="25289"/>
                  </a:cubicBezTo>
                  <a:cubicBezTo>
                    <a:pt x="7406" y="25325"/>
                    <a:pt x="7430" y="25348"/>
                    <a:pt x="7478" y="25348"/>
                  </a:cubicBezTo>
                  <a:cubicBezTo>
                    <a:pt x="7501" y="25348"/>
                    <a:pt x="7525" y="25348"/>
                    <a:pt x="7549" y="25301"/>
                  </a:cubicBezTo>
                  <a:cubicBezTo>
                    <a:pt x="7597" y="25277"/>
                    <a:pt x="7609" y="25217"/>
                    <a:pt x="7585" y="25158"/>
                  </a:cubicBezTo>
                  <a:cubicBezTo>
                    <a:pt x="239" y="13347"/>
                    <a:pt x="1822" y="250"/>
                    <a:pt x="1834" y="119"/>
                  </a:cubicBezTo>
                  <a:cubicBezTo>
                    <a:pt x="1834" y="60"/>
                    <a:pt x="1786" y="12"/>
                    <a:pt x="17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5"/>
            <p:cNvSpPr/>
            <p:nvPr/>
          </p:nvSpPr>
          <p:spPr>
            <a:xfrm>
              <a:off x="3127425" y="2229563"/>
              <a:ext cx="133425" cy="189450"/>
            </a:xfrm>
            <a:custGeom>
              <a:rect b="b" l="l" r="r" t="t"/>
              <a:pathLst>
                <a:path extrusionOk="0" h="7578" w="5337">
                  <a:moveTo>
                    <a:pt x="2359" y="0"/>
                  </a:moveTo>
                  <a:cubicBezTo>
                    <a:pt x="0" y="0"/>
                    <a:pt x="1133" y="7578"/>
                    <a:pt x="1133" y="7578"/>
                  </a:cubicBezTo>
                  <a:cubicBezTo>
                    <a:pt x="1133" y="7578"/>
                    <a:pt x="5336" y="613"/>
                    <a:pt x="2622" y="29"/>
                  </a:cubicBezTo>
                  <a:cubicBezTo>
                    <a:pt x="2530" y="10"/>
                    <a:pt x="2442" y="0"/>
                    <a:pt x="23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5"/>
            <p:cNvSpPr/>
            <p:nvPr/>
          </p:nvSpPr>
          <p:spPr>
            <a:xfrm>
              <a:off x="2951250" y="2331613"/>
              <a:ext cx="205425" cy="87400"/>
            </a:xfrm>
            <a:custGeom>
              <a:rect b="b" l="l" r="r" t="t"/>
              <a:pathLst>
                <a:path extrusionOk="0" h="3496" w="8217">
                  <a:moveTo>
                    <a:pt x="2148" y="0"/>
                  </a:moveTo>
                  <a:cubicBezTo>
                    <a:pt x="1646" y="0"/>
                    <a:pt x="1253" y="201"/>
                    <a:pt x="1049" y="698"/>
                  </a:cubicBezTo>
                  <a:cubicBezTo>
                    <a:pt x="1" y="3258"/>
                    <a:pt x="8216" y="3496"/>
                    <a:pt x="8216" y="3496"/>
                  </a:cubicBezTo>
                  <a:cubicBezTo>
                    <a:pt x="8216" y="3496"/>
                    <a:pt x="4240" y="0"/>
                    <a:pt x="21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5"/>
            <p:cNvSpPr/>
            <p:nvPr/>
          </p:nvSpPr>
          <p:spPr>
            <a:xfrm>
              <a:off x="3085500" y="2085338"/>
              <a:ext cx="130400" cy="182775"/>
            </a:xfrm>
            <a:custGeom>
              <a:rect b="b" l="l" r="r" t="t"/>
              <a:pathLst>
                <a:path extrusionOk="0" h="7311" w="5216">
                  <a:moveTo>
                    <a:pt x="2216" y="1"/>
                  </a:moveTo>
                  <a:cubicBezTo>
                    <a:pt x="43" y="1"/>
                    <a:pt x="1" y="7310"/>
                    <a:pt x="1" y="7310"/>
                  </a:cubicBezTo>
                  <a:cubicBezTo>
                    <a:pt x="1" y="7310"/>
                    <a:pt x="5215" y="1071"/>
                    <a:pt x="2632" y="83"/>
                  </a:cubicBezTo>
                  <a:cubicBezTo>
                    <a:pt x="2485" y="27"/>
                    <a:pt x="2347" y="1"/>
                    <a:pt x="22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5"/>
            <p:cNvSpPr/>
            <p:nvPr/>
          </p:nvSpPr>
          <p:spPr>
            <a:xfrm>
              <a:off x="2884275" y="2158213"/>
              <a:ext cx="201850" cy="110200"/>
            </a:xfrm>
            <a:custGeom>
              <a:rect b="b" l="l" r="r" t="t"/>
              <a:pathLst>
                <a:path extrusionOk="0" h="4408" w="8074">
                  <a:moveTo>
                    <a:pt x="2377" y="1"/>
                  </a:moveTo>
                  <a:cubicBezTo>
                    <a:pt x="1994" y="1"/>
                    <a:pt x="1670" y="160"/>
                    <a:pt x="1442" y="538"/>
                  </a:cubicBezTo>
                  <a:cubicBezTo>
                    <a:pt x="1" y="2907"/>
                    <a:pt x="8073" y="4407"/>
                    <a:pt x="8073" y="4407"/>
                  </a:cubicBezTo>
                  <a:cubicBezTo>
                    <a:pt x="8073" y="4407"/>
                    <a:pt x="4398" y="1"/>
                    <a:pt x="23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5"/>
            <p:cNvSpPr/>
            <p:nvPr/>
          </p:nvSpPr>
          <p:spPr>
            <a:xfrm>
              <a:off x="3031025" y="1940138"/>
              <a:ext cx="136950" cy="148175"/>
            </a:xfrm>
            <a:custGeom>
              <a:rect b="b" l="l" r="r" t="t"/>
              <a:pathLst>
                <a:path extrusionOk="0" h="5927" w="5478">
                  <a:moveTo>
                    <a:pt x="2933" y="1"/>
                  </a:moveTo>
                  <a:cubicBezTo>
                    <a:pt x="1144" y="1"/>
                    <a:pt x="1" y="5927"/>
                    <a:pt x="1" y="5927"/>
                  </a:cubicBezTo>
                  <a:cubicBezTo>
                    <a:pt x="1" y="5927"/>
                    <a:pt x="5478" y="1414"/>
                    <a:pt x="3430" y="152"/>
                  </a:cubicBezTo>
                  <a:cubicBezTo>
                    <a:pt x="3259" y="48"/>
                    <a:pt x="3094" y="1"/>
                    <a:pt x="29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5"/>
            <p:cNvSpPr/>
            <p:nvPr/>
          </p:nvSpPr>
          <p:spPr>
            <a:xfrm>
              <a:off x="2864350" y="1970563"/>
              <a:ext cx="167600" cy="118050"/>
            </a:xfrm>
            <a:custGeom>
              <a:rect b="b" l="l" r="r" t="t"/>
              <a:pathLst>
                <a:path extrusionOk="0" h="4722" w="6704">
                  <a:moveTo>
                    <a:pt x="2321" y="1"/>
                  </a:moveTo>
                  <a:cubicBezTo>
                    <a:pt x="2069" y="1"/>
                    <a:pt x="1835" y="100"/>
                    <a:pt x="1631" y="328"/>
                  </a:cubicBezTo>
                  <a:cubicBezTo>
                    <a:pt x="0" y="2138"/>
                    <a:pt x="6703" y="4722"/>
                    <a:pt x="6703" y="4722"/>
                  </a:cubicBezTo>
                  <a:cubicBezTo>
                    <a:pt x="6703" y="4722"/>
                    <a:pt x="4062" y="1"/>
                    <a:pt x="23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5"/>
            <p:cNvSpPr/>
            <p:nvPr/>
          </p:nvSpPr>
          <p:spPr>
            <a:xfrm>
              <a:off x="3014350" y="1802463"/>
              <a:ext cx="111350" cy="120375"/>
            </a:xfrm>
            <a:custGeom>
              <a:rect b="b" l="l" r="r" t="t"/>
              <a:pathLst>
                <a:path extrusionOk="0" h="4815" w="4454">
                  <a:moveTo>
                    <a:pt x="2366" y="0"/>
                  </a:moveTo>
                  <a:cubicBezTo>
                    <a:pt x="934" y="0"/>
                    <a:pt x="1" y="4814"/>
                    <a:pt x="1" y="4814"/>
                  </a:cubicBezTo>
                  <a:cubicBezTo>
                    <a:pt x="1" y="4814"/>
                    <a:pt x="4454" y="1147"/>
                    <a:pt x="2763" y="123"/>
                  </a:cubicBezTo>
                  <a:cubicBezTo>
                    <a:pt x="2627" y="39"/>
                    <a:pt x="2495" y="0"/>
                    <a:pt x="23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5"/>
            <p:cNvSpPr/>
            <p:nvPr/>
          </p:nvSpPr>
          <p:spPr>
            <a:xfrm>
              <a:off x="2878925" y="1827313"/>
              <a:ext cx="136350" cy="95800"/>
            </a:xfrm>
            <a:custGeom>
              <a:rect b="b" l="l" r="r" t="t"/>
              <a:pathLst>
                <a:path extrusionOk="0" h="3832" w="5454">
                  <a:moveTo>
                    <a:pt x="1890" y="1"/>
                  </a:moveTo>
                  <a:cubicBezTo>
                    <a:pt x="1682" y="1"/>
                    <a:pt x="1490" y="83"/>
                    <a:pt x="1322" y="272"/>
                  </a:cubicBezTo>
                  <a:cubicBezTo>
                    <a:pt x="1" y="1736"/>
                    <a:pt x="5454" y="3832"/>
                    <a:pt x="5454" y="3832"/>
                  </a:cubicBezTo>
                  <a:cubicBezTo>
                    <a:pt x="5454" y="3832"/>
                    <a:pt x="3307" y="1"/>
                    <a:pt x="18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5"/>
            <p:cNvSpPr/>
            <p:nvPr/>
          </p:nvSpPr>
          <p:spPr>
            <a:xfrm>
              <a:off x="2990250" y="1741813"/>
              <a:ext cx="54500" cy="53925"/>
            </a:xfrm>
            <a:custGeom>
              <a:rect b="b" l="l" r="r" t="t"/>
              <a:pathLst>
                <a:path extrusionOk="0" h="2157" w="2180">
                  <a:moveTo>
                    <a:pt x="1109" y="1"/>
                  </a:moveTo>
                  <a:cubicBezTo>
                    <a:pt x="524" y="1"/>
                    <a:pt x="48" y="461"/>
                    <a:pt x="12" y="1049"/>
                  </a:cubicBezTo>
                  <a:cubicBezTo>
                    <a:pt x="1" y="1644"/>
                    <a:pt x="453" y="2144"/>
                    <a:pt x="1048" y="2156"/>
                  </a:cubicBezTo>
                  <a:cubicBezTo>
                    <a:pt x="1063" y="2157"/>
                    <a:pt x="1078" y="2157"/>
                    <a:pt x="1092" y="2157"/>
                  </a:cubicBezTo>
                  <a:cubicBezTo>
                    <a:pt x="1668" y="2157"/>
                    <a:pt x="2156" y="1701"/>
                    <a:pt x="2167" y="1120"/>
                  </a:cubicBezTo>
                  <a:cubicBezTo>
                    <a:pt x="2179" y="525"/>
                    <a:pt x="1727" y="13"/>
                    <a:pt x="1132" y="1"/>
                  </a:cubicBezTo>
                  <a:cubicBezTo>
                    <a:pt x="1124" y="1"/>
                    <a:pt x="1117" y="1"/>
                    <a:pt x="1109"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5"/>
            <p:cNvSpPr/>
            <p:nvPr/>
          </p:nvSpPr>
          <p:spPr>
            <a:xfrm>
              <a:off x="2939350" y="1832313"/>
              <a:ext cx="126825" cy="93775"/>
            </a:xfrm>
            <a:custGeom>
              <a:rect b="b" l="l" r="r" t="t"/>
              <a:pathLst>
                <a:path extrusionOk="0" h="3751" w="5073">
                  <a:moveTo>
                    <a:pt x="4951" y="1"/>
                  </a:moveTo>
                  <a:cubicBezTo>
                    <a:pt x="4912" y="1"/>
                    <a:pt x="4871" y="19"/>
                    <a:pt x="4846" y="60"/>
                  </a:cubicBezTo>
                  <a:lnTo>
                    <a:pt x="3001" y="3453"/>
                  </a:lnTo>
                  <a:lnTo>
                    <a:pt x="191" y="953"/>
                  </a:lnTo>
                  <a:cubicBezTo>
                    <a:pt x="169" y="936"/>
                    <a:pt x="142" y="928"/>
                    <a:pt x="114" y="928"/>
                  </a:cubicBezTo>
                  <a:cubicBezTo>
                    <a:pt x="82" y="928"/>
                    <a:pt x="50" y="939"/>
                    <a:pt x="24" y="965"/>
                  </a:cubicBezTo>
                  <a:cubicBezTo>
                    <a:pt x="1" y="1013"/>
                    <a:pt x="1" y="1084"/>
                    <a:pt x="36" y="1132"/>
                  </a:cubicBezTo>
                  <a:lnTo>
                    <a:pt x="2953" y="3715"/>
                  </a:lnTo>
                  <a:cubicBezTo>
                    <a:pt x="2977" y="3739"/>
                    <a:pt x="3001" y="3751"/>
                    <a:pt x="3037" y="3751"/>
                  </a:cubicBezTo>
                  <a:cubicBezTo>
                    <a:pt x="3037" y="3751"/>
                    <a:pt x="3049" y="3751"/>
                    <a:pt x="3049" y="3739"/>
                  </a:cubicBezTo>
                  <a:cubicBezTo>
                    <a:pt x="3072" y="3715"/>
                    <a:pt x="3108" y="3703"/>
                    <a:pt x="3120" y="3680"/>
                  </a:cubicBezTo>
                  <a:lnTo>
                    <a:pt x="5037" y="155"/>
                  </a:lnTo>
                  <a:cubicBezTo>
                    <a:pt x="5073" y="120"/>
                    <a:pt x="5061" y="36"/>
                    <a:pt x="5001" y="12"/>
                  </a:cubicBezTo>
                  <a:cubicBezTo>
                    <a:pt x="4986" y="5"/>
                    <a:pt x="4969" y="1"/>
                    <a:pt x="49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5"/>
            <p:cNvSpPr/>
            <p:nvPr/>
          </p:nvSpPr>
          <p:spPr>
            <a:xfrm>
              <a:off x="3029250" y="1990363"/>
              <a:ext cx="66100" cy="99750"/>
            </a:xfrm>
            <a:custGeom>
              <a:rect b="b" l="l" r="r" t="t"/>
              <a:pathLst>
                <a:path extrusionOk="0" h="3990" w="2644">
                  <a:moveTo>
                    <a:pt x="2465" y="1"/>
                  </a:moveTo>
                  <a:lnTo>
                    <a:pt x="0" y="3858"/>
                  </a:lnTo>
                  <a:lnTo>
                    <a:pt x="191" y="3989"/>
                  </a:lnTo>
                  <a:lnTo>
                    <a:pt x="2643" y="120"/>
                  </a:lnTo>
                  <a:lnTo>
                    <a:pt x="24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5"/>
            <p:cNvSpPr/>
            <p:nvPr/>
          </p:nvSpPr>
          <p:spPr>
            <a:xfrm>
              <a:off x="2938750" y="2010988"/>
              <a:ext cx="96475" cy="80300"/>
            </a:xfrm>
            <a:custGeom>
              <a:rect b="b" l="l" r="r" t="t"/>
              <a:pathLst>
                <a:path extrusionOk="0" h="3212" w="3859">
                  <a:moveTo>
                    <a:pt x="145" y="0"/>
                  </a:moveTo>
                  <a:cubicBezTo>
                    <a:pt x="110" y="0"/>
                    <a:pt x="77" y="16"/>
                    <a:pt x="48" y="45"/>
                  </a:cubicBezTo>
                  <a:cubicBezTo>
                    <a:pt x="1" y="104"/>
                    <a:pt x="25" y="164"/>
                    <a:pt x="60" y="200"/>
                  </a:cubicBezTo>
                  <a:lnTo>
                    <a:pt x="3656" y="3176"/>
                  </a:lnTo>
                  <a:cubicBezTo>
                    <a:pt x="3680" y="3188"/>
                    <a:pt x="3692" y="3212"/>
                    <a:pt x="3727" y="3212"/>
                  </a:cubicBezTo>
                  <a:cubicBezTo>
                    <a:pt x="3751" y="3212"/>
                    <a:pt x="3787" y="3200"/>
                    <a:pt x="3811" y="3164"/>
                  </a:cubicBezTo>
                  <a:cubicBezTo>
                    <a:pt x="3858" y="3105"/>
                    <a:pt x="3846" y="3045"/>
                    <a:pt x="3799" y="2998"/>
                  </a:cubicBezTo>
                  <a:lnTo>
                    <a:pt x="215" y="21"/>
                  </a:lnTo>
                  <a:cubicBezTo>
                    <a:pt x="192" y="7"/>
                    <a:pt x="168" y="0"/>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5"/>
            <p:cNvSpPr/>
            <p:nvPr/>
          </p:nvSpPr>
          <p:spPr>
            <a:xfrm>
              <a:off x="2961675" y="2144188"/>
              <a:ext cx="169100" cy="126000"/>
            </a:xfrm>
            <a:custGeom>
              <a:rect b="b" l="l" r="r" t="t"/>
              <a:pathLst>
                <a:path extrusionOk="0" h="5040" w="6764">
                  <a:moveTo>
                    <a:pt x="6629" y="1"/>
                  </a:moveTo>
                  <a:cubicBezTo>
                    <a:pt x="6585" y="1"/>
                    <a:pt x="6542" y="32"/>
                    <a:pt x="6525" y="75"/>
                  </a:cubicBezTo>
                  <a:lnTo>
                    <a:pt x="4739" y="4778"/>
                  </a:lnTo>
                  <a:lnTo>
                    <a:pt x="179" y="2003"/>
                  </a:lnTo>
                  <a:cubicBezTo>
                    <a:pt x="164" y="1996"/>
                    <a:pt x="147" y="1992"/>
                    <a:pt x="129" y="1992"/>
                  </a:cubicBezTo>
                  <a:cubicBezTo>
                    <a:pt x="90" y="1992"/>
                    <a:pt x="49" y="2010"/>
                    <a:pt x="24" y="2051"/>
                  </a:cubicBezTo>
                  <a:cubicBezTo>
                    <a:pt x="1" y="2099"/>
                    <a:pt x="12" y="2170"/>
                    <a:pt x="72" y="2194"/>
                  </a:cubicBezTo>
                  <a:lnTo>
                    <a:pt x="4763" y="5028"/>
                  </a:lnTo>
                  <a:cubicBezTo>
                    <a:pt x="4775" y="5040"/>
                    <a:pt x="4799" y="5040"/>
                    <a:pt x="4823" y="5040"/>
                  </a:cubicBezTo>
                  <a:lnTo>
                    <a:pt x="4834" y="5040"/>
                  </a:lnTo>
                  <a:cubicBezTo>
                    <a:pt x="4882" y="5040"/>
                    <a:pt x="4894" y="5004"/>
                    <a:pt x="4906" y="4980"/>
                  </a:cubicBezTo>
                  <a:lnTo>
                    <a:pt x="6739" y="158"/>
                  </a:lnTo>
                  <a:cubicBezTo>
                    <a:pt x="6763" y="99"/>
                    <a:pt x="6739" y="27"/>
                    <a:pt x="6680" y="15"/>
                  </a:cubicBezTo>
                  <a:cubicBezTo>
                    <a:pt x="6664" y="5"/>
                    <a:pt x="6646" y="1"/>
                    <a:pt x="66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5"/>
            <p:cNvSpPr/>
            <p:nvPr/>
          </p:nvSpPr>
          <p:spPr>
            <a:xfrm>
              <a:off x="3153675" y="2283513"/>
              <a:ext cx="31875" cy="138475"/>
            </a:xfrm>
            <a:custGeom>
              <a:rect b="b" l="l" r="r" t="t"/>
              <a:pathLst>
                <a:path extrusionOk="0" h="5539" w="1275">
                  <a:moveTo>
                    <a:pt x="1148" y="1"/>
                  </a:moveTo>
                  <a:cubicBezTo>
                    <a:pt x="1095" y="1"/>
                    <a:pt x="1047" y="44"/>
                    <a:pt x="1036" y="98"/>
                  </a:cubicBezTo>
                  <a:lnTo>
                    <a:pt x="12" y="5408"/>
                  </a:lnTo>
                  <a:cubicBezTo>
                    <a:pt x="0" y="5467"/>
                    <a:pt x="36" y="5527"/>
                    <a:pt x="95" y="5539"/>
                  </a:cubicBezTo>
                  <a:lnTo>
                    <a:pt x="119" y="5539"/>
                  </a:lnTo>
                  <a:cubicBezTo>
                    <a:pt x="167" y="5539"/>
                    <a:pt x="214" y="5491"/>
                    <a:pt x="238" y="5455"/>
                  </a:cubicBezTo>
                  <a:lnTo>
                    <a:pt x="1262" y="133"/>
                  </a:lnTo>
                  <a:cubicBezTo>
                    <a:pt x="1274" y="74"/>
                    <a:pt x="1226" y="14"/>
                    <a:pt x="1167" y="2"/>
                  </a:cubicBezTo>
                  <a:cubicBezTo>
                    <a:pt x="1161" y="1"/>
                    <a:pt x="1154" y="1"/>
                    <a:pt x="11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5"/>
            <p:cNvSpPr/>
            <p:nvPr/>
          </p:nvSpPr>
          <p:spPr>
            <a:xfrm>
              <a:off x="3014075" y="2362738"/>
              <a:ext cx="131575" cy="54500"/>
            </a:xfrm>
            <a:custGeom>
              <a:rect b="b" l="l" r="r" t="t"/>
              <a:pathLst>
                <a:path extrusionOk="0" h="2180" w="5263">
                  <a:moveTo>
                    <a:pt x="71" y="0"/>
                  </a:moveTo>
                  <a:lnTo>
                    <a:pt x="0" y="203"/>
                  </a:lnTo>
                  <a:lnTo>
                    <a:pt x="5179" y="2179"/>
                  </a:lnTo>
                  <a:lnTo>
                    <a:pt x="5263" y="1977"/>
                  </a:lnTo>
                  <a:lnTo>
                    <a:pt x="7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6" name="Google Shape;4796;p85"/>
          <p:cNvSpPr txBox="1"/>
          <p:nvPr>
            <p:ph type="ctrTitle"/>
          </p:nvPr>
        </p:nvSpPr>
        <p:spPr>
          <a:xfrm>
            <a:off x="2147750" y="2619600"/>
            <a:ext cx="6084000" cy="1723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BENEFITS OF REUSING YOUR BOTTLES</a:t>
            </a:r>
            <a:endParaRPr/>
          </a:p>
        </p:txBody>
      </p:sp>
      <p:sp>
        <p:nvSpPr>
          <p:cNvPr id="4797" name="Google Shape;4797;p85"/>
          <p:cNvSpPr txBox="1"/>
          <p:nvPr>
            <p:ph idx="1" type="subTitle"/>
          </p:nvPr>
        </p:nvSpPr>
        <p:spPr>
          <a:xfrm>
            <a:off x="2147750" y="4260550"/>
            <a:ext cx="4041000" cy="43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4798" name="Google Shape;4798;p85"/>
          <p:cNvSpPr/>
          <p:nvPr/>
        </p:nvSpPr>
        <p:spPr>
          <a:xfrm>
            <a:off x="912250" y="2990250"/>
            <a:ext cx="982500" cy="982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5"/>
          <p:cNvSpPr txBox="1"/>
          <p:nvPr>
            <p:ph idx="2" type="title"/>
          </p:nvPr>
        </p:nvSpPr>
        <p:spPr>
          <a:xfrm>
            <a:off x="912250" y="3172650"/>
            <a:ext cx="982500" cy="617700"/>
          </a:xfrm>
          <a:prstGeom prst="rect">
            <a:avLst/>
          </a:prstGeom>
        </p:spPr>
        <p:txBody>
          <a:bodyPr anchorCtr="0" anchor="ctr" bIns="91425" lIns="91425" spcFirstLastPara="1" rIns="91425" wrap="square" tIns="91425">
            <a:noAutofit/>
          </a:bodyPr>
          <a:lstStyle/>
          <a:p>
            <a:pPr indent="0" lvl="0" marL="0" rtl="0" algn="ctr">
              <a:spcBef>
                <a:spcPts val="1000"/>
              </a:spcBef>
              <a:spcAft>
                <a:spcPts val="0"/>
              </a:spcAft>
              <a:buNone/>
            </a:pPr>
            <a:r>
              <a:rPr lang="en"/>
              <a:t>03</a:t>
            </a:r>
            <a:endParaRPr/>
          </a:p>
        </p:txBody>
      </p:sp>
      <p:sp>
        <p:nvSpPr>
          <p:cNvPr id="4800" name="Google Shape;4800;p85"/>
          <p:cNvSpPr/>
          <p:nvPr/>
        </p:nvSpPr>
        <p:spPr>
          <a:xfrm>
            <a:off x="5057525" y="1938842"/>
            <a:ext cx="43429" cy="57820"/>
          </a:xfrm>
          <a:custGeom>
            <a:rect b="b" l="l" r="r" t="t"/>
            <a:pathLst>
              <a:path extrusionOk="0" h="2728" w="2049">
                <a:moveTo>
                  <a:pt x="1" y="1"/>
                </a:moveTo>
                <a:lnTo>
                  <a:pt x="1" y="1"/>
                </a:lnTo>
                <a:cubicBezTo>
                  <a:pt x="60" y="334"/>
                  <a:pt x="167" y="608"/>
                  <a:pt x="263" y="870"/>
                </a:cubicBezTo>
                <a:cubicBezTo>
                  <a:pt x="394" y="1120"/>
                  <a:pt x="548" y="1358"/>
                  <a:pt x="715" y="1584"/>
                </a:cubicBezTo>
                <a:cubicBezTo>
                  <a:pt x="882" y="1799"/>
                  <a:pt x="1072" y="2013"/>
                  <a:pt x="1275" y="2204"/>
                </a:cubicBezTo>
                <a:cubicBezTo>
                  <a:pt x="1501" y="2394"/>
                  <a:pt x="1727" y="2573"/>
                  <a:pt x="2037" y="2727"/>
                </a:cubicBezTo>
                <a:cubicBezTo>
                  <a:pt x="2048" y="2382"/>
                  <a:pt x="1965" y="2096"/>
                  <a:pt x="1858" y="1823"/>
                </a:cubicBezTo>
                <a:cubicBezTo>
                  <a:pt x="1739" y="1549"/>
                  <a:pt x="1608" y="1299"/>
                  <a:pt x="1429" y="1061"/>
                </a:cubicBezTo>
                <a:cubicBezTo>
                  <a:pt x="1251" y="834"/>
                  <a:pt x="1048" y="608"/>
                  <a:pt x="810" y="430"/>
                </a:cubicBezTo>
                <a:cubicBezTo>
                  <a:pt x="584" y="251"/>
                  <a:pt x="322" y="96"/>
                  <a:pt x="1" y="1"/>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5"/>
          <p:cNvSpPr/>
          <p:nvPr/>
        </p:nvSpPr>
        <p:spPr>
          <a:xfrm>
            <a:off x="4924039" y="1895456"/>
            <a:ext cx="43662" cy="57544"/>
          </a:xfrm>
          <a:custGeom>
            <a:rect b="b" l="l" r="r" t="t"/>
            <a:pathLst>
              <a:path extrusionOk="0" h="2715" w="2060">
                <a:moveTo>
                  <a:pt x="0" y="0"/>
                </a:moveTo>
                <a:cubicBezTo>
                  <a:pt x="60" y="333"/>
                  <a:pt x="167" y="607"/>
                  <a:pt x="262" y="857"/>
                </a:cubicBezTo>
                <a:cubicBezTo>
                  <a:pt x="405" y="1107"/>
                  <a:pt x="548" y="1345"/>
                  <a:pt x="715" y="1572"/>
                </a:cubicBezTo>
                <a:cubicBezTo>
                  <a:pt x="881" y="1798"/>
                  <a:pt x="1072" y="2000"/>
                  <a:pt x="1286" y="2203"/>
                </a:cubicBezTo>
                <a:cubicBezTo>
                  <a:pt x="1500" y="2393"/>
                  <a:pt x="1727" y="2572"/>
                  <a:pt x="2036" y="2715"/>
                </a:cubicBezTo>
                <a:cubicBezTo>
                  <a:pt x="2060" y="2381"/>
                  <a:pt x="1965" y="2096"/>
                  <a:pt x="1858" y="1810"/>
                </a:cubicBezTo>
                <a:cubicBezTo>
                  <a:pt x="1739" y="1548"/>
                  <a:pt x="1608" y="1286"/>
                  <a:pt x="1429" y="1048"/>
                </a:cubicBezTo>
                <a:cubicBezTo>
                  <a:pt x="1250" y="833"/>
                  <a:pt x="1060" y="607"/>
                  <a:pt x="822" y="429"/>
                </a:cubicBezTo>
                <a:cubicBezTo>
                  <a:pt x="584" y="250"/>
                  <a:pt x="334" y="83"/>
                  <a:pt x="0" y="0"/>
                </a:cubicBezTo>
                <a:close/>
              </a:path>
            </a:pathLst>
          </a:custGeom>
          <a:solidFill>
            <a:srgbClr val="1D3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5"/>
          <p:cNvSpPr/>
          <p:nvPr/>
        </p:nvSpPr>
        <p:spPr>
          <a:xfrm>
            <a:off x="3567644" y="1870848"/>
            <a:ext cx="1988812" cy="451983"/>
          </a:xfrm>
          <a:custGeom>
            <a:rect b="b" l="l" r="r" t="t"/>
            <a:pathLst>
              <a:path extrusionOk="0" h="21325" w="93834">
                <a:moveTo>
                  <a:pt x="67316" y="0"/>
                </a:moveTo>
                <a:cubicBezTo>
                  <a:pt x="67162" y="0"/>
                  <a:pt x="67008" y="2"/>
                  <a:pt x="66854" y="6"/>
                </a:cubicBezTo>
                <a:cubicBezTo>
                  <a:pt x="64008" y="89"/>
                  <a:pt x="60305" y="340"/>
                  <a:pt x="57805" y="1709"/>
                </a:cubicBezTo>
                <a:cubicBezTo>
                  <a:pt x="55471" y="2983"/>
                  <a:pt x="53459" y="3864"/>
                  <a:pt x="51721" y="4447"/>
                </a:cubicBezTo>
                <a:cubicBezTo>
                  <a:pt x="49721" y="5110"/>
                  <a:pt x="48057" y="5372"/>
                  <a:pt x="46620" y="5372"/>
                </a:cubicBezTo>
                <a:cubicBezTo>
                  <a:pt x="44859" y="5372"/>
                  <a:pt x="43439" y="4978"/>
                  <a:pt x="42160" y="4447"/>
                </a:cubicBezTo>
                <a:cubicBezTo>
                  <a:pt x="39434" y="3308"/>
                  <a:pt x="37362" y="1535"/>
                  <a:pt x="33991" y="1535"/>
                </a:cubicBezTo>
                <a:cubicBezTo>
                  <a:pt x="33696" y="1535"/>
                  <a:pt x="33392" y="1549"/>
                  <a:pt x="33076" y="1578"/>
                </a:cubicBezTo>
                <a:cubicBezTo>
                  <a:pt x="29706" y="1875"/>
                  <a:pt x="26396" y="2566"/>
                  <a:pt x="23110" y="3364"/>
                </a:cubicBezTo>
                <a:lnTo>
                  <a:pt x="22027" y="3626"/>
                </a:lnTo>
                <a:cubicBezTo>
                  <a:pt x="17931" y="4626"/>
                  <a:pt x="13835" y="5709"/>
                  <a:pt x="9692" y="6281"/>
                </a:cubicBezTo>
                <a:cubicBezTo>
                  <a:pt x="9335" y="6316"/>
                  <a:pt x="8954" y="6364"/>
                  <a:pt x="8596" y="6412"/>
                </a:cubicBezTo>
                <a:cubicBezTo>
                  <a:pt x="7406" y="6543"/>
                  <a:pt x="6215" y="6638"/>
                  <a:pt x="5025" y="6662"/>
                </a:cubicBezTo>
                <a:lnTo>
                  <a:pt x="5441" y="6936"/>
                </a:lnTo>
                <a:cubicBezTo>
                  <a:pt x="4620" y="6638"/>
                  <a:pt x="3749" y="6494"/>
                  <a:pt x="2875" y="6494"/>
                </a:cubicBezTo>
                <a:cubicBezTo>
                  <a:pt x="1898" y="6494"/>
                  <a:pt x="917" y="6673"/>
                  <a:pt x="0" y="7019"/>
                </a:cubicBezTo>
                <a:lnTo>
                  <a:pt x="0" y="8090"/>
                </a:lnTo>
                <a:lnTo>
                  <a:pt x="12" y="12484"/>
                </a:lnTo>
                <a:cubicBezTo>
                  <a:pt x="12" y="13389"/>
                  <a:pt x="726" y="14151"/>
                  <a:pt x="1655" y="14210"/>
                </a:cubicBezTo>
                <a:lnTo>
                  <a:pt x="8620" y="14639"/>
                </a:lnTo>
                <a:lnTo>
                  <a:pt x="8620" y="13210"/>
                </a:lnTo>
                <a:cubicBezTo>
                  <a:pt x="8620" y="13210"/>
                  <a:pt x="8710" y="13205"/>
                  <a:pt x="8876" y="13205"/>
                </a:cubicBezTo>
                <a:cubicBezTo>
                  <a:pt x="8959" y="13205"/>
                  <a:pt x="9061" y="13206"/>
                  <a:pt x="9180" y="13210"/>
                </a:cubicBezTo>
                <a:cubicBezTo>
                  <a:pt x="9406" y="13222"/>
                  <a:pt x="9680" y="13222"/>
                  <a:pt x="10001" y="13246"/>
                </a:cubicBezTo>
                <a:cubicBezTo>
                  <a:pt x="12371" y="13377"/>
                  <a:pt x="17181" y="13841"/>
                  <a:pt x="19514" y="15722"/>
                </a:cubicBezTo>
                <a:cubicBezTo>
                  <a:pt x="19514" y="15722"/>
                  <a:pt x="26670" y="21104"/>
                  <a:pt x="33803" y="21104"/>
                </a:cubicBezTo>
                <a:cubicBezTo>
                  <a:pt x="33826" y="21104"/>
                  <a:pt x="33850" y="21104"/>
                  <a:pt x="33873" y="21104"/>
                </a:cubicBezTo>
                <a:lnTo>
                  <a:pt x="51114" y="21009"/>
                </a:lnTo>
                <a:cubicBezTo>
                  <a:pt x="52781" y="20997"/>
                  <a:pt x="54412" y="20806"/>
                  <a:pt x="56031" y="20425"/>
                </a:cubicBezTo>
                <a:cubicBezTo>
                  <a:pt x="59495" y="19619"/>
                  <a:pt x="62994" y="19355"/>
                  <a:pt x="66086" y="19355"/>
                </a:cubicBezTo>
                <a:cubicBezTo>
                  <a:pt x="70615" y="19355"/>
                  <a:pt x="74271" y="19921"/>
                  <a:pt x="75664" y="20175"/>
                </a:cubicBezTo>
                <a:cubicBezTo>
                  <a:pt x="75712" y="20175"/>
                  <a:pt x="75736" y="20187"/>
                  <a:pt x="75771" y="20187"/>
                </a:cubicBezTo>
                <a:cubicBezTo>
                  <a:pt x="76081" y="20235"/>
                  <a:pt x="76379" y="20330"/>
                  <a:pt x="76688" y="20402"/>
                </a:cubicBezTo>
                <a:cubicBezTo>
                  <a:pt x="79179" y="21075"/>
                  <a:pt x="81415" y="21324"/>
                  <a:pt x="83360" y="21324"/>
                </a:cubicBezTo>
                <a:cubicBezTo>
                  <a:pt x="87291" y="21324"/>
                  <a:pt x="90031" y="20308"/>
                  <a:pt x="91273" y="19735"/>
                </a:cubicBezTo>
                <a:cubicBezTo>
                  <a:pt x="92643" y="19020"/>
                  <a:pt x="93678" y="17925"/>
                  <a:pt x="93655" y="15806"/>
                </a:cubicBezTo>
                <a:cubicBezTo>
                  <a:pt x="93655" y="14806"/>
                  <a:pt x="93357" y="13877"/>
                  <a:pt x="92881" y="13186"/>
                </a:cubicBezTo>
                <a:cubicBezTo>
                  <a:pt x="92452" y="12555"/>
                  <a:pt x="92464" y="11710"/>
                  <a:pt x="92928" y="11079"/>
                </a:cubicBezTo>
                <a:cubicBezTo>
                  <a:pt x="93012" y="10960"/>
                  <a:pt x="93107" y="10829"/>
                  <a:pt x="93178" y="10686"/>
                </a:cubicBezTo>
                <a:cubicBezTo>
                  <a:pt x="93583" y="9936"/>
                  <a:pt x="93833" y="8817"/>
                  <a:pt x="93833" y="7555"/>
                </a:cubicBezTo>
                <a:cubicBezTo>
                  <a:pt x="93821" y="6138"/>
                  <a:pt x="93500" y="4912"/>
                  <a:pt x="92988" y="4197"/>
                </a:cubicBezTo>
                <a:cubicBezTo>
                  <a:pt x="92964" y="4150"/>
                  <a:pt x="92928" y="4090"/>
                  <a:pt x="92881" y="4042"/>
                </a:cubicBezTo>
                <a:cubicBezTo>
                  <a:pt x="92786" y="3911"/>
                  <a:pt x="92702" y="3757"/>
                  <a:pt x="92643" y="3602"/>
                </a:cubicBezTo>
                <a:cubicBezTo>
                  <a:pt x="92262" y="3507"/>
                  <a:pt x="91869" y="3423"/>
                  <a:pt x="91476" y="3364"/>
                </a:cubicBezTo>
                <a:cubicBezTo>
                  <a:pt x="89047" y="2959"/>
                  <a:pt x="86439" y="2923"/>
                  <a:pt x="83951" y="2804"/>
                </a:cubicBezTo>
                <a:cubicBezTo>
                  <a:pt x="83582" y="2792"/>
                  <a:pt x="83225" y="2780"/>
                  <a:pt x="82868" y="2745"/>
                </a:cubicBezTo>
                <a:lnTo>
                  <a:pt x="82808" y="2745"/>
                </a:lnTo>
                <a:cubicBezTo>
                  <a:pt x="77426" y="2363"/>
                  <a:pt x="72674" y="0"/>
                  <a:pt x="67316" y="0"/>
                </a:cubicBezTo>
                <a:close/>
              </a:path>
            </a:pathLst>
          </a:custGeom>
          <a:solidFill>
            <a:srgbClr val="6B5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5"/>
          <p:cNvSpPr/>
          <p:nvPr/>
        </p:nvSpPr>
        <p:spPr>
          <a:xfrm>
            <a:off x="4922768" y="1905544"/>
            <a:ext cx="37112" cy="26727"/>
          </a:xfrm>
          <a:custGeom>
            <a:rect b="b" l="l" r="r" t="t"/>
            <a:pathLst>
              <a:path extrusionOk="0" h="1261" w="1751">
                <a:moveTo>
                  <a:pt x="775" y="0"/>
                </a:moveTo>
                <a:lnTo>
                  <a:pt x="703" y="36"/>
                </a:lnTo>
                <a:cubicBezTo>
                  <a:pt x="263" y="155"/>
                  <a:pt x="1" y="643"/>
                  <a:pt x="120" y="1084"/>
                </a:cubicBezTo>
                <a:cubicBezTo>
                  <a:pt x="132" y="1131"/>
                  <a:pt x="144" y="1191"/>
                  <a:pt x="191" y="1215"/>
                </a:cubicBezTo>
                <a:cubicBezTo>
                  <a:pt x="226" y="1250"/>
                  <a:pt x="278" y="1260"/>
                  <a:pt x="330" y="1260"/>
                </a:cubicBezTo>
                <a:cubicBezTo>
                  <a:pt x="365" y="1260"/>
                  <a:pt x="400" y="1255"/>
                  <a:pt x="429" y="1250"/>
                </a:cubicBezTo>
                <a:cubicBezTo>
                  <a:pt x="679" y="1203"/>
                  <a:pt x="941" y="1167"/>
                  <a:pt x="1203" y="1131"/>
                </a:cubicBezTo>
                <a:cubicBezTo>
                  <a:pt x="1310" y="1108"/>
                  <a:pt x="1429" y="1096"/>
                  <a:pt x="1513" y="1036"/>
                </a:cubicBezTo>
                <a:cubicBezTo>
                  <a:pt x="1751" y="893"/>
                  <a:pt x="1739" y="500"/>
                  <a:pt x="1548" y="298"/>
                </a:cubicBezTo>
                <a:cubicBezTo>
                  <a:pt x="1358" y="84"/>
                  <a:pt x="1060" y="12"/>
                  <a:pt x="775" y="0"/>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5"/>
          <p:cNvSpPr/>
          <p:nvPr/>
        </p:nvSpPr>
        <p:spPr>
          <a:xfrm>
            <a:off x="5186730" y="1922352"/>
            <a:ext cx="22742" cy="24332"/>
          </a:xfrm>
          <a:custGeom>
            <a:rect b="b" l="l" r="r" t="t"/>
            <a:pathLst>
              <a:path extrusionOk="0" h="1148" w="1073">
                <a:moveTo>
                  <a:pt x="332" y="0"/>
                </a:moveTo>
                <a:cubicBezTo>
                  <a:pt x="320" y="0"/>
                  <a:pt x="309" y="2"/>
                  <a:pt x="298" y="5"/>
                </a:cubicBezTo>
                <a:cubicBezTo>
                  <a:pt x="239" y="17"/>
                  <a:pt x="215" y="65"/>
                  <a:pt x="203" y="124"/>
                </a:cubicBezTo>
                <a:cubicBezTo>
                  <a:pt x="155" y="279"/>
                  <a:pt x="96" y="434"/>
                  <a:pt x="48" y="588"/>
                </a:cubicBezTo>
                <a:cubicBezTo>
                  <a:pt x="36" y="648"/>
                  <a:pt x="1" y="719"/>
                  <a:pt x="24" y="791"/>
                </a:cubicBezTo>
                <a:cubicBezTo>
                  <a:pt x="60" y="993"/>
                  <a:pt x="358" y="1148"/>
                  <a:pt x="572" y="1148"/>
                </a:cubicBezTo>
                <a:cubicBezTo>
                  <a:pt x="798" y="1136"/>
                  <a:pt x="941" y="1017"/>
                  <a:pt x="1036" y="874"/>
                </a:cubicBezTo>
                <a:lnTo>
                  <a:pt x="1036" y="791"/>
                </a:lnTo>
                <a:cubicBezTo>
                  <a:pt x="1072" y="517"/>
                  <a:pt x="775" y="136"/>
                  <a:pt x="417" y="17"/>
                </a:cubicBezTo>
                <a:cubicBezTo>
                  <a:pt x="392" y="8"/>
                  <a:pt x="361" y="0"/>
                  <a:pt x="332" y="0"/>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5"/>
          <p:cNvSpPr/>
          <p:nvPr/>
        </p:nvSpPr>
        <p:spPr>
          <a:xfrm>
            <a:off x="4804923" y="1933522"/>
            <a:ext cx="26006" cy="21280"/>
          </a:xfrm>
          <a:custGeom>
            <a:rect b="b" l="l" r="r" t="t"/>
            <a:pathLst>
              <a:path extrusionOk="0" h="1004" w="1227">
                <a:moveTo>
                  <a:pt x="768" y="0"/>
                </a:moveTo>
                <a:cubicBezTo>
                  <a:pt x="526" y="0"/>
                  <a:pt x="245" y="139"/>
                  <a:pt x="72" y="347"/>
                </a:cubicBezTo>
                <a:cubicBezTo>
                  <a:pt x="36" y="371"/>
                  <a:pt x="12" y="419"/>
                  <a:pt x="12" y="442"/>
                </a:cubicBezTo>
                <a:cubicBezTo>
                  <a:pt x="0" y="502"/>
                  <a:pt x="36" y="550"/>
                  <a:pt x="84" y="585"/>
                </a:cubicBezTo>
                <a:cubicBezTo>
                  <a:pt x="203" y="681"/>
                  <a:pt x="334" y="788"/>
                  <a:pt x="453" y="895"/>
                </a:cubicBezTo>
                <a:cubicBezTo>
                  <a:pt x="512" y="942"/>
                  <a:pt x="560" y="978"/>
                  <a:pt x="631" y="1002"/>
                </a:cubicBezTo>
                <a:cubicBezTo>
                  <a:pt x="642" y="1003"/>
                  <a:pt x="652" y="1004"/>
                  <a:pt x="663" y="1004"/>
                </a:cubicBezTo>
                <a:cubicBezTo>
                  <a:pt x="851" y="1004"/>
                  <a:pt x="1099" y="812"/>
                  <a:pt x="1155" y="609"/>
                </a:cubicBezTo>
                <a:cubicBezTo>
                  <a:pt x="1227" y="407"/>
                  <a:pt x="1155" y="228"/>
                  <a:pt x="1060" y="73"/>
                </a:cubicBezTo>
                <a:lnTo>
                  <a:pt x="1012" y="61"/>
                </a:lnTo>
                <a:cubicBezTo>
                  <a:pt x="941" y="19"/>
                  <a:pt x="857" y="0"/>
                  <a:pt x="768" y="0"/>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5"/>
          <p:cNvSpPr/>
          <p:nvPr/>
        </p:nvSpPr>
        <p:spPr>
          <a:xfrm>
            <a:off x="5035355" y="1971736"/>
            <a:ext cx="142303" cy="98790"/>
          </a:xfrm>
          <a:custGeom>
            <a:rect b="b" l="l" r="r" t="t"/>
            <a:pathLst>
              <a:path extrusionOk="0" h="4661" w="6714">
                <a:moveTo>
                  <a:pt x="4321" y="1"/>
                </a:moveTo>
                <a:cubicBezTo>
                  <a:pt x="4257" y="1"/>
                  <a:pt x="4193" y="3"/>
                  <a:pt x="4130" y="9"/>
                </a:cubicBezTo>
                <a:cubicBezTo>
                  <a:pt x="2833" y="116"/>
                  <a:pt x="1249" y="925"/>
                  <a:pt x="678" y="2116"/>
                </a:cubicBezTo>
                <a:cubicBezTo>
                  <a:pt x="654" y="2152"/>
                  <a:pt x="642" y="2187"/>
                  <a:pt x="630" y="2235"/>
                </a:cubicBezTo>
                <a:cubicBezTo>
                  <a:pt x="618" y="2247"/>
                  <a:pt x="618" y="2259"/>
                  <a:pt x="594" y="2271"/>
                </a:cubicBezTo>
                <a:cubicBezTo>
                  <a:pt x="1" y="3702"/>
                  <a:pt x="1266" y="4661"/>
                  <a:pt x="2542" y="4661"/>
                </a:cubicBezTo>
                <a:cubicBezTo>
                  <a:pt x="2700" y="4661"/>
                  <a:pt x="2857" y="4646"/>
                  <a:pt x="3011" y="4616"/>
                </a:cubicBezTo>
                <a:cubicBezTo>
                  <a:pt x="4309" y="4342"/>
                  <a:pt x="6666" y="3676"/>
                  <a:pt x="6702" y="2009"/>
                </a:cubicBezTo>
                <a:cubicBezTo>
                  <a:pt x="6713" y="781"/>
                  <a:pt x="5446" y="1"/>
                  <a:pt x="4321" y="1"/>
                </a:cubicBezTo>
                <a:close/>
              </a:path>
            </a:pathLst>
          </a:custGeom>
          <a:solidFill>
            <a:srgbClr val="563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5"/>
          <p:cNvSpPr/>
          <p:nvPr/>
        </p:nvSpPr>
        <p:spPr>
          <a:xfrm>
            <a:off x="5294485" y="2103527"/>
            <a:ext cx="63373" cy="51016"/>
          </a:xfrm>
          <a:custGeom>
            <a:rect b="b" l="l" r="r" t="t"/>
            <a:pathLst>
              <a:path extrusionOk="0" h="2407" w="2990">
                <a:moveTo>
                  <a:pt x="1643" y="0"/>
                </a:moveTo>
                <a:cubicBezTo>
                  <a:pt x="1393" y="0"/>
                  <a:pt x="1137" y="71"/>
                  <a:pt x="917" y="208"/>
                </a:cubicBezTo>
                <a:cubicBezTo>
                  <a:pt x="370" y="553"/>
                  <a:pt x="1" y="1256"/>
                  <a:pt x="334" y="1875"/>
                </a:cubicBezTo>
                <a:cubicBezTo>
                  <a:pt x="546" y="2261"/>
                  <a:pt x="906" y="2406"/>
                  <a:pt x="1284" y="2406"/>
                </a:cubicBezTo>
                <a:cubicBezTo>
                  <a:pt x="1502" y="2406"/>
                  <a:pt x="1725" y="2358"/>
                  <a:pt x="1929" y="2280"/>
                </a:cubicBezTo>
                <a:cubicBezTo>
                  <a:pt x="1977" y="2256"/>
                  <a:pt x="2037" y="2244"/>
                  <a:pt x="2084" y="2220"/>
                </a:cubicBezTo>
                <a:cubicBezTo>
                  <a:pt x="2120" y="2196"/>
                  <a:pt x="2168" y="2173"/>
                  <a:pt x="2203" y="2137"/>
                </a:cubicBezTo>
                <a:cubicBezTo>
                  <a:pt x="2703" y="1768"/>
                  <a:pt x="2989" y="1137"/>
                  <a:pt x="2644" y="553"/>
                </a:cubicBezTo>
                <a:cubicBezTo>
                  <a:pt x="2431" y="180"/>
                  <a:pt x="2043" y="0"/>
                  <a:pt x="1643" y="0"/>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5"/>
          <p:cNvSpPr/>
          <p:nvPr/>
        </p:nvSpPr>
        <p:spPr>
          <a:xfrm>
            <a:off x="5324010" y="2123323"/>
            <a:ext cx="21" cy="21"/>
          </a:xfrm>
          <a:custGeom>
            <a:rect b="b" l="l" r="r" t="t"/>
            <a:pathLst>
              <a:path extrusionOk="0" h="1" w="1">
                <a:moveTo>
                  <a:pt x="1" y="0"/>
                </a:moveTo>
                <a:lnTo>
                  <a:pt x="1" y="0"/>
                </a:lnTo>
                <a:lnTo>
                  <a:pt x="1" y="0"/>
                </a:lnTo>
                <a:lnTo>
                  <a:pt x="1" y="0"/>
                </a:ln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5"/>
          <p:cNvSpPr/>
          <p:nvPr/>
        </p:nvSpPr>
        <p:spPr>
          <a:xfrm>
            <a:off x="5324010" y="2122941"/>
            <a:ext cx="148" cy="403"/>
          </a:xfrm>
          <a:custGeom>
            <a:rect b="b" l="l" r="r" t="t"/>
            <a:pathLst>
              <a:path extrusionOk="0" h="19" w="7">
                <a:moveTo>
                  <a:pt x="5" y="1"/>
                </a:moveTo>
                <a:lnTo>
                  <a:pt x="5" y="1"/>
                </a:lnTo>
                <a:cubicBezTo>
                  <a:pt x="4" y="1"/>
                  <a:pt x="1" y="6"/>
                  <a:pt x="1" y="18"/>
                </a:cubicBezTo>
                <a:cubicBezTo>
                  <a:pt x="7" y="6"/>
                  <a:pt x="7" y="1"/>
                  <a:pt x="5" y="1"/>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5"/>
          <p:cNvSpPr/>
          <p:nvPr/>
        </p:nvSpPr>
        <p:spPr>
          <a:xfrm>
            <a:off x="5323756" y="2123323"/>
            <a:ext cx="276" cy="21"/>
          </a:xfrm>
          <a:custGeom>
            <a:rect b="b" l="l" r="r" t="t"/>
            <a:pathLst>
              <a:path extrusionOk="0" h="1" w="13">
                <a:moveTo>
                  <a:pt x="1" y="0"/>
                </a:moveTo>
                <a:lnTo>
                  <a:pt x="1" y="0"/>
                </a:lnTo>
                <a:cubicBezTo>
                  <a:pt x="1" y="0"/>
                  <a:pt x="13" y="0"/>
                  <a:pt x="1" y="0"/>
                </a:cubicBezTo>
                <a:cubicBezTo>
                  <a:pt x="13" y="0"/>
                  <a:pt x="13" y="0"/>
                  <a:pt x="1" y="0"/>
                </a:cubicBezTo>
                <a:cubicBezTo>
                  <a:pt x="13" y="0"/>
                  <a:pt x="13" y="0"/>
                  <a:pt x="1" y="0"/>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5"/>
          <p:cNvSpPr/>
          <p:nvPr/>
        </p:nvSpPr>
        <p:spPr>
          <a:xfrm>
            <a:off x="4359765" y="2045368"/>
            <a:ext cx="138425" cy="81876"/>
          </a:xfrm>
          <a:custGeom>
            <a:rect b="b" l="l" r="r" t="t"/>
            <a:pathLst>
              <a:path extrusionOk="0" h="3863" w="6531">
                <a:moveTo>
                  <a:pt x="4914" y="0"/>
                </a:moveTo>
                <a:cubicBezTo>
                  <a:pt x="4400" y="0"/>
                  <a:pt x="3863" y="99"/>
                  <a:pt x="3501" y="190"/>
                </a:cubicBezTo>
                <a:cubicBezTo>
                  <a:pt x="2644" y="392"/>
                  <a:pt x="1" y="738"/>
                  <a:pt x="370" y="2095"/>
                </a:cubicBezTo>
                <a:cubicBezTo>
                  <a:pt x="695" y="3265"/>
                  <a:pt x="2340" y="3863"/>
                  <a:pt x="3504" y="3863"/>
                </a:cubicBezTo>
                <a:cubicBezTo>
                  <a:pt x="3619" y="3863"/>
                  <a:pt x="3730" y="3857"/>
                  <a:pt x="3835" y="3845"/>
                </a:cubicBezTo>
                <a:cubicBezTo>
                  <a:pt x="5168" y="3702"/>
                  <a:pt x="6192" y="2547"/>
                  <a:pt x="6383" y="1261"/>
                </a:cubicBezTo>
                <a:cubicBezTo>
                  <a:pt x="6530" y="264"/>
                  <a:pt x="5753" y="0"/>
                  <a:pt x="4914" y="0"/>
                </a:cubicBezTo>
                <a:close/>
              </a:path>
            </a:pathLst>
          </a:custGeom>
          <a:solidFill>
            <a:srgbClr val="563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5"/>
          <p:cNvSpPr/>
          <p:nvPr/>
        </p:nvSpPr>
        <p:spPr>
          <a:xfrm>
            <a:off x="4050890" y="1985810"/>
            <a:ext cx="118374" cy="58731"/>
          </a:xfrm>
          <a:custGeom>
            <a:rect b="b" l="l" r="r" t="t"/>
            <a:pathLst>
              <a:path extrusionOk="0" h="2771" w="5585">
                <a:moveTo>
                  <a:pt x="2657" y="0"/>
                </a:moveTo>
                <a:cubicBezTo>
                  <a:pt x="1979" y="0"/>
                  <a:pt x="1331" y="213"/>
                  <a:pt x="763" y="595"/>
                </a:cubicBezTo>
                <a:cubicBezTo>
                  <a:pt x="667" y="631"/>
                  <a:pt x="584" y="690"/>
                  <a:pt x="489" y="797"/>
                </a:cubicBezTo>
                <a:cubicBezTo>
                  <a:pt x="382" y="881"/>
                  <a:pt x="310" y="976"/>
                  <a:pt x="286" y="1071"/>
                </a:cubicBezTo>
                <a:cubicBezTo>
                  <a:pt x="84" y="1404"/>
                  <a:pt x="1" y="1774"/>
                  <a:pt x="227" y="2131"/>
                </a:cubicBezTo>
                <a:cubicBezTo>
                  <a:pt x="501" y="2607"/>
                  <a:pt x="1155" y="2655"/>
                  <a:pt x="1656" y="2714"/>
                </a:cubicBezTo>
                <a:cubicBezTo>
                  <a:pt x="1976" y="2753"/>
                  <a:pt x="2300" y="2771"/>
                  <a:pt x="2624" y="2771"/>
                </a:cubicBezTo>
                <a:cubicBezTo>
                  <a:pt x="2999" y="2771"/>
                  <a:pt x="3375" y="2747"/>
                  <a:pt x="3751" y="2702"/>
                </a:cubicBezTo>
                <a:cubicBezTo>
                  <a:pt x="4287" y="2619"/>
                  <a:pt x="4965" y="2595"/>
                  <a:pt x="5204" y="2012"/>
                </a:cubicBezTo>
                <a:cubicBezTo>
                  <a:pt x="5585" y="1059"/>
                  <a:pt x="4180" y="285"/>
                  <a:pt x="3489" y="107"/>
                </a:cubicBezTo>
                <a:cubicBezTo>
                  <a:pt x="3209" y="35"/>
                  <a:pt x="2930" y="0"/>
                  <a:pt x="2657" y="0"/>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5"/>
          <p:cNvSpPr/>
          <p:nvPr/>
        </p:nvSpPr>
        <p:spPr>
          <a:xfrm>
            <a:off x="4661327" y="2028518"/>
            <a:ext cx="38893" cy="34251"/>
          </a:xfrm>
          <a:custGeom>
            <a:rect b="b" l="l" r="r" t="t"/>
            <a:pathLst>
              <a:path extrusionOk="0" h="1616" w="1835">
                <a:moveTo>
                  <a:pt x="950" y="1"/>
                </a:moveTo>
                <a:cubicBezTo>
                  <a:pt x="769" y="1"/>
                  <a:pt x="592" y="67"/>
                  <a:pt x="465" y="211"/>
                </a:cubicBezTo>
                <a:cubicBezTo>
                  <a:pt x="406" y="270"/>
                  <a:pt x="358" y="330"/>
                  <a:pt x="298" y="390"/>
                </a:cubicBezTo>
                <a:cubicBezTo>
                  <a:pt x="84" y="604"/>
                  <a:pt x="1" y="997"/>
                  <a:pt x="179" y="1259"/>
                </a:cubicBezTo>
                <a:cubicBezTo>
                  <a:pt x="339" y="1508"/>
                  <a:pt x="574" y="1616"/>
                  <a:pt x="843" y="1616"/>
                </a:cubicBezTo>
                <a:cubicBezTo>
                  <a:pt x="894" y="1616"/>
                  <a:pt x="947" y="1612"/>
                  <a:pt x="1001" y="1604"/>
                </a:cubicBezTo>
                <a:cubicBezTo>
                  <a:pt x="1203" y="1580"/>
                  <a:pt x="1394" y="1437"/>
                  <a:pt x="1549" y="1294"/>
                </a:cubicBezTo>
                <a:cubicBezTo>
                  <a:pt x="1799" y="1021"/>
                  <a:pt x="1834" y="532"/>
                  <a:pt x="1549" y="270"/>
                </a:cubicBezTo>
                <a:cubicBezTo>
                  <a:pt x="1549" y="270"/>
                  <a:pt x="1537" y="247"/>
                  <a:pt x="1513" y="247"/>
                </a:cubicBezTo>
                <a:cubicBezTo>
                  <a:pt x="1501" y="235"/>
                  <a:pt x="1501" y="223"/>
                  <a:pt x="1489" y="211"/>
                </a:cubicBezTo>
                <a:cubicBezTo>
                  <a:pt x="1342" y="76"/>
                  <a:pt x="1144" y="1"/>
                  <a:pt x="950" y="1"/>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5"/>
          <p:cNvSpPr/>
          <p:nvPr/>
        </p:nvSpPr>
        <p:spPr>
          <a:xfrm>
            <a:off x="5371953" y="1997573"/>
            <a:ext cx="39147" cy="34336"/>
          </a:xfrm>
          <a:custGeom>
            <a:rect b="b" l="l" r="r" t="t"/>
            <a:pathLst>
              <a:path extrusionOk="0" h="1620" w="1847">
                <a:moveTo>
                  <a:pt x="944" y="1"/>
                </a:moveTo>
                <a:cubicBezTo>
                  <a:pt x="765" y="1"/>
                  <a:pt x="590" y="64"/>
                  <a:pt x="465" y="206"/>
                </a:cubicBezTo>
                <a:cubicBezTo>
                  <a:pt x="406" y="266"/>
                  <a:pt x="358" y="326"/>
                  <a:pt x="298" y="385"/>
                </a:cubicBezTo>
                <a:cubicBezTo>
                  <a:pt x="96" y="611"/>
                  <a:pt x="1" y="992"/>
                  <a:pt x="179" y="1266"/>
                </a:cubicBezTo>
                <a:cubicBezTo>
                  <a:pt x="343" y="1522"/>
                  <a:pt x="585" y="1619"/>
                  <a:pt x="861" y="1619"/>
                </a:cubicBezTo>
                <a:cubicBezTo>
                  <a:pt x="907" y="1619"/>
                  <a:pt x="954" y="1616"/>
                  <a:pt x="1001" y="1611"/>
                </a:cubicBezTo>
                <a:cubicBezTo>
                  <a:pt x="1203" y="1576"/>
                  <a:pt x="1406" y="1445"/>
                  <a:pt x="1549" y="1290"/>
                </a:cubicBezTo>
                <a:cubicBezTo>
                  <a:pt x="1822" y="1028"/>
                  <a:pt x="1846" y="552"/>
                  <a:pt x="1549" y="266"/>
                </a:cubicBezTo>
                <a:cubicBezTo>
                  <a:pt x="1549" y="266"/>
                  <a:pt x="1537" y="254"/>
                  <a:pt x="1525" y="254"/>
                </a:cubicBezTo>
                <a:cubicBezTo>
                  <a:pt x="1501" y="242"/>
                  <a:pt x="1501" y="218"/>
                  <a:pt x="1489" y="206"/>
                </a:cubicBezTo>
                <a:cubicBezTo>
                  <a:pt x="1340" y="76"/>
                  <a:pt x="1139" y="1"/>
                  <a:pt x="944" y="1"/>
                </a:cubicBezTo>
                <a:close/>
              </a:path>
            </a:pathLst>
          </a:custGeom>
          <a:solidFill>
            <a:srgbClr val="563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5"/>
          <p:cNvSpPr/>
          <p:nvPr/>
        </p:nvSpPr>
        <p:spPr>
          <a:xfrm>
            <a:off x="4836716" y="1994648"/>
            <a:ext cx="61338" cy="67421"/>
          </a:xfrm>
          <a:custGeom>
            <a:rect b="b" l="l" r="r" t="t"/>
            <a:pathLst>
              <a:path extrusionOk="0" h="3181" w="2894">
                <a:moveTo>
                  <a:pt x="1297" y="1"/>
                </a:moveTo>
                <a:cubicBezTo>
                  <a:pt x="906" y="1"/>
                  <a:pt x="523" y="192"/>
                  <a:pt x="298" y="583"/>
                </a:cubicBezTo>
                <a:cubicBezTo>
                  <a:pt x="1" y="1095"/>
                  <a:pt x="13" y="1809"/>
                  <a:pt x="251" y="2345"/>
                </a:cubicBezTo>
                <a:cubicBezTo>
                  <a:pt x="263" y="2404"/>
                  <a:pt x="298" y="2440"/>
                  <a:pt x="322" y="2499"/>
                </a:cubicBezTo>
                <a:cubicBezTo>
                  <a:pt x="370" y="2595"/>
                  <a:pt x="429" y="2666"/>
                  <a:pt x="501" y="2714"/>
                </a:cubicBezTo>
                <a:cubicBezTo>
                  <a:pt x="759" y="2995"/>
                  <a:pt x="1092" y="3180"/>
                  <a:pt x="1489" y="3180"/>
                </a:cubicBezTo>
                <a:cubicBezTo>
                  <a:pt x="1512" y="3180"/>
                  <a:pt x="1536" y="3179"/>
                  <a:pt x="1560" y="3178"/>
                </a:cubicBezTo>
                <a:cubicBezTo>
                  <a:pt x="1977" y="3154"/>
                  <a:pt x="2346" y="2904"/>
                  <a:pt x="2560" y="2547"/>
                </a:cubicBezTo>
                <a:cubicBezTo>
                  <a:pt x="2894" y="1892"/>
                  <a:pt x="2727" y="952"/>
                  <a:pt x="2227" y="416"/>
                </a:cubicBezTo>
                <a:cubicBezTo>
                  <a:pt x="1974" y="141"/>
                  <a:pt x="1633" y="1"/>
                  <a:pt x="1297" y="1"/>
                </a:cubicBezTo>
                <a:close/>
              </a:path>
            </a:pathLst>
          </a:custGeom>
          <a:solidFill>
            <a:srgbClr val="563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5"/>
          <p:cNvSpPr/>
          <p:nvPr/>
        </p:nvSpPr>
        <p:spPr>
          <a:xfrm>
            <a:off x="4623727" y="2191656"/>
            <a:ext cx="64624" cy="53708"/>
          </a:xfrm>
          <a:custGeom>
            <a:rect b="b" l="l" r="r" t="t"/>
            <a:pathLst>
              <a:path extrusionOk="0" h="2534" w="3049">
                <a:moveTo>
                  <a:pt x="2369" y="1"/>
                </a:moveTo>
                <a:cubicBezTo>
                  <a:pt x="1657" y="1"/>
                  <a:pt x="558" y="1286"/>
                  <a:pt x="310" y="1634"/>
                </a:cubicBezTo>
                <a:cubicBezTo>
                  <a:pt x="120" y="1896"/>
                  <a:pt x="1" y="2348"/>
                  <a:pt x="298" y="2491"/>
                </a:cubicBezTo>
                <a:cubicBezTo>
                  <a:pt x="346" y="2522"/>
                  <a:pt x="398" y="2533"/>
                  <a:pt x="453" y="2533"/>
                </a:cubicBezTo>
                <a:cubicBezTo>
                  <a:pt x="549" y="2533"/>
                  <a:pt x="652" y="2498"/>
                  <a:pt x="751" y="2468"/>
                </a:cubicBezTo>
                <a:cubicBezTo>
                  <a:pt x="1287" y="2277"/>
                  <a:pt x="1799" y="1991"/>
                  <a:pt x="2263" y="1646"/>
                </a:cubicBezTo>
                <a:cubicBezTo>
                  <a:pt x="2668" y="1348"/>
                  <a:pt x="3049" y="872"/>
                  <a:pt x="2870" y="408"/>
                </a:cubicBezTo>
                <a:cubicBezTo>
                  <a:pt x="2760" y="117"/>
                  <a:pt x="2582" y="1"/>
                  <a:pt x="2369" y="1"/>
                </a:cubicBezTo>
                <a:close/>
              </a:path>
            </a:pathLst>
          </a:custGeom>
          <a:solidFill>
            <a:srgbClr val="563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5"/>
          <p:cNvSpPr/>
          <p:nvPr/>
        </p:nvSpPr>
        <p:spPr>
          <a:xfrm>
            <a:off x="4233591" y="1946599"/>
            <a:ext cx="49575" cy="20792"/>
          </a:xfrm>
          <a:custGeom>
            <a:rect b="b" l="l" r="r" t="t"/>
            <a:pathLst>
              <a:path extrusionOk="0" h="981" w="2339">
                <a:moveTo>
                  <a:pt x="1719" y="0"/>
                </a:moveTo>
                <a:cubicBezTo>
                  <a:pt x="1241" y="0"/>
                  <a:pt x="602" y="208"/>
                  <a:pt x="417" y="290"/>
                </a:cubicBezTo>
                <a:cubicBezTo>
                  <a:pt x="227" y="385"/>
                  <a:pt x="1" y="576"/>
                  <a:pt x="120" y="766"/>
                </a:cubicBezTo>
                <a:cubicBezTo>
                  <a:pt x="179" y="861"/>
                  <a:pt x="286" y="885"/>
                  <a:pt x="370" y="897"/>
                </a:cubicBezTo>
                <a:cubicBezTo>
                  <a:pt x="612" y="952"/>
                  <a:pt x="860" y="981"/>
                  <a:pt x="1109" y="981"/>
                </a:cubicBezTo>
                <a:cubicBezTo>
                  <a:pt x="1239" y="981"/>
                  <a:pt x="1370" y="973"/>
                  <a:pt x="1501" y="957"/>
                </a:cubicBezTo>
                <a:cubicBezTo>
                  <a:pt x="1822" y="933"/>
                  <a:pt x="2203" y="814"/>
                  <a:pt x="2263" y="480"/>
                </a:cubicBezTo>
                <a:cubicBezTo>
                  <a:pt x="2339" y="115"/>
                  <a:pt x="2073" y="0"/>
                  <a:pt x="1719" y="0"/>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5"/>
          <p:cNvSpPr/>
          <p:nvPr/>
        </p:nvSpPr>
        <p:spPr>
          <a:xfrm>
            <a:off x="3567135" y="1901496"/>
            <a:ext cx="183231" cy="279626"/>
          </a:xfrm>
          <a:custGeom>
            <a:rect b="b" l="l" r="r" t="t"/>
            <a:pathLst>
              <a:path extrusionOk="0" h="13193" w="8645">
                <a:moveTo>
                  <a:pt x="8585" y="1"/>
                </a:moveTo>
                <a:lnTo>
                  <a:pt x="1620" y="513"/>
                </a:lnTo>
                <a:cubicBezTo>
                  <a:pt x="691" y="584"/>
                  <a:pt x="0" y="1346"/>
                  <a:pt x="0" y="2263"/>
                </a:cubicBezTo>
                <a:lnTo>
                  <a:pt x="12" y="5573"/>
                </a:lnTo>
                <a:lnTo>
                  <a:pt x="12" y="6644"/>
                </a:lnTo>
                <a:lnTo>
                  <a:pt x="36" y="11038"/>
                </a:lnTo>
                <a:cubicBezTo>
                  <a:pt x="36" y="11943"/>
                  <a:pt x="750" y="12705"/>
                  <a:pt x="1679" y="12764"/>
                </a:cubicBezTo>
                <a:lnTo>
                  <a:pt x="8644" y="13193"/>
                </a:lnTo>
                <a:lnTo>
                  <a:pt x="8644" y="11752"/>
                </a:lnTo>
                <a:lnTo>
                  <a:pt x="8644" y="10990"/>
                </a:lnTo>
                <a:lnTo>
                  <a:pt x="8609" y="6585"/>
                </a:lnTo>
                <a:lnTo>
                  <a:pt x="8597" y="4942"/>
                </a:lnTo>
                <a:lnTo>
                  <a:pt x="8585" y="1430"/>
                </a:lnTo>
                <a:lnTo>
                  <a:pt x="85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5"/>
          <p:cNvSpPr/>
          <p:nvPr/>
        </p:nvSpPr>
        <p:spPr>
          <a:xfrm>
            <a:off x="3749328" y="1742852"/>
            <a:ext cx="1807382" cy="579980"/>
          </a:xfrm>
          <a:custGeom>
            <a:rect b="b" l="l" r="r" t="t"/>
            <a:pathLst>
              <a:path extrusionOk="0" h="27364" w="85274">
                <a:moveTo>
                  <a:pt x="74906" y="1"/>
                </a:moveTo>
                <a:cubicBezTo>
                  <a:pt x="74710" y="1"/>
                  <a:pt x="74510" y="3"/>
                  <a:pt x="74308" y="9"/>
                </a:cubicBezTo>
                <a:lnTo>
                  <a:pt x="74308" y="10498"/>
                </a:lnTo>
                <a:lnTo>
                  <a:pt x="14562" y="10498"/>
                </a:lnTo>
                <a:lnTo>
                  <a:pt x="14562" y="3985"/>
                </a:lnTo>
                <a:cubicBezTo>
                  <a:pt x="12324" y="5200"/>
                  <a:pt x="10883" y="6307"/>
                  <a:pt x="10883" y="6307"/>
                </a:cubicBezTo>
                <a:cubicBezTo>
                  <a:pt x="8561" y="8224"/>
                  <a:pt x="3751" y="8748"/>
                  <a:pt x="1382" y="8891"/>
                </a:cubicBezTo>
                <a:cubicBezTo>
                  <a:pt x="1060" y="8903"/>
                  <a:pt x="786" y="8903"/>
                  <a:pt x="572" y="8926"/>
                </a:cubicBezTo>
                <a:cubicBezTo>
                  <a:pt x="215" y="8938"/>
                  <a:pt x="1" y="8938"/>
                  <a:pt x="1" y="8938"/>
                </a:cubicBezTo>
                <a:lnTo>
                  <a:pt x="13" y="12451"/>
                </a:lnTo>
                <a:lnTo>
                  <a:pt x="13" y="14082"/>
                </a:lnTo>
                <a:lnTo>
                  <a:pt x="48" y="18487"/>
                </a:lnTo>
                <a:lnTo>
                  <a:pt x="48" y="19249"/>
                </a:lnTo>
                <a:cubicBezTo>
                  <a:pt x="48" y="19249"/>
                  <a:pt x="138" y="19244"/>
                  <a:pt x="304" y="19244"/>
                </a:cubicBezTo>
                <a:cubicBezTo>
                  <a:pt x="387" y="19244"/>
                  <a:pt x="489" y="19245"/>
                  <a:pt x="608" y="19249"/>
                </a:cubicBezTo>
                <a:cubicBezTo>
                  <a:pt x="834" y="19261"/>
                  <a:pt x="1108" y="19261"/>
                  <a:pt x="1429" y="19285"/>
                </a:cubicBezTo>
                <a:cubicBezTo>
                  <a:pt x="3799" y="19416"/>
                  <a:pt x="8609" y="19880"/>
                  <a:pt x="10942" y="21761"/>
                </a:cubicBezTo>
                <a:cubicBezTo>
                  <a:pt x="10942" y="21761"/>
                  <a:pt x="18098" y="27143"/>
                  <a:pt x="25231" y="27143"/>
                </a:cubicBezTo>
                <a:cubicBezTo>
                  <a:pt x="25254" y="27143"/>
                  <a:pt x="25278" y="27143"/>
                  <a:pt x="25301" y="27143"/>
                </a:cubicBezTo>
                <a:lnTo>
                  <a:pt x="42542" y="27048"/>
                </a:lnTo>
                <a:cubicBezTo>
                  <a:pt x="44209" y="27036"/>
                  <a:pt x="45840" y="26845"/>
                  <a:pt x="47459" y="26464"/>
                </a:cubicBezTo>
                <a:cubicBezTo>
                  <a:pt x="50923" y="25658"/>
                  <a:pt x="54422" y="25394"/>
                  <a:pt x="57514" y="25394"/>
                </a:cubicBezTo>
                <a:cubicBezTo>
                  <a:pt x="62043" y="25394"/>
                  <a:pt x="65699" y="25960"/>
                  <a:pt x="67092" y="26214"/>
                </a:cubicBezTo>
                <a:cubicBezTo>
                  <a:pt x="67140" y="26214"/>
                  <a:pt x="67164" y="26226"/>
                  <a:pt x="67199" y="26226"/>
                </a:cubicBezTo>
                <a:cubicBezTo>
                  <a:pt x="67509" y="26274"/>
                  <a:pt x="67807" y="26369"/>
                  <a:pt x="68116" y="26441"/>
                </a:cubicBezTo>
                <a:cubicBezTo>
                  <a:pt x="70607" y="27114"/>
                  <a:pt x="72843" y="27363"/>
                  <a:pt x="74788" y="27363"/>
                </a:cubicBezTo>
                <a:cubicBezTo>
                  <a:pt x="78719" y="27363"/>
                  <a:pt x="81459" y="26347"/>
                  <a:pt x="82701" y="25774"/>
                </a:cubicBezTo>
                <a:cubicBezTo>
                  <a:pt x="84071" y="25059"/>
                  <a:pt x="85106" y="23964"/>
                  <a:pt x="85083" y="21845"/>
                </a:cubicBezTo>
                <a:cubicBezTo>
                  <a:pt x="85083" y="20845"/>
                  <a:pt x="84785" y="19916"/>
                  <a:pt x="84309" y="19225"/>
                </a:cubicBezTo>
                <a:cubicBezTo>
                  <a:pt x="83880" y="18594"/>
                  <a:pt x="83892" y="17749"/>
                  <a:pt x="84368" y="17142"/>
                </a:cubicBezTo>
                <a:cubicBezTo>
                  <a:pt x="84464" y="17023"/>
                  <a:pt x="84547" y="16880"/>
                  <a:pt x="84618" y="16737"/>
                </a:cubicBezTo>
                <a:cubicBezTo>
                  <a:pt x="85023" y="15987"/>
                  <a:pt x="85273" y="14880"/>
                  <a:pt x="85273" y="13606"/>
                </a:cubicBezTo>
                <a:cubicBezTo>
                  <a:pt x="85261" y="12201"/>
                  <a:pt x="84940" y="10962"/>
                  <a:pt x="84428" y="10248"/>
                </a:cubicBezTo>
                <a:cubicBezTo>
                  <a:pt x="84404" y="10200"/>
                  <a:pt x="84368" y="10141"/>
                  <a:pt x="84333" y="10093"/>
                </a:cubicBezTo>
                <a:cubicBezTo>
                  <a:pt x="84225" y="9962"/>
                  <a:pt x="84154" y="9819"/>
                  <a:pt x="84094" y="9653"/>
                </a:cubicBezTo>
                <a:cubicBezTo>
                  <a:pt x="83892" y="9129"/>
                  <a:pt x="83952" y="8522"/>
                  <a:pt x="84285" y="8033"/>
                </a:cubicBezTo>
                <a:cubicBezTo>
                  <a:pt x="84761" y="7331"/>
                  <a:pt x="85023" y="6402"/>
                  <a:pt x="85023" y="5414"/>
                </a:cubicBezTo>
                <a:cubicBezTo>
                  <a:pt x="85011" y="3283"/>
                  <a:pt x="83987" y="2211"/>
                  <a:pt x="82606" y="1509"/>
                </a:cubicBezTo>
                <a:cubicBezTo>
                  <a:pt x="81372" y="954"/>
                  <a:pt x="78717" y="1"/>
                  <a:pt x="74906" y="1"/>
                </a:cubicBez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5"/>
          <p:cNvSpPr/>
          <p:nvPr/>
        </p:nvSpPr>
        <p:spPr>
          <a:xfrm>
            <a:off x="3772049" y="1867181"/>
            <a:ext cx="262203" cy="238486"/>
          </a:xfrm>
          <a:custGeom>
            <a:rect b="b" l="l" r="r" t="t"/>
            <a:pathLst>
              <a:path extrusionOk="0" h="11252" w="12371">
                <a:moveTo>
                  <a:pt x="12371" y="1"/>
                </a:moveTo>
                <a:cubicBezTo>
                  <a:pt x="11263" y="691"/>
                  <a:pt x="10561" y="1215"/>
                  <a:pt x="10466" y="1286"/>
                </a:cubicBezTo>
                <a:cubicBezTo>
                  <a:pt x="7954" y="3358"/>
                  <a:pt x="3072" y="3930"/>
                  <a:pt x="345" y="4096"/>
                </a:cubicBezTo>
                <a:cubicBezTo>
                  <a:pt x="226" y="4096"/>
                  <a:pt x="107" y="4108"/>
                  <a:pt x="0" y="4108"/>
                </a:cubicBezTo>
                <a:lnTo>
                  <a:pt x="12" y="6573"/>
                </a:lnTo>
                <a:lnTo>
                  <a:pt x="36" y="11252"/>
                </a:lnTo>
                <a:cubicBezTo>
                  <a:pt x="36" y="11252"/>
                  <a:pt x="9406" y="11252"/>
                  <a:pt x="12371" y="4727"/>
                </a:cubicBezTo>
                <a:lnTo>
                  <a:pt x="12371" y="1"/>
                </a:lnTo>
                <a:close/>
              </a:path>
            </a:pathLst>
          </a:cu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5"/>
          <p:cNvSpPr/>
          <p:nvPr/>
        </p:nvSpPr>
        <p:spPr>
          <a:xfrm>
            <a:off x="5346731" y="1765742"/>
            <a:ext cx="186240" cy="280007"/>
          </a:xfrm>
          <a:custGeom>
            <a:rect b="b" l="l" r="r" t="t"/>
            <a:pathLst>
              <a:path extrusionOk="0" h="13211" w="8787">
                <a:moveTo>
                  <a:pt x="0" y="0"/>
                </a:moveTo>
                <a:lnTo>
                  <a:pt x="0" y="4965"/>
                </a:lnTo>
                <a:lnTo>
                  <a:pt x="0" y="9430"/>
                </a:lnTo>
                <a:cubicBezTo>
                  <a:pt x="2875" y="12754"/>
                  <a:pt x="6188" y="13210"/>
                  <a:pt x="7792" y="13210"/>
                </a:cubicBezTo>
                <a:cubicBezTo>
                  <a:pt x="8400" y="13210"/>
                  <a:pt x="8763" y="13145"/>
                  <a:pt x="8763" y="13145"/>
                </a:cubicBezTo>
                <a:cubicBezTo>
                  <a:pt x="8787" y="12930"/>
                  <a:pt x="8787" y="12740"/>
                  <a:pt x="8787" y="12526"/>
                </a:cubicBezTo>
                <a:cubicBezTo>
                  <a:pt x="8787" y="11192"/>
                  <a:pt x="8430" y="10228"/>
                  <a:pt x="8108" y="9763"/>
                </a:cubicBezTo>
                <a:cubicBezTo>
                  <a:pt x="8096" y="9728"/>
                  <a:pt x="8061" y="9716"/>
                  <a:pt x="8049" y="9680"/>
                </a:cubicBezTo>
                <a:lnTo>
                  <a:pt x="8037" y="9656"/>
                </a:lnTo>
                <a:cubicBezTo>
                  <a:pt x="7858" y="9430"/>
                  <a:pt x="7739" y="9180"/>
                  <a:pt x="7656" y="8942"/>
                </a:cubicBezTo>
                <a:cubicBezTo>
                  <a:pt x="7334" y="8073"/>
                  <a:pt x="7442" y="7096"/>
                  <a:pt x="7965" y="6322"/>
                </a:cubicBezTo>
                <a:cubicBezTo>
                  <a:pt x="8335" y="5775"/>
                  <a:pt x="8525" y="5060"/>
                  <a:pt x="8525" y="4310"/>
                </a:cubicBezTo>
                <a:cubicBezTo>
                  <a:pt x="8525" y="2893"/>
                  <a:pt x="8013" y="2048"/>
                  <a:pt x="6727" y="1393"/>
                </a:cubicBezTo>
                <a:cubicBezTo>
                  <a:pt x="5596" y="893"/>
                  <a:pt x="3286" y="72"/>
                  <a:pt x="0" y="0"/>
                </a:cubicBezTo>
                <a:close/>
              </a:path>
            </a:pathLst>
          </a:cu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2" name="Google Shape;4822;p85"/>
          <p:cNvGrpSpPr/>
          <p:nvPr/>
        </p:nvGrpSpPr>
        <p:grpSpPr>
          <a:xfrm flipH="1" rot="3061104">
            <a:off x="3472247" y="1354578"/>
            <a:ext cx="220120" cy="310014"/>
            <a:chOff x="1554950" y="3841075"/>
            <a:chExt cx="389950" cy="549200"/>
          </a:xfrm>
        </p:grpSpPr>
        <p:sp>
          <p:nvSpPr>
            <p:cNvPr id="4823" name="Google Shape;4823;p85"/>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5"/>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5"/>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5"/>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5"/>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5"/>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5"/>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5"/>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1" name="Google Shape;4831;p85"/>
          <p:cNvGrpSpPr/>
          <p:nvPr/>
        </p:nvGrpSpPr>
        <p:grpSpPr>
          <a:xfrm rot="7738896">
            <a:off x="5451622" y="567441"/>
            <a:ext cx="220120" cy="310014"/>
            <a:chOff x="1554950" y="3841075"/>
            <a:chExt cx="389950" cy="549200"/>
          </a:xfrm>
        </p:grpSpPr>
        <p:sp>
          <p:nvSpPr>
            <p:cNvPr id="4832" name="Google Shape;4832;p85"/>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5"/>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5"/>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5"/>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5"/>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5"/>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5"/>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5"/>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0" name="Google Shape;4840;p85"/>
          <p:cNvGrpSpPr/>
          <p:nvPr/>
        </p:nvGrpSpPr>
        <p:grpSpPr>
          <a:xfrm>
            <a:off x="-1032112" y="-221470"/>
            <a:ext cx="3880345" cy="3699034"/>
            <a:chOff x="-1032112" y="-221470"/>
            <a:chExt cx="3880345" cy="3699034"/>
          </a:xfrm>
        </p:grpSpPr>
        <p:grpSp>
          <p:nvGrpSpPr>
            <p:cNvPr id="4841" name="Google Shape;4841;p85"/>
            <p:cNvGrpSpPr/>
            <p:nvPr/>
          </p:nvGrpSpPr>
          <p:grpSpPr>
            <a:xfrm rot="3182169">
              <a:off x="1676653" y="657654"/>
              <a:ext cx="379449" cy="720480"/>
              <a:chOff x="2263675" y="890788"/>
              <a:chExt cx="248900" cy="472600"/>
            </a:xfrm>
          </p:grpSpPr>
          <p:sp>
            <p:nvSpPr>
              <p:cNvPr id="4842" name="Google Shape;4842;p85"/>
              <p:cNvSpPr/>
              <p:nvPr/>
            </p:nvSpPr>
            <p:spPr>
              <a:xfrm>
                <a:off x="2263675" y="890788"/>
                <a:ext cx="248900" cy="472600"/>
              </a:xfrm>
              <a:custGeom>
                <a:rect b="b" l="l" r="r" t="t"/>
                <a:pathLst>
                  <a:path extrusionOk="0" h="18904" w="9956">
                    <a:moveTo>
                      <a:pt x="4075" y="0"/>
                    </a:moveTo>
                    <a:cubicBezTo>
                      <a:pt x="3898" y="0"/>
                      <a:pt x="3718" y="22"/>
                      <a:pt x="3537" y="68"/>
                    </a:cubicBezTo>
                    <a:cubicBezTo>
                      <a:pt x="1" y="961"/>
                      <a:pt x="1215" y="9010"/>
                      <a:pt x="2882" y="13236"/>
                    </a:cubicBezTo>
                    <a:cubicBezTo>
                      <a:pt x="4537" y="17463"/>
                      <a:pt x="4132" y="18904"/>
                      <a:pt x="4132" y="18904"/>
                    </a:cubicBezTo>
                    <a:cubicBezTo>
                      <a:pt x="4132" y="18904"/>
                      <a:pt x="6811" y="17285"/>
                      <a:pt x="8430" y="12284"/>
                    </a:cubicBezTo>
                    <a:cubicBezTo>
                      <a:pt x="9955" y="7540"/>
                      <a:pt x="7355" y="0"/>
                      <a:pt x="4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5"/>
              <p:cNvSpPr/>
              <p:nvPr/>
            </p:nvSpPr>
            <p:spPr>
              <a:xfrm>
                <a:off x="2365475" y="990113"/>
                <a:ext cx="93200" cy="360175"/>
              </a:xfrm>
              <a:custGeom>
                <a:rect b="b" l="l" r="r" t="t"/>
                <a:pathLst>
                  <a:path extrusionOk="0" h="14407" w="3728">
                    <a:moveTo>
                      <a:pt x="394" y="0"/>
                    </a:moveTo>
                    <a:lnTo>
                      <a:pt x="191" y="108"/>
                    </a:lnTo>
                    <a:cubicBezTo>
                      <a:pt x="215" y="179"/>
                      <a:pt x="3477" y="7001"/>
                      <a:pt x="1" y="14324"/>
                    </a:cubicBezTo>
                    <a:lnTo>
                      <a:pt x="203" y="14407"/>
                    </a:lnTo>
                    <a:cubicBezTo>
                      <a:pt x="3727" y="6989"/>
                      <a:pt x="429" y="84"/>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4" name="Google Shape;4844;p85"/>
            <p:cNvGrpSpPr/>
            <p:nvPr/>
          </p:nvGrpSpPr>
          <p:grpSpPr>
            <a:xfrm rot="-6658501">
              <a:off x="354980" y="-89279"/>
              <a:ext cx="379438" cy="498322"/>
              <a:chOff x="2136875" y="1156838"/>
              <a:chExt cx="166125" cy="218175"/>
            </a:xfrm>
          </p:grpSpPr>
          <p:sp>
            <p:nvSpPr>
              <p:cNvPr id="4845" name="Google Shape;4845;p85"/>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5"/>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7" name="Google Shape;4847;p85"/>
            <p:cNvGrpSpPr/>
            <p:nvPr/>
          </p:nvGrpSpPr>
          <p:grpSpPr>
            <a:xfrm rot="3724926">
              <a:off x="-550544" y="259700"/>
              <a:ext cx="2736131" cy="2736693"/>
              <a:chOff x="494881" y="2817898"/>
              <a:chExt cx="2631079" cy="2631619"/>
            </a:xfrm>
          </p:grpSpPr>
          <p:grpSp>
            <p:nvGrpSpPr>
              <p:cNvPr id="4848" name="Google Shape;4848;p85"/>
              <p:cNvGrpSpPr/>
              <p:nvPr/>
            </p:nvGrpSpPr>
            <p:grpSpPr>
              <a:xfrm rot="-872865">
                <a:off x="758334" y="2920740"/>
                <a:ext cx="1104590" cy="2238658"/>
                <a:chOff x="1803775" y="5029925"/>
                <a:chExt cx="655775" cy="1329050"/>
              </a:xfrm>
            </p:grpSpPr>
            <p:sp>
              <p:nvSpPr>
                <p:cNvPr id="4849" name="Google Shape;4849;p85"/>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5"/>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5"/>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5"/>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5"/>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5"/>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5"/>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5"/>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5"/>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5"/>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5"/>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0" name="Google Shape;4860;p85"/>
              <p:cNvGrpSpPr/>
              <p:nvPr/>
            </p:nvGrpSpPr>
            <p:grpSpPr>
              <a:xfrm rot="2700000">
                <a:off x="2022629" y="4043249"/>
                <a:ext cx="736574" cy="1342446"/>
                <a:chOff x="-214625" y="3943775"/>
                <a:chExt cx="458725" cy="836125"/>
              </a:xfrm>
            </p:grpSpPr>
            <p:sp>
              <p:nvSpPr>
                <p:cNvPr id="4861" name="Google Shape;4861;p85"/>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5"/>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5"/>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5"/>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5"/>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5"/>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5"/>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5"/>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5"/>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5"/>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5"/>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5"/>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73" name="Google Shape;4873;p85"/>
            <p:cNvGrpSpPr/>
            <p:nvPr/>
          </p:nvGrpSpPr>
          <p:grpSpPr>
            <a:xfrm rot="6486648">
              <a:off x="1298544" y="1160529"/>
              <a:ext cx="1166731" cy="1651795"/>
              <a:chOff x="1793075" y="1583538"/>
              <a:chExt cx="552200" cy="781775"/>
            </a:xfrm>
          </p:grpSpPr>
          <p:sp>
            <p:nvSpPr>
              <p:cNvPr id="4874" name="Google Shape;4874;p85"/>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5"/>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5"/>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5"/>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5"/>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5"/>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5"/>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1" name="Google Shape;4881;p85"/>
            <p:cNvSpPr/>
            <p:nvPr/>
          </p:nvSpPr>
          <p:spPr>
            <a:xfrm rot="3045368">
              <a:off x="1895189" y="3434"/>
              <a:ext cx="233030" cy="47211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85"/>
          <p:cNvGrpSpPr/>
          <p:nvPr/>
        </p:nvGrpSpPr>
        <p:grpSpPr>
          <a:xfrm>
            <a:off x="6190837" y="-227160"/>
            <a:ext cx="3949418" cy="3704723"/>
            <a:chOff x="6190837" y="-227160"/>
            <a:chExt cx="3949418" cy="3704723"/>
          </a:xfrm>
        </p:grpSpPr>
        <p:grpSp>
          <p:nvGrpSpPr>
            <p:cNvPr id="4883" name="Google Shape;4883;p85"/>
            <p:cNvGrpSpPr/>
            <p:nvPr/>
          </p:nvGrpSpPr>
          <p:grpSpPr>
            <a:xfrm flipH="1" rot="-3724926">
              <a:off x="6922556" y="259700"/>
              <a:ext cx="2736131" cy="2736693"/>
              <a:chOff x="494881" y="2817898"/>
              <a:chExt cx="2631079" cy="2631619"/>
            </a:xfrm>
          </p:grpSpPr>
          <p:grpSp>
            <p:nvGrpSpPr>
              <p:cNvPr id="4884" name="Google Shape;4884;p85"/>
              <p:cNvGrpSpPr/>
              <p:nvPr/>
            </p:nvGrpSpPr>
            <p:grpSpPr>
              <a:xfrm rot="-872865">
                <a:off x="758334" y="2920740"/>
                <a:ext cx="1104590" cy="2238658"/>
                <a:chOff x="1803775" y="5029925"/>
                <a:chExt cx="655775" cy="1329050"/>
              </a:xfrm>
            </p:grpSpPr>
            <p:sp>
              <p:nvSpPr>
                <p:cNvPr id="4885" name="Google Shape;4885;p85"/>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5"/>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5"/>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5"/>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5"/>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5"/>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5"/>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5"/>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5"/>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5"/>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5"/>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6" name="Google Shape;4896;p85"/>
              <p:cNvGrpSpPr/>
              <p:nvPr/>
            </p:nvGrpSpPr>
            <p:grpSpPr>
              <a:xfrm rot="2700000">
                <a:off x="2022629" y="4043249"/>
                <a:ext cx="736574" cy="1342446"/>
                <a:chOff x="-214625" y="3943775"/>
                <a:chExt cx="458725" cy="836125"/>
              </a:xfrm>
            </p:grpSpPr>
            <p:sp>
              <p:nvSpPr>
                <p:cNvPr id="4897" name="Google Shape;4897;p85"/>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5"/>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5"/>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5"/>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5"/>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5"/>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5"/>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5"/>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5"/>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5"/>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5"/>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5"/>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9" name="Google Shape;4909;p85"/>
            <p:cNvGrpSpPr/>
            <p:nvPr/>
          </p:nvGrpSpPr>
          <p:grpSpPr>
            <a:xfrm rot="-4313352">
              <a:off x="6573794" y="890829"/>
              <a:ext cx="1166731" cy="1651795"/>
              <a:chOff x="1793075" y="1583538"/>
              <a:chExt cx="552200" cy="781775"/>
            </a:xfrm>
          </p:grpSpPr>
          <p:sp>
            <p:nvSpPr>
              <p:cNvPr id="4910" name="Google Shape;4910;p85"/>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5"/>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5"/>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5"/>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5"/>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5"/>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5"/>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7" name="Google Shape;4917;p85"/>
            <p:cNvGrpSpPr/>
            <p:nvPr/>
          </p:nvGrpSpPr>
          <p:grpSpPr>
            <a:xfrm rot="-4283421">
              <a:off x="6802366" y="413488"/>
              <a:ext cx="379450" cy="720483"/>
              <a:chOff x="2263675" y="890788"/>
              <a:chExt cx="248900" cy="472600"/>
            </a:xfrm>
          </p:grpSpPr>
          <p:sp>
            <p:nvSpPr>
              <p:cNvPr id="4918" name="Google Shape;4918;p85"/>
              <p:cNvSpPr/>
              <p:nvPr/>
            </p:nvSpPr>
            <p:spPr>
              <a:xfrm>
                <a:off x="2263675" y="890788"/>
                <a:ext cx="248900" cy="472600"/>
              </a:xfrm>
              <a:custGeom>
                <a:rect b="b" l="l" r="r" t="t"/>
                <a:pathLst>
                  <a:path extrusionOk="0" h="18904" w="9956">
                    <a:moveTo>
                      <a:pt x="4075" y="0"/>
                    </a:moveTo>
                    <a:cubicBezTo>
                      <a:pt x="3898" y="0"/>
                      <a:pt x="3718" y="22"/>
                      <a:pt x="3537" y="68"/>
                    </a:cubicBezTo>
                    <a:cubicBezTo>
                      <a:pt x="1" y="961"/>
                      <a:pt x="1215" y="9010"/>
                      <a:pt x="2882" y="13236"/>
                    </a:cubicBezTo>
                    <a:cubicBezTo>
                      <a:pt x="4537" y="17463"/>
                      <a:pt x="4132" y="18904"/>
                      <a:pt x="4132" y="18904"/>
                    </a:cubicBezTo>
                    <a:cubicBezTo>
                      <a:pt x="4132" y="18904"/>
                      <a:pt x="6811" y="17285"/>
                      <a:pt x="8430" y="12284"/>
                    </a:cubicBezTo>
                    <a:cubicBezTo>
                      <a:pt x="9955" y="7540"/>
                      <a:pt x="7355" y="0"/>
                      <a:pt x="4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5"/>
              <p:cNvSpPr/>
              <p:nvPr/>
            </p:nvSpPr>
            <p:spPr>
              <a:xfrm>
                <a:off x="2365475" y="990113"/>
                <a:ext cx="93200" cy="360175"/>
              </a:xfrm>
              <a:custGeom>
                <a:rect b="b" l="l" r="r" t="t"/>
                <a:pathLst>
                  <a:path extrusionOk="0" h="14407" w="3728">
                    <a:moveTo>
                      <a:pt x="394" y="0"/>
                    </a:moveTo>
                    <a:lnTo>
                      <a:pt x="191" y="108"/>
                    </a:lnTo>
                    <a:cubicBezTo>
                      <a:pt x="215" y="179"/>
                      <a:pt x="3477" y="7001"/>
                      <a:pt x="1" y="14324"/>
                    </a:cubicBezTo>
                    <a:lnTo>
                      <a:pt x="203" y="14407"/>
                    </a:lnTo>
                    <a:cubicBezTo>
                      <a:pt x="3727" y="6989"/>
                      <a:pt x="429" y="84"/>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0" name="Google Shape;4920;p85"/>
            <p:cNvSpPr/>
            <p:nvPr/>
          </p:nvSpPr>
          <p:spPr>
            <a:xfrm rot="3045368">
              <a:off x="7325089" y="2290634"/>
              <a:ext cx="233030" cy="47211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1" name="Google Shape;4921;p85"/>
            <p:cNvGrpSpPr/>
            <p:nvPr/>
          </p:nvGrpSpPr>
          <p:grpSpPr>
            <a:xfrm flipH="1" rot="10097359">
              <a:off x="7001230" y="-196122"/>
              <a:ext cx="378076" cy="704448"/>
              <a:chOff x="5417062" y="29585"/>
              <a:chExt cx="412349" cy="768306"/>
            </a:xfrm>
          </p:grpSpPr>
          <p:sp>
            <p:nvSpPr>
              <p:cNvPr id="4922" name="Google Shape;4922;p85"/>
              <p:cNvSpPr/>
              <p:nvPr/>
            </p:nvSpPr>
            <p:spPr>
              <a:xfrm>
                <a:off x="5417062" y="33738"/>
                <a:ext cx="412349" cy="764153"/>
              </a:xfrm>
              <a:custGeom>
                <a:rect b="b" l="l" r="r" t="t"/>
                <a:pathLst>
                  <a:path extrusionOk="0" h="13063" w="7049">
                    <a:moveTo>
                      <a:pt x="6311" y="1"/>
                    </a:moveTo>
                    <a:cubicBezTo>
                      <a:pt x="6311" y="1"/>
                      <a:pt x="2536" y="2882"/>
                      <a:pt x="1274" y="4739"/>
                    </a:cubicBezTo>
                    <a:cubicBezTo>
                      <a:pt x="0" y="6609"/>
                      <a:pt x="620" y="12407"/>
                      <a:pt x="691" y="12990"/>
                    </a:cubicBezTo>
                    <a:cubicBezTo>
                      <a:pt x="696" y="13039"/>
                      <a:pt x="736" y="13062"/>
                      <a:pt x="806" y="13062"/>
                    </a:cubicBezTo>
                    <a:cubicBezTo>
                      <a:pt x="1570" y="13062"/>
                      <a:pt x="5885" y="10289"/>
                      <a:pt x="6442" y="8085"/>
                    </a:cubicBezTo>
                    <a:cubicBezTo>
                      <a:pt x="7049" y="5668"/>
                      <a:pt x="6311" y="1"/>
                      <a:pt x="63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3" name="Google Shape;4923;p85"/>
              <p:cNvGrpSpPr/>
              <p:nvPr/>
            </p:nvGrpSpPr>
            <p:grpSpPr>
              <a:xfrm>
                <a:off x="5460935" y="29585"/>
                <a:ext cx="348294" cy="752921"/>
                <a:chOff x="5460935" y="29585"/>
                <a:chExt cx="348294" cy="752921"/>
              </a:xfrm>
            </p:grpSpPr>
            <p:sp>
              <p:nvSpPr>
                <p:cNvPr id="4924" name="Google Shape;4924;p85"/>
                <p:cNvSpPr/>
                <p:nvPr/>
              </p:nvSpPr>
              <p:spPr>
                <a:xfrm>
                  <a:off x="5470002" y="29585"/>
                  <a:ext cx="321151" cy="752921"/>
                </a:xfrm>
                <a:custGeom>
                  <a:rect b="b" l="l" r="r" t="t"/>
                  <a:pathLst>
                    <a:path extrusionOk="0" h="12871" w="5490">
                      <a:moveTo>
                        <a:pt x="5299" y="0"/>
                      </a:moveTo>
                      <a:cubicBezTo>
                        <a:pt x="5251" y="72"/>
                        <a:pt x="1084" y="6894"/>
                        <a:pt x="0" y="12823"/>
                      </a:cubicBezTo>
                      <a:lnTo>
                        <a:pt x="227" y="12871"/>
                      </a:lnTo>
                      <a:cubicBezTo>
                        <a:pt x="1310" y="7001"/>
                        <a:pt x="5441" y="191"/>
                        <a:pt x="5489" y="119"/>
                      </a:cubicBezTo>
                      <a:lnTo>
                        <a:pt x="529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5"/>
                <p:cNvSpPr/>
                <p:nvPr/>
              </p:nvSpPr>
              <p:spPr>
                <a:xfrm>
                  <a:off x="5556345" y="290776"/>
                  <a:ext cx="252885" cy="204098"/>
                </a:xfrm>
                <a:custGeom>
                  <a:rect b="b" l="l" r="r" t="t"/>
                  <a:pathLst>
                    <a:path extrusionOk="0" h="3489" w="4323">
                      <a:moveTo>
                        <a:pt x="4227" y="0"/>
                      </a:moveTo>
                      <a:cubicBezTo>
                        <a:pt x="4108" y="72"/>
                        <a:pt x="1013" y="1798"/>
                        <a:pt x="1" y="3370"/>
                      </a:cubicBezTo>
                      <a:lnTo>
                        <a:pt x="191" y="3489"/>
                      </a:lnTo>
                      <a:cubicBezTo>
                        <a:pt x="1167" y="1965"/>
                        <a:pt x="4311" y="202"/>
                        <a:pt x="4323" y="191"/>
                      </a:cubicBezTo>
                      <a:lnTo>
                        <a:pt x="422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5"/>
                <p:cNvSpPr/>
                <p:nvPr/>
              </p:nvSpPr>
              <p:spPr>
                <a:xfrm>
                  <a:off x="5560557" y="223212"/>
                  <a:ext cx="41124" cy="244520"/>
                </a:xfrm>
                <a:custGeom>
                  <a:rect b="b" l="l" r="r" t="t"/>
                  <a:pathLst>
                    <a:path extrusionOk="0" h="4180" w="703">
                      <a:moveTo>
                        <a:pt x="226" y="0"/>
                      </a:moveTo>
                      <a:lnTo>
                        <a:pt x="0" y="36"/>
                      </a:lnTo>
                      <a:cubicBezTo>
                        <a:pt x="0" y="60"/>
                        <a:pt x="476" y="3120"/>
                        <a:pt x="83" y="4108"/>
                      </a:cubicBezTo>
                      <a:lnTo>
                        <a:pt x="298" y="4179"/>
                      </a:lnTo>
                      <a:cubicBezTo>
                        <a:pt x="703" y="3132"/>
                        <a:pt x="250" y="107"/>
                        <a:pt x="2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5"/>
                <p:cNvSpPr/>
                <p:nvPr/>
              </p:nvSpPr>
              <p:spPr>
                <a:xfrm>
                  <a:off x="5492290" y="539391"/>
                  <a:ext cx="285585" cy="153263"/>
                </a:xfrm>
                <a:custGeom>
                  <a:rect b="b" l="l" r="r" t="t"/>
                  <a:pathLst>
                    <a:path extrusionOk="0" h="2620" w="4882">
                      <a:moveTo>
                        <a:pt x="4858" y="1"/>
                      </a:moveTo>
                      <a:cubicBezTo>
                        <a:pt x="4727" y="13"/>
                        <a:pt x="1548" y="536"/>
                        <a:pt x="0" y="2489"/>
                      </a:cubicBezTo>
                      <a:lnTo>
                        <a:pt x="179" y="2620"/>
                      </a:lnTo>
                      <a:cubicBezTo>
                        <a:pt x="1667" y="751"/>
                        <a:pt x="4858" y="227"/>
                        <a:pt x="4882" y="227"/>
                      </a:cubicBezTo>
                      <a:lnTo>
                        <a:pt x="485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5"/>
                <p:cNvSpPr/>
                <p:nvPr/>
              </p:nvSpPr>
              <p:spPr>
                <a:xfrm>
                  <a:off x="5460935" y="361792"/>
                  <a:ext cx="72478" cy="281431"/>
                </a:xfrm>
                <a:custGeom>
                  <a:rect b="b" l="l" r="r" t="t"/>
                  <a:pathLst>
                    <a:path extrusionOk="0" h="4811" w="1239">
                      <a:moveTo>
                        <a:pt x="215" y="1"/>
                      </a:moveTo>
                      <a:lnTo>
                        <a:pt x="1" y="60"/>
                      </a:lnTo>
                      <a:cubicBezTo>
                        <a:pt x="24" y="96"/>
                        <a:pt x="1001" y="3370"/>
                        <a:pt x="691" y="4763"/>
                      </a:cubicBezTo>
                      <a:lnTo>
                        <a:pt x="917" y="4811"/>
                      </a:lnTo>
                      <a:cubicBezTo>
                        <a:pt x="1239" y="3370"/>
                        <a:pt x="262" y="131"/>
                        <a:pt x="2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799"/>
                                        </p:tgtEl>
                                        <p:attrNameLst>
                                          <p:attrName>style.visibility</p:attrName>
                                        </p:attrNameLst>
                                      </p:cBhvr>
                                      <p:to>
                                        <p:strVal val="visible"/>
                                      </p:to>
                                    </p:set>
                                    <p:animEffect filter="fade" transition="in">
                                      <p:cBhvr>
                                        <p:cTn dur="1000"/>
                                        <p:tgtEl>
                                          <p:spTgt spid="4799"/>
                                        </p:tgtEl>
                                      </p:cBhvr>
                                    </p:animEffect>
                                  </p:childTnLst>
                                </p:cTn>
                              </p:par>
                              <p:par>
                                <p:cTn fill="hold" nodeType="withEffect" presetClass="entr" presetID="10" presetSubtype="0">
                                  <p:stCondLst>
                                    <p:cond delay="0"/>
                                  </p:stCondLst>
                                  <p:childTnLst>
                                    <p:set>
                                      <p:cBhvr>
                                        <p:cTn dur="1" fill="hold">
                                          <p:stCondLst>
                                            <p:cond delay="0"/>
                                          </p:stCondLst>
                                        </p:cTn>
                                        <p:tgtEl>
                                          <p:spTgt spid="4798"/>
                                        </p:tgtEl>
                                        <p:attrNameLst>
                                          <p:attrName>style.visibility</p:attrName>
                                        </p:attrNameLst>
                                      </p:cBhvr>
                                      <p:to>
                                        <p:strVal val="visible"/>
                                      </p:to>
                                    </p:set>
                                    <p:animEffect filter="fade" transition="in">
                                      <p:cBhvr>
                                        <p:cTn dur="1000"/>
                                        <p:tgtEl>
                                          <p:spTgt spid="479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796"/>
                                        </p:tgtEl>
                                        <p:attrNameLst>
                                          <p:attrName>style.visibility</p:attrName>
                                        </p:attrNameLst>
                                      </p:cBhvr>
                                      <p:to>
                                        <p:strVal val="visible"/>
                                      </p:to>
                                    </p:set>
                                    <p:animEffect filter="fade" transition="in">
                                      <p:cBhvr>
                                        <p:cTn dur="1000"/>
                                        <p:tgtEl>
                                          <p:spTgt spid="4796"/>
                                        </p:tgtEl>
                                      </p:cBhvr>
                                    </p:animEffect>
                                  </p:childTnLst>
                                </p:cTn>
                              </p:par>
                              <p:par>
                                <p:cTn fill="hold" nodeType="withEffect" presetClass="entr" presetID="10" presetSubtype="0">
                                  <p:stCondLst>
                                    <p:cond delay="0"/>
                                  </p:stCondLst>
                                  <p:childTnLst>
                                    <p:set>
                                      <p:cBhvr>
                                        <p:cTn dur="1" fill="hold">
                                          <p:stCondLst>
                                            <p:cond delay="0"/>
                                          </p:stCondLst>
                                        </p:cTn>
                                        <p:tgtEl>
                                          <p:spTgt spid="4797"/>
                                        </p:tgtEl>
                                        <p:attrNameLst>
                                          <p:attrName>style.visibility</p:attrName>
                                        </p:attrNameLst>
                                      </p:cBhvr>
                                      <p:to>
                                        <p:strVal val="visible"/>
                                      </p:to>
                                    </p:set>
                                    <p:animEffect filter="fade" transition="in">
                                      <p:cBhvr>
                                        <p:cTn dur="1000"/>
                                        <p:tgtEl>
                                          <p:spTgt spid="479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2" name="Shape 4932"/>
        <p:cNvGrpSpPr/>
        <p:nvPr/>
      </p:nvGrpSpPr>
      <p:grpSpPr>
        <a:xfrm>
          <a:off x="0" y="0"/>
          <a:ext cx="0" cy="0"/>
          <a:chOff x="0" y="0"/>
          <a:chExt cx="0" cy="0"/>
        </a:xfrm>
      </p:grpSpPr>
      <p:sp>
        <p:nvSpPr>
          <p:cNvPr id="4933" name="Google Shape;4933;p86"/>
          <p:cNvSpPr txBox="1"/>
          <p:nvPr>
            <p:ph type="title"/>
          </p:nvPr>
        </p:nvSpPr>
        <p:spPr>
          <a:xfrm>
            <a:off x="1206550" y="1303025"/>
            <a:ext cx="6731100" cy="1723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242,000,000</a:t>
            </a:r>
            <a:endParaRPr/>
          </a:p>
        </p:txBody>
      </p:sp>
      <p:sp>
        <p:nvSpPr>
          <p:cNvPr id="4934" name="Google Shape;4934;p86"/>
          <p:cNvSpPr txBox="1"/>
          <p:nvPr>
            <p:ph idx="1" type="subTitle"/>
          </p:nvPr>
        </p:nvSpPr>
        <p:spPr>
          <a:xfrm>
            <a:off x="1432475" y="3026825"/>
            <a:ext cx="6279300" cy="516600"/>
          </a:xfrm>
          <a:prstGeom prst="rect">
            <a:avLst/>
          </a:prstGeom>
        </p:spPr>
        <p:txBody>
          <a:bodyPr anchorCtr="0" anchor="ctr" bIns="91425" lIns="91425" spcFirstLastPara="1" rIns="91425" wrap="square" tIns="91425">
            <a:noAutofit/>
          </a:bodyPr>
          <a:lstStyle/>
          <a:p>
            <a:pPr indent="0" lvl="0" marL="0" rtl="0" algn="ctr">
              <a:spcBef>
                <a:spcPts val="1000"/>
              </a:spcBef>
              <a:spcAft>
                <a:spcPts val="0"/>
              </a:spcAft>
              <a:buNone/>
            </a:pPr>
            <a:r>
              <a:rPr lang="en"/>
              <a:t> Tons of plastic waste that were generated in 2016 only</a:t>
            </a:r>
            <a:endParaRPr/>
          </a:p>
        </p:txBody>
      </p:sp>
      <p:grpSp>
        <p:nvGrpSpPr>
          <p:cNvPr id="4935" name="Google Shape;4935;p86"/>
          <p:cNvGrpSpPr/>
          <p:nvPr/>
        </p:nvGrpSpPr>
        <p:grpSpPr>
          <a:xfrm flipH="1" rot="1324980">
            <a:off x="648294" y="577659"/>
            <a:ext cx="470036" cy="1364806"/>
            <a:chOff x="6512944" y="2975654"/>
            <a:chExt cx="1594853" cy="4630848"/>
          </a:xfrm>
        </p:grpSpPr>
        <p:grpSp>
          <p:nvGrpSpPr>
            <p:cNvPr id="4936" name="Google Shape;4936;p86"/>
            <p:cNvGrpSpPr/>
            <p:nvPr/>
          </p:nvGrpSpPr>
          <p:grpSpPr>
            <a:xfrm>
              <a:off x="6512944" y="2975654"/>
              <a:ext cx="1594853" cy="4630848"/>
              <a:chOff x="1460575" y="5630575"/>
              <a:chExt cx="645350" cy="1873775"/>
            </a:xfrm>
          </p:grpSpPr>
          <p:sp>
            <p:nvSpPr>
              <p:cNvPr id="4937" name="Google Shape;4937;p86"/>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6"/>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9" name="Google Shape;4939;p86"/>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0" name="Google Shape;4940;p86"/>
          <p:cNvGrpSpPr/>
          <p:nvPr/>
        </p:nvGrpSpPr>
        <p:grpSpPr>
          <a:xfrm flipH="1" rot="-8949177">
            <a:off x="8028383" y="3963380"/>
            <a:ext cx="469982" cy="1364649"/>
            <a:chOff x="6512944" y="2975654"/>
            <a:chExt cx="1594853" cy="4630848"/>
          </a:xfrm>
        </p:grpSpPr>
        <p:grpSp>
          <p:nvGrpSpPr>
            <p:cNvPr id="4941" name="Google Shape;4941;p86"/>
            <p:cNvGrpSpPr/>
            <p:nvPr/>
          </p:nvGrpSpPr>
          <p:grpSpPr>
            <a:xfrm>
              <a:off x="6512944" y="2975654"/>
              <a:ext cx="1594853" cy="4630848"/>
              <a:chOff x="1460575" y="5630575"/>
              <a:chExt cx="645350" cy="1873775"/>
            </a:xfrm>
          </p:grpSpPr>
          <p:sp>
            <p:nvSpPr>
              <p:cNvPr id="4942" name="Google Shape;4942;p86"/>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6"/>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4" name="Google Shape;4944;p86"/>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5" name="Google Shape;4945;p86"/>
          <p:cNvSpPr/>
          <p:nvPr/>
        </p:nvSpPr>
        <p:spPr>
          <a:xfrm rot="819144">
            <a:off x="8858621" y="1545308"/>
            <a:ext cx="148957" cy="30180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6" name="Google Shape;4946;p86"/>
          <p:cNvGrpSpPr/>
          <p:nvPr/>
        </p:nvGrpSpPr>
        <p:grpSpPr>
          <a:xfrm flipH="1" rot="10800000">
            <a:off x="8160383" y="826845"/>
            <a:ext cx="298397" cy="866432"/>
            <a:chOff x="6512944" y="2975654"/>
            <a:chExt cx="1594853" cy="4630848"/>
          </a:xfrm>
        </p:grpSpPr>
        <p:grpSp>
          <p:nvGrpSpPr>
            <p:cNvPr id="4947" name="Google Shape;4947;p86"/>
            <p:cNvGrpSpPr/>
            <p:nvPr/>
          </p:nvGrpSpPr>
          <p:grpSpPr>
            <a:xfrm>
              <a:off x="6512944" y="2975654"/>
              <a:ext cx="1594853" cy="4630848"/>
              <a:chOff x="1460575" y="5630575"/>
              <a:chExt cx="645350" cy="1873775"/>
            </a:xfrm>
          </p:grpSpPr>
          <p:sp>
            <p:nvSpPr>
              <p:cNvPr id="4948" name="Google Shape;4948;p86"/>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6"/>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0" name="Google Shape;4950;p86"/>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4933"/>
                                        </p:tgtEl>
                                        <p:attrNameLst>
                                          <p:attrName>style.visibility</p:attrName>
                                        </p:attrNameLst>
                                      </p:cBhvr>
                                      <p:to>
                                        <p:strVal val="visible"/>
                                      </p:to>
                                    </p:set>
                                    <p:animEffect filter="fade" transition="in">
                                      <p:cBhvr>
                                        <p:cTn dur="1000"/>
                                        <p:tgtEl>
                                          <p:spTgt spid="4933"/>
                                        </p:tgtEl>
                                      </p:cBhvr>
                                    </p:animEffect>
                                  </p:childTnLst>
                                </p:cTn>
                              </p:par>
                              <p:par>
                                <p:cTn fill="hold" nodeType="withEffect" presetClass="entr" presetID="23" presetSubtype="16">
                                  <p:stCondLst>
                                    <p:cond delay="0"/>
                                  </p:stCondLst>
                                  <p:childTnLst>
                                    <p:set>
                                      <p:cBhvr>
                                        <p:cTn dur="1" fill="hold">
                                          <p:stCondLst>
                                            <p:cond delay="0"/>
                                          </p:stCondLst>
                                        </p:cTn>
                                        <p:tgtEl>
                                          <p:spTgt spid="4934"/>
                                        </p:tgtEl>
                                        <p:attrNameLst>
                                          <p:attrName>style.visibility</p:attrName>
                                        </p:attrNameLst>
                                      </p:cBhvr>
                                      <p:to>
                                        <p:strVal val="visible"/>
                                      </p:to>
                                    </p:set>
                                    <p:anim calcmode="lin" valueType="num">
                                      <p:cBhvr additive="base">
                                        <p:cTn dur="1000"/>
                                        <p:tgtEl>
                                          <p:spTgt spid="4934"/>
                                        </p:tgtEl>
                                        <p:attrNameLst>
                                          <p:attrName>ppt_w</p:attrName>
                                        </p:attrNameLst>
                                      </p:cBhvr>
                                      <p:tavLst>
                                        <p:tav fmla="" tm="0">
                                          <p:val>
                                            <p:strVal val="0"/>
                                          </p:val>
                                        </p:tav>
                                        <p:tav fmla="" tm="100000">
                                          <p:val>
                                            <p:strVal val="#ppt_w"/>
                                          </p:val>
                                        </p:tav>
                                      </p:tavLst>
                                    </p:anim>
                                    <p:anim calcmode="lin" valueType="num">
                                      <p:cBhvr additive="base">
                                        <p:cTn dur="1000"/>
                                        <p:tgtEl>
                                          <p:spTgt spid="4934"/>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54" name="Shape 4954"/>
        <p:cNvGrpSpPr/>
        <p:nvPr/>
      </p:nvGrpSpPr>
      <p:grpSpPr>
        <a:xfrm>
          <a:off x="0" y="0"/>
          <a:ext cx="0" cy="0"/>
          <a:chOff x="0" y="0"/>
          <a:chExt cx="0" cy="0"/>
        </a:xfrm>
      </p:grpSpPr>
      <p:sp>
        <p:nvSpPr>
          <p:cNvPr id="4955" name="Google Shape;4955;p87"/>
          <p:cNvSpPr txBox="1"/>
          <p:nvPr>
            <p:ph type="title"/>
          </p:nvPr>
        </p:nvSpPr>
        <p:spPr>
          <a:xfrm>
            <a:off x="1242175" y="1606325"/>
            <a:ext cx="3760500" cy="126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25,000</a:t>
            </a:r>
            <a:endParaRPr/>
          </a:p>
        </p:txBody>
      </p:sp>
      <p:sp>
        <p:nvSpPr>
          <p:cNvPr id="4956" name="Google Shape;4956;p87"/>
          <p:cNvSpPr txBox="1"/>
          <p:nvPr>
            <p:ph idx="1" type="subTitle"/>
          </p:nvPr>
        </p:nvSpPr>
        <p:spPr>
          <a:xfrm>
            <a:off x="1242175" y="2954675"/>
            <a:ext cx="2808000" cy="67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Of plastic bottles is about one ton of plastic waste</a:t>
            </a:r>
            <a:endParaRPr/>
          </a:p>
        </p:txBody>
      </p:sp>
      <p:grpSp>
        <p:nvGrpSpPr>
          <p:cNvPr id="4957" name="Google Shape;4957;p87"/>
          <p:cNvGrpSpPr/>
          <p:nvPr/>
        </p:nvGrpSpPr>
        <p:grpSpPr>
          <a:xfrm rot="-1234576">
            <a:off x="6539037" y="3162401"/>
            <a:ext cx="1915968" cy="2688308"/>
            <a:chOff x="1219200" y="1690129"/>
            <a:chExt cx="2063667" cy="2895545"/>
          </a:xfrm>
        </p:grpSpPr>
        <p:sp>
          <p:nvSpPr>
            <p:cNvPr id="4958" name="Google Shape;4958;p87"/>
            <p:cNvSpPr/>
            <p:nvPr/>
          </p:nvSpPr>
          <p:spPr>
            <a:xfrm>
              <a:off x="1339085" y="2255824"/>
              <a:ext cx="1777978" cy="2329841"/>
            </a:xfrm>
            <a:custGeom>
              <a:rect b="b" l="l" r="r" t="t"/>
              <a:pathLst>
                <a:path extrusionOk="0" h="48352" w="36899">
                  <a:moveTo>
                    <a:pt x="3275" y="0"/>
                  </a:moveTo>
                  <a:cubicBezTo>
                    <a:pt x="1465" y="0"/>
                    <a:pt x="1" y="1477"/>
                    <a:pt x="1" y="3274"/>
                  </a:cubicBezTo>
                  <a:lnTo>
                    <a:pt x="2751" y="45077"/>
                  </a:lnTo>
                  <a:cubicBezTo>
                    <a:pt x="2751" y="46899"/>
                    <a:pt x="4227" y="48351"/>
                    <a:pt x="6025" y="48351"/>
                  </a:cubicBezTo>
                  <a:lnTo>
                    <a:pt x="29742" y="48351"/>
                  </a:lnTo>
                  <a:cubicBezTo>
                    <a:pt x="31552" y="48351"/>
                    <a:pt x="33017" y="46875"/>
                    <a:pt x="33017" y="45077"/>
                  </a:cubicBezTo>
                  <a:lnTo>
                    <a:pt x="36898" y="3274"/>
                  </a:lnTo>
                  <a:cubicBezTo>
                    <a:pt x="36898" y="1453"/>
                    <a:pt x="35422" y="0"/>
                    <a:pt x="33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7"/>
            <p:cNvSpPr/>
            <p:nvPr/>
          </p:nvSpPr>
          <p:spPr>
            <a:xfrm>
              <a:off x="1339085" y="2255824"/>
              <a:ext cx="1777978" cy="270221"/>
            </a:xfrm>
            <a:custGeom>
              <a:rect b="b" l="l" r="r" t="t"/>
              <a:pathLst>
                <a:path extrusionOk="0" h="5608" w="36899">
                  <a:moveTo>
                    <a:pt x="3275" y="0"/>
                  </a:moveTo>
                  <a:cubicBezTo>
                    <a:pt x="1477" y="0"/>
                    <a:pt x="1" y="1453"/>
                    <a:pt x="1" y="3274"/>
                  </a:cubicBezTo>
                  <a:lnTo>
                    <a:pt x="60" y="5608"/>
                  </a:lnTo>
                  <a:lnTo>
                    <a:pt x="36803" y="5608"/>
                  </a:lnTo>
                  <a:lnTo>
                    <a:pt x="36898" y="3274"/>
                  </a:lnTo>
                  <a:cubicBezTo>
                    <a:pt x="36898" y="1477"/>
                    <a:pt x="35434" y="0"/>
                    <a:pt x="33624" y="0"/>
                  </a:cubicBez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7"/>
            <p:cNvSpPr/>
            <p:nvPr/>
          </p:nvSpPr>
          <p:spPr>
            <a:xfrm>
              <a:off x="1344241" y="1690129"/>
              <a:ext cx="1805492" cy="686203"/>
            </a:xfrm>
            <a:custGeom>
              <a:rect b="b" l="l" r="r" t="t"/>
              <a:pathLst>
                <a:path extrusionOk="0" h="14241" w="37470">
                  <a:moveTo>
                    <a:pt x="6097" y="1"/>
                  </a:moveTo>
                  <a:cubicBezTo>
                    <a:pt x="4359" y="1"/>
                    <a:pt x="3001" y="1048"/>
                    <a:pt x="2263" y="3465"/>
                  </a:cubicBezTo>
                  <a:lnTo>
                    <a:pt x="1" y="11061"/>
                  </a:lnTo>
                  <a:cubicBezTo>
                    <a:pt x="1" y="12812"/>
                    <a:pt x="4359" y="14240"/>
                    <a:pt x="6097" y="14240"/>
                  </a:cubicBezTo>
                  <a:lnTo>
                    <a:pt x="31374" y="14240"/>
                  </a:lnTo>
                  <a:cubicBezTo>
                    <a:pt x="33112" y="14240"/>
                    <a:pt x="37470" y="12824"/>
                    <a:pt x="37470" y="11061"/>
                  </a:cubicBezTo>
                  <a:lnTo>
                    <a:pt x="35208" y="3465"/>
                  </a:lnTo>
                  <a:cubicBezTo>
                    <a:pt x="34458" y="1048"/>
                    <a:pt x="33112" y="1"/>
                    <a:pt x="31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7"/>
            <p:cNvSpPr/>
            <p:nvPr/>
          </p:nvSpPr>
          <p:spPr>
            <a:xfrm>
              <a:off x="1445815" y="1690129"/>
              <a:ext cx="1602392" cy="191102"/>
            </a:xfrm>
            <a:custGeom>
              <a:rect b="b" l="l" r="r" t="t"/>
              <a:pathLst>
                <a:path extrusionOk="0" h="3966" w="33255">
                  <a:moveTo>
                    <a:pt x="3989" y="1"/>
                  </a:moveTo>
                  <a:cubicBezTo>
                    <a:pt x="2251" y="1"/>
                    <a:pt x="893" y="1048"/>
                    <a:pt x="155" y="3465"/>
                  </a:cubicBezTo>
                  <a:lnTo>
                    <a:pt x="0" y="3965"/>
                  </a:lnTo>
                  <a:cubicBezTo>
                    <a:pt x="643" y="3549"/>
                    <a:pt x="1369" y="3346"/>
                    <a:pt x="2191" y="3346"/>
                  </a:cubicBezTo>
                  <a:lnTo>
                    <a:pt x="31052" y="3346"/>
                  </a:lnTo>
                  <a:cubicBezTo>
                    <a:pt x="31873" y="3346"/>
                    <a:pt x="32600" y="3549"/>
                    <a:pt x="33254" y="3965"/>
                  </a:cubicBezTo>
                  <a:lnTo>
                    <a:pt x="33100" y="3465"/>
                  </a:lnTo>
                  <a:cubicBezTo>
                    <a:pt x="32350" y="1048"/>
                    <a:pt x="31004" y="1"/>
                    <a:pt x="292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7"/>
            <p:cNvSpPr/>
            <p:nvPr/>
          </p:nvSpPr>
          <p:spPr>
            <a:xfrm>
              <a:off x="1220356" y="2188123"/>
              <a:ext cx="2062511" cy="218037"/>
            </a:xfrm>
            <a:custGeom>
              <a:rect b="b" l="l" r="r" t="t"/>
              <a:pathLst>
                <a:path extrusionOk="0" h="4525" w="42804">
                  <a:moveTo>
                    <a:pt x="2262" y="0"/>
                  </a:moveTo>
                  <a:cubicBezTo>
                    <a:pt x="1012" y="0"/>
                    <a:pt x="0" y="1012"/>
                    <a:pt x="0" y="2262"/>
                  </a:cubicBezTo>
                  <a:cubicBezTo>
                    <a:pt x="0" y="3513"/>
                    <a:pt x="1012" y="4525"/>
                    <a:pt x="2262" y="4525"/>
                  </a:cubicBezTo>
                  <a:lnTo>
                    <a:pt x="40541" y="4525"/>
                  </a:lnTo>
                  <a:cubicBezTo>
                    <a:pt x="41791" y="4525"/>
                    <a:pt x="42803" y="3513"/>
                    <a:pt x="42803" y="2262"/>
                  </a:cubicBezTo>
                  <a:cubicBezTo>
                    <a:pt x="42803" y="1012"/>
                    <a:pt x="41791" y="0"/>
                    <a:pt x="405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7"/>
            <p:cNvSpPr/>
            <p:nvPr/>
          </p:nvSpPr>
          <p:spPr>
            <a:xfrm>
              <a:off x="1219200" y="2188123"/>
              <a:ext cx="2062511" cy="113042"/>
            </a:xfrm>
            <a:custGeom>
              <a:rect b="b" l="l" r="r" t="t"/>
              <a:pathLst>
                <a:path extrusionOk="0" h="2346" w="42804">
                  <a:moveTo>
                    <a:pt x="2262" y="0"/>
                  </a:moveTo>
                  <a:cubicBezTo>
                    <a:pt x="1012" y="0"/>
                    <a:pt x="0" y="1012"/>
                    <a:pt x="0" y="2262"/>
                  </a:cubicBezTo>
                  <a:lnTo>
                    <a:pt x="0" y="2346"/>
                  </a:lnTo>
                  <a:lnTo>
                    <a:pt x="42803" y="2346"/>
                  </a:lnTo>
                  <a:lnTo>
                    <a:pt x="42803" y="2262"/>
                  </a:lnTo>
                  <a:cubicBezTo>
                    <a:pt x="42803" y="1012"/>
                    <a:pt x="41791" y="0"/>
                    <a:pt x="405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7"/>
            <p:cNvSpPr/>
            <p:nvPr/>
          </p:nvSpPr>
          <p:spPr>
            <a:xfrm>
              <a:off x="1524405" y="1928212"/>
              <a:ext cx="1436009" cy="259958"/>
            </a:xfrm>
            <a:custGeom>
              <a:rect b="b" l="l" r="r" t="t"/>
              <a:pathLst>
                <a:path extrusionOk="0" h="5395" w="29802">
                  <a:moveTo>
                    <a:pt x="5251" y="1"/>
                  </a:moveTo>
                  <a:cubicBezTo>
                    <a:pt x="2346" y="1"/>
                    <a:pt x="0" y="2346"/>
                    <a:pt x="0" y="5251"/>
                  </a:cubicBezTo>
                  <a:lnTo>
                    <a:pt x="0" y="5394"/>
                  </a:lnTo>
                  <a:lnTo>
                    <a:pt x="29802" y="5394"/>
                  </a:lnTo>
                  <a:lnTo>
                    <a:pt x="29802" y="5251"/>
                  </a:lnTo>
                  <a:cubicBezTo>
                    <a:pt x="29802" y="2346"/>
                    <a:pt x="27456" y="1"/>
                    <a:pt x="245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7"/>
            <p:cNvSpPr/>
            <p:nvPr/>
          </p:nvSpPr>
          <p:spPr>
            <a:xfrm>
              <a:off x="1957542" y="2861078"/>
              <a:ext cx="270270" cy="247285"/>
            </a:xfrm>
            <a:custGeom>
              <a:rect b="b" l="l" r="r" t="t"/>
              <a:pathLst>
                <a:path extrusionOk="0" h="5132" w="5609">
                  <a:moveTo>
                    <a:pt x="2846" y="0"/>
                  </a:moveTo>
                  <a:cubicBezTo>
                    <a:pt x="2120" y="0"/>
                    <a:pt x="1441" y="381"/>
                    <a:pt x="1048" y="1012"/>
                  </a:cubicBezTo>
                  <a:lnTo>
                    <a:pt x="1" y="2739"/>
                  </a:lnTo>
                  <a:lnTo>
                    <a:pt x="3763" y="5132"/>
                  </a:lnTo>
                  <a:lnTo>
                    <a:pt x="5608" y="1834"/>
                  </a:lnTo>
                  <a:lnTo>
                    <a:pt x="4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7"/>
            <p:cNvSpPr/>
            <p:nvPr/>
          </p:nvSpPr>
          <p:spPr>
            <a:xfrm>
              <a:off x="2173267" y="2861656"/>
              <a:ext cx="429762" cy="358593"/>
            </a:xfrm>
            <a:custGeom>
              <a:rect b="b" l="l" r="r" t="t"/>
              <a:pathLst>
                <a:path extrusionOk="0" h="7442" w="8919">
                  <a:moveTo>
                    <a:pt x="0" y="0"/>
                  </a:moveTo>
                  <a:lnTo>
                    <a:pt x="3072" y="5834"/>
                  </a:lnTo>
                  <a:lnTo>
                    <a:pt x="1370" y="6858"/>
                  </a:lnTo>
                  <a:lnTo>
                    <a:pt x="6477" y="7441"/>
                  </a:lnTo>
                  <a:lnTo>
                    <a:pt x="8918" y="2393"/>
                  </a:lnTo>
                  <a:lnTo>
                    <a:pt x="7144" y="3286"/>
                  </a:lnTo>
                  <a:lnTo>
                    <a:pt x="5811" y="1024"/>
                  </a:lnTo>
                  <a:cubicBezTo>
                    <a:pt x="5477" y="393"/>
                    <a:pt x="4822" y="0"/>
                    <a:pt x="4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7"/>
            <p:cNvSpPr/>
            <p:nvPr/>
          </p:nvSpPr>
          <p:spPr>
            <a:xfrm>
              <a:off x="2420505" y="3208734"/>
              <a:ext cx="269113" cy="263957"/>
            </a:xfrm>
            <a:custGeom>
              <a:rect b="b" l="l" r="r" t="t"/>
              <a:pathLst>
                <a:path extrusionOk="0" h="5478" w="5585">
                  <a:moveTo>
                    <a:pt x="4121" y="0"/>
                  </a:moveTo>
                  <a:lnTo>
                    <a:pt x="1" y="2394"/>
                  </a:lnTo>
                  <a:lnTo>
                    <a:pt x="1715" y="5477"/>
                  </a:lnTo>
                  <a:lnTo>
                    <a:pt x="4454" y="5477"/>
                  </a:lnTo>
                  <a:lnTo>
                    <a:pt x="5168" y="4322"/>
                  </a:lnTo>
                  <a:cubicBezTo>
                    <a:pt x="5573" y="3679"/>
                    <a:pt x="5585" y="2858"/>
                    <a:pt x="5216" y="2203"/>
                  </a:cubicBezTo>
                  <a:lnTo>
                    <a:pt x="412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7"/>
            <p:cNvSpPr/>
            <p:nvPr/>
          </p:nvSpPr>
          <p:spPr>
            <a:xfrm>
              <a:off x="2139971" y="3390007"/>
              <a:ext cx="495149" cy="397044"/>
            </a:xfrm>
            <a:custGeom>
              <a:rect b="b" l="l" r="r" t="t"/>
              <a:pathLst>
                <a:path extrusionOk="0" h="8240" w="10276">
                  <a:moveTo>
                    <a:pt x="3430" y="1"/>
                  </a:moveTo>
                  <a:lnTo>
                    <a:pt x="1" y="3775"/>
                  </a:lnTo>
                  <a:lnTo>
                    <a:pt x="3430" y="8240"/>
                  </a:lnTo>
                  <a:lnTo>
                    <a:pt x="3430" y="6871"/>
                  </a:lnTo>
                  <a:lnTo>
                    <a:pt x="6168" y="6871"/>
                  </a:lnTo>
                  <a:cubicBezTo>
                    <a:pt x="6179" y="6871"/>
                    <a:pt x="6189" y="6871"/>
                    <a:pt x="6199" y="6871"/>
                  </a:cubicBezTo>
                  <a:cubicBezTo>
                    <a:pt x="6913" y="6871"/>
                    <a:pt x="7554" y="6469"/>
                    <a:pt x="7883" y="5835"/>
                  </a:cubicBezTo>
                  <a:lnTo>
                    <a:pt x="10276" y="1715"/>
                  </a:lnTo>
                  <a:lnTo>
                    <a:pt x="3430" y="1715"/>
                  </a:lnTo>
                  <a:lnTo>
                    <a:pt x="34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7"/>
            <p:cNvSpPr/>
            <p:nvPr/>
          </p:nvSpPr>
          <p:spPr>
            <a:xfrm>
              <a:off x="1851968" y="3488690"/>
              <a:ext cx="204883" cy="231240"/>
            </a:xfrm>
            <a:custGeom>
              <a:rect b="b" l="l" r="r" t="t"/>
              <a:pathLst>
                <a:path extrusionOk="0" h="4799" w="4252">
                  <a:moveTo>
                    <a:pt x="834" y="1"/>
                  </a:moveTo>
                  <a:lnTo>
                    <a:pt x="834" y="13"/>
                  </a:lnTo>
                  <a:lnTo>
                    <a:pt x="1" y="1929"/>
                  </a:lnTo>
                  <a:lnTo>
                    <a:pt x="1037" y="3727"/>
                  </a:lnTo>
                  <a:cubicBezTo>
                    <a:pt x="1430" y="4382"/>
                    <a:pt x="2132" y="4787"/>
                    <a:pt x="2882" y="4799"/>
                  </a:cubicBezTo>
                  <a:lnTo>
                    <a:pt x="4251" y="4799"/>
                  </a:lnTo>
                  <a:lnTo>
                    <a:pt x="42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7"/>
            <p:cNvSpPr/>
            <p:nvPr/>
          </p:nvSpPr>
          <p:spPr>
            <a:xfrm>
              <a:off x="1726349" y="3125519"/>
              <a:ext cx="363749" cy="456746"/>
            </a:xfrm>
            <a:custGeom>
              <a:rect b="b" l="l" r="r" t="t"/>
              <a:pathLst>
                <a:path extrusionOk="0" h="9479" w="7549">
                  <a:moveTo>
                    <a:pt x="5489" y="1"/>
                  </a:moveTo>
                  <a:lnTo>
                    <a:pt x="0" y="346"/>
                  </a:lnTo>
                  <a:lnTo>
                    <a:pt x="1965" y="1561"/>
                  </a:lnTo>
                  <a:lnTo>
                    <a:pt x="679" y="4121"/>
                  </a:lnTo>
                  <a:cubicBezTo>
                    <a:pt x="322" y="4763"/>
                    <a:pt x="322" y="5537"/>
                    <a:pt x="679" y="6180"/>
                  </a:cubicBezTo>
                  <a:lnTo>
                    <a:pt x="2584" y="9478"/>
                  </a:lnTo>
                  <a:lnTo>
                    <a:pt x="3310" y="8252"/>
                  </a:lnTo>
                  <a:lnTo>
                    <a:pt x="5846" y="3823"/>
                  </a:lnTo>
                  <a:lnTo>
                    <a:pt x="7549" y="4466"/>
                  </a:lnTo>
                  <a:lnTo>
                    <a:pt x="7549" y="4466"/>
                  </a:lnTo>
                  <a:lnTo>
                    <a:pt x="54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7"/>
            <p:cNvSpPr/>
            <p:nvPr/>
          </p:nvSpPr>
          <p:spPr>
            <a:xfrm>
              <a:off x="1472750" y="4412931"/>
              <a:ext cx="1457837" cy="172743"/>
            </a:xfrm>
            <a:custGeom>
              <a:rect b="b" l="l" r="r" t="t"/>
              <a:pathLst>
                <a:path extrusionOk="0" h="3585" w="30255">
                  <a:moveTo>
                    <a:pt x="1" y="1"/>
                  </a:moveTo>
                  <a:lnTo>
                    <a:pt x="1" y="310"/>
                  </a:lnTo>
                  <a:cubicBezTo>
                    <a:pt x="1" y="2108"/>
                    <a:pt x="1453" y="3584"/>
                    <a:pt x="3275" y="3584"/>
                  </a:cubicBezTo>
                  <a:lnTo>
                    <a:pt x="26980" y="3584"/>
                  </a:lnTo>
                  <a:cubicBezTo>
                    <a:pt x="28778" y="3584"/>
                    <a:pt x="30255" y="2132"/>
                    <a:pt x="30255" y="310"/>
                  </a:cubicBezTo>
                  <a:lnTo>
                    <a:pt x="30255" y="1"/>
                  </a:ln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2" name="Google Shape;4972;p87"/>
          <p:cNvGrpSpPr/>
          <p:nvPr/>
        </p:nvGrpSpPr>
        <p:grpSpPr>
          <a:xfrm rot="807862">
            <a:off x="7201683" y="2039414"/>
            <a:ext cx="448572" cy="1394549"/>
            <a:chOff x="-863525" y="1017825"/>
            <a:chExt cx="601300" cy="1869300"/>
          </a:xfrm>
        </p:grpSpPr>
        <p:sp>
          <p:nvSpPr>
            <p:cNvPr id="4973" name="Google Shape;4973;p87"/>
            <p:cNvSpPr/>
            <p:nvPr/>
          </p:nvSpPr>
          <p:spPr>
            <a:xfrm>
              <a:off x="-698900" y="1017825"/>
              <a:ext cx="270000" cy="175325"/>
            </a:xfrm>
            <a:custGeom>
              <a:rect b="b" l="l" r="r" t="t"/>
              <a:pathLst>
                <a:path extrusionOk="0" h="7013" w="10800">
                  <a:moveTo>
                    <a:pt x="667" y="0"/>
                  </a:moveTo>
                  <a:cubicBezTo>
                    <a:pt x="286" y="0"/>
                    <a:pt x="0" y="298"/>
                    <a:pt x="0" y="655"/>
                  </a:cubicBezTo>
                  <a:lnTo>
                    <a:pt x="0" y="6358"/>
                  </a:lnTo>
                  <a:cubicBezTo>
                    <a:pt x="0" y="6727"/>
                    <a:pt x="298" y="7013"/>
                    <a:pt x="667" y="7013"/>
                  </a:cubicBezTo>
                  <a:lnTo>
                    <a:pt x="10144" y="7013"/>
                  </a:lnTo>
                  <a:cubicBezTo>
                    <a:pt x="10501" y="7013"/>
                    <a:pt x="10799" y="6727"/>
                    <a:pt x="10799" y="6370"/>
                  </a:cubicBezTo>
                  <a:lnTo>
                    <a:pt x="10799" y="655"/>
                  </a:lnTo>
                  <a:cubicBezTo>
                    <a:pt x="10799" y="286"/>
                    <a:pt x="10501" y="0"/>
                    <a:pt x="101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7"/>
            <p:cNvSpPr/>
            <p:nvPr/>
          </p:nvSpPr>
          <p:spPr>
            <a:xfrm>
              <a:off x="-863525" y="1189275"/>
              <a:ext cx="601300" cy="1697850"/>
            </a:xfrm>
            <a:custGeom>
              <a:rect b="b" l="l" r="r" t="t"/>
              <a:pathLst>
                <a:path extrusionOk="0" h="67914" w="24052">
                  <a:moveTo>
                    <a:pt x="8002" y="0"/>
                  </a:moveTo>
                  <a:lnTo>
                    <a:pt x="8002" y="2000"/>
                  </a:lnTo>
                  <a:cubicBezTo>
                    <a:pt x="8002" y="2346"/>
                    <a:pt x="7895" y="2667"/>
                    <a:pt x="7704" y="2953"/>
                  </a:cubicBezTo>
                  <a:lnTo>
                    <a:pt x="799" y="12799"/>
                  </a:lnTo>
                  <a:cubicBezTo>
                    <a:pt x="275" y="13561"/>
                    <a:pt x="1" y="14454"/>
                    <a:pt x="1" y="15359"/>
                  </a:cubicBezTo>
                  <a:lnTo>
                    <a:pt x="1" y="24848"/>
                  </a:lnTo>
                  <a:lnTo>
                    <a:pt x="156" y="25146"/>
                  </a:lnTo>
                  <a:cubicBezTo>
                    <a:pt x="489" y="25753"/>
                    <a:pt x="656" y="26420"/>
                    <a:pt x="656" y="27111"/>
                  </a:cubicBezTo>
                  <a:lnTo>
                    <a:pt x="656" y="47827"/>
                  </a:lnTo>
                  <a:cubicBezTo>
                    <a:pt x="656" y="48280"/>
                    <a:pt x="561" y="48732"/>
                    <a:pt x="370" y="49161"/>
                  </a:cubicBezTo>
                  <a:lnTo>
                    <a:pt x="1" y="50006"/>
                  </a:lnTo>
                  <a:lnTo>
                    <a:pt x="1" y="63651"/>
                  </a:lnTo>
                  <a:lnTo>
                    <a:pt x="120" y="63651"/>
                  </a:lnTo>
                  <a:cubicBezTo>
                    <a:pt x="120" y="66008"/>
                    <a:pt x="2025" y="67913"/>
                    <a:pt x="4371" y="67913"/>
                  </a:cubicBezTo>
                  <a:cubicBezTo>
                    <a:pt x="5906" y="67913"/>
                    <a:pt x="7264" y="67092"/>
                    <a:pt x="8002" y="65877"/>
                  </a:cubicBezTo>
                  <a:cubicBezTo>
                    <a:pt x="8752" y="67092"/>
                    <a:pt x="10109" y="67913"/>
                    <a:pt x="11633" y="67913"/>
                  </a:cubicBezTo>
                  <a:cubicBezTo>
                    <a:pt x="13562" y="67913"/>
                    <a:pt x="15181" y="66651"/>
                    <a:pt x="15717" y="64901"/>
                  </a:cubicBezTo>
                  <a:cubicBezTo>
                    <a:pt x="16253" y="66651"/>
                    <a:pt x="17872" y="67913"/>
                    <a:pt x="19789" y="67913"/>
                  </a:cubicBezTo>
                  <a:cubicBezTo>
                    <a:pt x="22147" y="67913"/>
                    <a:pt x="24052" y="66008"/>
                    <a:pt x="24052" y="63651"/>
                  </a:cubicBezTo>
                  <a:lnTo>
                    <a:pt x="24052" y="50006"/>
                  </a:lnTo>
                  <a:lnTo>
                    <a:pt x="23683" y="49161"/>
                  </a:lnTo>
                  <a:cubicBezTo>
                    <a:pt x="23504" y="48744"/>
                    <a:pt x="23397" y="48280"/>
                    <a:pt x="23397" y="47827"/>
                  </a:cubicBezTo>
                  <a:lnTo>
                    <a:pt x="23397" y="27122"/>
                  </a:lnTo>
                  <a:cubicBezTo>
                    <a:pt x="23361" y="26432"/>
                    <a:pt x="23528" y="25753"/>
                    <a:pt x="23849" y="25158"/>
                  </a:cubicBezTo>
                  <a:lnTo>
                    <a:pt x="24016" y="24860"/>
                  </a:lnTo>
                  <a:lnTo>
                    <a:pt x="24016" y="15383"/>
                  </a:lnTo>
                  <a:cubicBezTo>
                    <a:pt x="24016" y="14454"/>
                    <a:pt x="23730" y="13561"/>
                    <a:pt x="23218" y="12823"/>
                  </a:cubicBezTo>
                  <a:lnTo>
                    <a:pt x="16313" y="2965"/>
                  </a:lnTo>
                  <a:cubicBezTo>
                    <a:pt x="16110" y="2679"/>
                    <a:pt x="16015" y="2357"/>
                    <a:pt x="16015" y="2012"/>
                  </a:cubicBezTo>
                  <a:lnTo>
                    <a:pt x="16015"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5" name="Google Shape;4975;p87"/>
          <p:cNvGrpSpPr/>
          <p:nvPr/>
        </p:nvGrpSpPr>
        <p:grpSpPr>
          <a:xfrm flipH="1" rot="-1939471">
            <a:off x="5919787" y="1376126"/>
            <a:ext cx="448574" cy="1394610"/>
            <a:chOff x="-863525" y="1017825"/>
            <a:chExt cx="601300" cy="1869300"/>
          </a:xfrm>
        </p:grpSpPr>
        <p:sp>
          <p:nvSpPr>
            <p:cNvPr id="4976" name="Google Shape;4976;p87"/>
            <p:cNvSpPr/>
            <p:nvPr/>
          </p:nvSpPr>
          <p:spPr>
            <a:xfrm>
              <a:off x="-698900" y="1017825"/>
              <a:ext cx="270000" cy="175325"/>
            </a:xfrm>
            <a:custGeom>
              <a:rect b="b" l="l" r="r" t="t"/>
              <a:pathLst>
                <a:path extrusionOk="0" h="7013" w="10800">
                  <a:moveTo>
                    <a:pt x="667" y="0"/>
                  </a:moveTo>
                  <a:cubicBezTo>
                    <a:pt x="286" y="0"/>
                    <a:pt x="0" y="298"/>
                    <a:pt x="0" y="655"/>
                  </a:cubicBezTo>
                  <a:lnTo>
                    <a:pt x="0" y="6358"/>
                  </a:lnTo>
                  <a:cubicBezTo>
                    <a:pt x="0" y="6727"/>
                    <a:pt x="298" y="7013"/>
                    <a:pt x="667" y="7013"/>
                  </a:cubicBezTo>
                  <a:lnTo>
                    <a:pt x="10144" y="7013"/>
                  </a:lnTo>
                  <a:cubicBezTo>
                    <a:pt x="10501" y="7013"/>
                    <a:pt x="10799" y="6727"/>
                    <a:pt x="10799" y="6370"/>
                  </a:cubicBezTo>
                  <a:lnTo>
                    <a:pt x="10799" y="655"/>
                  </a:lnTo>
                  <a:cubicBezTo>
                    <a:pt x="10799" y="286"/>
                    <a:pt x="10501" y="0"/>
                    <a:pt x="101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7"/>
            <p:cNvSpPr/>
            <p:nvPr/>
          </p:nvSpPr>
          <p:spPr>
            <a:xfrm>
              <a:off x="-863525" y="1189275"/>
              <a:ext cx="601300" cy="1697850"/>
            </a:xfrm>
            <a:custGeom>
              <a:rect b="b" l="l" r="r" t="t"/>
              <a:pathLst>
                <a:path extrusionOk="0" h="67914" w="24052">
                  <a:moveTo>
                    <a:pt x="8002" y="0"/>
                  </a:moveTo>
                  <a:lnTo>
                    <a:pt x="8002" y="2000"/>
                  </a:lnTo>
                  <a:cubicBezTo>
                    <a:pt x="8002" y="2346"/>
                    <a:pt x="7895" y="2667"/>
                    <a:pt x="7704" y="2953"/>
                  </a:cubicBezTo>
                  <a:lnTo>
                    <a:pt x="799" y="12799"/>
                  </a:lnTo>
                  <a:cubicBezTo>
                    <a:pt x="275" y="13561"/>
                    <a:pt x="1" y="14454"/>
                    <a:pt x="1" y="15359"/>
                  </a:cubicBezTo>
                  <a:lnTo>
                    <a:pt x="1" y="24848"/>
                  </a:lnTo>
                  <a:lnTo>
                    <a:pt x="156" y="25146"/>
                  </a:lnTo>
                  <a:cubicBezTo>
                    <a:pt x="489" y="25753"/>
                    <a:pt x="656" y="26420"/>
                    <a:pt x="656" y="27111"/>
                  </a:cubicBezTo>
                  <a:lnTo>
                    <a:pt x="656" y="47827"/>
                  </a:lnTo>
                  <a:cubicBezTo>
                    <a:pt x="656" y="48280"/>
                    <a:pt x="561" y="48732"/>
                    <a:pt x="370" y="49161"/>
                  </a:cubicBezTo>
                  <a:lnTo>
                    <a:pt x="1" y="50006"/>
                  </a:lnTo>
                  <a:lnTo>
                    <a:pt x="1" y="63651"/>
                  </a:lnTo>
                  <a:lnTo>
                    <a:pt x="120" y="63651"/>
                  </a:lnTo>
                  <a:cubicBezTo>
                    <a:pt x="120" y="66008"/>
                    <a:pt x="2025" y="67913"/>
                    <a:pt x="4371" y="67913"/>
                  </a:cubicBezTo>
                  <a:cubicBezTo>
                    <a:pt x="5906" y="67913"/>
                    <a:pt x="7264" y="67092"/>
                    <a:pt x="8002" y="65877"/>
                  </a:cubicBezTo>
                  <a:cubicBezTo>
                    <a:pt x="8752" y="67092"/>
                    <a:pt x="10109" y="67913"/>
                    <a:pt x="11633" y="67913"/>
                  </a:cubicBezTo>
                  <a:cubicBezTo>
                    <a:pt x="13562" y="67913"/>
                    <a:pt x="15181" y="66651"/>
                    <a:pt x="15717" y="64901"/>
                  </a:cubicBezTo>
                  <a:cubicBezTo>
                    <a:pt x="16253" y="66651"/>
                    <a:pt x="17872" y="67913"/>
                    <a:pt x="19789" y="67913"/>
                  </a:cubicBezTo>
                  <a:cubicBezTo>
                    <a:pt x="22147" y="67913"/>
                    <a:pt x="24052" y="66008"/>
                    <a:pt x="24052" y="63651"/>
                  </a:cubicBezTo>
                  <a:lnTo>
                    <a:pt x="24052" y="50006"/>
                  </a:lnTo>
                  <a:lnTo>
                    <a:pt x="23683" y="49161"/>
                  </a:lnTo>
                  <a:cubicBezTo>
                    <a:pt x="23504" y="48744"/>
                    <a:pt x="23397" y="48280"/>
                    <a:pt x="23397" y="47827"/>
                  </a:cubicBezTo>
                  <a:lnTo>
                    <a:pt x="23397" y="27122"/>
                  </a:lnTo>
                  <a:cubicBezTo>
                    <a:pt x="23361" y="26432"/>
                    <a:pt x="23528" y="25753"/>
                    <a:pt x="23849" y="25158"/>
                  </a:cubicBezTo>
                  <a:lnTo>
                    <a:pt x="24016" y="24860"/>
                  </a:lnTo>
                  <a:lnTo>
                    <a:pt x="24016" y="15383"/>
                  </a:lnTo>
                  <a:cubicBezTo>
                    <a:pt x="24016" y="14454"/>
                    <a:pt x="23730" y="13561"/>
                    <a:pt x="23218" y="12823"/>
                  </a:cubicBezTo>
                  <a:lnTo>
                    <a:pt x="16313" y="2965"/>
                  </a:lnTo>
                  <a:cubicBezTo>
                    <a:pt x="16110" y="2679"/>
                    <a:pt x="16015" y="2357"/>
                    <a:pt x="16015" y="2012"/>
                  </a:cubicBezTo>
                  <a:lnTo>
                    <a:pt x="16015"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8" name="Google Shape;4978;p87"/>
          <p:cNvGrpSpPr/>
          <p:nvPr/>
        </p:nvGrpSpPr>
        <p:grpSpPr>
          <a:xfrm flipH="1" rot="-3093096">
            <a:off x="8273082" y="-173614"/>
            <a:ext cx="883176" cy="2745646"/>
            <a:chOff x="-863525" y="1017825"/>
            <a:chExt cx="601300" cy="1869300"/>
          </a:xfrm>
        </p:grpSpPr>
        <p:sp>
          <p:nvSpPr>
            <p:cNvPr id="4979" name="Google Shape;4979;p87"/>
            <p:cNvSpPr/>
            <p:nvPr/>
          </p:nvSpPr>
          <p:spPr>
            <a:xfrm>
              <a:off x="-698900" y="1017825"/>
              <a:ext cx="270000" cy="175325"/>
            </a:xfrm>
            <a:custGeom>
              <a:rect b="b" l="l" r="r" t="t"/>
              <a:pathLst>
                <a:path extrusionOk="0" h="7013" w="10800">
                  <a:moveTo>
                    <a:pt x="667" y="0"/>
                  </a:moveTo>
                  <a:cubicBezTo>
                    <a:pt x="286" y="0"/>
                    <a:pt x="0" y="298"/>
                    <a:pt x="0" y="655"/>
                  </a:cubicBezTo>
                  <a:lnTo>
                    <a:pt x="0" y="6358"/>
                  </a:lnTo>
                  <a:cubicBezTo>
                    <a:pt x="0" y="6727"/>
                    <a:pt x="298" y="7013"/>
                    <a:pt x="667" y="7013"/>
                  </a:cubicBezTo>
                  <a:lnTo>
                    <a:pt x="10144" y="7013"/>
                  </a:lnTo>
                  <a:cubicBezTo>
                    <a:pt x="10501" y="7013"/>
                    <a:pt x="10799" y="6727"/>
                    <a:pt x="10799" y="6370"/>
                  </a:cubicBezTo>
                  <a:lnTo>
                    <a:pt x="10799" y="655"/>
                  </a:lnTo>
                  <a:cubicBezTo>
                    <a:pt x="10799" y="286"/>
                    <a:pt x="10501" y="0"/>
                    <a:pt x="101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7"/>
            <p:cNvSpPr/>
            <p:nvPr/>
          </p:nvSpPr>
          <p:spPr>
            <a:xfrm>
              <a:off x="-863525" y="1189275"/>
              <a:ext cx="601300" cy="1697850"/>
            </a:xfrm>
            <a:custGeom>
              <a:rect b="b" l="l" r="r" t="t"/>
              <a:pathLst>
                <a:path extrusionOk="0" h="67914" w="24052">
                  <a:moveTo>
                    <a:pt x="8002" y="0"/>
                  </a:moveTo>
                  <a:lnTo>
                    <a:pt x="8002" y="2000"/>
                  </a:lnTo>
                  <a:cubicBezTo>
                    <a:pt x="8002" y="2346"/>
                    <a:pt x="7895" y="2667"/>
                    <a:pt x="7704" y="2953"/>
                  </a:cubicBezTo>
                  <a:lnTo>
                    <a:pt x="799" y="12799"/>
                  </a:lnTo>
                  <a:cubicBezTo>
                    <a:pt x="275" y="13561"/>
                    <a:pt x="1" y="14454"/>
                    <a:pt x="1" y="15359"/>
                  </a:cubicBezTo>
                  <a:lnTo>
                    <a:pt x="1" y="24848"/>
                  </a:lnTo>
                  <a:lnTo>
                    <a:pt x="156" y="25146"/>
                  </a:lnTo>
                  <a:cubicBezTo>
                    <a:pt x="489" y="25753"/>
                    <a:pt x="656" y="26420"/>
                    <a:pt x="656" y="27111"/>
                  </a:cubicBezTo>
                  <a:lnTo>
                    <a:pt x="656" y="47827"/>
                  </a:lnTo>
                  <a:cubicBezTo>
                    <a:pt x="656" y="48280"/>
                    <a:pt x="561" y="48732"/>
                    <a:pt x="370" y="49161"/>
                  </a:cubicBezTo>
                  <a:lnTo>
                    <a:pt x="1" y="50006"/>
                  </a:lnTo>
                  <a:lnTo>
                    <a:pt x="1" y="63651"/>
                  </a:lnTo>
                  <a:lnTo>
                    <a:pt x="120" y="63651"/>
                  </a:lnTo>
                  <a:cubicBezTo>
                    <a:pt x="120" y="66008"/>
                    <a:pt x="2025" y="67913"/>
                    <a:pt x="4371" y="67913"/>
                  </a:cubicBezTo>
                  <a:cubicBezTo>
                    <a:pt x="5906" y="67913"/>
                    <a:pt x="7264" y="67092"/>
                    <a:pt x="8002" y="65877"/>
                  </a:cubicBezTo>
                  <a:cubicBezTo>
                    <a:pt x="8752" y="67092"/>
                    <a:pt x="10109" y="67913"/>
                    <a:pt x="11633" y="67913"/>
                  </a:cubicBezTo>
                  <a:cubicBezTo>
                    <a:pt x="13562" y="67913"/>
                    <a:pt x="15181" y="66651"/>
                    <a:pt x="15717" y="64901"/>
                  </a:cubicBezTo>
                  <a:cubicBezTo>
                    <a:pt x="16253" y="66651"/>
                    <a:pt x="17872" y="67913"/>
                    <a:pt x="19789" y="67913"/>
                  </a:cubicBezTo>
                  <a:cubicBezTo>
                    <a:pt x="22147" y="67913"/>
                    <a:pt x="24052" y="66008"/>
                    <a:pt x="24052" y="63651"/>
                  </a:cubicBezTo>
                  <a:lnTo>
                    <a:pt x="24052" y="50006"/>
                  </a:lnTo>
                  <a:lnTo>
                    <a:pt x="23683" y="49161"/>
                  </a:lnTo>
                  <a:cubicBezTo>
                    <a:pt x="23504" y="48744"/>
                    <a:pt x="23397" y="48280"/>
                    <a:pt x="23397" y="47827"/>
                  </a:cubicBezTo>
                  <a:lnTo>
                    <a:pt x="23397" y="27122"/>
                  </a:lnTo>
                  <a:cubicBezTo>
                    <a:pt x="23361" y="26432"/>
                    <a:pt x="23528" y="25753"/>
                    <a:pt x="23849" y="25158"/>
                  </a:cubicBezTo>
                  <a:lnTo>
                    <a:pt x="24016" y="24860"/>
                  </a:lnTo>
                  <a:lnTo>
                    <a:pt x="24016" y="15383"/>
                  </a:lnTo>
                  <a:cubicBezTo>
                    <a:pt x="24016" y="14454"/>
                    <a:pt x="23730" y="13561"/>
                    <a:pt x="23218" y="12823"/>
                  </a:cubicBezTo>
                  <a:lnTo>
                    <a:pt x="16313" y="2965"/>
                  </a:lnTo>
                  <a:cubicBezTo>
                    <a:pt x="16110" y="2679"/>
                    <a:pt x="16015" y="2357"/>
                    <a:pt x="16015" y="2012"/>
                  </a:cubicBezTo>
                  <a:lnTo>
                    <a:pt x="16015"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1" name="Google Shape;4981;p87"/>
          <p:cNvGrpSpPr/>
          <p:nvPr/>
        </p:nvGrpSpPr>
        <p:grpSpPr>
          <a:xfrm rot="-1171183">
            <a:off x="4231432" y="697520"/>
            <a:ext cx="399588" cy="524806"/>
            <a:chOff x="1984450" y="1119863"/>
            <a:chExt cx="166125" cy="218175"/>
          </a:xfrm>
        </p:grpSpPr>
        <p:sp>
          <p:nvSpPr>
            <p:cNvPr id="4982" name="Google Shape;4982;p87"/>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7"/>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4" name="Google Shape;4984;p87"/>
          <p:cNvGrpSpPr/>
          <p:nvPr/>
        </p:nvGrpSpPr>
        <p:grpSpPr>
          <a:xfrm flipH="1" rot="6760424">
            <a:off x="1994798" y="4056205"/>
            <a:ext cx="399579" cy="524795"/>
            <a:chOff x="1984450" y="1119863"/>
            <a:chExt cx="166125" cy="218175"/>
          </a:xfrm>
        </p:grpSpPr>
        <p:sp>
          <p:nvSpPr>
            <p:cNvPr id="4985" name="Google Shape;4985;p87"/>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7"/>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7" name="Google Shape;4987;p87"/>
          <p:cNvGrpSpPr/>
          <p:nvPr/>
        </p:nvGrpSpPr>
        <p:grpSpPr>
          <a:xfrm rot="-832667">
            <a:off x="5638761" y="3784537"/>
            <a:ext cx="303481" cy="513173"/>
            <a:chOff x="4774877" y="116629"/>
            <a:chExt cx="576785" cy="975095"/>
          </a:xfrm>
        </p:grpSpPr>
        <p:sp>
          <p:nvSpPr>
            <p:cNvPr id="4988" name="Google Shape;4988;p87"/>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7"/>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7"/>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7"/>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7"/>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7"/>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4978"/>
                                        </p:tgtEl>
                                        <p:attrNameLst>
                                          <p:attrName>style.visibility</p:attrName>
                                        </p:attrNameLst>
                                      </p:cBhvr>
                                      <p:to>
                                        <p:strVal val="visible"/>
                                      </p:to>
                                    </p:set>
                                    <p:animEffect filter="fade" transition="in">
                                      <p:cBhvr>
                                        <p:cTn dur="1000"/>
                                        <p:tgtEl>
                                          <p:spTgt spid="497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975"/>
                                        </p:tgtEl>
                                        <p:attrNameLst>
                                          <p:attrName>style.visibility</p:attrName>
                                        </p:attrNameLst>
                                      </p:cBhvr>
                                      <p:to>
                                        <p:strVal val="visible"/>
                                      </p:to>
                                    </p:set>
                                    <p:animEffect filter="fade" transition="in">
                                      <p:cBhvr>
                                        <p:cTn dur="1000"/>
                                        <p:tgtEl>
                                          <p:spTgt spid="4975"/>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4972"/>
                                        </p:tgtEl>
                                        <p:attrNameLst>
                                          <p:attrName>style.visibility</p:attrName>
                                        </p:attrNameLst>
                                      </p:cBhvr>
                                      <p:to>
                                        <p:strVal val="visible"/>
                                      </p:to>
                                    </p:set>
                                    <p:animEffect filter="fade" transition="in">
                                      <p:cBhvr>
                                        <p:cTn dur="1000"/>
                                        <p:tgtEl>
                                          <p:spTgt spid="4972"/>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4955"/>
                                        </p:tgtEl>
                                        <p:attrNameLst>
                                          <p:attrName>style.visibility</p:attrName>
                                        </p:attrNameLst>
                                      </p:cBhvr>
                                      <p:to>
                                        <p:strVal val="visible"/>
                                      </p:to>
                                    </p:set>
                                    <p:animEffect filter="fade" transition="in">
                                      <p:cBhvr>
                                        <p:cTn dur="1000"/>
                                        <p:tgtEl>
                                          <p:spTgt spid="4955"/>
                                        </p:tgtEl>
                                      </p:cBhvr>
                                    </p:animEffect>
                                  </p:childTnLst>
                                </p:cTn>
                              </p:par>
                              <p:par>
                                <p:cTn fill="hold" nodeType="withEffect" presetClass="entr" presetID="10" presetSubtype="0">
                                  <p:stCondLst>
                                    <p:cond delay="0"/>
                                  </p:stCondLst>
                                  <p:childTnLst>
                                    <p:set>
                                      <p:cBhvr>
                                        <p:cTn dur="1" fill="hold">
                                          <p:stCondLst>
                                            <p:cond delay="0"/>
                                          </p:stCondLst>
                                        </p:cTn>
                                        <p:tgtEl>
                                          <p:spTgt spid="4956"/>
                                        </p:tgtEl>
                                        <p:attrNameLst>
                                          <p:attrName>style.visibility</p:attrName>
                                        </p:attrNameLst>
                                      </p:cBhvr>
                                      <p:to>
                                        <p:strVal val="visible"/>
                                      </p:to>
                                    </p:set>
                                    <p:animEffect filter="fade" transition="in">
                                      <p:cBhvr>
                                        <p:cTn dur="1000"/>
                                        <p:tgtEl>
                                          <p:spTgt spid="495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97" name="Shape 4997"/>
        <p:cNvGrpSpPr/>
        <p:nvPr/>
      </p:nvGrpSpPr>
      <p:grpSpPr>
        <a:xfrm>
          <a:off x="0" y="0"/>
          <a:ext cx="0" cy="0"/>
          <a:chOff x="0" y="0"/>
          <a:chExt cx="0" cy="0"/>
        </a:xfrm>
      </p:grpSpPr>
      <p:sp>
        <p:nvSpPr>
          <p:cNvPr id="4998" name="Google Shape;4998;p88"/>
          <p:cNvSpPr txBox="1"/>
          <p:nvPr>
            <p:ph idx="2" type="title"/>
          </p:nvPr>
        </p:nvSpPr>
        <p:spPr>
          <a:xfrm>
            <a:off x="713400" y="1022750"/>
            <a:ext cx="2145000" cy="44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4999" name="Google Shape;4999;p88"/>
          <p:cNvSpPr txBox="1"/>
          <p:nvPr>
            <p:ph type="title"/>
          </p:nvPr>
        </p:nvSpPr>
        <p:spPr>
          <a:xfrm>
            <a:off x="6289325" y="3104675"/>
            <a:ext cx="2148900" cy="44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a:t>
            </a:r>
            <a:r>
              <a:rPr lang="en"/>
              <a:t>h 55m 23s</a:t>
            </a:r>
            <a:endParaRPr/>
          </a:p>
        </p:txBody>
      </p:sp>
      <p:sp>
        <p:nvSpPr>
          <p:cNvPr id="5000" name="Google Shape;5000;p88"/>
          <p:cNvSpPr txBox="1"/>
          <p:nvPr>
            <p:ph idx="1" type="subTitle"/>
          </p:nvPr>
        </p:nvSpPr>
        <p:spPr>
          <a:xfrm>
            <a:off x="6294725" y="3596582"/>
            <a:ext cx="2138100" cy="6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whole rotation period</a:t>
            </a:r>
            <a:endParaRPr/>
          </a:p>
        </p:txBody>
      </p:sp>
      <p:sp>
        <p:nvSpPr>
          <p:cNvPr id="5001" name="Google Shape;5001;p88"/>
          <p:cNvSpPr txBox="1"/>
          <p:nvPr>
            <p:ph idx="3" type="subTitle"/>
          </p:nvPr>
        </p:nvSpPr>
        <p:spPr>
          <a:xfrm>
            <a:off x="715801" y="1514665"/>
            <a:ext cx="2141400" cy="6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t>
            </a:r>
            <a:r>
              <a:rPr lang="en"/>
              <a:t>istance from Earth to the Moon</a:t>
            </a:r>
            <a:endParaRPr/>
          </a:p>
        </p:txBody>
      </p:sp>
      <p:sp>
        <p:nvSpPr>
          <p:cNvPr id="5002" name="Google Shape;5002;p88"/>
          <p:cNvSpPr txBox="1"/>
          <p:nvPr>
            <p:ph idx="4" type="title"/>
          </p:nvPr>
        </p:nvSpPr>
        <p:spPr>
          <a:xfrm>
            <a:off x="3501363" y="2063700"/>
            <a:ext cx="2145000" cy="44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333,000.000</a:t>
            </a:r>
            <a:endParaRPr/>
          </a:p>
        </p:txBody>
      </p:sp>
      <p:sp>
        <p:nvSpPr>
          <p:cNvPr id="5003" name="Google Shape;5003;p88"/>
          <p:cNvSpPr txBox="1"/>
          <p:nvPr>
            <p:ph idx="5" type="subTitle"/>
          </p:nvPr>
        </p:nvSpPr>
        <p:spPr>
          <a:xfrm>
            <a:off x="3504663" y="2555623"/>
            <a:ext cx="2141700" cy="6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grpSp>
        <p:nvGrpSpPr>
          <p:cNvPr id="5004" name="Google Shape;5004;p88"/>
          <p:cNvGrpSpPr/>
          <p:nvPr/>
        </p:nvGrpSpPr>
        <p:grpSpPr>
          <a:xfrm rot="-854007">
            <a:off x="2770822" y="3631813"/>
            <a:ext cx="449513" cy="1305215"/>
            <a:chOff x="6512944" y="2975654"/>
            <a:chExt cx="1594853" cy="4630848"/>
          </a:xfrm>
        </p:grpSpPr>
        <p:grpSp>
          <p:nvGrpSpPr>
            <p:cNvPr id="5005" name="Google Shape;5005;p88"/>
            <p:cNvGrpSpPr/>
            <p:nvPr/>
          </p:nvGrpSpPr>
          <p:grpSpPr>
            <a:xfrm>
              <a:off x="6512944" y="2975654"/>
              <a:ext cx="1594853" cy="4630848"/>
              <a:chOff x="1460575" y="5630575"/>
              <a:chExt cx="645350" cy="1873775"/>
            </a:xfrm>
          </p:grpSpPr>
          <p:sp>
            <p:nvSpPr>
              <p:cNvPr id="5006" name="Google Shape;5006;p88"/>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8"/>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8" name="Google Shape;5008;p88"/>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9" name="Google Shape;5009;p88"/>
          <p:cNvGrpSpPr/>
          <p:nvPr/>
        </p:nvGrpSpPr>
        <p:grpSpPr>
          <a:xfrm rot="1588686">
            <a:off x="6048290" y="180549"/>
            <a:ext cx="470026" cy="1364776"/>
            <a:chOff x="6512944" y="2975654"/>
            <a:chExt cx="1594853" cy="4630848"/>
          </a:xfrm>
        </p:grpSpPr>
        <p:grpSp>
          <p:nvGrpSpPr>
            <p:cNvPr id="5010" name="Google Shape;5010;p88"/>
            <p:cNvGrpSpPr/>
            <p:nvPr/>
          </p:nvGrpSpPr>
          <p:grpSpPr>
            <a:xfrm>
              <a:off x="6512944" y="2975654"/>
              <a:ext cx="1594853" cy="4630848"/>
              <a:chOff x="1460575" y="5630575"/>
              <a:chExt cx="645350" cy="1873775"/>
            </a:xfrm>
          </p:grpSpPr>
          <p:sp>
            <p:nvSpPr>
              <p:cNvPr id="5011" name="Google Shape;5011;p88"/>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8"/>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3" name="Google Shape;5013;p88"/>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4" name="Google Shape;5014;p88"/>
          <p:cNvGrpSpPr/>
          <p:nvPr/>
        </p:nvGrpSpPr>
        <p:grpSpPr>
          <a:xfrm rot="-1866940">
            <a:off x="8420310" y="1402919"/>
            <a:ext cx="400620" cy="1248399"/>
            <a:chOff x="4118750" y="2154275"/>
            <a:chExt cx="601300" cy="1873750"/>
          </a:xfrm>
        </p:grpSpPr>
        <p:sp>
          <p:nvSpPr>
            <p:cNvPr id="5015" name="Google Shape;5015;p88"/>
            <p:cNvSpPr/>
            <p:nvPr/>
          </p:nvSpPr>
          <p:spPr>
            <a:xfrm>
              <a:off x="4283650" y="2154275"/>
              <a:ext cx="269700" cy="175625"/>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8"/>
            <p:cNvSpPr/>
            <p:nvPr/>
          </p:nvSpPr>
          <p:spPr>
            <a:xfrm>
              <a:off x="4118750" y="2330175"/>
              <a:ext cx="601300" cy="1697850"/>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7" name="Google Shape;5017;p88"/>
          <p:cNvGrpSpPr/>
          <p:nvPr/>
        </p:nvGrpSpPr>
        <p:grpSpPr>
          <a:xfrm rot="2350850">
            <a:off x="1323163" y="3627529"/>
            <a:ext cx="672799" cy="1226322"/>
            <a:chOff x="-214625" y="3943775"/>
            <a:chExt cx="458725" cy="836125"/>
          </a:xfrm>
        </p:grpSpPr>
        <p:sp>
          <p:nvSpPr>
            <p:cNvPr id="5018" name="Google Shape;5018;p88"/>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8"/>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8"/>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8"/>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8"/>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8"/>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8"/>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8"/>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8"/>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8"/>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8"/>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8"/>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0" name="Google Shape;5030;p88"/>
          <p:cNvSpPr/>
          <p:nvPr/>
        </p:nvSpPr>
        <p:spPr>
          <a:xfrm rot="2131742">
            <a:off x="7552923" y="1865930"/>
            <a:ext cx="225497" cy="456828"/>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998"/>
                                        </p:tgtEl>
                                        <p:attrNameLst>
                                          <p:attrName>style.visibility</p:attrName>
                                        </p:attrNameLst>
                                      </p:cBhvr>
                                      <p:to>
                                        <p:strVal val="visible"/>
                                      </p:to>
                                    </p:set>
                                    <p:animEffect filter="fade" transition="in">
                                      <p:cBhvr>
                                        <p:cTn dur="1000"/>
                                        <p:tgtEl>
                                          <p:spTgt spid="4998"/>
                                        </p:tgtEl>
                                      </p:cBhvr>
                                    </p:animEffect>
                                  </p:childTnLst>
                                </p:cTn>
                              </p:par>
                              <p:par>
                                <p:cTn fill="hold" nodeType="withEffect" presetClass="entr" presetID="10" presetSubtype="0">
                                  <p:stCondLst>
                                    <p:cond delay="0"/>
                                  </p:stCondLst>
                                  <p:childTnLst>
                                    <p:set>
                                      <p:cBhvr>
                                        <p:cTn dur="1" fill="hold">
                                          <p:stCondLst>
                                            <p:cond delay="0"/>
                                          </p:stCondLst>
                                        </p:cTn>
                                        <p:tgtEl>
                                          <p:spTgt spid="5001"/>
                                        </p:tgtEl>
                                        <p:attrNameLst>
                                          <p:attrName>style.visibility</p:attrName>
                                        </p:attrNameLst>
                                      </p:cBhvr>
                                      <p:to>
                                        <p:strVal val="visible"/>
                                      </p:to>
                                    </p:set>
                                    <p:animEffect filter="fade" transition="in">
                                      <p:cBhvr>
                                        <p:cTn dur="1000"/>
                                        <p:tgtEl>
                                          <p:spTgt spid="500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002"/>
                                        </p:tgtEl>
                                        <p:attrNameLst>
                                          <p:attrName>style.visibility</p:attrName>
                                        </p:attrNameLst>
                                      </p:cBhvr>
                                      <p:to>
                                        <p:strVal val="visible"/>
                                      </p:to>
                                    </p:set>
                                    <p:animEffect filter="fade" transition="in">
                                      <p:cBhvr>
                                        <p:cTn dur="1000"/>
                                        <p:tgtEl>
                                          <p:spTgt spid="5002"/>
                                        </p:tgtEl>
                                      </p:cBhvr>
                                    </p:animEffect>
                                  </p:childTnLst>
                                </p:cTn>
                              </p:par>
                              <p:par>
                                <p:cTn fill="hold" nodeType="withEffect" presetClass="entr" presetID="10" presetSubtype="0">
                                  <p:stCondLst>
                                    <p:cond delay="0"/>
                                  </p:stCondLst>
                                  <p:childTnLst>
                                    <p:set>
                                      <p:cBhvr>
                                        <p:cTn dur="1" fill="hold">
                                          <p:stCondLst>
                                            <p:cond delay="0"/>
                                          </p:stCondLst>
                                        </p:cTn>
                                        <p:tgtEl>
                                          <p:spTgt spid="5003"/>
                                        </p:tgtEl>
                                        <p:attrNameLst>
                                          <p:attrName>style.visibility</p:attrName>
                                        </p:attrNameLst>
                                      </p:cBhvr>
                                      <p:to>
                                        <p:strVal val="visible"/>
                                      </p:to>
                                    </p:set>
                                    <p:animEffect filter="fade" transition="in">
                                      <p:cBhvr>
                                        <p:cTn dur="1000"/>
                                        <p:tgtEl>
                                          <p:spTgt spid="500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4999"/>
                                        </p:tgtEl>
                                        <p:attrNameLst>
                                          <p:attrName>style.visibility</p:attrName>
                                        </p:attrNameLst>
                                      </p:cBhvr>
                                      <p:to>
                                        <p:strVal val="visible"/>
                                      </p:to>
                                    </p:set>
                                    <p:animEffect filter="fade" transition="in">
                                      <p:cBhvr>
                                        <p:cTn dur="1000"/>
                                        <p:tgtEl>
                                          <p:spTgt spid="4999"/>
                                        </p:tgtEl>
                                      </p:cBhvr>
                                    </p:animEffect>
                                  </p:childTnLst>
                                </p:cTn>
                              </p:par>
                              <p:par>
                                <p:cTn fill="hold" nodeType="withEffect" presetClass="entr" presetID="10" presetSubtype="0">
                                  <p:stCondLst>
                                    <p:cond delay="0"/>
                                  </p:stCondLst>
                                  <p:childTnLst>
                                    <p:set>
                                      <p:cBhvr>
                                        <p:cTn dur="1" fill="hold">
                                          <p:stCondLst>
                                            <p:cond delay="0"/>
                                          </p:stCondLst>
                                        </p:cTn>
                                        <p:tgtEl>
                                          <p:spTgt spid="5000"/>
                                        </p:tgtEl>
                                        <p:attrNameLst>
                                          <p:attrName>style.visibility</p:attrName>
                                        </p:attrNameLst>
                                      </p:cBhvr>
                                      <p:to>
                                        <p:strVal val="visible"/>
                                      </p:to>
                                    </p:set>
                                    <p:animEffect filter="fade" transition="in">
                                      <p:cBhvr>
                                        <p:cTn dur="1000"/>
                                        <p:tgtEl>
                                          <p:spTgt spid="500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4" name="Shape 5034"/>
        <p:cNvGrpSpPr/>
        <p:nvPr/>
      </p:nvGrpSpPr>
      <p:grpSpPr>
        <a:xfrm>
          <a:off x="0" y="0"/>
          <a:ext cx="0" cy="0"/>
          <a:chOff x="0" y="0"/>
          <a:chExt cx="0" cy="0"/>
        </a:xfrm>
      </p:grpSpPr>
      <p:sp>
        <p:nvSpPr>
          <p:cNvPr id="5035" name="Google Shape;5035;p89"/>
          <p:cNvSpPr/>
          <p:nvPr/>
        </p:nvSpPr>
        <p:spPr>
          <a:xfrm>
            <a:off x="4629238" y="613113"/>
            <a:ext cx="3689700" cy="1859400"/>
          </a:xfrm>
          <a:prstGeom prst="roundRect">
            <a:avLst>
              <a:gd fmla="val 333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9"/>
          <p:cNvSpPr/>
          <p:nvPr/>
        </p:nvSpPr>
        <p:spPr>
          <a:xfrm>
            <a:off x="825063" y="2670988"/>
            <a:ext cx="3689700" cy="1859400"/>
          </a:xfrm>
          <a:prstGeom prst="roundRect">
            <a:avLst>
              <a:gd fmla="val 333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9"/>
          <p:cNvSpPr/>
          <p:nvPr/>
        </p:nvSpPr>
        <p:spPr>
          <a:xfrm>
            <a:off x="4629238" y="2670988"/>
            <a:ext cx="3689700" cy="1859400"/>
          </a:xfrm>
          <a:prstGeom prst="roundRect">
            <a:avLst>
              <a:gd fmla="val 333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9"/>
          <p:cNvSpPr/>
          <p:nvPr/>
        </p:nvSpPr>
        <p:spPr>
          <a:xfrm>
            <a:off x="825063" y="613113"/>
            <a:ext cx="3689700" cy="1859400"/>
          </a:xfrm>
          <a:prstGeom prst="roundRect">
            <a:avLst>
              <a:gd fmla="val 333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9"/>
          <p:cNvSpPr txBox="1"/>
          <p:nvPr>
            <p:ph type="title"/>
          </p:nvPr>
        </p:nvSpPr>
        <p:spPr>
          <a:xfrm>
            <a:off x="1115225" y="919500"/>
            <a:ext cx="3006000" cy="6465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2,500</a:t>
            </a:r>
            <a:endParaRPr/>
          </a:p>
        </p:txBody>
      </p:sp>
      <p:sp>
        <p:nvSpPr>
          <p:cNvPr id="5040" name="Google Shape;5040;p89"/>
          <p:cNvSpPr txBox="1"/>
          <p:nvPr>
            <p:ph idx="1" type="subTitle"/>
          </p:nvPr>
        </p:nvSpPr>
        <p:spPr>
          <a:xfrm>
            <a:off x="1118591" y="1489015"/>
            <a:ext cx="3001200" cy="6771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It’s full of iron oxide dust</a:t>
            </a:r>
            <a:endParaRPr/>
          </a:p>
        </p:txBody>
      </p:sp>
      <p:sp>
        <p:nvSpPr>
          <p:cNvPr id="5041" name="Google Shape;5041;p89"/>
          <p:cNvSpPr txBox="1"/>
          <p:nvPr>
            <p:ph idx="2" type="title"/>
          </p:nvPr>
        </p:nvSpPr>
        <p:spPr>
          <a:xfrm>
            <a:off x="4971029" y="919513"/>
            <a:ext cx="3006000" cy="6465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1,750</a:t>
            </a:r>
            <a:endParaRPr/>
          </a:p>
        </p:txBody>
      </p:sp>
      <p:sp>
        <p:nvSpPr>
          <p:cNvPr id="5042" name="Google Shape;5042;p89"/>
          <p:cNvSpPr txBox="1"/>
          <p:nvPr>
            <p:ph idx="3" type="subTitle"/>
          </p:nvPr>
        </p:nvSpPr>
        <p:spPr>
          <a:xfrm>
            <a:off x="4973329" y="1489038"/>
            <a:ext cx="3001500" cy="6771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Mercury is </a:t>
            </a:r>
            <a:r>
              <a:rPr lang="en"/>
              <a:t>the closest planet to the Sun and the smallest</a:t>
            </a:r>
            <a:endParaRPr/>
          </a:p>
        </p:txBody>
      </p:sp>
      <p:sp>
        <p:nvSpPr>
          <p:cNvPr id="5043" name="Google Shape;5043;p89"/>
          <p:cNvSpPr txBox="1"/>
          <p:nvPr>
            <p:ph idx="4" type="title"/>
          </p:nvPr>
        </p:nvSpPr>
        <p:spPr>
          <a:xfrm>
            <a:off x="1119700" y="2977376"/>
            <a:ext cx="3006000" cy="6465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3,000</a:t>
            </a:r>
            <a:endParaRPr/>
          </a:p>
        </p:txBody>
      </p:sp>
      <p:sp>
        <p:nvSpPr>
          <p:cNvPr id="5044" name="Google Shape;5044;p89"/>
          <p:cNvSpPr txBox="1"/>
          <p:nvPr>
            <p:ph idx="5" type="subTitle"/>
          </p:nvPr>
        </p:nvSpPr>
        <p:spPr>
          <a:xfrm>
            <a:off x="1123066" y="3546891"/>
            <a:ext cx="3001200" cy="6771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t>
            </a:r>
            <a:r>
              <a:rPr lang="en"/>
              <a:t>a gas giant and the biggest planet of them all</a:t>
            </a:r>
            <a:endParaRPr/>
          </a:p>
        </p:txBody>
      </p:sp>
      <p:sp>
        <p:nvSpPr>
          <p:cNvPr id="5045" name="Google Shape;5045;p89"/>
          <p:cNvSpPr txBox="1"/>
          <p:nvPr>
            <p:ph idx="6" type="title"/>
          </p:nvPr>
        </p:nvSpPr>
        <p:spPr>
          <a:xfrm>
            <a:off x="4973329" y="2977375"/>
            <a:ext cx="3006000" cy="6465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2,750</a:t>
            </a:r>
            <a:endParaRPr/>
          </a:p>
        </p:txBody>
      </p:sp>
      <p:sp>
        <p:nvSpPr>
          <p:cNvPr id="5046" name="Google Shape;5046;p89"/>
          <p:cNvSpPr txBox="1"/>
          <p:nvPr>
            <p:ph idx="7" type="subTitle"/>
          </p:nvPr>
        </p:nvSpPr>
        <p:spPr>
          <a:xfrm>
            <a:off x="4973329" y="3546900"/>
            <a:ext cx="3001500" cy="6771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Venus </a:t>
            </a:r>
            <a:r>
              <a:rPr lang="en"/>
              <a:t>has a beautiful name, but also high temperatures</a:t>
            </a:r>
            <a:endParaRPr/>
          </a:p>
        </p:txBody>
      </p:sp>
      <p:grpSp>
        <p:nvGrpSpPr>
          <p:cNvPr id="5047" name="Google Shape;5047;p89"/>
          <p:cNvGrpSpPr/>
          <p:nvPr/>
        </p:nvGrpSpPr>
        <p:grpSpPr>
          <a:xfrm>
            <a:off x="1758014" y="1082219"/>
            <a:ext cx="1722354" cy="321061"/>
            <a:chOff x="1718826" y="2162300"/>
            <a:chExt cx="1722354" cy="321061"/>
          </a:xfrm>
        </p:grpSpPr>
        <p:sp>
          <p:nvSpPr>
            <p:cNvPr id="5048" name="Google Shape;5048;p89"/>
            <p:cNvSpPr/>
            <p:nvPr/>
          </p:nvSpPr>
          <p:spPr>
            <a:xfrm flipH="1" rot="-2131557">
              <a:off x="1790215" y="2176962"/>
              <a:ext cx="144000" cy="291738"/>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9"/>
            <p:cNvSpPr/>
            <p:nvPr/>
          </p:nvSpPr>
          <p:spPr>
            <a:xfrm rot="2131557">
              <a:off x="3225790" y="2176962"/>
              <a:ext cx="144000" cy="291738"/>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0" name="Google Shape;5050;p89"/>
          <p:cNvGrpSpPr/>
          <p:nvPr/>
        </p:nvGrpSpPr>
        <p:grpSpPr>
          <a:xfrm>
            <a:off x="5615235" y="1082232"/>
            <a:ext cx="1722354" cy="321061"/>
            <a:chOff x="5625152" y="2162300"/>
            <a:chExt cx="1722354" cy="321061"/>
          </a:xfrm>
        </p:grpSpPr>
        <p:sp>
          <p:nvSpPr>
            <p:cNvPr id="5051" name="Google Shape;5051;p89"/>
            <p:cNvSpPr/>
            <p:nvPr/>
          </p:nvSpPr>
          <p:spPr>
            <a:xfrm flipH="1" rot="-2131557">
              <a:off x="5696541" y="2176962"/>
              <a:ext cx="144000" cy="291738"/>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9"/>
            <p:cNvSpPr/>
            <p:nvPr/>
          </p:nvSpPr>
          <p:spPr>
            <a:xfrm rot="2131557">
              <a:off x="7132116" y="2176962"/>
              <a:ext cx="144000" cy="291738"/>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3" name="Google Shape;5053;p89"/>
          <p:cNvGrpSpPr/>
          <p:nvPr/>
        </p:nvGrpSpPr>
        <p:grpSpPr>
          <a:xfrm>
            <a:off x="1762489" y="3140100"/>
            <a:ext cx="1722354" cy="321061"/>
            <a:chOff x="1717861" y="3981525"/>
            <a:chExt cx="1722354" cy="321061"/>
          </a:xfrm>
        </p:grpSpPr>
        <p:sp>
          <p:nvSpPr>
            <p:cNvPr id="5054" name="Google Shape;5054;p89"/>
            <p:cNvSpPr/>
            <p:nvPr/>
          </p:nvSpPr>
          <p:spPr>
            <a:xfrm flipH="1" rot="-2131557">
              <a:off x="1789250" y="3996186"/>
              <a:ext cx="144000" cy="291738"/>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9"/>
            <p:cNvSpPr/>
            <p:nvPr/>
          </p:nvSpPr>
          <p:spPr>
            <a:xfrm rot="2131557">
              <a:off x="3224825" y="3996186"/>
              <a:ext cx="144000" cy="291738"/>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6" name="Google Shape;5056;p89"/>
          <p:cNvGrpSpPr/>
          <p:nvPr/>
        </p:nvGrpSpPr>
        <p:grpSpPr>
          <a:xfrm>
            <a:off x="5612911" y="3140100"/>
            <a:ext cx="1722354" cy="321061"/>
            <a:chOff x="5625152" y="3981525"/>
            <a:chExt cx="1722354" cy="321061"/>
          </a:xfrm>
        </p:grpSpPr>
        <p:sp>
          <p:nvSpPr>
            <p:cNvPr id="5057" name="Google Shape;5057;p89"/>
            <p:cNvSpPr/>
            <p:nvPr/>
          </p:nvSpPr>
          <p:spPr>
            <a:xfrm flipH="1" rot="-2131557">
              <a:off x="5696541" y="3996186"/>
              <a:ext cx="144000" cy="291738"/>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9"/>
            <p:cNvSpPr/>
            <p:nvPr/>
          </p:nvSpPr>
          <p:spPr>
            <a:xfrm rot="2131557">
              <a:off x="7132116" y="3996186"/>
              <a:ext cx="144000" cy="291738"/>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9" name="Google Shape;5059;p89"/>
          <p:cNvGrpSpPr/>
          <p:nvPr/>
        </p:nvGrpSpPr>
        <p:grpSpPr>
          <a:xfrm rot="1588686">
            <a:off x="4687490" y="47599"/>
            <a:ext cx="470026" cy="1364776"/>
            <a:chOff x="6512944" y="2975654"/>
            <a:chExt cx="1594853" cy="4630848"/>
          </a:xfrm>
        </p:grpSpPr>
        <p:grpSp>
          <p:nvGrpSpPr>
            <p:cNvPr id="5060" name="Google Shape;5060;p89"/>
            <p:cNvGrpSpPr/>
            <p:nvPr/>
          </p:nvGrpSpPr>
          <p:grpSpPr>
            <a:xfrm>
              <a:off x="6512944" y="2975654"/>
              <a:ext cx="1594853" cy="4630848"/>
              <a:chOff x="1460575" y="5630575"/>
              <a:chExt cx="645350" cy="1873775"/>
            </a:xfrm>
          </p:grpSpPr>
          <p:sp>
            <p:nvSpPr>
              <p:cNvPr id="5061" name="Google Shape;5061;p89"/>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9"/>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3" name="Google Shape;5063;p89"/>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4" name="Google Shape;5064;p89"/>
          <p:cNvGrpSpPr/>
          <p:nvPr/>
        </p:nvGrpSpPr>
        <p:grpSpPr>
          <a:xfrm flipH="1" rot="-1588686">
            <a:off x="769315" y="3880511"/>
            <a:ext cx="470026" cy="1364776"/>
            <a:chOff x="6512944" y="2975654"/>
            <a:chExt cx="1594853" cy="4630848"/>
          </a:xfrm>
        </p:grpSpPr>
        <p:grpSp>
          <p:nvGrpSpPr>
            <p:cNvPr id="5065" name="Google Shape;5065;p89"/>
            <p:cNvGrpSpPr/>
            <p:nvPr/>
          </p:nvGrpSpPr>
          <p:grpSpPr>
            <a:xfrm>
              <a:off x="6512944" y="2975654"/>
              <a:ext cx="1594853" cy="4630848"/>
              <a:chOff x="1460575" y="5630575"/>
              <a:chExt cx="645350" cy="1873775"/>
            </a:xfrm>
          </p:grpSpPr>
          <p:sp>
            <p:nvSpPr>
              <p:cNvPr id="5066" name="Google Shape;5066;p89"/>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9"/>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8" name="Google Shape;5068;p89"/>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9" name="Google Shape;5069;p89"/>
          <p:cNvGrpSpPr/>
          <p:nvPr/>
        </p:nvGrpSpPr>
        <p:grpSpPr>
          <a:xfrm rot="-832667">
            <a:off x="4770748" y="4306312"/>
            <a:ext cx="303481" cy="513173"/>
            <a:chOff x="4774877" y="116629"/>
            <a:chExt cx="576785" cy="975095"/>
          </a:xfrm>
        </p:grpSpPr>
        <p:sp>
          <p:nvSpPr>
            <p:cNvPr id="5070" name="Google Shape;5070;p89"/>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9"/>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9"/>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9"/>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9"/>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9"/>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6" name="Google Shape;5076;p89"/>
          <p:cNvGrpSpPr/>
          <p:nvPr/>
        </p:nvGrpSpPr>
        <p:grpSpPr>
          <a:xfrm rot="-164045">
            <a:off x="666500" y="684334"/>
            <a:ext cx="303504" cy="513196"/>
            <a:chOff x="4774877" y="116629"/>
            <a:chExt cx="576785" cy="975095"/>
          </a:xfrm>
        </p:grpSpPr>
        <p:sp>
          <p:nvSpPr>
            <p:cNvPr id="5077" name="Google Shape;5077;p89"/>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9"/>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9"/>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9"/>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9"/>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9"/>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3" name="Google Shape;5083;p89"/>
          <p:cNvGrpSpPr/>
          <p:nvPr/>
        </p:nvGrpSpPr>
        <p:grpSpPr>
          <a:xfrm rot="-1376389">
            <a:off x="8207966" y="1138158"/>
            <a:ext cx="303514" cy="513186"/>
            <a:chOff x="4774877" y="116629"/>
            <a:chExt cx="576785" cy="975095"/>
          </a:xfrm>
        </p:grpSpPr>
        <p:sp>
          <p:nvSpPr>
            <p:cNvPr id="5084" name="Google Shape;5084;p89"/>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9"/>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9"/>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9"/>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9"/>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9"/>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038"/>
                                        </p:tgtEl>
                                        <p:attrNameLst>
                                          <p:attrName>style.visibility</p:attrName>
                                        </p:attrNameLst>
                                      </p:cBhvr>
                                      <p:to>
                                        <p:strVal val="visible"/>
                                      </p:to>
                                    </p:set>
                                    <p:animEffect filter="fade" transition="in">
                                      <p:cBhvr>
                                        <p:cTn dur="1000"/>
                                        <p:tgtEl>
                                          <p:spTgt spid="5038"/>
                                        </p:tgtEl>
                                      </p:cBhvr>
                                    </p:animEffect>
                                  </p:childTnLst>
                                </p:cTn>
                              </p:par>
                              <p:par>
                                <p:cTn fill="hold" nodeType="withEffect" presetClass="entr" presetID="10" presetSubtype="0">
                                  <p:stCondLst>
                                    <p:cond delay="0"/>
                                  </p:stCondLst>
                                  <p:childTnLst>
                                    <p:set>
                                      <p:cBhvr>
                                        <p:cTn dur="1" fill="hold">
                                          <p:stCondLst>
                                            <p:cond delay="0"/>
                                          </p:stCondLst>
                                        </p:cTn>
                                        <p:tgtEl>
                                          <p:spTgt spid="5039"/>
                                        </p:tgtEl>
                                        <p:attrNameLst>
                                          <p:attrName>style.visibility</p:attrName>
                                        </p:attrNameLst>
                                      </p:cBhvr>
                                      <p:to>
                                        <p:strVal val="visible"/>
                                      </p:to>
                                    </p:set>
                                    <p:animEffect filter="fade" transition="in">
                                      <p:cBhvr>
                                        <p:cTn dur="1000"/>
                                        <p:tgtEl>
                                          <p:spTgt spid="5039"/>
                                        </p:tgtEl>
                                      </p:cBhvr>
                                    </p:animEffect>
                                  </p:childTnLst>
                                </p:cTn>
                              </p:par>
                              <p:par>
                                <p:cTn fill="hold" nodeType="withEffect" presetClass="entr" presetID="10" presetSubtype="0">
                                  <p:stCondLst>
                                    <p:cond delay="0"/>
                                  </p:stCondLst>
                                  <p:childTnLst>
                                    <p:set>
                                      <p:cBhvr>
                                        <p:cTn dur="1" fill="hold">
                                          <p:stCondLst>
                                            <p:cond delay="0"/>
                                          </p:stCondLst>
                                        </p:cTn>
                                        <p:tgtEl>
                                          <p:spTgt spid="5047"/>
                                        </p:tgtEl>
                                        <p:attrNameLst>
                                          <p:attrName>style.visibility</p:attrName>
                                        </p:attrNameLst>
                                      </p:cBhvr>
                                      <p:to>
                                        <p:strVal val="visible"/>
                                      </p:to>
                                    </p:set>
                                    <p:animEffect filter="fade" transition="in">
                                      <p:cBhvr>
                                        <p:cTn dur="1000"/>
                                        <p:tgtEl>
                                          <p:spTgt spid="5047"/>
                                        </p:tgtEl>
                                      </p:cBhvr>
                                    </p:animEffect>
                                  </p:childTnLst>
                                </p:cTn>
                              </p:par>
                              <p:par>
                                <p:cTn fill="hold" nodeType="withEffect" presetClass="entr" presetID="10" presetSubtype="0">
                                  <p:stCondLst>
                                    <p:cond delay="0"/>
                                  </p:stCondLst>
                                  <p:childTnLst>
                                    <p:set>
                                      <p:cBhvr>
                                        <p:cTn dur="1" fill="hold">
                                          <p:stCondLst>
                                            <p:cond delay="0"/>
                                          </p:stCondLst>
                                        </p:cTn>
                                        <p:tgtEl>
                                          <p:spTgt spid="5040"/>
                                        </p:tgtEl>
                                        <p:attrNameLst>
                                          <p:attrName>style.visibility</p:attrName>
                                        </p:attrNameLst>
                                      </p:cBhvr>
                                      <p:to>
                                        <p:strVal val="visible"/>
                                      </p:to>
                                    </p:set>
                                    <p:animEffect filter="fade" transition="in">
                                      <p:cBhvr>
                                        <p:cTn dur="1000"/>
                                        <p:tgtEl>
                                          <p:spTgt spid="504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041"/>
                                        </p:tgtEl>
                                        <p:attrNameLst>
                                          <p:attrName>style.visibility</p:attrName>
                                        </p:attrNameLst>
                                      </p:cBhvr>
                                      <p:to>
                                        <p:strVal val="visible"/>
                                      </p:to>
                                    </p:set>
                                    <p:animEffect filter="fade" transition="in">
                                      <p:cBhvr>
                                        <p:cTn dur="1000"/>
                                        <p:tgtEl>
                                          <p:spTgt spid="5041"/>
                                        </p:tgtEl>
                                      </p:cBhvr>
                                    </p:animEffect>
                                  </p:childTnLst>
                                </p:cTn>
                              </p:par>
                              <p:par>
                                <p:cTn fill="hold" nodeType="withEffect" presetClass="entr" presetID="10" presetSubtype="0">
                                  <p:stCondLst>
                                    <p:cond delay="0"/>
                                  </p:stCondLst>
                                  <p:childTnLst>
                                    <p:set>
                                      <p:cBhvr>
                                        <p:cTn dur="1" fill="hold">
                                          <p:stCondLst>
                                            <p:cond delay="0"/>
                                          </p:stCondLst>
                                        </p:cTn>
                                        <p:tgtEl>
                                          <p:spTgt spid="5042"/>
                                        </p:tgtEl>
                                        <p:attrNameLst>
                                          <p:attrName>style.visibility</p:attrName>
                                        </p:attrNameLst>
                                      </p:cBhvr>
                                      <p:to>
                                        <p:strVal val="visible"/>
                                      </p:to>
                                    </p:set>
                                    <p:animEffect filter="fade" transition="in">
                                      <p:cBhvr>
                                        <p:cTn dur="1000"/>
                                        <p:tgtEl>
                                          <p:spTgt spid="5042"/>
                                        </p:tgtEl>
                                      </p:cBhvr>
                                    </p:animEffect>
                                  </p:childTnLst>
                                </p:cTn>
                              </p:par>
                              <p:par>
                                <p:cTn fill="hold" nodeType="withEffect" presetClass="entr" presetID="10" presetSubtype="0">
                                  <p:stCondLst>
                                    <p:cond delay="0"/>
                                  </p:stCondLst>
                                  <p:childTnLst>
                                    <p:set>
                                      <p:cBhvr>
                                        <p:cTn dur="1" fill="hold">
                                          <p:stCondLst>
                                            <p:cond delay="0"/>
                                          </p:stCondLst>
                                        </p:cTn>
                                        <p:tgtEl>
                                          <p:spTgt spid="5050"/>
                                        </p:tgtEl>
                                        <p:attrNameLst>
                                          <p:attrName>style.visibility</p:attrName>
                                        </p:attrNameLst>
                                      </p:cBhvr>
                                      <p:to>
                                        <p:strVal val="visible"/>
                                      </p:to>
                                    </p:set>
                                    <p:animEffect filter="fade" transition="in">
                                      <p:cBhvr>
                                        <p:cTn dur="1000"/>
                                        <p:tgtEl>
                                          <p:spTgt spid="5050"/>
                                        </p:tgtEl>
                                      </p:cBhvr>
                                    </p:animEffect>
                                  </p:childTnLst>
                                </p:cTn>
                              </p:par>
                              <p:par>
                                <p:cTn fill="hold" nodeType="withEffect" presetClass="entr" presetID="10" presetSubtype="0">
                                  <p:stCondLst>
                                    <p:cond delay="0"/>
                                  </p:stCondLst>
                                  <p:childTnLst>
                                    <p:set>
                                      <p:cBhvr>
                                        <p:cTn dur="1" fill="hold">
                                          <p:stCondLst>
                                            <p:cond delay="0"/>
                                          </p:stCondLst>
                                        </p:cTn>
                                        <p:tgtEl>
                                          <p:spTgt spid="5035"/>
                                        </p:tgtEl>
                                        <p:attrNameLst>
                                          <p:attrName>style.visibility</p:attrName>
                                        </p:attrNameLst>
                                      </p:cBhvr>
                                      <p:to>
                                        <p:strVal val="visible"/>
                                      </p:to>
                                    </p:set>
                                    <p:animEffect filter="fade" transition="in">
                                      <p:cBhvr>
                                        <p:cTn dur="1000"/>
                                        <p:tgtEl>
                                          <p:spTgt spid="503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043"/>
                                        </p:tgtEl>
                                        <p:attrNameLst>
                                          <p:attrName>style.visibility</p:attrName>
                                        </p:attrNameLst>
                                      </p:cBhvr>
                                      <p:to>
                                        <p:strVal val="visible"/>
                                      </p:to>
                                    </p:set>
                                    <p:animEffect filter="fade" transition="in">
                                      <p:cBhvr>
                                        <p:cTn dur="1000"/>
                                        <p:tgtEl>
                                          <p:spTgt spid="5043"/>
                                        </p:tgtEl>
                                      </p:cBhvr>
                                    </p:animEffect>
                                  </p:childTnLst>
                                </p:cTn>
                              </p:par>
                              <p:par>
                                <p:cTn fill="hold" nodeType="withEffect" presetClass="entr" presetID="10" presetSubtype="0">
                                  <p:stCondLst>
                                    <p:cond delay="0"/>
                                  </p:stCondLst>
                                  <p:childTnLst>
                                    <p:set>
                                      <p:cBhvr>
                                        <p:cTn dur="1" fill="hold">
                                          <p:stCondLst>
                                            <p:cond delay="0"/>
                                          </p:stCondLst>
                                        </p:cTn>
                                        <p:tgtEl>
                                          <p:spTgt spid="5044"/>
                                        </p:tgtEl>
                                        <p:attrNameLst>
                                          <p:attrName>style.visibility</p:attrName>
                                        </p:attrNameLst>
                                      </p:cBhvr>
                                      <p:to>
                                        <p:strVal val="visible"/>
                                      </p:to>
                                    </p:set>
                                    <p:animEffect filter="fade" transition="in">
                                      <p:cBhvr>
                                        <p:cTn dur="1000"/>
                                        <p:tgtEl>
                                          <p:spTgt spid="5044"/>
                                        </p:tgtEl>
                                      </p:cBhvr>
                                    </p:animEffect>
                                  </p:childTnLst>
                                </p:cTn>
                              </p:par>
                              <p:par>
                                <p:cTn fill="hold" nodeType="withEffect" presetClass="entr" presetID="10" presetSubtype="0">
                                  <p:stCondLst>
                                    <p:cond delay="0"/>
                                  </p:stCondLst>
                                  <p:childTnLst>
                                    <p:set>
                                      <p:cBhvr>
                                        <p:cTn dur="1" fill="hold">
                                          <p:stCondLst>
                                            <p:cond delay="0"/>
                                          </p:stCondLst>
                                        </p:cTn>
                                        <p:tgtEl>
                                          <p:spTgt spid="5053"/>
                                        </p:tgtEl>
                                        <p:attrNameLst>
                                          <p:attrName>style.visibility</p:attrName>
                                        </p:attrNameLst>
                                      </p:cBhvr>
                                      <p:to>
                                        <p:strVal val="visible"/>
                                      </p:to>
                                    </p:set>
                                    <p:animEffect filter="fade" transition="in">
                                      <p:cBhvr>
                                        <p:cTn dur="1000"/>
                                        <p:tgtEl>
                                          <p:spTgt spid="5053"/>
                                        </p:tgtEl>
                                      </p:cBhvr>
                                    </p:animEffect>
                                  </p:childTnLst>
                                </p:cTn>
                              </p:par>
                              <p:par>
                                <p:cTn fill="hold" nodeType="withEffect" presetClass="entr" presetID="10" presetSubtype="0">
                                  <p:stCondLst>
                                    <p:cond delay="0"/>
                                  </p:stCondLst>
                                  <p:childTnLst>
                                    <p:set>
                                      <p:cBhvr>
                                        <p:cTn dur="1" fill="hold">
                                          <p:stCondLst>
                                            <p:cond delay="0"/>
                                          </p:stCondLst>
                                        </p:cTn>
                                        <p:tgtEl>
                                          <p:spTgt spid="5036"/>
                                        </p:tgtEl>
                                        <p:attrNameLst>
                                          <p:attrName>style.visibility</p:attrName>
                                        </p:attrNameLst>
                                      </p:cBhvr>
                                      <p:to>
                                        <p:strVal val="visible"/>
                                      </p:to>
                                    </p:set>
                                    <p:animEffect filter="fade" transition="in">
                                      <p:cBhvr>
                                        <p:cTn dur="1000"/>
                                        <p:tgtEl>
                                          <p:spTgt spid="503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045"/>
                                        </p:tgtEl>
                                        <p:attrNameLst>
                                          <p:attrName>style.visibility</p:attrName>
                                        </p:attrNameLst>
                                      </p:cBhvr>
                                      <p:to>
                                        <p:strVal val="visible"/>
                                      </p:to>
                                    </p:set>
                                    <p:animEffect filter="fade" transition="in">
                                      <p:cBhvr>
                                        <p:cTn dur="1000"/>
                                        <p:tgtEl>
                                          <p:spTgt spid="5045"/>
                                        </p:tgtEl>
                                      </p:cBhvr>
                                    </p:animEffect>
                                  </p:childTnLst>
                                </p:cTn>
                              </p:par>
                              <p:par>
                                <p:cTn fill="hold" nodeType="withEffect" presetClass="entr" presetID="10" presetSubtype="0">
                                  <p:stCondLst>
                                    <p:cond delay="0"/>
                                  </p:stCondLst>
                                  <p:childTnLst>
                                    <p:set>
                                      <p:cBhvr>
                                        <p:cTn dur="1" fill="hold">
                                          <p:stCondLst>
                                            <p:cond delay="0"/>
                                          </p:stCondLst>
                                        </p:cTn>
                                        <p:tgtEl>
                                          <p:spTgt spid="5046"/>
                                        </p:tgtEl>
                                        <p:attrNameLst>
                                          <p:attrName>style.visibility</p:attrName>
                                        </p:attrNameLst>
                                      </p:cBhvr>
                                      <p:to>
                                        <p:strVal val="visible"/>
                                      </p:to>
                                    </p:set>
                                    <p:animEffect filter="fade" transition="in">
                                      <p:cBhvr>
                                        <p:cTn dur="1000"/>
                                        <p:tgtEl>
                                          <p:spTgt spid="5046"/>
                                        </p:tgtEl>
                                      </p:cBhvr>
                                    </p:animEffect>
                                  </p:childTnLst>
                                </p:cTn>
                              </p:par>
                              <p:par>
                                <p:cTn fill="hold" nodeType="withEffect" presetClass="entr" presetID="10" presetSubtype="0">
                                  <p:stCondLst>
                                    <p:cond delay="0"/>
                                  </p:stCondLst>
                                  <p:childTnLst>
                                    <p:set>
                                      <p:cBhvr>
                                        <p:cTn dur="1" fill="hold">
                                          <p:stCondLst>
                                            <p:cond delay="0"/>
                                          </p:stCondLst>
                                        </p:cTn>
                                        <p:tgtEl>
                                          <p:spTgt spid="5056"/>
                                        </p:tgtEl>
                                        <p:attrNameLst>
                                          <p:attrName>style.visibility</p:attrName>
                                        </p:attrNameLst>
                                      </p:cBhvr>
                                      <p:to>
                                        <p:strVal val="visible"/>
                                      </p:to>
                                    </p:set>
                                    <p:animEffect filter="fade" transition="in">
                                      <p:cBhvr>
                                        <p:cTn dur="1000"/>
                                        <p:tgtEl>
                                          <p:spTgt spid="5056"/>
                                        </p:tgtEl>
                                      </p:cBhvr>
                                    </p:animEffect>
                                  </p:childTnLst>
                                </p:cTn>
                              </p:par>
                              <p:par>
                                <p:cTn fill="hold" nodeType="withEffect" presetClass="entr" presetID="10" presetSubtype="0">
                                  <p:stCondLst>
                                    <p:cond delay="0"/>
                                  </p:stCondLst>
                                  <p:childTnLst>
                                    <p:set>
                                      <p:cBhvr>
                                        <p:cTn dur="1" fill="hold">
                                          <p:stCondLst>
                                            <p:cond delay="0"/>
                                          </p:stCondLst>
                                        </p:cTn>
                                        <p:tgtEl>
                                          <p:spTgt spid="5037"/>
                                        </p:tgtEl>
                                        <p:attrNameLst>
                                          <p:attrName>style.visibility</p:attrName>
                                        </p:attrNameLst>
                                      </p:cBhvr>
                                      <p:to>
                                        <p:strVal val="visible"/>
                                      </p:to>
                                    </p:set>
                                    <p:animEffect filter="fade" transition="in">
                                      <p:cBhvr>
                                        <p:cTn dur="1000"/>
                                        <p:tgtEl>
                                          <p:spTgt spid="503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3" name="Shape 5093"/>
        <p:cNvGrpSpPr/>
        <p:nvPr/>
      </p:nvGrpSpPr>
      <p:grpSpPr>
        <a:xfrm>
          <a:off x="0" y="0"/>
          <a:ext cx="0" cy="0"/>
          <a:chOff x="0" y="0"/>
          <a:chExt cx="0" cy="0"/>
        </a:xfrm>
      </p:grpSpPr>
      <p:sp>
        <p:nvSpPr>
          <p:cNvPr id="5094" name="Google Shape;5094;p90"/>
          <p:cNvSpPr txBox="1"/>
          <p:nvPr>
            <p:ph type="title"/>
          </p:nvPr>
        </p:nvSpPr>
        <p:spPr>
          <a:xfrm>
            <a:off x="1206150" y="2495075"/>
            <a:ext cx="2926200" cy="64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1,500,000</a:t>
            </a:r>
            <a:endParaRPr/>
          </a:p>
        </p:txBody>
      </p:sp>
      <p:sp>
        <p:nvSpPr>
          <p:cNvPr id="5095" name="Google Shape;5095;p90"/>
          <p:cNvSpPr txBox="1"/>
          <p:nvPr>
            <p:ph idx="1" type="subTitle"/>
          </p:nvPr>
        </p:nvSpPr>
        <p:spPr>
          <a:xfrm>
            <a:off x="1193600" y="3064600"/>
            <a:ext cx="2926200" cy="116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5096" name="Google Shape;5096;p90"/>
          <p:cNvSpPr txBox="1"/>
          <p:nvPr>
            <p:ph idx="2" type="title"/>
          </p:nvPr>
        </p:nvSpPr>
        <p:spPr>
          <a:xfrm>
            <a:off x="4959770" y="2495075"/>
            <a:ext cx="2926200" cy="64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2,750,000</a:t>
            </a:r>
            <a:endParaRPr/>
          </a:p>
        </p:txBody>
      </p:sp>
      <p:sp>
        <p:nvSpPr>
          <p:cNvPr id="5097" name="Google Shape;5097;p90"/>
          <p:cNvSpPr txBox="1"/>
          <p:nvPr>
            <p:ph idx="3" type="subTitle"/>
          </p:nvPr>
        </p:nvSpPr>
        <p:spPr>
          <a:xfrm>
            <a:off x="4964269" y="3064600"/>
            <a:ext cx="2922000" cy="116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 It’s hot and has a poisonous atmosphere</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None/>
            </a:pPr>
            <a:r>
              <a:t/>
            </a:r>
            <a:endParaRPr/>
          </a:p>
        </p:txBody>
      </p:sp>
      <p:sp>
        <p:nvSpPr>
          <p:cNvPr id="5098" name="Google Shape;5098;p90"/>
          <p:cNvSpPr txBox="1"/>
          <p:nvPr>
            <p:ph idx="4"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 FACTS IN NUMBERS</a:t>
            </a:r>
            <a:endParaRPr/>
          </a:p>
        </p:txBody>
      </p:sp>
      <p:sp>
        <p:nvSpPr>
          <p:cNvPr id="5099" name="Google Shape;5099;p90"/>
          <p:cNvSpPr/>
          <p:nvPr/>
        </p:nvSpPr>
        <p:spPr>
          <a:xfrm>
            <a:off x="2227500" y="1538750"/>
            <a:ext cx="883500" cy="883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90"/>
          <p:cNvSpPr/>
          <p:nvPr/>
        </p:nvSpPr>
        <p:spPr>
          <a:xfrm>
            <a:off x="5981120" y="1538750"/>
            <a:ext cx="883500" cy="883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1" name="Google Shape;5101;p90"/>
          <p:cNvGrpSpPr/>
          <p:nvPr/>
        </p:nvGrpSpPr>
        <p:grpSpPr>
          <a:xfrm>
            <a:off x="6283900" y="1761097"/>
            <a:ext cx="282765" cy="438792"/>
            <a:chOff x="1890100" y="2045925"/>
            <a:chExt cx="220600" cy="342325"/>
          </a:xfrm>
        </p:grpSpPr>
        <p:sp>
          <p:nvSpPr>
            <p:cNvPr id="5102" name="Google Shape;5102;p90"/>
            <p:cNvSpPr/>
            <p:nvPr/>
          </p:nvSpPr>
          <p:spPr>
            <a:xfrm>
              <a:off x="1907675" y="2045925"/>
              <a:ext cx="185150" cy="80375"/>
            </a:xfrm>
            <a:custGeom>
              <a:rect b="b" l="l" r="r" t="t"/>
              <a:pathLst>
                <a:path extrusionOk="0" h="3215" w="7406">
                  <a:moveTo>
                    <a:pt x="3703" y="0"/>
                  </a:moveTo>
                  <a:cubicBezTo>
                    <a:pt x="3036" y="0"/>
                    <a:pt x="2500" y="536"/>
                    <a:pt x="2500" y="1203"/>
                  </a:cubicBezTo>
                  <a:lnTo>
                    <a:pt x="2500" y="1608"/>
                  </a:lnTo>
                  <a:lnTo>
                    <a:pt x="84" y="1608"/>
                  </a:lnTo>
                  <a:lnTo>
                    <a:pt x="84" y="2405"/>
                  </a:lnTo>
                  <a:lnTo>
                    <a:pt x="536" y="2405"/>
                  </a:lnTo>
                  <a:lnTo>
                    <a:pt x="0" y="3215"/>
                  </a:lnTo>
                  <a:lnTo>
                    <a:pt x="7406" y="3215"/>
                  </a:lnTo>
                  <a:lnTo>
                    <a:pt x="6870" y="2405"/>
                  </a:lnTo>
                  <a:lnTo>
                    <a:pt x="7323" y="2405"/>
                  </a:lnTo>
                  <a:lnTo>
                    <a:pt x="7323" y="1608"/>
                  </a:lnTo>
                  <a:lnTo>
                    <a:pt x="4906" y="1608"/>
                  </a:lnTo>
                  <a:lnTo>
                    <a:pt x="4906" y="1203"/>
                  </a:lnTo>
                  <a:cubicBezTo>
                    <a:pt x="4906" y="536"/>
                    <a:pt x="4370" y="0"/>
                    <a:pt x="37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90"/>
            <p:cNvSpPr/>
            <p:nvPr/>
          </p:nvSpPr>
          <p:spPr>
            <a:xfrm>
              <a:off x="1896350" y="2348050"/>
              <a:ext cx="208975" cy="40200"/>
            </a:xfrm>
            <a:custGeom>
              <a:rect b="b" l="l" r="r" t="t"/>
              <a:pathLst>
                <a:path extrusionOk="0" h="1608" w="8359">
                  <a:moveTo>
                    <a:pt x="1" y="0"/>
                  </a:moveTo>
                  <a:lnTo>
                    <a:pt x="1608" y="1607"/>
                  </a:lnTo>
                  <a:lnTo>
                    <a:pt x="6752" y="1607"/>
                  </a:lnTo>
                  <a:lnTo>
                    <a:pt x="83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90"/>
            <p:cNvSpPr/>
            <p:nvPr/>
          </p:nvSpPr>
          <p:spPr>
            <a:xfrm>
              <a:off x="1890100" y="2146225"/>
              <a:ext cx="220600" cy="182200"/>
            </a:xfrm>
            <a:custGeom>
              <a:rect b="b" l="l" r="r" t="t"/>
              <a:pathLst>
                <a:path extrusionOk="0" h="7288" w="8824">
                  <a:moveTo>
                    <a:pt x="4799" y="1001"/>
                  </a:moveTo>
                  <a:lnTo>
                    <a:pt x="5942" y="2918"/>
                  </a:lnTo>
                  <a:lnTo>
                    <a:pt x="5990" y="2751"/>
                  </a:lnTo>
                  <a:lnTo>
                    <a:pt x="6763" y="2953"/>
                  </a:lnTo>
                  <a:lnTo>
                    <a:pt x="6382" y="4442"/>
                  </a:lnTo>
                  <a:lnTo>
                    <a:pt x="4894" y="4073"/>
                  </a:lnTo>
                  <a:lnTo>
                    <a:pt x="5097" y="3299"/>
                  </a:lnTo>
                  <a:lnTo>
                    <a:pt x="5251" y="3334"/>
                  </a:lnTo>
                  <a:lnTo>
                    <a:pt x="4108" y="1417"/>
                  </a:lnTo>
                  <a:lnTo>
                    <a:pt x="4799" y="1001"/>
                  </a:lnTo>
                  <a:close/>
                  <a:moveTo>
                    <a:pt x="3942" y="1965"/>
                  </a:moveTo>
                  <a:lnTo>
                    <a:pt x="4323" y="3453"/>
                  </a:lnTo>
                  <a:lnTo>
                    <a:pt x="3549" y="3656"/>
                  </a:lnTo>
                  <a:lnTo>
                    <a:pt x="3501" y="3489"/>
                  </a:lnTo>
                  <a:lnTo>
                    <a:pt x="2358" y="5406"/>
                  </a:lnTo>
                  <a:lnTo>
                    <a:pt x="1656" y="4989"/>
                  </a:lnTo>
                  <a:lnTo>
                    <a:pt x="2811" y="3072"/>
                  </a:lnTo>
                  <a:lnTo>
                    <a:pt x="2811" y="3072"/>
                  </a:lnTo>
                  <a:lnTo>
                    <a:pt x="2656" y="3120"/>
                  </a:lnTo>
                  <a:lnTo>
                    <a:pt x="2453" y="2346"/>
                  </a:lnTo>
                  <a:lnTo>
                    <a:pt x="3942" y="1965"/>
                  </a:lnTo>
                  <a:close/>
                  <a:moveTo>
                    <a:pt x="4156" y="4132"/>
                  </a:moveTo>
                  <a:lnTo>
                    <a:pt x="4716" y="4692"/>
                  </a:lnTo>
                  <a:lnTo>
                    <a:pt x="4597" y="4811"/>
                  </a:lnTo>
                  <a:lnTo>
                    <a:pt x="6835" y="4811"/>
                  </a:lnTo>
                  <a:lnTo>
                    <a:pt x="6835" y="5620"/>
                  </a:lnTo>
                  <a:lnTo>
                    <a:pt x="4597" y="5620"/>
                  </a:lnTo>
                  <a:lnTo>
                    <a:pt x="4716" y="5739"/>
                  </a:lnTo>
                  <a:lnTo>
                    <a:pt x="4156" y="6299"/>
                  </a:lnTo>
                  <a:lnTo>
                    <a:pt x="3073" y="5216"/>
                  </a:lnTo>
                  <a:lnTo>
                    <a:pt x="4156" y="4132"/>
                  </a:lnTo>
                  <a:close/>
                  <a:moveTo>
                    <a:pt x="191" y="1"/>
                  </a:moveTo>
                  <a:lnTo>
                    <a:pt x="1" y="286"/>
                  </a:lnTo>
                  <a:lnTo>
                    <a:pt x="1" y="7287"/>
                  </a:lnTo>
                  <a:lnTo>
                    <a:pt x="8823" y="7287"/>
                  </a:lnTo>
                  <a:lnTo>
                    <a:pt x="8823" y="286"/>
                  </a:lnTo>
                  <a:lnTo>
                    <a:pt x="864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5" name="Google Shape;5105;p90"/>
          <p:cNvGrpSpPr/>
          <p:nvPr/>
        </p:nvGrpSpPr>
        <p:grpSpPr>
          <a:xfrm>
            <a:off x="2553618" y="1761485"/>
            <a:ext cx="231269" cy="438023"/>
            <a:chOff x="901875" y="2045925"/>
            <a:chExt cx="180425" cy="341725"/>
          </a:xfrm>
        </p:grpSpPr>
        <p:sp>
          <p:nvSpPr>
            <p:cNvPr id="5106" name="Google Shape;5106;p90"/>
            <p:cNvSpPr/>
            <p:nvPr/>
          </p:nvSpPr>
          <p:spPr>
            <a:xfrm>
              <a:off x="901875" y="2166775"/>
              <a:ext cx="180425" cy="140200"/>
            </a:xfrm>
            <a:custGeom>
              <a:rect b="b" l="l" r="r" t="t"/>
              <a:pathLst>
                <a:path extrusionOk="0" h="5608" w="7217">
                  <a:moveTo>
                    <a:pt x="3609" y="810"/>
                  </a:moveTo>
                  <a:cubicBezTo>
                    <a:pt x="4704" y="810"/>
                    <a:pt x="5609" y="1703"/>
                    <a:pt x="5609" y="2810"/>
                  </a:cubicBezTo>
                  <a:lnTo>
                    <a:pt x="5609" y="4024"/>
                  </a:lnTo>
                  <a:lnTo>
                    <a:pt x="3609" y="4024"/>
                  </a:lnTo>
                  <a:cubicBezTo>
                    <a:pt x="2501" y="4024"/>
                    <a:pt x="1596" y="3131"/>
                    <a:pt x="1596" y="2012"/>
                  </a:cubicBezTo>
                  <a:lnTo>
                    <a:pt x="1596" y="810"/>
                  </a:lnTo>
                  <a:close/>
                  <a:moveTo>
                    <a:pt x="1" y="0"/>
                  </a:moveTo>
                  <a:lnTo>
                    <a:pt x="1" y="5608"/>
                  </a:lnTo>
                  <a:lnTo>
                    <a:pt x="7216" y="5608"/>
                  </a:lnTo>
                  <a:lnTo>
                    <a:pt x="72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90"/>
            <p:cNvSpPr/>
            <p:nvPr/>
          </p:nvSpPr>
          <p:spPr>
            <a:xfrm>
              <a:off x="961725" y="2206650"/>
              <a:ext cx="60450" cy="40200"/>
            </a:xfrm>
            <a:custGeom>
              <a:rect b="b" l="l" r="r" t="t"/>
              <a:pathLst>
                <a:path extrusionOk="0" h="1608" w="2418">
                  <a:moveTo>
                    <a:pt x="0" y="1"/>
                  </a:moveTo>
                  <a:lnTo>
                    <a:pt x="0" y="405"/>
                  </a:lnTo>
                  <a:cubicBezTo>
                    <a:pt x="0" y="1072"/>
                    <a:pt x="536" y="1608"/>
                    <a:pt x="1215" y="1608"/>
                  </a:cubicBezTo>
                  <a:lnTo>
                    <a:pt x="1465" y="1608"/>
                  </a:lnTo>
                  <a:lnTo>
                    <a:pt x="691" y="977"/>
                  </a:lnTo>
                  <a:lnTo>
                    <a:pt x="1191" y="358"/>
                  </a:lnTo>
                  <a:lnTo>
                    <a:pt x="2417" y="1334"/>
                  </a:lnTo>
                  <a:lnTo>
                    <a:pt x="2417" y="1203"/>
                  </a:lnTo>
                  <a:cubicBezTo>
                    <a:pt x="2417" y="536"/>
                    <a:pt x="1881" y="1"/>
                    <a:pt x="12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90"/>
            <p:cNvSpPr/>
            <p:nvPr/>
          </p:nvSpPr>
          <p:spPr>
            <a:xfrm>
              <a:off x="901875" y="2086100"/>
              <a:ext cx="180425" cy="60750"/>
            </a:xfrm>
            <a:custGeom>
              <a:rect b="b" l="l" r="r" t="t"/>
              <a:pathLst>
                <a:path extrusionOk="0" h="2430" w="7217">
                  <a:moveTo>
                    <a:pt x="1" y="1"/>
                  </a:moveTo>
                  <a:lnTo>
                    <a:pt x="1" y="2429"/>
                  </a:lnTo>
                  <a:lnTo>
                    <a:pt x="7216" y="2429"/>
                  </a:lnTo>
                  <a:lnTo>
                    <a:pt x="72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90"/>
            <p:cNvSpPr/>
            <p:nvPr/>
          </p:nvSpPr>
          <p:spPr>
            <a:xfrm>
              <a:off x="901875" y="2327200"/>
              <a:ext cx="180425" cy="60450"/>
            </a:xfrm>
            <a:custGeom>
              <a:rect b="b" l="l" r="r" t="t"/>
              <a:pathLst>
                <a:path extrusionOk="0" h="2418" w="7217">
                  <a:moveTo>
                    <a:pt x="1" y="1"/>
                  </a:moveTo>
                  <a:lnTo>
                    <a:pt x="1" y="2418"/>
                  </a:lnTo>
                  <a:lnTo>
                    <a:pt x="7216" y="2418"/>
                  </a:lnTo>
                  <a:lnTo>
                    <a:pt x="72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90"/>
            <p:cNvSpPr/>
            <p:nvPr/>
          </p:nvSpPr>
          <p:spPr>
            <a:xfrm>
              <a:off x="942075" y="2045925"/>
              <a:ext cx="100025" cy="19950"/>
            </a:xfrm>
            <a:custGeom>
              <a:rect b="b" l="l" r="r" t="t"/>
              <a:pathLst>
                <a:path extrusionOk="0" h="798" w="4001">
                  <a:moveTo>
                    <a:pt x="0" y="0"/>
                  </a:moveTo>
                  <a:lnTo>
                    <a:pt x="0" y="798"/>
                  </a:lnTo>
                  <a:lnTo>
                    <a:pt x="4001" y="798"/>
                  </a:lnTo>
                  <a:lnTo>
                    <a:pt x="40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1" name="Google Shape;5111;p90"/>
          <p:cNvGrpSpPr/>
          <p:nvPr/>
        </p:nvGrpSpPr>
        <p:grpSpPr>
          <a:xfrm rot="2700000">
            <a:off x="4204278" y="1700127"/>
            <a:ext cx="731808" cy="1036055"/>
            <a:chOff x="1793075" y="1583538"/>
            <a:chExt cx="552200" cy="781775"/>
          </a:xfrm>
        </p:grpSpPr>
        <p:sp>
          <p:nvSpPr>
            <p:cNvPr id="5112" name="Google Shape;5112;p90"/>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90"/>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90"/>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90"/>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90"/>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90"/>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90"/>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9" name="Google Shape;5119;p90"/>
          <p:cNvGrpSpPr/>
          <p:nvPr/>
        </p:nvGrpSpPr>
        <p:grpSpPr>
          <a:xfrm rot="1588686">
            <a:off x="4210165" y="3984399"/>
            <a:ext cx="470026" cy="1364776"/>
            <a:chOff x="6512944" y="2975654"/>
            <a:chExt cx="1594853" cy="4630848"/>
          </a:xfrm>
        </p:grpSpPr>
        <p:grpSp>
          <p:nvGrpSpPr>
            <p:cNvPr id="5120" name="Google Shape;5120;p90"/>
            <p:cNvGrpSpPr/>
            <p:nvPr/>
          </p:nvGrpSpPr>
          <p:grpSpPr>
            <a:xfrm>
              <a:off x="6512944" y="2975654"/>
              <a:ext cx="1594853" cy="4630848"/>
              <a:chOff x="1460575" y="5630575"/>
              <a:chExt cx="645350" cy="1873775"/>
            </a:xfrm>
          </p:grpSpPr>
          <p:sp>
            <p:nvSpPr>
              <p:cNvPr id="5121" name="Google Shape;5121;p90"/>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90"/>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3" name="Google Shape;5123;p90"/>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90"/>
          <p:cNvGrpSpPr/>
          <p:nvPr/>
        </p:nvGrpSpPr>
        <p:grpSpPr>
          <a:xfrm flipH="1" rot="-1588686">
            <a:off x="7753465" y="1097099"/>
            <a:ext cx="470026" cy="1364776"/>
            <a:chOff x="6512944" y="2975654"/>
            <a:chExt cx="1594853" cy="4630848"/>
          </a:xfrm>
        </p:grpSpPr>
        <p:grpSp>
          <p:nvGrpSpPr>
            <p:cNvPr id="5125" name="Google Shape;5125;p90"/>
            <p:cNvGrpSpPr/>
            <p:nvPr/>
          </p:nvGrpSpPr>
          <p:grpSpPr>
            <a:xfrm>
              <a:off x="6512944" y="2975654"/>
              <a:ext cx="1594853" cy="4630848"/>
              <a:chOff x="1460575" y="5630575"/>
              <a:chExt cx="645350" cy="1873775"/>
            </a:xfrm>
          </p:grpSpPr>
          <p:sp>
            <p:nvSpPr>
              <p:cNvPr id="5126" name="Google Shape;5126;p90"/>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90"/>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8" name="Google Shape;5128;p90"/>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9" name="Google Shape;5129;p90"/>
          <p:cNvGrpSpPr/>
          <p:nvPr/>
        </p:nvGrpSpPr>
        <p:grpSpPr>
          <a:xfrm flipH="1" rot="1601442">
            <a:off x="575124" y="1795194"/>
            <a:ext cx="487857" cy="1416552"/>
            <a:chOff x="6512944" y="2975654"/>
            <a:chExt cx="1594853" cy="4630848"/>
          </a:xfrm>
        </p:grpSpPr>
        <p:grpSp>
          <p:nvGrpSpPr>
            <p:cNvPr id="5130" name="Google Shape;5130;p90"/>
            <p:cNvGrpSpPr/>
            <p:nvPr/>
          </p:nvGrpSpPr>
          <p:grpSpPr>
            <a:xfrm>
              <a:off x="6512944" y="2975654"/>
              <a:ext cx="1594853" cy="4630848"/>
              <a:chOff x="1460575" y="5630575"/>
              <a:chExt cx="645350" cy="1873775"/>
            </a:xfrm>
          </p:grpSpPr>
          <p:sp>
            <p:nvSpPr>
              <p:cNvPr id="5131" name="Google Shape;5131;p90"/>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90"/>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3" name="Google Shape;5133;p90"/>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094"/>
                                        </p:tgtEl>
                                        <p:attrNameLst>
                                          <p:attrName>style.visibility</p:attrName>
                                        </p:attrNameLst>
                                      </p:cBhvr>
                                      <p:to>
                                        <p:strVal val="visible"/>
                                      </p:to>
                                    </p:set>
                                    <p:animEffect filter="fade" transition="in">
                                      <p:cBhvr>
                                        <p:cTn dur="1000"/>
                                        <p:tgtEl>
                                          <p:spTgt spid="5094"/>
                                        </p:tgtEl>
                                      </p:cBhvr>
                                    </p:animEffect>
                                  </p:childTnLst>
                                </p:cTn>
                              </p:par>
                              <p:par>
                                <p:cTn fill="hold" nodeType="withEffect" presetClass="entr" presetID="10" presetSubtype="0">
                                  <p:stCondLst>
                                    <p:cond delay="0"/>
                                  </p:stCondLst>
                                  <p:childTnLst>
                                    <p:set>
                                      <p:cBhvr>
                                        <p:cTn dur="1" fill="hold">
                                          <p:stCondLst>
                                            <p:cond delay="0"/>
                                          </p:stCondLst>
                                        </p:cTn>
                                        <p:tgtEl>
                                          <p:spTgt spid="5095"/>
                                        </p:tgtEl>
                                        <p:attrNameLst>
                                          <p:attrName>style.visibility</p:attrName>
                                        </p:attrNameLst>
                                      </p:cBhvr>
                                      <p:to>
                                        <p:strVal val="visible"/>
                                      </p:to>
                                    </p:set>
                                    <p:animEffect filter="fade" transition="in">
                                      <p:cBhvr>
                                        <p:cTn dur="1000"/>
                                        <p:tgtEl>
                                          <p:spTgt spid="5095"/>
                                        </p:tgtEl>
                                      </p:cBhvr>
                                    </p:animEffect>
                                  </p:childTnLst>
                                </p:cTn>
                              </p:par>
                            </p:childTnLst>
                          </p:cTn>
                        </p:par>
                        <p:par>
                          <p:cTn fill="hold">
                            <p:stCondLst>
                              <p:cond delay="1000"/>
                            </p:stCondLst>
                            <p:childTnLst>
                              <p:par>
                                <p:cTn fill="hold" nodeType="afterEffect" presetClass="entr" presetID="23" presetSubtype="16">
                                  <p:stCondLst>
                                    <p:cond delay="0"/>
                                  </p:stCondLst>
                                  <p:childTnLst>
                                    <p:set>
                                      <p:cBhvr>
                                        <p:cTn dur="1" fill="hold">
                                          <p:stCondLst>
                                            <p:cond delay="0"/>
                                          </p:stCondLst>
                                        </p:cTn>
                                        <p:tgtEl>
                                          <p:spTgt spid="5105"/>
                                        </p:tgtEl>
                                        <p:attrNameLst>
                                          <p:attrName>style.visibility</p:attrName>
                                        </p:attrNameLst>
                                      </p:cBhvr>
                                      <p:to>
                                        <p:strVal val="visible"/>
                                      </p:to>
                                    </p:set>
                                    <p:anim calcmode="lin" valueType="num">
                                      <p:cBhvr additive="base">
                                        <p:cTn dur="1000"/>
                                        <p:tgtEl>
                                          <p:spTgt spid="5105"/>
                                        </p:tgtEl>
                                        <p:attrNameLst>
                                          <p:attrName>ppt_w</p:attrName>
                                        </p:attrNameLst>
                                      </p:cBhvr>
                                      <p:tavLst>
                                        <p:tav fmla="" tm="0">
                                          <p:val>
                                            <p:strVal val="0"/>
                                          </p:val>
                                        </p:tav>
                                        <p:tav fmla="" tm="100000">
                                          <p:val>
                                            <p:strVal val="#ppt_w"/>
                                          </p:val>
                                        </p:tav>
                                      </p:tavLst>
                                    </p:anim>
                                    <p:anim calcmode="lin" valueType="num">
                                      <p:cBhvr additive="base">
                                        <p:cTn dur="1000"/>
                                        <p:tgtEl>
                                          <p:spTgt spid="5105"/>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5099"/>
                                        </p:tgtEl>
                                        <p:attrNameLst>
                                          <p:attrName>style.visibility</p:attrName>
                                        </p:attrNameLst>
                                      </p:cBhvr>
                                      <p:to>
                                        <p:strVal val="visible"/>
                                      </p:to>
                                    </p:set>
                                    <p:anim calcmode="lin" valueType="num">
                                      <p:cBhvr additive="base">
                                        <p:cTn dur="1000"/>
                                        <p:tgtEl>
                                          <p:spTgt spid="5099"/>
                                        </p:tgtEl>
                                        <p:attrNameLst>
                                          <p:attrName>ppt_w</p:attrName>
                                        </p:attrNameLst>
                                      </p:cBhvr>
                                      <p:tavLst>
                                        <p:tav fmla="" tm="0">
                                          <p:val>
                                            <p:strVal val="0"/>
                                          </p:val>
                                        </p:tav>
                                        <p:tav fmla="" tm="100000">
                                          <p:val>
                                            <p:strVal val="#ppt_w"/>
                                          </p:val>
                                        </p:tav>
                                      </p:tavLst>
                                    </p:anim>
                                    <p:anim calcmode="lin" valueType="num">
                                      <p:cBhvr additive="base">
                                        <p:cTn dur="1000"/>
                                        <p:tgtEl>
                                          <p:spTgt spid="5099"/>
                                        </p:tgtEl>
                                        <p:attrNameLst>
                                          <p:attrName>ppt_h</p:attrName>
                                        </p:attrNameLst>
                                      </p:cBhvr>
                                      <p:tavLst>
                                        <p:tav fmla="" tm="0">
                                          <p:val>
                                            <p:strVal val="0"/>
                                          </p:val>
                                        </p:tav>
                                        <p:tav fmla="" tm="100000">
                                          <p:val>
                                            <p:strVal val="#ppt_h"/>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096"/>
                                        </p:tgtEl>
                                        <p:attrNameLst>
                                          <p:attrName>style.visibility</p:attrName>
                                        </p:attrNameLst>
                                      </p:cBhvr>
                                      <p:to>
                                        <p:strVal val="visible"/>
                                      </p:to>
                                    </p:set>
                                    <p:animEffect filter="fade" transition="in">
                                      <p:cBhvr>
                                        <p:cTn dur="1000"/>
                                        <p:tgtEl>
                                          <p:spTgt spid="5096"/>
                                        </p:tgtEl>
                                      </p:cBhvr>
                                    </p:animEffect>
                                  </p:childTnLst>
                                </p:cTn>
                              </p:par>
                              <p:par>
                                <p:cTn fill="hold" nodeType="withEffect" presetClass="entr" presetID="10" presetSubtype="0">
                                  <p:stCondLst>
                                    <p:cond delay="0"/>
                                  </p:stCondLst>
                                  <p:childTnLst>
                                    <p:set>
                                      <p:cBhvr>
                                        <p:cTn dur="1" fill="hold">
                                          <p:stCondLst>
                                            <p:cond delay="0"/>
                                          </p:stCondLst>
                                        </p:cTn>
                                        <p:tgtEl>
                                          <p:spTgt spid="5097"/>
                                        </p:tgtEl>
                                        <p:attrNameLst>
                                          <p:attrName>style.visibility</p:attrName>
                                        </p:attrNameLst>
                                      </p:cBhvr>
                                      <p:to>
                                        <p:strVal val="visible"/>
                                      </p:to>
                                    </p:set>
                                    <p:animEffect filter="fade" transition="in">
                                      <p:cBhvr>
                                        <p:cTn dur="1000"/>
                                        <p:tgtEl>
                                          <p:spTgt spid="5097"/>
                                        </p:tgtEl>
                                      </p:cBhvr>
                                    </p:animEffect>
                                  </p:childTnLst>
                                </p:cTn>
                              </p:par>
                            </p:childTnLst>
                          </p:cTn>
                        </p:par>
                        <p:par>
                          <p:cTn fill="hold">
                            <p:stCondLst>
                              <p:cond delay="1000"/>
                            </p:stCondLst>
                            <p:childTnLst>
                              <p:par>
                                <p:cTn fill="hold" nodeType="afterEffect" presetClass="entr" presetID="23" presetSubtype="16">
                                  <p:stCondLst>
                                    <p:cond delay="0"/>
                                  </p:stCondLst>
                                  <p:childTnLst>
                                    <p:set>
                                      <p:cBhvr>
                                        <p:cTn dur="1" fill="hold">
                                          <p:stCondLst>
                                            <p:cond delay="0"/>
                                          </p:stCondLst>
                                        </p:cTn>
                                        <p:tgtEl>
                                          <p:spTgt spid="5101"/>
                                        </p:tgtEl>
                                        <p:attrNameLst>
                                          <p:attrName>style.visibility</p:attrName>
                                        </p:attrNameLst>
                                      </p:cBhvr>
                                      <p:to>
                                        <p:strVal val="visible"/>
                                      </p:to>
                                    </p:set>
                                    <p:anim calcmode="lin" valueType="num">
                                      <p:cBhvr additive="base">
                                        <p:cTn dur="1000"/>
                                        <p:tgtEl>
                                          <p:spTgt spid="5101"/>
                                        </p:tgtEl>
                                        <p:attrNameLst>
                                          <p:attrName>ppt_w</p:attrName>
                                        </p:attrNameLst>
                                      </p:cBhvr>
                                      <p:tavLst>
                                        <p:tav fmla="" tm="0">
                                          <p:val>
                                            <p:strVal val="0"/>
                                          </p:val>
                                        </p:tav>
                                        <p:tav fmla="" tm="100000">
                                          <p:val>
                                            <p:strVal val="#ppt_w"/>
                                          </p:val>
                                        </p:tav>
                                      </p:tavLst>
                                    </p:anim>
                                    <p:anim calcmode="lin" valueType="num">
                                      <p:cBhvr additive="base">
                                        <p:cTn dur="1000"/>
                                        <p:tgtEl>
                                          <p:spTgt spid="5101"/>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5100"/>
                                        </p:tgtEl>
                                        <p:attrNameLst>
                                          <p:attrName>style.visibility</p:attrName>
                                        </p:attrNameLst>
                                      </p:cBhvr>
                                      <p:to>
                                        <p:strVal val="visible"/>
                                      </p:to>
                                    </p:set>
                                    <p:anim calcmode="lin" valueType="num">
                                      <p:cBhvr additive="base">
                                        <p:cTn dur="1000"/>
                                        <p:tgtEl>
                                          <p:spTgt spid="5100"/>
                                        </p:tgtEl>
                                        <p:attrNameLst>
                                          <p:attrName>ppt_w</p:attrName>
                                        </p:attrNameLst>
                                      </p:cBhvr>
                                      <p:tavLst>
                                        <p:tav fmla="" tm="0">
                                          <p:val>
                                            <p:strVal val="0"/>
                                          </p:val>
                                        </p:tav>
                                        <p:tav fmla="" tm="100000">
                                          <p:val>
                                            <p:strVal val="#ppt_w"/>
                                          </p:val>
                                        </p:tav>
                                      </p:tavLst>
                                    </p:anim>
                                    <p:anim calcmode="lin" valueType="num">
                                      <p:cBhvr additive="base">
                                        <p:cTn dur="1000"/>
                                        <p:tgtEl>
                                          <p:spTgt spid="5100"/>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7" name="Shape 5137"/>
        <p:cNvGrpSpPr/>
        <p:nvPr/>
      </p:nvGrpSpPr>
      <p:grpSpPr>
        <a:xfrm>
          <a:off x="0" y="0"/>
          <a:ext cx="0" cy="0"/>
          <a:chOff x="0" y="0"/>
          <a:chExt cx="0" cy="0"/>
        </a:xfrm>
      </p:grpSpPr>
      <p:sp>
        <p:nvSpPr>
          <p:cNvPr id="5138" name="Google Shape;5138;p91"/>
          <p:cNvSpPr txBox="1"/>
          <p:nvPr>
            <p:ph type="title"/>
          </p:nvPr>
        </p:nvSpPr>
        <p:spPr>
          <a:xfrm>
            <a:off x="2908275" y="445025"/>
            <a:ext cx="5522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EXAMPLES</a:t>
            </a:r>
            <a:endParaRPr/>
          </a:p>
        </p:txBody>
      </p:sp>
      <p:sp>
        <p:nvSpPr>
          <p:cNvPr id="5139" name="Google Shape;5139;p91"/>
          <p:cNvSpPr txBox="1"/>
          <p:nvPr>
            <p:ph idx="1" type="subTitle"/>
          </p:nvPr>
        </p:nvSpPr>
        <p:spPr>
          <a:xfrm>
            <a:off x="2908412" y="1908208"/>
            <a:ext cx="22995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 It’s full of iron oxide dust</a:t>
            </a:r>
            <a:endParaRPr/>
          </a:p>
        </p:txBody>
      </p:sp>
      <p:sp>
        <p:nvSpPr>
          <p:cNvPr id="5140" name="Google Shape;5140;p91"/>
          <p:cNvSpPr txBox="1"/>
          <p:nvPr>
            <p:ph idx="2" type="title"/>
          </p:nvPr>
        </p:nvSpPr>
        <p:spPr>
          <a:xfrm>
            <a:off x="2910914" y="1590325"/>
            <a:ext cx="2297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5141" name="Google Shape;5141;p91"/>
          <p:cNvSpPr txBox="1"/>
          <p:nvPr>
            <p:ph idx="3" type="subTitle"/>
          </p:nvPr>
        </p:nvSpPr>
        <p:spPr>
          <a:xfrm>
            <a:off x="2908400" y="3673526"/>
            <a:ext cx="22995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a gas giant and the biggest planet in the Solar System</a:t>
            </a:r>
            <a:endParaRPr/>
          </a:p>
        </p:txBody>
      </p:sp>
      <p:sp>
        <p:nvSpPr>
          <p:cNvPr id="5142" name="Google Shape;5142;p91"/>
          <p:cNvSpPr txBox="1"/>
          <p:nvPr>
            <p:ph idx="4" type="title"/>
          </p:nvPr>
        </p:nvSpPr>
        <p:spPr>
          <a:xfrm>
            <a:off x="2908400" y="3355643"/>
            <a:ext cx="2297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5143" name="Google Shape;5143;p91"/>
          <p:cNvSpPr txBox="1"/>
          <p:nvPr>
            <p:ph idx="5" type="subTitle"/>
          </p:nvPr>
        </p:nvSpPr>
        <p:spPr>
          <a:xfrm>
            <a:off x="6131061" y="1908208"/>
            <a:ext cx="22995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closest planet to the Sun and the smallest of them all</a:t>
            </a:r>
            <a:endParaRPr/>
          </a:p>
        </p:txBody>
      </p:sp>
      <p:sp>
        <p:nvSpPr>
          <p:cNvPr id="5144" name="Google Shape;5144;p91"/>
          <p:cNvSpPr txBox="1"/>
          <p:nvPr>
            <p:ph idx="6" type="title"/>
          </p:nvPr>
        </p:nvSpPr>
        <p:spPr>
          <a:xfrm>
            <a:off x="6133563" y="1590325"/>
            <a:ext cx="2297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5145" name="Google Shape;5145;p91"/>
          <p:cNvSpPr txBox="1"/>
          <p:nvPr>
            <p:ph idx="7" type="subTitle"/>
          </p:nvPr>
        </p:nvSpPr>
        <p:spPr>
          <a:xfrm>
            <a:off x="6131049" y="3673528"/>
            <a:ext cx="22995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has a beautiful name and is the second planet from the Sun</a:t>
            </a:r>
            <a:endParaRPr/>
          </a:p>
        </p:txBody>
      </p:sp>
      <p:sp>
        <p:nvSpPr>
          <p:cNvPr id="5146" name="Google Shape;5146;p91"/>
          <p:cNvSpPr txBox="1"/>
          <p:nvPr>
            <p:ph idx="8" type="title"/>
          </p:nvPr>
        </p:nvSpPr>
        <p:spPr>
          <a:xfrm>
            <a:off x="6131049" y="3355645"/>
            <a:ext cx="2297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grpSp>
        <p:nvGrpSpPr>
          <p:cNvPr id="5147" name="Google Shape;5147;p91"/>
          <p:cNvGrpSpPr/>
          <p:nvPr/>
        </p:nvGrpSpPr>
        <p:grpSpPr>
          <a:xfrm>
            <a:off x="715925" y="539386"/>
            <a:ext cx="1728605" cy="4057535"/>
            <a:chOff x="6702125" y="539386"/>
            <a:chExt cx="1728605" cy="4057535"/>
          </a:xfrm>
        </p:grpSpPr>
        <p:grpSp>
          <p:nvGrpSpPr>
            <p:cNvPr id="5148" name="Google Shape;5148;p91"/>
            <p:cNvGrpSpPr/>
            <p:nvPr/>
          </p:nvGrpSpPr>
          <p:grpSpPr>
            <a:xfrm rot="-552108">
              <a:off x="7004811" y="587701"/>
              <a:ext cx="246773" cy="3803477"/>
              <a:chOff x="7180350" y="445025"/>
              <a:chExt cx="206824" cy="3187749"/>
            </a:xfrm>
          </p:grpSpPr>
          <p:sp>
            <p:nvSpPr>
              <p:cNvPr id="5149" name="Google Shape;5149;p91"/>
              <p:cNvSpPr/>
              <p:nvPr/>
            </p:nvSpPr>
            <p:spPr>
              <a:xfrm>
                <a:off x="7180350" y="944625"/>
                <a:ext cx="206824" cy="2688149"/>
              </a:xfrm>
              <a:custGeom>
                <a:rect b="b" l="l" r="r" t="t"/>
                <a:pathLst>
                  <a:path extrusionOk="0" h="42566" w="3275">
                    <a:moveTo>
                      <a:pt x="0" y="1"/>
                    </a:moveTo>
                    <a:lnTo>
                      <a:pt x="0" y="42566"/>
                    </a:lnTo>
                    <a:lnTo>
                      <a:pt x="3275" y="42566"/>
                    </a:lnTo>
                    <a:lnTo>
                      <a:pt x="327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91"/>
              <p:cNvSpPr/>
              <p:nvPr/>
            </p:nvSpPr>
            <p:spPr>
              <a:xfrm>
                <a:off x="7180350" y="445025"/>
                <a:ext cx="206824" cy="537301"/>
              </a:xfrm>
              <a:custGeom>
                <a:rect b="b" l="l" r="r" t="t"/>
                <a:pathLst>
                  <a:path extrusionOk="0" h="8508" w="3275">
                    <a:moveTo>
                      <a:pt x="1632" y="0"/>
                    </a:moveTo>
                    <a:cubicBezTo>
                      <a:pt x="1587" y="0"/>
                      <a:pt x="1542" y="30"/>
                      <a:pt x="1524" y="89"/>
                    </a:cubicBezTo>
                    <a:lnTo>
                      <a:pt x="0" y="7912"/>
                    </a:lnTo>
                    <a:cubicBezTo>
                      <a:pt x="0" y="8233"/>
                      <a:pt x="262" y="8507"/>
                      <a:pt x="596" y="8507"/>
                    </a:cubicBezTo>
                    <a:cubicBezTo>
                      <a:pt x="810" y="8507"/>
                      <a:pt x="1013" y="8364"/>
                      <a:pt x="1108" y="8186"/>
                    </a:cubicBezTo>
                    <a:cubicBezTo>
                      <a:pt x="1215" y="8364"/>
                      <a:pt x="1405" y="8507"/>
                      <a:pt x="1632" y="8507"/>
                    </a:cubicBezTo>
                    <a:cubicBezTo>
                      <a:pt x="1858" y="8507"/>
                      <a:pt x="2048" y="8364"/>
                      <a:pt x="2156" y="8186"/>
                    </a:cubicBezTo>
                    <a:cubicBezTo>
                      <a:pt x="2263" y="8364"/>
                      <a:pt x="2453" y="8507"/>
                      <a:pt x="2679" y="8507"/>
                    </a:cubicBezTo>
                    <a:cubicBezTo>
                      <a:pt x="3001" y="8507"/>
                      <a:pt x="3275" y="8233"/>
                      <a:pt x="3275" y="7912"/>
                    </a:cubicBezTo>
                    <a:lnTo>
                      <a:pt x="1739" y="89"/>
                    </a:lnTo>
                    <a:cubicBezTo>
                      <a:pt x="1721" y="30"/>
                      <a:pt x="1676" y="0"/>
                      <a:pt x="1632"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91"/>
              <p:cNvSpPr/>
              <p:nvPr/>
            </p:nvSpPr>
            <p:spPr>
              <a:xfrm>
                <a:off x="7252534" y="446099"/>
                <a:ext cx="60184" cy="122642"/>
              </a:xfrm>
              <a:custGeom>
                <a:rect b="b" l="l" r="r" t="t"/>
                <a:pathLst>
                  <a:path extrusionOk="0" h="1942" w="953">
                    <a:moveTo>
                      <a:pt x="475" y="1"/>
                    </a:moveTo>
                    <a:cubicBezTo>
                      <a:pt x="429" y="1"/>
                      <a:pt x="381" y="25"/>
                      <a:pt x="370" y="72"/>
                    </a:cubicBezTo>
                    <a:lnTo>
                      <a:pt x="0" y="1942"/>
                    </a:lnTo>
                    <a:lnTo>
                      <a:pt x="953" y="1942"/>
                    </a:lnTo>
                    <a:lnTo>
                      <a:pt x="572" y="72"/>
                    </a:lnTo>
                    <a:cubicBezTo>
                      <a:pt x="566" y="25"/>
                      <a:pt x="521" y="1"/>
                      <a:pt x="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91"/>
            <p:cNvGrpSpPr/>
            <p:nvPr/>
          </p:nvGrpSpPr>
          <p:grpSpPr>
            <a:xfrm rot="-373857">
              <a:off x="7275902" y="689455"/>
              <a:ext cx="246772" cy="3803458"/>
              <a:chOff x="7180350" y="445025"/>
              <a:chExt cx="206824" cy="3187749"/>
            </a:xfrm>
          </p:grpSpPr>
          <p:sp>
            <p:nvSpPr>
              <p:cNvPr id="5153" name="Google Shape;5153;p91"/>
              <p:cNvSpPr/>
              <p:nvPr/>
            </p:nvSpPr>
            <p:spPr>
              <a:xfrm>
                <a:off x="7180350" y="944625"/>
                <a:ext cx="206824" cy="2688149"/>
              </a:xfrm>
              <a:custGeom>
                <a:rect b="b" l="l" r="r" t="t"/>
                <a:pathLst>
                  <a:path extrusionOk="0" h="42566" w="3275">
                    <a:moveTo>
                      <a:pt x="0" y="1"/>
                    </a:moveTo>
                    <a:lnTo>
                      <a:pt x="0" y="42566"/>
                    </a:lnTo>
                    <a:lnTo>
                      <a:pt x="3275" y="42566"/>
                    </a:lnTo>
                    <a:lnTo>
                      <a:pt x="32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91"/>
              <p:cNvSpPr/>
              <p:nvPr/>
            </p:nvSpPr>
            <p:spPr>
              <a:xfrm>
                <a:off x="7180350" y="445025"/>
                <a:ext cx="206824" cy="537301"/>
              </a:xfrm>
              <a:custGeom>
                <a:rect b="b" l="l" r="r" t="t"/>
                <a:pathLst>
                  <a:path extrusionOk="0" h="8508" w="3275">
                    <a:moveTo>
                      <a:pt x="1632" y="0"/>
                    </a:moveTo>
                    <a:cubicBezTo>
                      <a:pt x="1587" y="0"/>
                      <a:pt x="1542" y="30"/>
                      <a:pt x="1524" y="89"/>
                    </a:cubicBezTo>
                    <a:lnTo>
                      <a:pt x="0" y="7912"/>
                    </a:lnTo>
                    <a:cubicBezTo>
                      <a:pt x="0" y="8233"/>
                      <a:pt x="262" y="8507"/>
                      <a:pt x="596" y="8507"/>
                    </a:cubicBezTo>
                    <a:cubicBezTo>
                      <a:pt x="810" y="8507"/>
                      <a:pt x="1013" y="8364"/>
                      <a:pt x="1108" y="8186"/>
                    </a:cubicBezTo>
                    <a:cubicBezTo>
                      <a:pt x="1215" y="8364"/>
                      <a:pt x="1405" y="8507"/>
                      <a:pt x="1632" y="8507"/>
                    </a:cubicBezTo>
                    <a:cubicBezTo>
                      <a:pt x="1858" y="8507"/>
                      <a:pt x="2048" y="8364"/>
                      <a:pt x="2156" y="8186"/>
                    </a:cubicBezTo>
                    <a:cubicBezTo>
                      <a:pt x="2263" y="8364"/>
                      <a:pt x="2453" y="8507"/>
                      <a:pt x="2679" y="8507"/>
                    </a:cubicBezTo>
                    <a:cubicBezTo>
                      <a:pt x="3001" y="8507"/>
                      <a:pt x="3275" y="8233"/>
                      <a:pt x="3275" y="7912"/>
                    </a:cubicBezTo>
                    <a:lnTo>
                      <a:pt x="1739" y="89"/>
                    </a:lnTo>
                    <a:cubicBezTo>
                      <a:pt x="1721" y="30"/>
                      <a:pt x="1676" y="0"/>
                      <a:pt x="1632"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91"/>
              <p:cNvSpPr/>
              <p:nvPr/>
            </p:nvSpPr>
            <p:spPr>
              <a:xfrm>
                <a:off x="7252534" y="446099"/>
                <a:ext cx="60184" cy="122642"/>
              </a:xfrm>
              <a:custGeom>
                <a:rect b="b" l="l" r="r" t="t"/>
                <a:pathLst>
                  <a:path extrusionOk="0" h="1942" w="953">
                    <a:moveTo>
                      <a:pt x="475" y="1"/>
                    </a:moveTo>
                    <a:cubicBezTo>
                      <a:pt x="429" y="1"/>
                      <a:pt x="381" y="25"/>
                      <a:pt x="370" y="72"/>
                    </a:cubicBezTo>
                    <a:lnTo>
                      <a:pt x="0" y="1942"/>
                    </a:lnTo>
                    <a:lnTo>
                      <a:pt x="953" y="1942"/>
                    </a:lnTo>
                    <a:lnTo>
                      <a:pt x="572" y="72"/>
                    </a:lnTo>
                    <a:cubicBezTo>
                      <a:pt x="566" y="25"/>
                      <a:pt x="521" y="1"/>
                      <a:pt x="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91"/>
            <p:cNvGrpSpPr/>
            <p:nvPr/>
          </p:nvGrpSpPr>
          <p:grpSpPr>
            <a:xfrm rot="-247128">
              <a:off x="7532968" y="543337"/>
              <a:ext cx="246779" cy="3803564"/>
              <a:chOff x="7180350" y="445025"/>
              <a:chExt cx="206824" cy="3187749"/>
            </a:xfrm>
          </p:grpSpPr>
          <p:sp>
            <p:nvSpPr>
              <p:cNvPr id="5157" name="Google Shape;5157;p91"/>
              <p:cNvSpPr/>
              <p:nvPr/>
            </p:nvSpPr>
            <p:spPr>
              <a:xfrm>
                <a:off x="7180350" y="944625"/>
                <a:ext cx="206824" cy="2688149"/>
              </a:xfrm>
              <a:custGeom>
                <a:rect b="b" l="l" r="r" t="t"/>
                <a:pathLst>
                  <a:path extrusionOk="0" h="42566" w="3275">
                    <a:moveTo>
                      <a:pt x="0" y="1"/>
                    </a:moveTo>
                    <a:lnTo>
                      <a:pt x="0" y="42566"/>
                    </a:lnTo>
                    <a:lnTo>
                      <a:pt x="3275" y="42566"/>
                    </a:lnTo>
                    <a:lnTo>
                      <a:pt x="32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91"/>
              <p:cNvSpPr/>
              <p:nvPr/>
            </p:nvSpPr>
            <p:spPr>
              <a:xfrm>
                <a:off x="7180350" y="445025"/>
                <a:ext cx="206824" cy="537301"/>
              </a:xfrm>
              <a:custGeom>
                <a:rect b="b" l="l" r="r" t="t"/>
                <a:pathLst>
                  <a:path extrusionOk="0" h="8508" w="3275">
                    <a:moveTo>
                      <a:pt x="1632" y="0"/>
                    </a:moveTo>
                    <a:cubicBezTo>
                      <a:pt x="1587" y="0"/>
                      <a:pt x="1542" y="30"/>
                      <a:pt x="1524" y="89"/>
                    </a:cubicBezTo>
                    <a:lnTo>
                      <a:pt x="0" y="7912"/>
                    </a:lnTo>
                    <a:cubicBezTo>
                      <a:pt x="0" y="8233"/>
                      <a:pt x="262" y="8507"/>
                      <a:pt x="596" y="8507"/>
                    </a:cubicBezTo>
                    <a:cubicBezTo>
                      <a:pt x="810" y="8507"/>
                      <a:pt x="1013" y="8364"/>
                      <a:pt x="1108" y="8186"/>
                    </a:cubicBezTo>
                    <a:cubicBezTo>
                      <a:pt x="1215" y="8364"/>
                      <a:pt x="1405" y="8507"/>
                      <a:pt x="1632" y="8507"/>
                    </a:cubicBezTo>
                    <a:cubicBezTo>
                      <a:pt x="1858" y="8507"/>
                      <a:pt x="2048" y="8364"/>
                      <a:pt x="2156" y="8186"/>
                    </a:cubicBezTo>
                    <a:cubicBezTo>
                      <a:pt x="2263" y="8364"/>
                      <a:pt x="2453" y="8507"/>
                      <a:pt x="2679" y="8507"/>
                    </a:cubicBezTo>
                    <a:cubicBezTo>
                      <a:pt x="3001" y="8507"/>
                      <a:pt x="3275" y="8233"/>
                      <a:pt x="3275" y="7912"/>
                    </a:cubicBezTo>
                    <a:lnTo>
                      <a:pt x="1739" y="89"/>
                    </a:lnTo>
                    <a:cubicBezTo>
                      <a:pt x="1721" y="30"/>
                      <a:pt x="1676" y="0"/>
                      <a:pt x="1632"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91"/>
              <p:cNvSpPr/>
              <p:nvPr/>
            </p:nvSpPr>
            <p:spPr>
              <a:xfrm>
                <a:off x="7252534" y="446099"/>
                <a:ext cx="60184" cy="122642"/>
              </a:xfrm>
              <a:custGeom>
                <a:rect b="b" l="l" r="r" t="t"/>
                <a:pathLst>
                  <a:path extrusionOk="0" h="1942" w="953">
                    <a:moveTo>
                      <a:pt x="475" y="1"/>
                    </a:moveTo>
                    <a:cubicBezTo>
                      <a:pt x="429" y="1"/>
                      <a:pt x="381" y="25"/>
                      <a:pt x="370" y="72"/>
                    </a:cubicBezTo>
                    <a:lnTo>
                      <a:pt x="0" y="1942"/>
                    </a:lnTo>
                    <a:lnTo>
                      <a:pt x="953" y="1942"/>
                    </a:lnTo>
                    <a:lnTo>
                      <a:pt x="572" y="72"/>
                    </a:lnTo>
                    <a:cubicBezTo>
                      <a:pt x="566" y="25"/>
                      <a:pt x="521" y="1"/>
                      <a:pt x="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0" name="Google Shape;5160;p91"/>
            <p:cNvSpPr/>
            <p:nvPr/>
          </p:nvSpPr>
          <p:spPr>
            <a:xfrm>
              <a:off x="6702125" y="1796050"/>
              <a:ext cx="1728605" cy="2800871"/>
            </a:xfrm>
            <a:custGeom>
              <a:rect b="b" l="l" r="r" t="t"/>
              <a:pathLst>
                <a:path extrusionOk="0" h="38970" w="24051">
                  <a:moveTo>
                    <a:pt x="655" y="0"/>
                  </a:moveTo>
                  <a:lnTo>
                    <a:pt x="655" y="18884"/>
                  </a:lnTo>
                  <a:cubicBezTo>
                    <a:pt x="655" y="19348"/>
                    <a:pt x="572" y="19788"/>
                    <a:pt x="369" y="20217"/>
                  </a:cubicBezTo>
                  <a:lnTo>
                    <a:pt x="0" y="21074"/>
                  </a:lnTo>
                  <a:lnTo>
                    <a:pt x="0" y="34719"/>
                  </a:lnTo>
                  <a:lnTo>
                    <a:pt x="119" y="34719"/>
                  </a:lnTo>
                  <a:cubicBezTo>
                    <a:pt x="119" y="37064"/>
                    <a:pt x="2024" y="38969"/>
                    <a:pt x="4382" y="38969"/>
                  </a:cubicBezTo>
                  <a:cubicBezTo>
                    <a:pt x="5906" y="38969"/>
                    <a:pt x="7263" y="38160"/>
                    <a:pt x="8013" y="36933"/>
                  </a:cubicBezTo>
                  <a:cubicBezTo>
                    <a:pt x="8751" y="38160"/>
                    <a:pt x="10108" y="38969"/>
                    <a:pt x="11644" y="38969"/>
                  </a:cubicBezTo>
                  <a:cubicBezTo>
                    <a:pt x="13561" y="38969"/>
                    <a:pt x="15180" y="37707"/>
                    <a:pt x="15716" y="35969"/>
                  </a:cubicBezTo>
                  <a:cubicBezTo>
                    <a:pt x="16252" y="37707"/>
                    <a:pt x="17871" y="38969"/>
                    <a:pt x="19800" y="38969"/>
                  </a:cubicBezTo>
                  <a:cubicBezTo>
                    <a:pt x="22146" y="38969"/>
                    <a:pt x="24051" y="37064"/>
                    <a:pt x="24051" y="34719"/>
                  </a:cubicBezTo>
                  <a:lnTo>
                    <a:pt x="24051" y="21074"/>
                  </a:lnTo>
                  <a:lnTo>
                    <a:pt x="23682" y="20217"/>
                  </a:lnTo>
                  <a:cubicBezTo>
                    <a:pt x="23491" y="19788"/>
                    <a:pt x="23396" y="19324"/>
                    <a:pt x="23396" y="18884"/>
                  </a:cubicBezTo>
                  <a:lnTo>
                    <a:pt x="2339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91"/>
            <p:cNvSpPr/>
            <p:nvPr/>
          </p:nvSpPr>
          <p:spPr>
            <a:xfrm>
              <a:off x="6852725" y="2010914"/>
              <a:ext cx="217500" cy="2349600"/>
            </a:xfrm>
            <a:prstGeom prst="roundRect">
              <a:avLst>
                <a:gd fmla="val 50000" name="adj"/>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2" name="Google Shape;5162;p91"/>
          <p:cNvGrpSpPr/>
          <p:nvPr/>
        </p:nvGrpSpPr>
        <p:grpSpPr>
          <a:xfrm rot="5400000">
            <a:off x="6526021" y="2774226"/>
            <a:ext cx="282551" cy="880288"/>
            <a:chOff x="5131575" y="5566000"/>
            <a:chExt cx="601300" cy="1873750"/>
          </a:xfrm>
        </p:grpSpPr>
        <p:sp>
          <p:nvSpPr>
            <p:cNvPr id="5163" name="Google Shape;5163;p91"/>
            <p:cNvSpPr/>
            <p:nvPr/>
          </p:nvSpPr>
          <p:spPr>
            <a:xfrm>
              <a:off x="5296475" y="5566000"/>
              <a:ext cx="269700" cy="175625"/>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91"/>
            <p:cNvSpPr/>
            <p:nvPr/>
          </p:nvSpPr>
          <p:spPr>
            <a:xfrm>
              <a:off x="5131575" y="5741900"/>
              <a:ext cx="601300" cy="1697850"/>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91"/>
          <p:cNvGrpSpPr/>
          <p:nvPr/>
        </p:nvGrpSpPr>
        <p:grpSpPr>
          <a:xfrm rot="5400000">
            <a:off x="3305231" y="2774291"/>
            <a:ext cx="282551" cy="880159"/>
            <a:chOff x="3918625" y="5564500"/>
            <a:chExt cx="601300" cy="1873475"/>
          </a:xfrm>
        </p:grpSpPr>
        <p:sp>
          <p:nvSpPr>
            <p:cNvPr id="5166" name="Google Shape;5166;p91"/>
            <p:cNvSpPr/>
            <p:nvPr/>
          </p:nvSpPr>
          <p:spPr>
            <a:xfrm>
              <a:off x="4084125" y="5564500"/>
              <a:ext cx="269700" cy="175650"/>
            </a:xfrm>
            <a:custGeom>
              <a:rect b="b" l="l" r="r" t="t"/>
              <a:pathLst>
                <a:path extrusionOk="0" h="7026" w="10788">
                  <a:moveTo>
                    <a:pt x="656" y="1"/>
                  </a:moveTo>
                  <a:cubicBezTo>
                    <a:pt x="286" y="1"/>
                    <a:pt x="1" y="298"/>
                    <a:pt x="1" y="655"/>
                  </a:cubicBezTo>
                  <a:lnTo>
                    <a:pt x="1" y="6370"/>
                  </a:lnTo>
                  <a:cubicBezTo>
                    <a:pt x="1" y="6739"/>
                    <a:pt x="298" y="7025"/>
                    <a:pt x="656" y="7025"/>
                  </a:cubicBezTo>
                  <a:lnTo>
                    <a:pt x="10133" y="7025"/>
                  </a:lnTo>
                  <a:cubicBezTo>
                    <a:pt x="10490" y="7025"/>
                    <a:pt x="10776" y="6728"/>
                    <a:pt x="10788" y="6370"/>
                  </a:cubicBezTo>
                  <a:lnTo>
                    <a:pt x="10788" y="655"/>
                  </a:lnTo>
                  <a:cubicBezTo>
                    <a:pt x="10788" y="286"/>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91"/>
            <p:cNvSpPr/>
            <p:nvPr/>
          </p:nvSpPr>
          <p:spPr>
            <a:xfrm>
              <a:off x="3918625" y="5740125"/>
              <a:ext cx="601300" cy="1697850"/>
            </a:xfrm>
            <a:custGeom>
              <a:rect b="b" l="l" r="r" t="t"/>
              <a:pathLst>
                <a:path extrusionOk="0" h="67914" w="24052">
                  <a:moveTo>
                    <a:pt x="8002" y="0"/>
                  </a:moveTo>
                  <a:lnTo>
                    <a:pt x="8002" y="1989"/>
                  </a:lnTo>
                  <a:cubicBezTo>
                    <a:pt x="8002" y="2334"/>
                    <a:pt x="7907" y="2667"/>
                    <a:pt x="7704" y="2941"/>
                  </a:cubicBezTo>
                  <a:lnTo>
                    <a:pt x="799" y="12799"/>
                  </a:lnTo>
                  <a:cubicBezTo>
                    <a:pt x="287" y="13561"/>
                    <a:pt x="1" y="14454"/>
                    <a:pt x="1" y="15359"/>
                  </a:cubicBezTo>
                  <a:lnTo>
                    <a:pt x="1" y="63651"/>
                  </a:lnTo>
                  <a:lnTo>
                    <a:pt x="120" y="63651"/>
                  </a:lnTo>
                  <a:cubicBezTo>
                    <a:pt x="120" y="66008"/>
                    <a:pt x="2025" y="67913"/>
                    <a:pt x="4370" y="67913"/>
                  </a:cubicBezTo>
                  <a:cubicBezTo>
                    <a:pt x="5906" y="67913"/>
                    <a:pt x="7264" y="67092"/>
                    <a:pt x="8002" y="65865"/>
                  </a:cubicBezTo>
                  <a:cubicBezTo>
                    <a:pt x="8752" y="67092"/>
                    <a:pt x="10109" y="67913"/>
                    <a:pt x="11633" y="67913"/>
                  </a:cubicBezTo>
                  <a:cubicBezTo>
                    <a:pt x="13562" y="67913"/>
                    <a:pt x="15181" y="66639"/>
                    <a:pt x="15717" y="64901"/>
                  </a:cubicBezTo>
                  <a:cubicBezTo>
                    <a:pt x="16253" y="66639"/>
                    <a:pt x="17872" y="67913"/>
                    <a:pt x="19789" y="67913"/>
                  </a:cubicBezTo>
                  <a:cubicBezTo>
                    <a:pt x="22146" y="67913"/>
                    <a:pt x="24051" y="65996"/>
                    <a:pt x="24051" y="63651"/>
                  </a:cubicBezTo>
                  <a:lnTo>
                    <a:pt x="24051" y="15359"/>
                  </a:lnTo>
                  <a:lnTo>
                    <a:pt x="24040" y="15359"/>
                  </a:lnTo>
                  <a:cubicBezTo>
                    <a:pt x="24040" y="14431"/>
                    <a:pt x="23754" y="13538"/>
                    <a:pt x="23230" y="12799"/>
                  </a:cubicBezTo>
                  <a:lnTo>
                    <a:pt x="16324" y="2941"/>
                  </a:lnTo>
                  <a:cubicBezTo>
                    <a:pt x="16134" y="2667"/>
                    <a:pt x="16027" y="2334"/>
                    <a:pt x="16027" y="1989"/>
                  </a:cubicBezTo>
                  <a:lnTo>
                    <a:pt x="16027"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91"/>
          <p:cNvGrpSpPr/>
          <p:nvPr/>
        </p:nvGrpSpPr>
        <p:grpSpPr>
          <a:xfrm rot="5400000">
            <a:off x="6515677" y="1019250"/>
            <a:ext cx="303250" cy="880299"/>
            <a:chOff x="2736925" y="5478175"/>
            <a:chExt cx="645350" cy="1873775"/>
          </a:xfrm>
        </p:grpSpPr>
        <p:sp>
          <p:nvSpPr>
            <p:cNvPr id="5169" name="Google Shape;5169;p91"/>
            <p:cNvSpPr/>
            <p:nvPr/>
          </p:nvSpPr>
          <p:spPr>
            <a:xfrm>
              <a:off x="2924750" y="54781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91"/>
            <p:cNvSpPr/>
            <p:nvPr/>
          </p:nvSpPr>
          <p:spPr>
            <a:xfrm>
              <a:off x="2736925" y="56541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91"/>
          <p:cNvGrpSpPr/>
          <p:nvPr/>
        </p:nvGrpSpPr>
        <p:grpSpPr>
          <a:xfrm rot="5400000">
            <a:off x="3294952" y="1019250"/>
            <a:ext cx="303109" cy="880159"/>
            <a:chOff x="1582325" y="5558550"/>
            <a:chExt cx="645050" cy="1873475"/>
          </a:xfrm>
        </p:grpSpPr>
        <p:sp>
          <p:nvSpPr>
            <p:cNvPr id="5172" name="Google Shape;5172;p91"/>
            <p:cNvSpPr/>
            <p:nvPr/>
          </p:nvSpPr>
          <p:spPr>
            <a:xfrm>
              <a:off x="1770150" y="5558550"/>
              <a:ext cx="269700" cy="175650"/>
            </a:xfrm>
            <a:custGeom>
              <a:rect b="b" l="l" r="r" t="t"/>
              <a:pathLst>
                <a:path extrusionOk="0" h="7026" w="10788">
                  <a:moveTo>
                    <a:pt x="655" y="0"/>
                  </a:moveTo>
                  <a:cubicBezTo>
                    <a:pt x="286" y="0"/>
                    <a:pt x="0" y="298"/>
                    <a:pt x="0" y="655"/>
                  </a:cubicBezTo>
                  <a:lnTo>
                    <a:pt x="0" y="6370"/>
                  </a:lnTo>
                  <a:cubicBezTo>
                    <a:pt x="0" y="6739"/>
                    <a:pt x="298" y="7025"/>
                    <a:pt x="655" y="7025"/>
                  </a:cubicBezTo>
                  <a:lnTo>
                    <a:pt x="10133" y="7025"/>
                  </a:lnTo>
                  <a:cubicBezTo>
                    <a:pt x="10490" y="7025"/>
                    <a:pt x="10776" y="6727"/>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91"/>
            <p:cNvSpPr/>
            <p:nvPr/>
          </p:nvSpPr>
          <p:spPr>
            <a:xfrm>
              <a:off x="1582325" y="5734450"/>
              <a:ext cx="645050" cy="1697575"/>
            </a:xfrm>
            <a:custGeom>
              <a:rect b="b" l="l" r="r" t="t"/>
              <a:pathLst>
                <a:path extrusionOk="0" h="67903" w="25802">
                  <a:moveTo>
                    <a:pt x="8597" y="1"/>
                  </a:moveTo>
                  <a:lnTo>
                    <a:pt x="8597" y="513"/>
                  </a:lnTo>
                  <a:cubicBezTo>
                    <a:pt x="8597" y="942"/>
                    <a:pt x="8347" y="1823"/>
                    <a:pt x="7942" y="1977"/>
                  </a:cubicBezTo>
                  <a:cubicBezTo>
                    <a:pt x="3275" y="3930"/>
                    <a:pt x="1" y="8526"/>
                    <a:pt x="1" y="13907"/>
                  </a:cubicBezTo>
                  <a:lnTo>
                    <a:pt x="1" y="62628"/>
                  </a:lnTo>
                  <a:cubicBezTo>
                    <a:pt x="1" y="65545"/>
                    <a:pt x="2370" y="67902"/>
                    <a:pt x="5263" y="67902"/>
                  </a:cubicBezTo>
                  <a:lnTo>
                    <a:pt x="20539" y="67902"/>
                  </a:lnTo>
                  <a:cubicBezTo>
                    <a:pt x="23456" y="67902"/>
                    <a:pt x="25801" y="65533"/>
                    <a:pt x="25801" y="62628"/>
                  </a:cubicBezTo>
                  <a:lnTo>
                    <a:pt x="25801" y="13907"/>
                  </a:lnTo>
                  <a:cubicBezTo>
                    <a:pt x="25801" y="8526"/>
                    <a:pt x="22527" y="3930"/>
                    <a:pt x="17860" y="1977"/>
                  </a:cubicBezTo>
                  <a:cubicBezTo>
                    <a:pt x="17455" y="1823"/>
                    <a:pt x="17205" y="930"/>
                    <a:pt x="17205" y="513"/>
                  </a:cubicBezTo>
                  <a:lnTo>
                    <a:pt x="1720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4" name="Google Shape;5174;p91"/>
          <p:cNvSpPr/>
          <p:nvPr/>
        </p:nvSpPr>
        <p:spPr>
          <a:xfrm>
            <a:off x="3124319" y="1415829"/>
            <a:ext cx="87000" cy="8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5" name="Google Shape;5175;p91"/>
          <p:cNvGrpSpPr/>
          <p:nvPr/>
        </p:nvGrpSpPr>
        <p:grpSpPr>
          <a:xfrm>
            <a:off x="6362794" y="1415829"/>
            <a:ext cx="235175" cy="87000"/>
            <a:chOff x="3160900" y="1415829"/>
            <a:chExt cx="235175" cy="87000"/>
          </a:xfrm>
        </p:grpSpPr>
        <p:sp>
          <p:nvSpPr>
            <p:cNvPr id="5176" name="Google Shape;5176;p91"/>
            <p:cNvSpPr/>
            <p:nvPr/>
          </p:nvSpPr>
          <p:spPr>
            <a:xfrm>
              <a:off x="3160900" y="1415829"/>
              <a:ext cx="87000" cy="8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91"/>
            <p:cNvSpPr/>
            <p:nvPr/>
          </p:nvSpPr>
          <p:spPr>
            <a:xfrm>
              <a:off x="3309075" y="1415829"/>
              <a:ext cx="87000" cy="8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8" name="Google Shape;5178;p91"/>
          <p:cNvGrpSpPr/>
          <p:nvPr/>
        </p:nvGrpSpPr>
        <p:grpSpPr>
          <a:xfrm>
            <a:off x="3124319" y="3170879"/>
            <a:ext cx="383350" cy="87000"/>
            <a:chOff x="3160900" y="1415829"/>
            <a:chExt cx="383350" cy="87000"/>
          </a:xfrm>
        </p:grpSpPr>
        <p:sp>
          <p:nvSpPr>
            <p:cNvPr id="5179" name="Google Shape;5179;p91"/>
            <p:cNvSpPr/>
            <p:nvPr/>
          </p:nvSpPr>
          <p:spPr>
            <a:xfrm>
              <a:off x="3160900" y="1415829"/>
              <a:ext cx="87000" cy="8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91"/>
            <p:cNvSpPr/>
            <p:nvPr/>
          </p:nvSpPr>
          <p:spPr>
            <a:xfrm>
              <a:off x="3309075" y="1415829"/>
              <a:ext cx="87000" cy="8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91"/>
            <p:cNvSpPr/>
            <p:nvPr/>
          </p:nvSpPr>
          <p:spPr>
            <a:xfrm>
              <a:off x="3457250" y="1415829"/>
              <a:ext cx="87000" cy="8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91"/>
          <p:cNvGrpSpPr/>
          <p:nvPr/>
        </p:nvGrpSpPr>
        <p:grpSpPr>
          <a:xfrm>
            <a:off x="6362794" y="3170879"/>
            <a:ext cx="531525" cy="87000"/>
            <a:chOff x="3160900" y="1415829"/>
            <a:chExt cx="531525" cy="87000"/>
          </a:xfrm>
        </p:grpSpPr>
        <p:sp>
          <p:nvSpPr>
            <p:cNvPr id="5183" name="Google Shape;5183;p91"/>
            <p:cNvSpPr/>
            <p:nvPr/>
          </p:nvSpPr>
          <p:spPr>
            <a:xfrm>
              <a:off x="3160900" y="1415829"/>
              <a:ext cx="87000" cy="8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91"/>
            <p:cNvSpPr/>
            <p:nvPr/>
          </p:nvSpPr>
          <p:spPr>
            <a:xfrm>
              <a:off x="3309075" y="1415829"/>
              <a:ext cx="87000" cy="8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91"/>
            <p:cNvSpPr/>
            <p:nvPr/>
          </p:nvSpPr>
          <p:spPr>
            <a:xfrm>
              <a:off x="3457250" y="1415829"/>
              <a:ext cx="87000" cy="8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91"/>
            <p:cNvSpPr/>
            <p:nvPr/>
          </p:nvSpPr>
          <p:spPr>
            <a:xfrm>
              <a:off x="3605425" y="1415829"/>
              <a:ext cx="87000" cy="8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 name="Google Shape;5187;p91"/>
          <p:cNvGrpSpPr/>
          <p:nvPr/>
        </p:nvGrpSpPr>
        <p:grpSpPr>
          <a:xfrm>
            <a:off x="-232214" y="3409528"/>
            <a:ext cx="2412996" cy="2127840"/>
            <a:chOff x="-232214" y="3409528"/>
            <a:chExt cx="2412996" cy="2127840"/>
          </a:xfrm>
        </p:grpSpPr>
        <p:grpSp>
          <p:nvGrpSpPr>
            <p:cNvPr id="5188" name="Google Shape;5188;p91"/>
            <p:cNvGrpSpPr/>
            <p:nvPr/>
          </p:nvGrpSpPr>
          <p:grpSpPr>
            <a:xfrm rot="1865779">
              <a:off x="184802" y="3513544"/>
              <a:ext cx="923583" cy="1871813"/>
              <a:chOff x="1803775" y="5029925"/>
              <a:chExt cx="655775" cy="1329050"/>
            </a:xfrm>
          </p:grpSpPr>
          <p:sp>
            <p:nvSpPr>
              <p:cNvPr id="5189" name="Google Shape;5189;p91"/>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91"/>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91"/>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91"/>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91"/>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91"/>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91"/>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91"/>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91"/>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91"/>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91"/>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0" name="Google Shape;5200;p91"/>
            <p:cNvGrpSpPr/>
            <p:nvPr/>
          </p:nvGrpSpPr>
          <p:grpSpPr>
            <a:xfrm rot="3492532">
              <a:off x="959485" y="4639772"/>
              <a:ext cx="494143" cy="900682"/>
              <a:chOff x="-214625" y="3943775"/>
              <a:chExt cx="458725" cy="836125"/>
            </a:xfrm>
          </p:grpSpPr>
          <p:sp>
            <p:nvSpPr>
              <p:cNvPr id="5201" name="Google Shape;5201;p91"/>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91"/>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91"/>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91"/>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91"/>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91"/>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91"/>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91"/>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91"/>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91"/>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91"/>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91"/>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3" name="Google Shape;5213;p91"/>
            <p:cNvSpPr/>
            <p:nvPr/>
          </p:nvSpPr>
          <p:spPr>
            <a:xfrm rot="2131633">
              <a:off x="264376" y="3526762"/>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91"/>
            <p:cNvSpPr/>
            <p:nvPr/>
          </p:nvSpPr>
          <p:spPr>
            <a:xfrm rot="-2281775">
              <a:off x="1954742" y="4656749"/>
              <a:ext cx="148956" cy="301766"/>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139"/>
                                        </p:tgtEl>
                                        <p:attrNameLst>
                                          <p:attrName>style.visibility</p:attrName>
                                        </p:attrNameLst>
                                      </p:cBhvr>
                                      <p:to>
                                        <p:strVal val="visible"/>
                                      </p:to>
                                    </p:set>
                                    <p:animEffect filter="fade" transition="in">
                                      <p:cBhvr>
                                        <p:cTn dur="1000"/>
                                        <p:tgtEl>
                                          <p:spTgt spid="5139"/>
                                        </p:tgtEl>
                                      </p:cBhvr>
                                    </p:animEffect>
                                  </p:childTnLst>
                                </p:cTn>
                              </p:par>
                              <p:par>
                                <p:cTn fill="hold" nodeType="withEffect" presetClass="entr" presetID="10" presetSubtype="0">
                                  <p:stCondLst>
                                    <p:cond delay="0"/>
                                  </p:stCondLst>
                                  <p:childTnLst>
                                    <p:set>
                                      <p:cBhvr>
                                        <p:cTn dur="1" fill="hold">
                                          <p:stCondLst>
                                            <p:cond delay="0"/>
                                          </p:stCondLst>
                                        </p:cTn>
                                        <p:tgtEl>
                                          <p:spTgt spid="5140"/>
                                        </p:tgtEl>
                                        <p:attrNameLst>
                                          <p:attrName>style.visibility</p:attrName>
                                        </p:attrNameLst>
                                      </p:cBhvr>
                                      <p:to>
                                        <p:strVal val="visible"/>
                                      </p:to>
                                    </p:set>
                                    <p:animEffect filter="fade" transition="in">
                                      <p:cBhvr>
                                        <p:cTn dur="1000"/>
                                        <p:tgtEl>
                                          <p:spTgt spid="5140"/>
                                        </p:tgtEl>
                                      </p:cBhvr>
                                    </p:animEffect>
                                  </p:childTnLst>
                                </p:cTn>
                              </p:par>
                              <p:par>
                                <p:cTn fill="hold" nodeType="withEffect" presetClass="entr" presetID="10" presetSubtype="0">
                                  <p:stCondLst>
                                    <p:cond delay="0"/>
                                  </p:stCondLst>
                                  <p:childTnLst>
                                    <p:set>
                                      <p:cBhvr>
                                        <p:cTn dur="1" fill="hold">
                                          <p:stCondLst>
                                            <p:cond delay="0"/>
                                          </p:stCondLst>
                                        </p:cTn>
                                        <p:tgtEl>
                                          <p:spTgt spid="5171"/>
                                        </p:tgtEl>
                                        <p:attrNameLst>
                                          <p:attrName>style.visibility</p:attrName>
                                        </p:attrNameLst>
                                      </p:cBhvr>
                                      <p:to>
                                        <p:strVal val="visible"/>
                                      </p:to>
                                    </p:set>
                                    <p:animEffect filter="fade" transition="in">
                                      <p:cBhvr>
                                        <p:cTn dur="1000"/>
                                        <p:tgtEl>
                                          <p:spTgt spid="5171"/>
                                        </p:tgtEl>
                                      </p:cBhvr>
                                    </p:animEffect>
                                  </p:childTnLst>
                                </p:cTn>
                              </p:par>
                              <p:par>
                                <p:cTn fill="hold" nodeType="withEffect" presetClass="entr" presetID="10" presetSubtype="0">
                                  <p:stCondLst>
                                    <p:cond delay="0"/>
                                  </p:stCondLst>
                                  <p:childTnLst>
                                    <p:set>
                                      <p:cBhvr>
                                        <p:cTn dur="1" fill="hold">
                                          <p:stCondLst>
                                            <p:cond delay="0"/>
                                          </p:stCondLst>
                                        </p:cTn>
                                        <p:tgtEl>
                                          <p:spTgt spid="5174"/>
                                        </p:tgtEl>
                                        <p:attrNameLst>
                                          <p:attrName>style.visibility</p:attrName>
                                        </p:attrNameLst>
                                      </p:cBhvr>
                                      <p:to>
                                        <p:strVal val="visible"/>
                                      </p:to>
                                    </p:set>
                                    <p:animEffect filter="fade" transition="in">
                                      <p:cBhvr>
                                        <p:cTn dur="1000"/>
                                        <p:tgtEl>
                                          <p:spTgt spid="517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143"/>
                                        </p:tgtEl>
                                        <p:attrNameLst>
                                          <p:attrName>style.visibility</p:attrName>
                                        </p:attrNameLst>
                                      </p:cBhvr>
                                      <p:to>
                                        <p:strVal val="visible"/>
                                      </p:to>
                                    </p:set>
                                    <p:animEffect filter="fade" transition="in">
                                      <p:cBhvr>
                                        <p:cTn dur="1000"/>
                                        <p:tgtEl>
                                          <p:spTgt spid="5143"/>
                                        </p:tgtEl>
                                      </p:cBhvr>
                                    </p:animEffect>
                                  </p:childTnLst>
                                </p:cTn>
                              </p:par>
                              <p:par>
                                <p:cTn fill="hold" nodeType="withEffect" presetClass="entr" presetID="10" presetSubtype="0">
                                  <p:stCondLst>
                                    <p:cond delay="0"/>
                                  </p:stCondLst>
                                  <p:childTnLst>
                                    <p:set>
                                      <p:cBhvr>
                                        <p:cTn dur="1" fill="hold">
                                          <p:stCondLst>
                                            <p:cond delay="0"/>
                                          </p:stCondLst>
                                        </p:cTn>
                                        <p:tgtEl>
                                          <p:spTgt spid="5144"/>
                                        </p:tgtEl>
                                        <p:attrNameLst>
                                          <p:attrName>style.visibility</p:attrName>
                                        </p:attrNameLst>
                                      </p:cBhvr>
                                      <p:to>
                                        <p:strVal val="visible"/>
                                      </p:to>
                                    </p:set>
                                    <p:animEffect filter="fade" transition="in">
                                      <p:cBhvr>
                                        <p:cTn dur="1000"/>
                                        <p:tgtEl>
                                          <p:spTgt spid="5144"/>
                                        </p:tgtEl>
                                      </p:cBhvr>
                                    </p:animEffect>
                                  </p:childTnLst>
                                </p:cTn>
                              </p:par>
                              <p:par>
                                <p:cTn fill="hold" nodeType="withEffect" presetClass="entr" presetID="10" presetSubtype="0">
                                  <p:stCondLst>
                                    <p:cond delay="0"/>
                                  </p:stCondLst>
                                  <p:childTnLst>
                                    <p:set>
                                      <p:cBhvr>
                                        <p:cTn dur="1" fill="hold">
                                          <p:stCondLst>
                                            <p:cond delay="0"/>
                                          </p:stCondLst>
                                        </p:cTn>
                                        <p:tgtEl>
                                          <p:spTgt spid="5168"/>
                                        </p:tgtEl>
                                        <p:attrNameLst>
                                          <p:attrName>style.visibility</p:attrName>
                                        </p:attrNameLst>
                                      </p:cBhvr>
                                      <p:to>
                                        <p:strVal val="visible"/>
                                      </p:to>
                                    </p:set>
                                    <p:animEffect filter="fade" transition="in">
                                      <p:cBhvr>
                                        <p:cTn dur="1000"/>
                                        <p:tgtEl>
                                          <p:spTgt spid="5168"/>
                                        </p:tgtEl>
                                      </p:cBhvr>
                                    </p:animEffect>
                                  </p:childTnLst>
                                </p:cTn>
                              </p:par>
                              <p:par>
                                <p:cTn fill="hold" nodeType="withEffect" presetClass="entr" presetID="10" presetSubtype="0">
                                  <p:stCondLst>
                                    <p:cond delay="0"/>
                                  </p:stCondLst>
                                  <p:childTnLst>
                                    <p:set>
                                      <p:cBhvr>
                                        <p:cTn dur="1" fill="hold">
                                          <p:stCondLst>
                                            <p:cond delay="0"/>
                                          </p:stCondLst>
                                        </p:cTn>
                                        <p:tgtEl>
                                          <p:spTgt spid="5175"/>
                                        </p:tgtEl>
                                        <p:attrNameLst>
                                          <p:attrName>style.visibility</p:attrName>
                                        </p:attrNameLst>
                                      </p:cBhvr>
                                      <p:to>
                                        <p:strVal val="visible"/>
                                      </p:to>
                                    </p:set>
                                    <p:animEffect filter="fade" transition="in">
                                      <p:cBhvr>
                                        <p:cTn dur="1000"/>
                                        <p:tgtEl>
                                          <p:spTgt spid="517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141"/>
                                        </p:tgtEl>
                                        <p:attrNameLst>
                                          <p:attrName>style.visibility</p:attrName>
                                        </p:attrNameLst>
                                      </p:cBhvr>
                                      <p:to>
                                        <p:strVal val="visible"/>
                                      </p:to>
                                    </p:set>
                                    <p:animEffect filter="fade" transition="in">
                                      <p:cBhvr>
                                        <p:cTn dur="1000"/>
                                        <p:tgtEl>
                                          <p:spTgt spid="5141"/>
                                        </p:tgtEl>
                                      </p:cBhvr>
                                    </p:animEffect>
                                  </p:childTnLst>
                                </p:cTn>
                              </p:par>
                              <p:par>
                                <p:cTn fill="hold" nodeType="withEffect" presetClass="entr" presetID="10" presetSubtype="0">
                                  <p:stCondLst>
                                    <p:cond delay="0"/>
                                  </p:stCondLst>
                                  <p:childTnLst>
                                    <p:set>
                                      <p:cBhvr>
                                        <p:cTn dur="1" fill="hold">
                                          <p:stCondLst>
                                            <p:cond delay="0"/>
                                          </p:stCondLst>
                                        </p:cTn>
                                        <p:tgtEl>
                                          <p:spTgt spid="5142"/>
                                        </p:tgtEl>
                                        <p:attrNameLst>
                                          <p:attrName>style.visibility</p:attrName>
                                        </p:attrNameLst>
                                      </p:cBhvr>
                                      <p:to>
                                        <p:strVal val="visible"/>
                                      </p:to>
                                    </p:set>
                                    <p:animEffect filter="fade" transition="in">
                                      <p:cBhvr>
                                        <p:cTn dur="1000"/>
                                        <p:tgtEl>
                                          <p:spTgt spid="5142"/>
                                        </p:tgtEl>
                                      </p:cBhvr>
                                    </p:animEffect>
                                  </p:childTnLst>
                                </p:cTn>
                              </p:par>
                              <p:par>
                                <p:cTn fill="hold" nodeType="withEffect" presetClass="entr" presetID="10" presetSubtype="0">
                                  <p:stCondLst>
                                    <p:cond delay="0"/>
                                  </p:stCondLst>
                                  <p:childTnLst>
                                    <p:set>
                                      <p:cBhvr>
                                        <p:cTn dur="1" fill="hold">
                                          <p:stCondLst>
                                            <p:cond delay="0"/>
                                          </p:stCondLst>
                                        </p:cTn>
                                        <p:tgtEl>
                                          <p:spTgt spid="5165"/>
                                        </p:tgtEl>
                                        <p:attrNameLst>
                                          <p:attrName>style.visibility</p:attrName>
                                        </p:attrNameLst>
                                      </p:cBhvr>
                                      <p:to>
                                        <p:strVal val="visible"/>
                                      </p:to>
                                    </p:set>
                                    <p:animEffect filter="fade" transition="in">
                                      <p:cBhvr>
                                        <p:cTn dur="1000"/>
                                        <p:tgtEl>
                                          <p:spTgt spid="5165"/>
                                        </p:tgtEl>
                                      </p:cBhvr>
                                    </p:animEffect>
                                  </p:childTnLst>
                                </p:cTn>
                              </p:par>
                              <p:par>
                                <p:cTn fill="hold" nodeType="withEffect" presetClass="entr" presetID="10" presetSubtype="0">
                                  <p:stCondLst>
                                    <p:cond delay="0"/>
                                  </p:stCondLst>
                                  <p:childTnLst>
                                    <p:set>
                                      <p:cBhvr>
                                        <p:cTn dur="1" fill="hold">
                                          <p:stCondLst>
                                            <p:cond delay="0"/>
                                          </p:stCondLst>
                                        </p:cTn>
                                        <p:tgtEl>
                                          <p:spTgt spid="5178"/>
                                        </p:tgtEl>
                                        <p:attrNameLst>
                                          <p:attrName>style.visibility</p:attrName>
                                        </p:attrNameLst>
                                      </p:cBhvr>
                                      <p:to>
                                        <p:strVal val="visible"/>
                                      </p:to>
                                    </p:set>
                                    <p:animEffect filter="fade" transition="in">
                                      <p:cBhvr>
                                        <p:cTn dur="1000"/>
                                        <p:tgtEl>
                                          <p:spTgt spid="517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145"/>
                                        </p:tgtEl>
                                        <p:attrNameLst>
                                          <p:attrName>style.visibility</p:attrName>
                                        </p:attrNameLst>
                                      </p:cBhvr>
                                      <p:to>
                                        <p:strVal val="visible"/>
                                      </p:to>
                                    </p:set>
                                    <p:animEffect filter="fade" transition="in">
                                      <p:cBhvr>
                                        <p:cTn dur="1000"/>
                                        <p:tgtEl>
                                          <p:spTgt spid="5145"/>
                                        </p:tgtEl>
                                      </p:cBhvr>
                                    </p:animEffect>
                                  </p:childTnLst>
                                </p:cTn>
                              </p:par>
                              <p:par>
                                <p:cTn fill="hold" nodeType="withEffect" presetClass="entr" presetID="10" presetSubtype="0">
                                  <p:stCondLst>
                                    <p:cond delay="0"/>
                                  </p:stCondLst>
                                  <p:childTnLst>
                                    <p:set>
                                      <p:cBhvr>
                                        <p:cTn dur="1" fill="hold">
                                          <p:stCondLst>
                                            <p:cond delay="0"/>
                                          </p:stCondLst>
                                        </p:cTn>
                                        <p:tgtEl>
                                          <p:spTgt spid="5146"/>
                                        </p:tgtEl>
                                        <p:attrNameLst>
                                          <p:attrName>style.visibility</p:attrName>
                                        </p:attrNameLst>
                                      </p:cBhvr>
                                      <p:to>
                                        <p:strVal val="visible"/>
                                      </p:to>
                                    </p:set>
                                    <p:animEffect filter="fade" transition="in">
                                      <p:cBhvr>
                                        <p:cTn dur="1000"/>
                                        <p:tgtEl>
                                          <p:spTgt spid="5146"/>
                                        </p:tgtEl>
                                      </p:cBhvr>
                                    </p:animEffect>
                                  </p:childTnLst>
                                </p:cTn>
                              </p:par>
                              <p:par>
                                <p:cTn fill="hold" nodeType="withEffect" presetClass="entr" presetID="10" presetSubtype="0">
                                  <p:stCondLst>
                                    <p:cond delay="0"/>
                                  </p:stCondLst>
                                  <p:childTnLst>
                                    <p:set>
                                      <p:cBhvr>
                                        <p:cTn dur="1" fill="hold">
                                          <p:stCondLst>
                                            <p:cond delay="0"/>
                                          </p:stCondLst>
                                        </p:cTn>
                                        <p:tgtEl>
                                          <p:spTgt spid="5162"/>
                                        </p:tgtEl>
                                        <p:attrNameLst>
                                          <p:attrName>style.visibility</p:attrName>
                                        </p:attrNameLst>
                                      </p:cBhvr>
                                      <p:to>
                                        <p:strVal val="visible"/>
                                      </p:to>
                                    </p:set>
                                    <p:animEffect filter="fade" transition="in">
                                      <p:cBhvr>
                                        <p:cTn dur="1000"/>
                                        <p:tgtEl>
                                          <p:spTgt spid="5162"/>
                                        </p:tgtEl>
                                      </p:cBhvr>
                                    </p:animEffect>
                                  </p:childTnLst>
                                </p:cTn>
                              </p:par>
                              <p:par>
                                <p:cTn fill="hold" nodeType="withEffect" presetClass="entr" presetID="10" presetSubtype="0">
                                  <p:stCondLst>
                                    <p:cond delay="0"/>
                                  </p:stCondLst>
                                  <p:childTnLst>
                                    <p:set>
                                      <p:cBhvr>
                                        <p:cTn dur="1" fill="hold">
                                          <p:stCondLst>
                                            <p:cond delay="0"/>
                                          </p:stCondLst>
                                        </p:cTn>
                                        <p:tgtEl>
                                          <p:spTgt spid="5182"/>
                                        </p:tgtEl>
                                        <p:attrNameLst>
                                          <p:attrName>style.visibility</p:attrName>
                                        </p:attrNameLst>
                                      </p:cBhvr>
                                      <p:to>
                                        <p:strVal val="visible"/>
                                      </p:to>
                                    </p:set>
                                    <p:animEffect filter="fade" transition="in">
                                      <p:cBhvr>
                                        <p:cTn dur="1000"/>
                                        <p:tgtEl>
                                          <p:spTgt spid="518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18" name="Shape 5218"/>
        <p:cNvGrpSpPr/>
        <p:nvPr/>
      </p:nvGrpSpPr>
      <p:grpSpPr>
        <a:xfrm>
          <a:off x="0" y="0"/>
          <a:ext cx="0" cy="0"/>
          <a:chOff x="0" y="0"/>
          <a:chExt cx="0" cy="0"/>
        </a:xfrm>
      </p:grpSpPr>
      <p:sp>
        <p:nvSpPr>
          <p:cNvPr id="5219" name="Google Shape;5219;p92"/>
          <p:cNvSpPr txBox="1"/>
          <p:nvPr>
            <p:ph idx="8"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MORE EXAMPLES</a:t>
            </a:r>
            <a:endParaRPr/>
          </a:p>
        </p:txBody>
      </p:sp>
      <p:sp>
        <p:nvSpPr>
          <p:cNvPr id="5220" name="Google Shape;5220;p92"/>
          <p:cNvSpPr txBox="1"/>
          <p:nvPr>
            <p:ph idx="1" type="subTitle"/>
          </p:nvPr>
        </p:nvSpPr>
        <p:spPr>
          <a:xfrm>
            <a:off x="1633587" y="1717708"/>
            <a:ext cx="22995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 It’s full of iron oxide dust</a:t>
            </a:r>
            <a:endParaRPr/>
          </a:p>
        </p:txBody>
      </p:sp>
      <p:sp>
        <p:nvSpPr>
          <p:cNvPr id="5221" name="Google Shape;5221;p92"/>
          <p:cNvSpPr txBox="1"/>
          <p:nvPr>
            <p:ph type="title"/>
          </p:nvPr>
        </p:nvSpPr>
        <p:spPr>
          <a:xfrm>
            <a:off x="1636089" y="1399825"/>
            <a:ext cx="2297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5222" name="Google Shape;5222;p92"/>
          <p:cNvSpPr txBox="1"/>
          <p:nvPr>
            <p:ph idx="2" type="subTitle"/>
          </p:nvPr>
        </p:nvSpPr>
        <p:spPr>
          <a:xfrm>
            <a:off x="2552400" y="3483026"/>
            <a:ext cx="22995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a gas giant and the biggest planet in the Solar System</a:t>
            </a:r>
            <a:endParaRPr/>
          </a:p>
        </p:txBody>
      </p:sp>
      <p:sp>
        <p:nvSpPr>
          <p:cNvPr id="5223" name="Google Shape;5223;p92"/>
          <p:cNvSpPr txBox="1"/>
          <p:nvPr>
            <p:ph idx="3" type="title"/>
          </p:nvPr>
        </p:nvSpPr>
        <p:spPr>
          <a:xfrm>
            <a:off x="2552400" y="3165143"/>
            <a:ext cx="2297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5224" name="Google Shape;5224;p92"/>
          <p:cNvSpPr txBox="1"/>
          <p:nvPr>
            <p:ph idx="4" type="subTitle"/>
          </p:nvPr>
        </p:nvSpPr>
        <p:spPr>
          <a:xfrm>
            <a:off x="5212461" y="1717708"/>
            <a:ext cx="22995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closest planet to the Sun and the smallest of them all</a:t>
            </a:r>
            <a:endParaRPr/>
          </a:p>
        </p:txBody>
      </p:sp>
      <p:sp>
        <p:nvSpPr>
          <p:cNvPr id="5225" name="Google Shape;5225;p92"/>
          <p:cNvSpPr txBox="1"/>
          <p:nvPr>
            <p:ph idx="5" type="title"/>
          </p:nvPr>
        </p:nvSpPr>
        <p:spPr>
          <a:xfrm>
            <a:off x="5214963" y="1399825"/>
            <a:ext cx="2297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5226" name="Google Shape;5226;p92"/>
          <p:cNvSpPr txBox="1"/>
          <p:nvPr>
            <p:ph idx="6" type="subTitle"/>
          </p:nvPr>
        </p:nvSpPr>
        <p:spPr>
          <a:xfrm>
            <a:off x="6131274" y="3483028"/>
            <a:ext cx="22995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has a beautiful name and is the second planet from the Sun</a:t>
            </a:r>
            <a:endParaRPr/>
          </a:p>
        </p:txBody>
      </p:sp>
      <p:sp>
        <p:nvSpPr>
          <p:cNvPr id="5227" name="Google Shape;5227;p92"/>
          <p:cNvSpPr txBox="1"/>
          <p:nvPr>
            <p:ph idx="7" type="title"/>
          </p:nvPr>
        </p:nvSpPr>
        <p:spPr>
          <a:xfrm>
            <a:off x="6131274" y="3165145"/>
            <a:ext cx="2297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5228" name="Google Shape;5228;p92"/>
          <p:cNvSpPr/>
          <p:nvPr/>
        </p:nvSpPr>
        <p:spPr>
          <a:xfrm>
            <a:off x="713277" y="1590675"/>
            <a:ext cx="820800" cy="820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92"/>
          <p:cNvSpPr/>
          <p:nvPr/>
        </p:nvSpPr>
        <p:spPr>
          <a:xfrm>
            <a:off x="4292125" y="1590650"/>
            <a:ext cx="820800" cy="820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92"/>
          <p:cNvSpPr/>
          <p:nvPr/>
        </p:nvSpPr>
        <p:spPr>
          <a:xfrm>
            <a:off x="1632087" y="3352775"/>
            <a:ext cx="820800" cy="820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92"/>
          <p:cNvSpPr/>
          <p:nvPr/>
        </p:nvSpPr>
        <p:spPr>
          <a:xfrm>
            <a:off x="5210950" y="3352775"/>
            <a:ext cx="820800" cy="820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2" name="Google Shape;5232;p92"/>
          <p:cNvGrpSpPr/>
          <p:nvPr/>
        </p:nvGrpSpPr>
        <p:grpSpPr>
          <a:xfrm>
            <a:off x="5453863" y="3572325"/>
            <a:ext cx="335165" cy="381658"/>
            <a:chOff x="3373325" y="2045925"/>
            <a:chExt cx="300650" cy="342325"/>
          </a:xfrm>
        </p:grpSpPr>
        <p:sp>
          <p:nvSpPr>
            <p:cNvPr id="5233" name="Google Shape;5233;p92"/>
            <p:cNvSpPr/>
            <p:nvPr/>
          </p:nvSpPr>
          <p:spPr>
            <a:xfrm>
              <a:off x="3454575" y="2230750"/>
              <a:ext cx="31000" cy="38725"/>
            </a:xfrm>
            <a:custGeom>
              <a:rect b="b" l="l" r="r" t="t"/>
              <a:pathLst>
                <a:path extrusionOk="0" h="1549" w="1240">
                  <a:moveTo>
                    <a:pt x="1" y="1"/>
                  </a:moveTo>
                  <a:cubicBezTo>
                    <a:pt x="120" y="596"/>
                    <a:pt x="441" y="1144"/>
                    <a:pt x="894" y="1549"/>
                  </a:cubicBezTo>
                  <a:lnTo>
                    <a:pt x="1239" y="763"/>
                  </a:lnTo>
                  <a:cubicBezTo>
                    <a:pt x="1073" y="572"/>
                    <a:pt x="942" y="346"/>
                    <a:pt x="870" y="108"/>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92"/>
            <p:cNvSpPr/>
            <p:nvPr/>
          </p:nvSpPr>
          <p:spPr>
            <a:xfrm>
              <a:off x="3561450" y="2230750"/>
              <a:ext cx="30975" cy="38725"/>
            </a:xfrm>
            <a:custGeom>
              <a:rect b="b" l="l" r="r" t="t"/>
              <a:pathLst>
                <a:path extrusionOk="0" h="1549" w="1239">
                  <a:moveTo>
                    <a:pt x="1239" y="1"/>
                  </a:moveTo>
                  <a:lnTo>
                    <a:pt x="369" y="108"/>
                  </a:lnTo>
                  <a:cubicBezTo>
                    <a:pt x="286" y="346"/>
                    <a:pt x="167" y="572"/>
                    <a:pt x="0" y="763"/>
                  </a:cubicBezTo>
                  <a:lnTo>
                    <a:pt x="346" y="1549"/>
                  </a:lnTo>
                  <a:cubicBezTo>
                    <a:pt x="810" y="1144"/>
                    <a:pt x="1119" y="596"/>
                    <a:pt x="12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92"/>
            <p:cNvSpPr/>
            <p:nvPr/>
          </p:nvSpPr>
          <p:spPr>
            <a:xfrm>
              <a:off x="3501325" y="2146825"/>
              <a:ext cx="44675" cy="20850"/>
            </a:xfrm>
            <a:custGeom>
              <a:rect b="b" l="l" r="r" t="t"/>
              <a:pathLst>
                <a:path extrusionOk="0" h="834" w="1787">
                  <a:moveTo>
                    <a:pt x="884" y="0"/>
                  </a:moveTo>
                  <a:cubicBezTo>
                    <a:pt x="581" y="0"/>
                    <a:pt x="280" y="48"/>
                    <a:pt x="0" y="143"/>
                  </a:cubicBezTo>
                  <a:lnTo>
                    <a:pt x="512" y="834"/>
                  </a:lnTo>
                  <a:cubicBezTo>
                    <a:pt x="631" y="798"/>
                    <a:pt x="774" y="798"/>
                    <a:pt x="893" y="798"/>
                  </a:cubicBezTo>
                  <a:cubicBezTo>
                    <a:pt x="1012" y="798"/>
                    <a:pt x="1143" y="810"/>
                    <a:pt x="1262" y="834"/>
                  </a:cubicBezTo>
                  <a:lnTo>
                    <a:pt x="1786" y="143"/>
                  </a:lnTo>
                  <a:cubicBezTo>
                    <a:pt x="1494" y="48"/>
                    <a:pt x="1188" y="0"/>
                    <a:pt x="8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92"/>
            <p:cNvSpPr/>
            <p:nvPr/>
          </p:nvSpPr>
          <p:spPr>
            <a:xfrm>
              <a:off x="3373325" y="2045925"/>
              <a:ext cx="300650" cy="342325"/>
            </a:xfrm>
            <a:custGeom>
              <a:rect b="b" l="l" r="r" t="t"/>
              <a:pathLst>
                <a:path extrusionOk="0" h="13693" w="12026">
                  <a:moveTo>
                    <a:pt x="6003" y="3236"/>
                  </a:moveTo>
                  <a:cubicBezTo>
                    <a:pt x="6597" y="3236"/>
                    <a:pt x="7192" y="3376"/>
                    <a:pt x="7716" y="3655"/>
                  </a:cubicBezTo>
                  <a:lnTo>
                    <a:pt x="8133" y="3882"/>
                  </a:lnTo>
                  <a:lnTo>
                    <a:pt x="6692" y="5799"/>
                  </a:lnTo>
                  <a:lnTo>
                    <a:pt x="6406" y="5703"/>
                  </a:lnTo>
                  <a:cubicBezTo>
                    <a:pt x="6281" y="5656"/>
                    <a:pt x="6147" y="5632"/>
                    <a:pt x="6012" y="5632"/>
                  </a:cubicBezTo>
                  <a:cubicBezTo>
                    <a:pt x="5876" y="5632"/>
                    <a:pt x="5739" y="5656"/>
                    <a:pt x="5608" y="5703"/>
                  </a:cubicBezTo>
                  <a:lnTo>
                    <a:pt x="5323" y="5799"/>
                  </a:lnTo>
                  <a:lnTo>
                    <a:pt x="3882" y="3882"/>
                  </a:lnTo>
                  <a:lnTo>
                    <a:pt x="4299" y="3655"/>
                  </a:lnTo>
                  <a:cubicBezTo>
                    <a:pt x="4817" y="3376"/>
                    <a:pt x="5409" y="3236"/>
                    <a:pt x="6003" y="3236"/>
                  </a:cubicBezTo>
                  <a:close/>
                  <a:moveTo>
                    <a:pt x="6406" y="6441"/>
                  </a:moveTo>
                  <a:lnTo>
                    <a:pt x="6406" y="7251"/>
                  </a:lnTo>
                  <a:lnTo>
                    <a:pt x="5608" y="7251"/>
                  </a:lnTo>
                  <a:lnTo>
                    <a:pt x="5608" y="6441"/>
                  </a:lnTo>
                  <a:close/>
                  <a:moveTo>
                    <a:pt x="2370" y="6489"/>
                  </a:moveTo>
                  <a:lnTo>
                    <a:pt x="4751" y="6775"/>
                  </a:lnTo>
                  <a:lnTo>
                    <a:pt x="4811" y="7049"/>
                  </a:lnTo>
                  <a:cubicBezTo>
                    <a:pt x="4858" y="7323"/>
                    <a:pt x="5013" y="7561"/>
                    <a:pt x="5215" y="7739"/>
                  </a:cubicBezTo>
                  <a:lnTo>
                    <a:pt x="5442" y="7930"/>
                  </a:lnTo>
                  <a:lnTo>
                    <a:pt x="4501" y="10168"/>
                  </a:lnTo>
                  <a:lnTo>
                    <a:pt x="4108" y="9906"/>
                  </a:lnTo>
                  <a:cubicBezTo>
                    <a:pt x="3072" y="9275"/>
                    <a:pt x="2429" y="8168"/>
                    <a:pt x="2394" y="6953"/>
                  </a:cubicBezTo>
                  <a:lnTo>
                    <a:pt x="2370" y="6489"/>
                  </a:lnTo>
                  <a:close/>
                  <a:moveTo>
                    <a:pt x="9621" y="6489"/>
                  </a:moveTo>
                  <a:lnTo>
                    <a:pt x="9609" y="6953"/>
                  </a:lnTo>
                  <a:cubicBezTo>
                    <a:pt x="9573" y="8156"/>
                    <a:pt x="8942" y="9275"/>
                    <a:pt x="7894" y="9906"/>
                  </a:cubicBezTo>
                  <a:lnTo>
                    <a:pt x="7490" y="10168"/>
                  </a:lnTo>
                  <a:lnTo>
                    <a:pt x="6561" y="7954"/>
                  </a:lnTo>
                  <a:lnTo>
                    <a:pt x="6787" y="7763"/>
                  </a:lnTo>
                  <a:cubicBezTo>
                    <a:pt x="6990" y="7584"/>
                    <a:pt x="7132" y="7334"/>
                    <a:pt x="7180" y="7084"/>
                  </a:cubicBezTo>
                  <a:lnTo>
                    <a:pt x="7240" y="6799"/>
                  </a:lnTo>
                  <a:lnTo>
                    <a:pt x="9621" y="6489"/>
                  </a:lnTo>
                  <a:close/>
                  <a:moveTo>
                    <a:pt x="1" y="0"/>
                  </a:moveTo>
                  <a:lnTo>
                    <a:pt x="1" y="798"/>
                  </a:lnTo>
                  <a:lnTo>
                    <a:pt x="798" y="798"/>
                  </a:lnTo>
                  <a:lnTo>
                    <a:pt x="798" y="1608"/>
                  </a:lnTo>
                  <a:lnTo>
                    <a:pt x="3215" y="1608"/>
                  </a:lnTo>
                  <a:lnTo>
                    <a:pt x="3215" y="2405"/>
                  </a:lnTo>
                  <a:lnTo>
                    <a:pt x="798" y="2405"/>
                  </a:lnTo>
                  <a:lnTo>
                    <a:pt x="798" y="11275"/>
                  </a:lnTo>
                  <a:lnTo>
                    <a:pt x="3215" y="11275"/>
                  </a:lnTo>
                  <a:lnTo>
                    <a:pt x="3215" y="12085"/>
                  </a:lnTo>
                  <a:lnTo>
                    <a:pt x="798" y="12085"/>
                  </a:lnTo>
                  <a:lnTo>
                    <a:pt x="798" y="12883"/>
                  </a:lnTo>
                  <a:lnTo>
                    <a:pt x="1" y="12883"/>
                  </a:lnTo>
                  <a:lnTo>
                    <a:pt x="1" y="13692"/>
                  </a:lnTo>
                  <a:lnTo>
                    <a:pt x="12026" y="13692"/>
                  </a:lnTo>
                  <a:lnTo>
                    <a:pt x="12026" y="12883"/>
                  </a:lnTo>
                  <a:lnTo>
                    <a:pt x="11216" y="12883"/>
                  </a:lnTo>
                  <a:lnTo>
                    <a:pt x="11216" y="12085"/>
                  </a:lnTo>
                  <a:lnTo>
                    <a:pt x="8811" y="12085"/>
                  </a:lnTo>
                  <a:lnTo>
                    <a:pt x="8811" y="11275"/>
                  </a:lnTo>
                  <a:lnTo>
                    <a:pt x="11216" y="11275"/>
                  </a:lnTo>
                  <a:lnTo>
                    <a:pt x="11216" y="2405"/>
                  </a:lnTo>
                  <a:lnTo>
                    <a:pt x="8811" y="2405"/>
                  </a:lnTo>
                  <a:lnTo>
                    <a:pt x="8811" y="1608"/>
                  </a:lnTo>
                  <a:lnTo>
                    <a:pt x="11216" y="1608"/>
                  </a:lnTo>
                  <a:lnTo>
                    <a:pt x="11216" y="798"/>
                  </a:lnTo>
                  <a:lnTo>
                    <a:pt x="12026" y="798"/>
                  </a:lnTo>
                  <a:lnTo>
                    <a:pt x="120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7" name="Google Shape;5237;p92"/>
          <p:cNvGrpSpPr/>
          <p:nvPr/>
        </p:nvGrpSpPr>
        <p:grpSpPr>
          <a:xfrm>
            <a:off x="4509852" y="1791951"/>
            <a:ext cx="385350" cy="361254"/>
            <a:chOff x="2797950" y="2056325"/>
            <a:chExt cx="342625" cy="321200"/>
          </a:xfrm>
        </p:grpSpPr>
        <p:sp>
          <p:nvSpPr>
            <p:cNvPr id="5238" name="Google Shape;5238;p92"/>
            <p:cNvSpPr/>
            <p:nvPr/>
          </p:nvSpPr>
          <p:spPr>
            <a:xfrm>
              <a:off x="2899150" y="2056325"/>
              <a:ext cx="181000" cy="240850"/>
            </a:xfrm>
            <a:custGeom>
              <a:rect b="b" l="l" r="r" t="t"/>
              <a:pathLst>
                <a:path extrusionOk="0" h="9634" w="7240">
                  <a:moveTo>
                    <a:pt x="1" y="1"/>
                  </a:moveTo>
                  <a:lnTo>
                    <a:pt x="1" y="1203"/>
                  </a:lnTo>
                  <a:cubicBezTo>
                    <a:pt x="1" y="2751"/>
                    <a:pt x="1263" y="4013"/>
                    <a:pt x="2811" y="4013"/>
                  </a:cubicBezTo>
                  <a:lnTo>
                    <a:pt x="3216" y="4013"/>
                  </a:lnTo>
                  <a:lnTo>
                    <a:pt x="3216" y="5656"/>
                  </a:lnTo>
                  <a:cubicBezTo>
                    <a:pt x="2489" y="5740"/>
                    <a:pt x="1811" y="6037"/>
                    <a:pt x="1275" y="6490"/>
                  </a:cubicBezTo>
                  <a:cubicBezTo>
                    <a:pt x="1680" y="6633"/>
                    <a:pt x="2049" y="6859"/>
                    <a:pt x="2382" y="7157"/>
                  </a:cubicBezTo>
                  <a:cubicBezTo>
                    <a:pt x="2394" y="7157"/>
                    <a:pt x="2430" y="7192"/>
                    <a:pt x="2454" y="7216"/>
                  </a:cubicBezTo>
                  <a:lnTo>
                    <a:pt x="5633" y="7216"/>
                  </a:lnTo>
                  <a:lnTo>
                    <a:pt x="5633" y="8026"/>
                  </a:lnTo>
                  <a:cubicBezTo>
                    <a:pt x="5633" y="8633"/>
                    <a:pt x="5394" y="9193"/>
                    <a:pt x="5013" y="9633"/>
                  </a:cubicBezTo>
                  <a:lnTo>
                    <a:pt x="5371" y="9633"/>
                  </a:lnTo>
                  <a:lnTo>
                    <a:pt x="7014" y="8538"/>
                  </a:lnTo>
                  <a:cubicBezTo>
                    <a:pt x="7049" y="8514"/>
                    <a:pt x="7097" y="8478"/>
                    <a:pt x="7157" y="8466"/>
                  </a:cubicBezTo>
                  <a:cubicBezTo>
                    <a:pt x="6835" y="6966"/>
                    <a:pt x="5585" y="5835"/>
                    <a:pt x="4037" y="5656"/>
                  </a:cubicBezTo>
                  <a:lnTo>
                    <a:pt x="4037" y="4013"/>
                  </a:lnTo>
                  <a:lnTo>
                    <a:pt x="4418" y="4013"/>
                  </a:lnTo>
                  <a:cubicBezTo>
                    <a:pt x="5966" y="4013"/>
                    <a:pt x="7240" y="2751"/>
                    <a:pt x="7240" y="1203"/>
                  </a:cubicBezTo>
                  <a:lnTo>
                    <a:pt x="7240" y="1"/>
                  </a:lnTo>
                  <a:lnTo>
                    <a:pt x="6025" y="1"/>
                  </a:lnTo>
                  <a:cubicBezTo>
                    <a:pt x="5002" y="1"/>
                    <a:pt x="4109" y="560"/>
                    <a:pt x="3620" y="1382"/>
                  </a:cubicBezTo>
                  <a:cubicBezTo>
                    <a:pt x="3132" y="560"/>
                    <a:pt x="2239" y="1"/>
                    <a:pt x="12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92"/>
            <p:cNvSpPr/>
            <p:nvPr/>
          </p:nvSpPr>
          <p:spPr>
            <a:xfrm>
              <a:off x="2858975" y="2232950"/>
              <a:ext cx="281600" cy="143975"/>
            </a:xfrm>
            <a:custGeom>
              <a:rect b="b" l="l" r="r" t="t"/>
              <a:pathLst>
                <a:path extrusionOk="0" h="5759" w="11264">
                  <a:moveTo>
                    <a:pt x="1635" y="1"/>
                  </a:moveTo>
                  <a:cubicBezTo>
                    <a:pt x="1061" y="1"/>
                    <a:pt x="487" y="171"/>
                    <a:pt x="1" y="508"/>
                  </a:cubicBezTo>
                  <a:lnTo>
                    <a:pt x="1" y="5759"/>
                  </a:lnTo>
                  <a:lnTo>
                    <a:pt x="7013" y="5759"/>
                  </a:lnTo>
                  <a:lnTo>
                    <a:pt x="11264" y="2544"/>
                  </a:lnTo>
                  <a:cubicBezTo>
                    <a:pt x="10945" y="2129"/>
                    <a:pt x="10454" y="1893"/>
                    <a:pt x="9949" y="1893"/>
                  </a:cubicBezTo>
                  <a:cubicBezTo>
                    <a:pt x="9643" y="1893"/>
                    <a:pt x="9332" y="1979"/>
                    <a:pt x="9049" y="2163"/>
                  </a:cubicBezTo>
                  <a:lnTo>
                    <a:pt x="7204" y="3366"/>
                  </a:lnTo>
                  <a:lnTo>
                    <a:pt x="3620" y="3366"/>
                  </a:lnTo>
                  <a:lnTo>
                    <a:pt x="3620" y="2568"/>
                  </a:lnTo>
                  <a:lnTo>
                    <a:pt x="4823" y="2568"/>
                  </a:lnTo>
                  <a:cubicBezTo>
                    <a:pt x="5716" y="2568"/>
                    <a:pt x="6430" y="1854"/>
                    <a:pt x="6430" y="961"/>
                  </a:cubicBezTo>
                  <a:lnTo>
                    <a:pt x="3930" y="961"/>
                  </a:lnTo>
                  <a:cubicBezTo>
                    <a:pt x="3703" y="961"/>
                    <a:pt x="3620" y="794"/>
                    <a:pt x="3489" y="687"/>
                  </a:cubicBezTo>
                  <a:cubicBezTo>
                    <a:pt x="2960" y="228"/>
                    <a:pt x="2297" y="1"/>
                    <a:pt x="16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92"/>
            <p:cNvSpPr/>
            <p:nvPr/>
          </p:nvSpPr>
          <p:spPr>
            <a:xfrm>
              <a:off x="2797950" y="2257250"/>
              <a:ext cx="41100" cy="120275"/>
            </a:xfrm>
            <a:custGeom>
              <a:rect b="b" l="l" r="r" t="t"/>
              <a:pathLst>
                <a:path extrusionOk="0" h="4811" w="1644">
                  <a:moveTo>
                    <a:pt x="1" y="1"/>
                  </a:moveTo>
                  <a:lnTo>
                    <a:pt x="1" y="4811"/>
                  </a:lnTo>
                  <a:lnTo>
                    <a:pt x="1644" y="4811"/>
                  </a:lnTo>
                  <a:lnTo>
                    <a:pt x="164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1" name="Google Shape;5241;p92"/>
          <p:cNvGrpSpPr/>
          <p:nvPr/>
        </p:nvGrpSpPr>
        <p:grpSpPr>
          <a:xfrm>
            <a:off x="1937022" y="3584944"/>
            <a:ext cx="229755" cy="356566"/>
            <a:chOff x="2344025" y="2045925"/>
            <a:chExt cx="220600" cy="342325"/>
          </a:xfrm>
        </p:grpSpPr>
        <p:sp>
          <p:nvSpPr>
            <p:cNvPr id="5242" name="Google Shape;5242;p92"/>
            <p:cNvSpPr/>
            <p:nvPr/>
          </p:nvSpPr>
          <p:spPr>
            <a:xfrm>
              <a:off x="2404450" y="2086100"/>
              <a:ext cx="19975" cy="141700"/>
            </a:xfrm>
            <a:custGeom>
              <a:rect b="b" l="l" r="r" t="t"/>
              <a:pathLst>
                <a:path extrusionOk="0" h="5668" w="799">
                  <a:moveTo>
                    <a:pt x="1" y="1"/>
                  </a:moveTo>
                  <a:lnTo>
                    <a:pt x="1" y="5668"/>
                  </a:lnTo>
                  <a:lnTo>
                    <a:pt x="798" y="5668"/>
                  </a:lnTo>
                  <a:lnTo>
                    <a:pt x="7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92"/>
            <p:cNvSpPr/>
            <p:nvPr/>
          </p:nvSpPr>
          <p:spPr>
            <a:xfrm>
              <a:off x="2344025" y="2045925"/>
              <a:ext cx="220600" cy="242900"/>
            </a:xfrm>
            <a:custGeom>
              <a:rect b="b" l="l" r="r" t="t"/>
              <a:pathLst>
                <a:path extrusionOk="0" h="9716" w="8824">
                  <a:moveTo>
                    <a:pt x="4025" y="822"/>
                  </a:moveTo>
                  <a:lnTo>
                    <a:pt x="4025" y="8085"/>
                  </a:lnTo>
                  <a:lnTo>
                    <a:pt x="1608" y="8085"/>
                  </a:lnTo>
                  <a:lnTo>
                    <a:pt x="1608" y="822"/>
                  </a:lnTo>
                  <a:close/>
                  <a:moveTo>
                    <a:pt x="5620" y="822"/>
                  </a:moveTo>
                  <a:lnTo>
                    <a:pt x="5620" y="8085"/>
                  </a:lnTo>
                  <a:lnTo>
                    <a:pt x="4823" y="8085"/>
                  </a:lnTo>
                  <a:lnTo>
                    <a:pt x="4823" y="822"/>
                  </a:lnTo>
                  <a:close/>
                  <a:moveTo>
                    <a:pt x="7216" y="822"/>
                  </a:moveTo>
                  <a:lnTo>
                    <a:pt x="7216" y="8085"/>
                  </a:lnTo>
                  <a:lnTo>
                    <a:pt x="6418" y="8085"/>
                  </a:lnTo>
                  <a:lnTo>
                    <a:pt x="6418" y="822"/>
                  </a:lnTo>
                  <a:close/>
                  <a:moveTo>
                    <a:pt x="1203" y="0"/>
                  </a:moveTo>
                  <a:cubicBezTo>
                    <a:pt x="537" y="0"/>
                    <a:pt x="1" y="536"/>
                    <a:pt x="1" y="1203"/>
                  </a:cubicBezTo>
                  <a:lnTo>
                    <a:pt x="1" y="9097"/>
                  </a:lnTo>
                  <a:cubicBezTo>
                    <a:pt x="239" y="8954"/>
                    <a:pt x="501" y="8870"/>
                    <a:pt x="798" y="8870"/>
                  </a:cubicBezTo>
                  <a:lnTo>
                    <a:pt x="6811" y="8870"/>
                  </a:lnTo>
                  <a:cubicBezTo>
                    <a:pt x="7609" y="8870"/>
                    <a:pt x="8299" y="9192"/>
                    <a:pt x="8823" y="9716"/>
                  </a:cubicBezTo>
                  <a:lnTo>
                    <a:pt x="8823" y="1989"/>
                  </a:lnTo>
                  <a:cubicBezTo>
                    <a:pt x="8823" y="905"/>
                    <a:pt x="7930" y="0"/>
                    <a:pt x="68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92"/>
            <p:cNvSpPr/>
            <p:nvPr/>
          </p:nvSpPr>
          <p:spPr>
            <a:xfrm>
              <a:off x="2344025" y="2287625"/>
              <a:ext cx="220600" cy="100625"/>
            </a:xfrm>
            <a:custGeom>
              <a:rect b="b" l="l" r="r" t="t"/>
              <a:pathLst>
                <a:path extrusionOk="0" h="4025" w="8824">
                  <a:moveTo>
                    <a:pt x="810" y="0"/>
                  </a:moveTo>
                  <a:cubicBezTo>
                    <a:pt x="358" y="0"/>
                    <a:pt x="1" y="357"/>
                    <a:pt x="1" y="810"/>
                  </a:cubicBezTo>
                  <a:cubicBezTo>
                    <a:pt x="1" y="1250"/>
                    <a:pt x="358" y="1607"/>
                    <a:pt x="810" y="1607"/>
                  </a:cubicBezTo>
                  <a:lnTo>
                    <a:pt x="7216" y="1607"/>
                  </a:lnTo>
                  <a:lnTo>
                    <a:pt x="7216" y="2417"/>
                  </a:lnTo>
                  <a:lnTo>
                    <a:pt x="810" y="2417"/>
                  </a:lnTo>
                  <a:lnTo>
                    <a:pt x="810" y="4024"/>
                  </a:lnTo>
                  <a:lnTo>
                    <a:pt x="6811" y="4024"/>
                  </a:lnTo>
                  <a:cubicBezTo>
                    <a:pt x="7918" y="4024"/>
                    <a:pt x="8823" y="3131"/>
                    <a:pt x="8823" y="2012"/>
                  </a:cubicBezTo>
                  <a:cubicBezTo>
                    <a:pt x="8823" y="917"/>
                    <a:pt x="7930" y="0"/>
                    <a:pt x="68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5" name="Google Shape;5245;p92"/>
          <p:cNvGrpSpPr/>
          <p:nvPr/>
        </p:nvGrpSpPr>
        <p:grpSpPr>
          <a:xfrm>
            <a:off x="931020" y="1794175"/>
            <a:ext cx="385355" cy="356537"/>
            <a:chOff x="1315325" y="2058425"/>
            <a:chExt cx="342325" cy="316725"/>
          </a:xfrm>
        </p:grpSpPr>
        <p:sp>
          <p:nvSpPr>
            <p:cNvPr id="5246" name="Google Shape;5246;p92"/>
            <p:cNvSpPr/>
            <p:nvPr/>
          </p:nvSpPr>
          <p:spPr>
            <a:xfrm>
              <a:off x="1315325" y="2196825"/>
              <a:ext cx="140825" cy="151225"/>
            </a:xfrm>
            <a:custGeom>
              <a:rect b="b" l="l" r="r" t="t"/>
              <a:pathLst>
                <a:path extrusionOk="0" h="6049" w="5633">
                  <a:moveTo>
                    <a:pt x="4096" y="1"/>
                  </a:moveTo>
                  <a:lnTo>
                    <a:pt x="2061" y="536"/>
                  </a:lnTo>
                  <a:lnTo>
                    <a:pt x="2275" y="1310"/>
                  </a:lnTo>
                  <a:lnTo>
                    <a:pt x="2953" y="1132"/>
                  </a:lnTo>
                  <a:lnTo>
                    <a:pt x="1" y="6049"/>
                  </a:lnTo>
                  <a:lnTo>
                    <a:pt x="5632" y="6049"/>
                  </a:lnTo>
                  <a:lnTo>
                    <a:pt x="5632" y="5239"/>
                  </a:lnTo>
                  <a:lnTo>
                    <a:pt x="1394" y="5239"/>
                  </a:lnTo>
                  <a:lnTo>
                    <a:pt x="3680" y="1513"/>
                  </a:lnTo>
                  <a:lnTo>
                    <a:pt x="3870" y="2239"/>
                  </a:lnTo>
                  <a:lnTo>
                    <a:pt x="4644" y="2025"/>
                  </a:lnTo>
                  <a:lnTo>
                    <a:pt x="40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92"/>
            <p:cNvSpPr/>
            <p:nvPr/>
          </p:nvSpPr>
          <p:spPr>
            <a:xfrm>
              <a:off x="1472200" y="2228675"/>
              <a:ext cx="185450" cy="146475"/>
            </a:xfrm>
            <a:custGeom>
              <a:rect b="b" l="l" r="r" t="t"/>
              <a:pathLst>
                <a:path extrusionOk="0" h="5859" w="7418">
                  <a:moveTo>
                    <a:pt x="4549" y="1"/>
                  </a:moveTo>
                  <a:lnTo>
                    <a:pt x="3846" y="394"/>
                  </a:lnTo>
                  <a:lnTo>
                    <a:pt x="6013" y="3965"/>
                  </a:lnTo>
                  <a:lnTo>
                    <a:pt x="1536" y="3965"/>
                  </a:lnTo>
                  <a:lnTo>
                    <a:pt x="2060" y="3453"/>
                  </a:lnTo>
                  <a:lnTo>
                    <a:pt x="1489" y="2882"/>
                  </a:lnTo>
                  <a:lnTo>
                    <a:pt x="0" y="4370"/>
                  </a:lnTo>
                  <a:lnTo>
                    <a:pt x="1489" y="5858"/>
                  </a:lnTo>
                  <a:lnTo>
                    <a:pt x="2060" y="5299"/>
                  </a:lnTo>
                  <a:lnTo>
                    <a:pt x="1536" y="4775"/>
                  </a:lnTo>
                  <a:lnTo>
                    <a:pt x="7418" y="4775"/>
                  </a:lnTo>
                  <a:lnTo>
                    <a:pt x="454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92"/>
            <p:cNvSpPr/>
            <p:nvPr/>
          </p:nvSpPr>
          <p:spPr>
            <a:xfrm>
              <a:off x="1416825" y="2058425"/>
              <a:ext cx="165525" cy="160750"/>
            </a:xfrm>
            <a:custGeom>
              <a:rect b="b" l="l" r="r" t="t"/>
              <a:pathLst>
                <a:path extrusionOk="0" h="6430" w="6621">
                  <a:moveTo>
                    <a:pt x="2751" y="0"/>
                  </a:moveTo>
                  <a:lnTo>
                    <a:pt x="1" y="4763"/>
                  </a:lnTo>
                  <a:lnTo>
                    <a:pt x="703" y="5168"/>
                  </a:lnTo>
                  <a:lnTo>
                    <a:pt x="2799" y="1536"/>
                  </a:lnTo>
                  <a:cubicBezTo>
                    <a:pt x="3335" y="2477"/>
                    <a:pt x="4358" y="4251"/>
                    <a:pt x="4978" y="5299"/>
                  </a:cubicBezTo>
                  <a:lnTo>
                    <a:pt x="4263" y="5108"/>
                  </a:lnTo>
                  <a:lnTo>
                    <a:pt x="4049" y="5882"/>
                  </a:lnTo>
                  <a:lnTo>
                    <a:pt x="6073" y="6430"/>
                  </a:lnTo>
                  <a:lnTo>
                    <a:pt x="6621" y="4406"/>
                  </a:lnTo>
                  <a:lnTo>
                    <a:pt x="5847" y="4215"/>
                  </a:lnTo>
                  <a:lnTo>
                    <a:pt x="5656" y="4929"/>
                  </a:lnTo>
                  <a:lnTo>
                    <a:pt x="275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92"/>
            <p:cNvSpPr/>
            <p:nvPr/>
          </p:nvSpPr>
          <p:spPr>
            <a:xfrm>
              <a:off x="1454050" y="2155150"/>
              <a:ext cx="64900" cy="164925"/>
            </a:xfrm>
            <a:custGeom>
              <a:rect b="b" l="l" r="r" t="t"/>
              <a:pathLst>
                <a:path extrusionOk="0" h="6597" w="2596">
                  <a:moveTo>
                    <a:pt x="1703" y="1"/>
                  </a:moveTo>
                  <a:lnTo>
                    <a:pt x="0" y="3382"/>
                  </a:lnTo>
                  <a:lnTo>
                    <a:pt x="893" y="4263"/>
                  </a:lnTo>
                  <a:lnTo>
                    <a:pt x="893" y="6597"/>
                  </a:lnTo>
                  <a:lnTo>
                    <a:pt x="2596" y="3215"/>
                  </a:lnTo>
                  <a:lnTo>
                    <a:pt x="1703" y="2322"/>
                  </a:lnTo>
                  <a:lnTo>
                    <a:pt x="17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0" name="Google Shape;5250;p92"/>
          <p:cNvGrpSpPr/>
          <p:nvPr/>
        </p:nvGrpSpPr>
        <p:grpSpPr>
          <a:xfrm flipH="1" rot="-2700000">
            <a:off x="7683567" y="259532"/>
            <a:ext cx="641003" cy="1861228"/>
            <a:chOff x="6512944" y="2975654"/>
            <a:chExt cx="1594853" cy="4630848"/>
          </a:xfrm>
        </p:grpSpPr>
        <p:grpSp>
          <p:nvGrpSpPr>
            <p:cNvPr id="5251" name="Google Shape;5251;p92"/>
            <p:cNvGrpSpPr/>
            <p:nvPr/>
          </p:nvGrpSpPr>
          <p:grpSpPr>
            <a:xfrm>
              <a:off x="6512944" y="2975654"/>
              <a:ext cx="1594853" cy="4630848"/>
              <a:chOff x="1460575" y="5630575"/>
              <a:chExt cx="645350" cy="1873775"/>
            </a:xfrm>
          </p:grpSpPr>
          <p:sp>
            <p:nvSpPr>
              <p:cNvPr id="5252" name="Google Shape;5252;p92"/>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92"/>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4" name="Google Shape;5254;p92"/>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5" name="Google Shape;5255;p92"/>
          <p:cNvGrpSpPr/>
          <p:nvPr/>
        </p:nvGrpSpPr>
        <p:grpSpPr>
          <a:xfrm flipH="1" rot="-1754604">
            <a:off x="4893186" y="4367296"/>
            <a:ext cx="470111" cy="1365023"/>
            <a:chOff x="6512944" y="2975654"/>
            <a:chExt cx="1594853" cy="4630848"/>
          </a:xfrm>
        </p:grpSpPr>
        <p:grpSp>
          <p:nvGrpSpPr>
            <p:cNvPr id="5256" name="Google Shape;5256;p92"/>
            <p:cNvGrpSpPr/>
            <p:nvPr/>
          </p:nvGrpSpPr>
          <p:grpSpPr>
            <a:xfrm>
              <a:off x="6512944" y="2975654"/>
              <a:ext cx="1594853" cy="4630848"/>
              <a:chOff x="1460575" y="5630575"/>
              <a:chExt cx="645350" cy="1873775"/>
            </a:xfrm>
          </p:grpSpPr>
          <p:sp>
            <p:nvSpPr>
              <p:cNvPr id="5257" name="Google Shape;5257;p92"/>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92"/>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9" name="Google Shape;5259;p92"/>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0" name="Google Shape;5260;p92"/>
          <p:cNvGrpSpPr/>
          <p:nvPr/>
        </p:nvGrpSpPr>
        <p:grpSpPr>
          <a:xfrm rot="1754604">
            <a:off x="626986" y="3050033"/>
            <a:ext cx="470111" cy="1365023"/>
            <a:chOff x="6512944" y="2975654"/>
            <a:chExt cx="1594853" cy="4630848"/>
          </a:xfrm>
        </p:grpSpPr>
        <p:grpSp>
          <p:nvGrpSpPr>
            <p:cNvPr id="5261" name="Google Shape;5261;p92"/>
            <p:cNvGrpSpPr/>
            <p:nvPr/>
          </p:nvGrpSpPr>
          <p:grpSpPr>
            <a:xfrm>
              <a:off x="6512944" y="2975654"/>
              <a:ext cx="1594853" cy="4630848"/>
              <a:chOff x="1460575" y="5630575"/>
              <a:chExt cx="645350" cy="1873775"/>
            </a:xfrm>
          </p:grpSpPr>
          <p:sp>
            <p:nvSpPr>
              <p:cNvPr id="5262" name="Google Shape;5262;p92"/>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92"/>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4" name="Google Shape;5264;p92"/>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221"/>
                                        </p:tgtEl>
                                        <p:attrNameLst>
                                          <p:attrName>style.visibility</p:attrName>
                                        </p:attrNameLst>
                                      </p:cBhvr>
                                      <p:to>
                                        <p:strVal val="visible"/>
                                      </p:to>
                                    </p:set>
                                    <p:animEffect filter="fade" transition="in">
                                      <p:cBhvr>
                                        <p:cTn dur="1000"/>
                                        <p:tgtEl>
                                          <p:spTgt spid="5221"/>
                                        </p:tgtEl>
                                      </p:cBhvr>
                                    </p:animEffect>
                                  </p:childTnLst>
                                </p:cTn>
                              </p:par>
                              <p:par>
                                <p:cTn fill="hold" nodeType="withEffect" presetClass="entr" presetID="10" presetSubtype="0">
                                  <p:stCondLst>
                                    <p:cond delay="0"/>
                                  </p:stCondLst>
                                  <p:childTnLst>
                                    <p:set>
                                      <p:cBhvr>
                                        <p:cTn dur="1" fill="hold">
                                          <p:stCondLst>
                                            <p:cond delay="0"/>
                                          </p:stCondLst>
                                        </p:cTn>
                                        <p:tgtEl>
                                          <p:spTgt spid="5220"/>
                                        </p:tgtEl>
                                        <p:attrNameLst>
                                          <p:attrName>style.visibility</p:attrName>
                                        </p:attrNameLst>
                                      </p:cBhvr>
                                      <p:to>
                                        <p:strVal val="visible"/>
                                      </p:to>
                                    </p:set>
                                    <p:animEffect filter="fade" transition="in">
                                      <p:cBhvr>
                                        <p:cTn dur="1000"/>
                                        <p:tgtEl>
                                          <p:spTgt spid="5220"/>
                                        </p:tgtEl>
                                      </p:cBhvr>
                                    </p:animEffect>
                                  </p:childTnLst>
                                </p:cTn>
                              </p:par>
                            </p:childTnLst>
                          </p:cTn>
                        </p:par>
                        <p:par>
                          <p:cTn fill="hold">
                            <p:stCondLst>
                              <p:cond delay="1000"/>
                            </p:stCondLst>
                            <p:childTnLst>
                              <p:par>
                                <p:cTn fill="hold" nodeType="afterEffect" presetClass="entr" presetID="23" presetSubtype="16">
                                  <p:stCondLst>
                                    <p:cond delay="0"/>
                                  </p:stCondLst>
                                  <p:childTnLst>
                                    <p:set>
                                      <p:cBhvr>
                                        <p:cTn dur="1" fill="hold">
                                          <p:stCondLst>
                                            <p:cond delay="0"/>
                                          </p:stCondLst>
                                        </p:cTn>
                                        <p:tgtEl>
                                          <p:spTgt spid="5228"/>
                                        </p:tgtEl>
                                        <p:attrNameLst>
                                          <p:attrName>style.visibility</p:attrName>
                                        </p:attrNameLst>
                                      </p:cBhvr>
                                      <p:to>
                                        <p:strVal val="visible"/>
                                      </p:to>
                                    </p:set>
                                    <p:anim calcmode="lin" valueType="num">
                                      <p:cBhvr additive="base">
                                        <p:cTn dur="1000"/>
                                        <p:tgtEl>
                                          <p:spTgt spid="5228"/>
                                        </p:tgtEl>
                                        <p:attrNameLst>
                                          <p:attrName>ppt_w</p:attrName>
                                        </p:attrNameLst>
                                      </p:cBhvr>
                                      <p:tavLst>
                                        <p:tav fmla="" tm="0">
                                          <p:val>
                                            <p:strVal val="0"/>
                                          </p:val>
                                        </p:tav>
                                        <p:tav fmla="" tm="100000">
                                          <p:val>
                                            <p:strVal val="#ppt_w"/>
                                          </p:val>
                                        </p:tav>
                                      </p:tavLst>
                                    </p:anim>
                                    <p:anim calcmode="lin" valueType="num">
                                      <p:cBhvr additive="base">
                                        <p:cTn dur="1000"/>
                                        <p:tgtEl>
                                          <p:spTgt spid="5228"/>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5245"/>
                                        </p:tgtEl>
                                        <p:attrNameLst>
                                          <p:attrName>style.visibility</p:attrName>
                                        </p:attrNameLst>
                                      </p:cBhvr>
                                      <p:to>
                                        <p:strVal val="visible"/>
                                      </p:to>
                                    </p:set>
                                    <p:anim calcmode="lin" valueType="num">
                                      <p:cBhvr additive="base">
                                        <p:cTn dur="1000"/>
                                        <p:tgtEl>
                                          <p:spTgt spid="5245"/>
                                        </p:tgtEl>
                                        <p:attrNameLst>
                                          <p:attrName>ppt_w</p:attrName>
                                        </p:attrNameLst>
                                      </p:cBhvr>
                                      <p:tavLst>
                                        <p:tav fmla="" tm="0">
                                          <p:val>
                                            <p:strVal val="0"/>
                                          </p:val>
                                        </p:tav>
                                        <p:tav fmla="" tm="100000">
                                          <p:val>
                                            <p:strVal val="#ppt_w"/>
                                          </p:val>
                                        </p:tav>
                                      </p:tavLst>
                                    </p:anim>
                                    <p:anim calcmode="lin" valueType="num">
                                      <p:cBhvr additive="base">
                                        <p:cTn dur="1000"/>
                                        <p:tgtEl>
                                          <p:spTgt spid="5245"/>
                                        </p:tgtEl>
                                        <p:attrNameLst>
                                          <p:attrName>ppt_h</p:attrName>
                                        </p:attrNameLst>
                                      </p:cBhvr>
                                      <p:tavLst>
                                        <p:tav fmla="" tm="0">
                                          <p:val>
                                            <p:strVal val="0"/>
                                          </p:val>
                                        </p:tav>
                                        <p:tav fmla="" tm="100000">
                                          <p:val>
                                            <p:strVal val="#ppt_h"/>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225"/>
                                        </p:tgtEl>
                                        <p:attrNameLst>
                                          <p:attrName>style.visibility</p:attrName>
                                        </p:attrNameLst>
                                      </p:cBhvr>
                                      <p:to>
                                        <p:strVal val="visible"/>
                                      </p:to>
                                    </p:set>
                                    <p:animEffect filter="fade" transition="in">
                                      <p:cBhvr>
                                        <p:cTn dur="1000"/>
                                        <p:tgtEl>
                                          <p:spTgt spid="5225"/>
                                        </p:tgtEl>
                                      </p:cBhvr>
                                    </p:animEffect>
                                  </p:childTnLst>
                                </p:cTn>
                              </p:par>
                              <p:par>
                                <p:cTn fill="hold" nodeType="withEffect" presetClass="entr" presetID="10" presetSubtype="0">
                                  <p:stCondLst>
                                    <p:cond delay="0"/>
                                  </p:stCondLst>
                                  <p:childTnLst>
                                    <p:set>
                                      <p:cBhvr>
                                        <p:cTn dur="1" fill="hold">
                                          <p:stCondLst>
                                            <p:cond delay="0"/>
                                          </p:stCondLst>
                                        </p:cTn>
                                        <p:tgtEl>
                                          <p:spTgt spid="5224"/>
                                        </p:tgtEl>
                                        <p:attrNameLst>
                                          <p:attrName>style.visibility</p:attrName>
                                        </p:attrNameLst>
                                      </p:cBhvr>
                                      <p:to>
                                        <p:strVal val="visible"/>
                                      </p:to>
                                    </p:set>
                                    <p:animEffect filter="fade" transition="in">
                                      <p:cBhvr>
                                        <p:cTn dur="1000"/>
                                        <p:tgtEl>
                                          <p:spTgt spid="5224"/>
                                        </p:tgtEl>
                                      </p:cBhvr>
                                    </p:animEffect>
                                  </p:childTnLst>
                                </p:cTn>
                              </p:par>
                            </p:childTnLst>
                          </p:cTn>
                        </p:par>
                        <p:par>
                          <p:cTn fill="hold">
                            <p:stCondLst>
                              <p:cond delay="1000"/>
                            </p:stCondLst>
                            <p:childTnLst>
                              <p:par>
                                <p:cTn fill="hold" nodeType="afterEffect" presetClass="entr" presetID="23" presetSubtype="16">
                                  <p:stCondLst>
                                    <p:cond delay="0"/>
                                  </p:stCondLst>
                                  <p:childTnLst>
                                    <p:set>
                                      <p:cBhvr>
                                        <p:cTn dur="1" fill="hold">
                                          <p:stCondLst>
                                            <p:cond delay="0"/>
                                          </p:stCondLst>
                                        </p:cTn>
                                        <p:tgtEl>
                                          <p:spTgt spid="5237"/>
                                        </p:tgtEl>
                                        <p:attrNameLst>
                                          <p:attrName>style.visibility</p:attrName>
                                        </p:attrNameLst>
                                      </p:cBhvr>
                                      <p:to>
                                        <p:strVal val="visible"/>
                                      </p:to>
                                    </p:set>
                                    <p:anim calcmode="lin" valueType="num">
                                      <p:cBhvr additive="base">
                                        <p:cTn dur="1000"/>
                                        <p:tgtEl>
                                          <p:spTgt spid="5237"/>
                                        </p:tgtEl>
                                        <p:attrNameLst>
                                          <p:attrName>ppt_w</p:attrName>
                                        </p:attrNameLst>
                                      </p:cBhvr>
                                      <p:tavLst>
                                        <p:tav fmla="" tm="0">
                                          <p:val>
                                            <p:strVal val="0"/>
                                          </p:val>
                                        </p:tav>
                                        <p:tav fmla="" tm="100000">
                                          <p:val>
                                            <p:strVal val="#ppt_w"/>
                                          </p:val>
                                        </p:tav>
                                      </p:tavLst>
                                    </p:anim>
                                    <p:anim calcmode="lin" valueType="num">
                                      <p:cBhvr additive="base">
                                        <p:cTn dur="1000"/>
                                        <p:tgtEl>
                                          <p:spTgt spid="5237"/>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5229"/>
                                        </p:tgtEl>
                                        <p:attrNameLst>
                                          <p:attrName>style.visibility</p:attrName>
                                        </p:attrNameLst>
                                      </p:cBhvr>
                                      <p:to>
                                        <p:strVal val="visible"/>
                                      </p:to>
                                    </p:set>
                                    <p:anim calcmode="lin" valueType="num">
                                      <p:cBhvr additive="base">
                                        <p:cTn dur="1000"/>
                                        <p:tgtEl>
                                          <p:spTgt spid="5229"/>
                                        </p:tgtEl>
                                        <p:attrNameLst>
                                          <p:attrName>ppt_w</p:attrName>
                                        </p:attrNameLst>
                                      </p:cBhvr>
                                      <p:tavLst>
                                        <p:tav fmla="" tm="0">
                                          <p:val>
                                            <p:strVal val="0"/>
                                          </p:val>
                                        </p:tav>
                                        <p:tav fmla="" tm="100000">
                                          <p:val>
                                            <p:strVal val="#ppt_w"/>
                                          </p:val>
                                        </p:tav>
                                      </p:tavLst>
                                    </p:anim>
                                    <p:anim calcmode="lin" valueType="num">
                                      <p:cBhvr additive="base">
                                        <p:cTn dur="1000"/>
                                        <p:tgtEl>
                                          <p:spTgt spid="5229"/>
                                        </p:tgtEl>
                                        <p:attrNameLst>
                                          <p:attrName>ppt_h</p:attrName>
                                        </p:attrNameLst>
                                      </p:cBhvr>
                                      <p:tavLst>
                                        <p:tav fmla="" tm="0">
                                          <p:val>
                                            <p:strVal val="0"/>
                                          </p:val>
                                        </p:tav>
                                        <p:tav fmla="" tm="100000">
                                          <p:val>
                                            <p:strVal val="#ppt_h"/>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223"/>
                                        </p:tgtEl>
                                        <p:attrNameLst>
                                          <p:attrName>style.visibility</p:attrName>
                                        </p:attrNameLst>
                                      </p:cBhvr>
                                      <p:to>
                                        <p:strVal val="visible"/>
                                      </p:to>
                                    </p:set>
                                    <p:animEffect filter="fade" transition="in">
                                      <p:cBhvr>
                                        <p:cTn dur="1000"/>
                                        <p:tgtEl>
                                          <p:spTgt spid="5223"/>
                                        </p:tgtEl>
                                      </p:cBhvr>
                                    </p:animEffect>
                                  </p:childTnLst>
                                </p:cTn>
                              </p:par>
                              <p:par>
                                <p:cTn fill="hold" nodeType="withEffect" presetClass="entr" presetID="10" presetSubtype="0">
                                  <p:stCondLst>
                                    <p:cond delay="0"/>
                                  </p:stCondLst>
                                  <p:childTnLst>
                                    <p:set>
                                      <p:cBhvr>
                                        <p:cTn dur="1" fill="hold">
                                          <p:stCondLst>
                                            <p:cond delay="0"/>
                                          </p:stCondLst>
                                        </p:cTn>
                                        <p:tgtEl>
                                          <p:spTgt spid="5222"/>
                                        </p:tgtEl>
                                        <p:attrNameLst>
                                          <p:attrName>style.visibility</p:attrName>
                                        </p:attrNameLst>
                                      </p:cBhvr>
                                      <p:to>
                                        <p:strVal val="visible"/>
                                      </p:to>
                                    </p:set>
                                    <p:animEffect filter="fade" transition="in">
                                      <p:cBhvr>
                                        <p:cTn dur="1000"/>
                                        <p:tgtEl>
                                          <p:spTgt spid="5222"/>
                                        </p:tgtEl>
                                      </p:cBhvr>
                                    </p:animEffect>
                                  </p:childTnLst>
                                </p:cTn>
                              </p:par>
                            </p:childTnLst>
                          </p:cTn>
                        </p:par>
                        <p:par>
                          <p:cTn fill="hold">
                            <p:stCondLst>
                              <p:cond delay="1000"/>
                            </p:stCondLst>
                            <p:childTnLst>
                              <p:par>
                                <p:cTn fill="hold" nodeType="afterEffect" presetClass="entr" presetID="23" presetSubtype="16">
                                  <p:stCondLst>
                                    <p:cond delay="0"/>
                                  </p:stCondLst>
                                  <p:childTnLst>
                                    <p:set>
                                      <p:cBhvr>
                                        <p:cTn dur="1" fill="hold">
                                          <p:stCondLst>
                                            <p:cond delay="0"/>
                                          </p:stCondLst>
                                        </p:cTn>
                                        <p:tgtEl>
                                          <p:spTgt spid="5241"/>
                                        </p:tgtEl>
                                        <p:attrNameLst>
                                          <p:attrName>style.visibility</p:attrName>
                                        </p:attrNameLst>
                                      </p:cBhvr>
                                      <p:to>
                                        <p:strVal val="visible"/>
                                      </p:to>
                                    </p:set>
                                    <p:anim calcmode="lin" valueType="num">
                                      <p:cBhvr additive="base">
                                        <p:cTn dur="1000"/>
                                        <p:tgtEl>
                                          <p:spTgt spid="5241"/>
                                        </p:tgtEl>
                                        <p:attrNameLst>
                                          <p:attrName>ppt_w</p:attrName>
                                        </p:attrNameLst>
                                      </p:cBhvr>
                                      <p:tavLst>
                                        <p:tav fmla="" tm="0">
                                          <p:val>
                                            <p:strVal val="0"/>
                                          </p:val>
                                        </p:tav>
                                        <p:tav fmla="" tm="100000">
                                          <p:val>
                                            <p:strVal val="#ppt_w"/>
                                          </p:val>
                                        </p:tav>
                                      </p:tavLst>
                                    </p:anim>
                                    <p:anim calcmode="lin" valueType="num">
                                      <p:cBhvr additive="base">
                                        <p:cTn dur="1000"/>
                                        <p:tgtEl>
                                          <p:spTgt spid="5241"/>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5230"/>
                                        </p:tgtEl>
                                        <p:attrNameLst>
                                          <p:attrName>style.visibility</p:attrName>
                                        </p:attrNameLst>
                                      </p:cBhvr>
                                      <p:to>
                                        <p:strVal val="visible"/>
                                      </p:to>
                                    </p:set>
                                    <p:anim calcmode="lin" valueType="num">
                                      <p:cBhvr additive="base">
                                        <p:cTn dur="1000"/>
                                        <p:tgtEl>
                                          <p:spTgt spid="5230"/>
                                        </p:tgtEl>
                                        <p:attrNameLst>
                                          <p:attrName>ppt_w</p:attrName>
                                        </p:attrNameLst>
                                      </p:cBhvr>
                                      <p:tavLst>
                                        <p:tav fmla="" tm="0">
                                          <p:val>
                                            <p:strVal val="0"/>
                                          </p:val>
                                        </p:tav>
                                        <p:tav fmla="" tm="100000">
                                          <p:val>
                                            <p:strVal val="#ppt_w"/>
                                          </p:val>
                                        </p:tav>
                                      </p:tavLst>
                                    </p:anim>
                                    <p:anim calcmode="lin" valueType="num">
                                      <p:cBhvr additive="base">
                                        <p:cTn dur="1000"/>
                                        <p:tgtEl>
                                          <p:spTgt spid="5230"/>
                                        </p:tgtEl>
                                        <p:attrNameLst>
                                          <p:attrName>ppt_h</p:attrName>
                                        </p:attrNameLst>
                                      </p:cBhvr>
                                      <p:tavLst>
                                        <p:tav fmla="" tm="0">
                                          <p:val>
                                            <p:strVal val="0"/>
                                          </p:val>
                                        </p:tav>
                                        <p:tav fmla="" tm="100000">
                                          <p:val>
                                            <p:strVal val="#ppt_h"/>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227"/>
                                        </p:tgtEl>
                                        <p:attrNameLst>
                                          <p:attrName>style.visibility</p:attrName>
                                        </p:attrNameLst>
                                      </p:cBhvr>
                                      <p:to>
                                        <p:strVal val="visible"/>
                                      </p:to>
                                    </p:set>
                                    <p:animEffect filter="fade" transition="in">
                                      <p:cBhvr>
                                        <p:cTn dur="1000"/>
                                        <p:tgtEl>
                                          <p:spTgt spid="5227"/>
                                        </p:tgtEl>
                                      </p:cBhvr>
                                    </p:animEffect>
                                  </p:childTnLst>
                                </p:cTn>
                              </p:par>
                              <p:par>
                                <p:cTn fill="hold" nodeType="withEffect" presetClass="entr" presetID="10" presetSubtype="0">
                                  <p:stCondLst>
                                    <p:cond delay="0"/>
                                  </p:stCondLst>
                                  <p:childTnLst>
                                    <p:set>
                                      <p:cBhvr>
                                        <p:cTn dur="1" fill="hold">
                                          <p:stCondLst>
                                            <p:cond delay="0"/>
                                          </p:stCondLst>
                                        </p:cTn>
                                        <p:tgtEl>
                                          <p:spTgt spid="5226"/>
                                        </p:tgtEl>
                                        <p:attrNameLst>
                                          <p:attrName>style.visibility</p:attrName>
                                        </p:attrNameLst>
                                      </p:cBhvr>
                                      <p:to>
                                        <p:strVal val="visible"/>
                                      </p:to>
                                    </p:set>
                                    <p:animEffect filter="fade" transition="in">
                                      <p:cBhvr>
                                        <p:cTn dur="1000"/>
                                        <p:tgtEl>
                                          <p:spTgt spid="5226"/>
                                        </p:tgtEl>
                                      </p:cBhvr>
                                    </p:animEffect>
                                  </p:childTnLst>
                                </p:cTn>
                              </p:par>
                            </p:childTnLst>
                          </p:cTn>
                        </p:par>
                        <p:par>
                          <p:cTn fill="hold">
                            <p:stCondLst>
                              <p:cond delay="1000"/>
                            </p:stCondLst>
                            <p:childTnLst>
                              <p:par>
                                <p:cTn fill="hold" nodeType="afterEffect" presetClass="entr" presetID="23" presetSubtype="16">
                                  <p:stCondLst>
                                    <p:cond delay="0"/>
                                  </p:stCondLst>
                                  <p:childTnLst>
                                    <p:set>
                                      <p:cBhvr>
                                        <p:cTn dur="1" fill="hold">
                                          <p:stCondLst>
                                            <p:cond delay="0"/>
                                          </p:stCondLst>
                                        </p:cTn>
                                        <p:tgtEl>
                                          <p:spTgt spid="5231"/>
                                        </p:tgtEl>
                                        <p:attrNameLst>
                                          <p:attrName>style.visibility</p:attrName>
                                        </p:attrNameLst>
                                      </p:cBhvr>
                                      <p:to>
                                        <p:strVal val="visible"/>
                                      </p:to>
                                    </p:set>
                                    <p:anim calcmode="lin" valueType="num">
                                      <p:cBhvr additive="base">
                                        <p:cTn dur="1000"/>
                                        <p:tgtEl>
                                          <p:spTgt spid="5231"/>
                                        </p:tgtEl>
                                        <p:attrNameLst>
                                          <p:attrName>ppt_w</p:attrName>
                                        </p:attrNameLst>
                                      </p:cBhvr>
                                      <p:tavLst>
                                        <p:tav fmla="" tm="0">
                                          <p:val>
                                            <p:strVal val="0"/>
                                          </p:val>
                                        </p:tav>
                                        <p:tav fmla="" tm="100000">
                                          <p:val>
                                            <p:strVal val="#ppt_w"/>
                                          </p:val>
                                        </p:tav>
                                      </p:tavLst>
                                    </p:anim>
                                    <p:anim calcmode="lin" valueType="num">
                                      <p:cBhvr additive="base">
                                        <p:cTn dur="1000"/>
                                        <p:tgtEl>
                                          <p:spTgt spid="5231"/>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5232"/>
                                        </p:tgtEl>
                                        <p:attrNameLst>
                                          <p:attrName>style.visibility</p:attrName>
                                        </p:attrNameLst>
                                      </p:cBhvr>
                                      <p:to>
                                        <p:strVal val="visible"/>
                                      </p:to>
                                    </p:set>
                                    <p:anim calcmode="lin" valueType="num">
                                      <p:cBhvr additive="base">
                                        <p:cTn dur="1000"/>
                                        <p:tgtEl>
                                          <p:spTgt spid="5232"/>
                                        </p:tgtEl>
                                        <p:attrNameLst>
                                          <p:attrName>ppt_w</p:attrName>
                                        </p:attrNameLst>
                                      </p:cBhvr>
                                      <p:tavLst>
                                        <p:tav fmla="" tm="0">
                                          <p:val>
                                            <p:strVal val="0"/>
                                          </p:val>
                                        </p:tav>
                                        <p:tav fmla="" tm="100000">
                                          <p:val>
                                            <p:strVal val="#ppt_w"/>
                                          </p:val>
                                        </p:tav>
                                      </p:tavLst>
                                    </p:anim>
                                    <p:anim calcmode="lin" valueType="num">
                                      <p:cBhvr additive="base">
                                        <p:cTn dur="1000"/>
                                        <p:tgtEl>
                                          <p:spTgt spid="5232"/>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68" name="Shape 5268"/>
        <p:cNvGrpSpPr/>
        <p:nvPr/>
      </p:nvGrpSpPr>
      <p:grpSpPr>
        <a:xfrm>
          <a:off x="0" y="0"/>
          <a:ext cx="0" cy="0"/>
          <a:chOff x="0" y="0"/>
          <a:chExt cx="0" cy="0"/>
        </a:xfrm>
      </p:grpSpPr>
      <p:sp>
        <p:nvSpPr>
          <p:cNvPr id="5269" name="Google Shape;5269;p93"/>
          <p:cNvSpPr txBox="1"/>
          <p:nvPr>
            <p:ph idx="1" type="subTitle"/>
          </p:nvPr>
        </p:nvSpPr>
        <p:spPr>
          <a:xfrm>
            <a:off x="4025050" y="1386332"/>
            <a:ext cx="20817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very cold place</a:t>
            </a:r>
            <a:endParaRPr/>
          </a:p>
        </p:txBody>
      </p:sp>
      <p:sp>
        <p:nvSpPr>
          <p:cNvPr id="5270" name="Google Shape;5270;p93"/>
          <p:cNvSpPr txBox="1"/>
          <p:nvPr>
            <p:ph type="title"/>
          </p:nvPr>
        </p:nvSpPr>
        <p:spPr>
          <a:xfrm>
            <a:off x="4027316" y="1068450"/>
            <a:ext cx="20793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5271" name="Google Shape;5271;p93"/>
          <p:cNvSpPr txBox="1"/>
          <p:nvPr>
            <p:ph idx="2" type="subTitle"/>
          </p:nvPr>
        </p:nvSpPr>
        <p:spPr>
          <a:xfrm>
            <a:off x="4026182" y="3151648"/>
            <a:ext cx="20817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a gas giant and the biggest planet in the Solar System</a:t>
            </a:r>
            <a:endParaRPr/>
          </a:p>
        </p:txBody>
      </p:sp>
      <p:sp>
        <p:nvSpPr>
          <p:cNvPr id="5272" name="Google Shape;5272;p93"/>
          <p:cNvSpPr txBox="1"/>
          <p:nvPr>
            <p:ph idx="3" type="title"/>
          </p:nvPr>
        </p:nvSpPr>
        <p:spPr>
          <a:xfrm>
            <a:off x="4026182" y="2833766"/>
            <a:ext cx="20793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5273" name="Google Shape;5273;p93"/>
          <p:cNvSpPr txBox="1"/>
          <p:nvPr>
            <p:ph idx="4" type="subTitle"/>
          </p:nvPr>
        </p:nvSpPr>
        <p:spPr>
          <a:xfrm>
            <a:off x="6347948" y="1386333"/>
            <a:ext cx="20817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closest planet to the Sun and the smallest of them all</a:t>
            </a:r>
            <a:endParaRPr/>
          </a:p>
        </p:txBody>
      </p:sp>
      <p:sp>
        <p:nvSpPr>
          <p:cNvPr id="5274" name="Google Shape;5274;p93"/>
          <p:cNvSpPr txBox="1"/>
          <p:nvPr>
            <p:ph idx="5" type="title"/>
          </p:nvPr>
        </p:nvSpPr>
        <p:spPr>
          <a:xfrm>
            <a:off x="6350214" y="1068450"/>
            <a:ext cx="20793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5275" name="Google Shape;5275;p93"/>
          <p:cNvSpPr txBox="1"/>
          <p:nvPr>
            <p:ph idx="6" type="subTitle"/>
          </p:nvPr>
        </p:nvSpPr>
        <p:spPr>
          <a:xfrm>
            <a:off x="6349081" y="3151650"/>
            <a:ext cx="20817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has a nice name and is the second planet from the Sun</a:t>
            </a:r>
            <a:endParaRPr/>
          </a:p>
        </p:txBody>
      </p:sp>
      <p:sp>
        <p:nvSpPr>
          <p:cNvPr id="5276" name="Google Shape;5276;p93"/>
          <p:cNvSpPr txBox="1"/>
          <p:nvPr>
            <p:ph idx="7" type="title"/>
          </p:nvPr>
        </p:nvSpPr>
        <p:spPr>
          <a:xfrm>
            <a:off x="6349081" y="2833767"/>
            <a:ext cx="20793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5277" name="Google Shape;5277;p93"/>
          <p:cNvSpPr txBox="1"/>
          <p:nvPr>
            <p:ph idx="8" type="title"/>
          </p:nvPr>
        </p:nvSpPr>
        <p:spPr>
          <a:xfrm>
            <a:off x="713275" y="1786800"/>
            <a:ext cx="2727600" cy="156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PLASTIC BOTTLE WASTE BRINGS CRISIS TO EARTH</a:t>
            </a:r>
            <a:endParaRPr/>
          </a:p>
        </p:txBody>
      </p:sp>
      <p:grpSp>
        <p:nvGrpSpPr>
          <p:cNvPr id="5278" name="Google Shape;5278;p93"/>
          <p:cNvGrpSpPr/>
          <p:nvPr/>
        </p:nvGrpSpPr>
        <p:grpSpPr>
          <a:xfrm>
            <a:off x="-304278" y="3636434"/>
            <a:ext cx="2035101" cy="2035101"/>
            <a:chOff x="-149451" y="2973528"/>
            <a:chExt cx="2344587" cy="2344587"/>
          </a:xfrm>
        </p:grpSpPr>
        <p:sp>
          <p:nvSpPr>
            <p:cNvPr id="5279" name="Google Shape;5279;p93"/>
            <p:cNvSpPr/>
            <p:nvPr/>
          </p:nvSpPr>
          <p:spPr>
            <a:xfrm>
              <a:off x="-149451" y="2973528"/>
              <a:ext cx="2344587" cy="2344587"/>
            </a:xfrm>
            <a:custGeom>
              <a:rect b="b" l="l" r="r" t="t"/>
              <a:pathLst>
                <a:path extrusionOk="0" h="51972" w="51972">
                  <a:moveTo>
                    <a:pt x="25980" y="1"/>
                  </a:moveTo>
                  <a:cubicBezTo>
                    <a:pt x="11633" y="1"/>
                    <a:pt x="1" y="11633"/>
                    <a:pt x="1" y="25980"/>
                  </a:cubicBezTo>
                  <a:cubicBezTo>
                    <a:pt x="1" y="40339"/>
                    <a:pt x="11633" y="51971"/>
                    <a:pt x="25980" y="51971"/>
                  </a:cubicBezTo>
                  <a:cubicBezTo>
                    <a:pt x="40339" y="51971"/>
                    <a:pt x="51971" y="40339"/>
                    <a:pt x="51971" y="25980"/>
                  </a:cubicBezTo>
                  <a:cubicBezTo>
                    <a:pt x="51971" y="11633"/>
                    <a:pt x="40339" y="1"/>
                    <a:pt x="259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93"/>
            <p:cNvSpPr/>
            <p:nvPr/>
          </p:nvSpPr>
          <p:spPr>
            <a:xfrm>
              <a:off x="184655" y="3002536"/>
              <a:ext cx="1127993" cy="1247406"/>
            </a:xfrm>
            <a:custGeom>
              <a:rect b="b" l="l" r="r" t="t"/>
              <a:pathLst>
                <a:path extrusionOk="0" h="27651" w="25004">
                  <a:moveTo>
                    <a:pt x="12811" y="1"/>
                  </a:moveTo>
                  <a:cubicBezTo>
                    <a:pt x="9180" y="810"/>
                    <a:pt x="5822" y="2394"/>
                    <a:pt x="2953" y="4561"/>
                  </a:cubicBezTo>
                  <a:cubicBezTo>
                    <a:pt x="2953" y="4561"/>
                    <a:pt x="2977" y="4823"/>
                    <a:pt x="3191" y="5180"/>
                  </a:cubicBezTo>
                  <a:cubicBezTo>
                    <a:pt x="3394" y="5537"/>
                    <a:pt x="3048" y="5739"/>
                    <a:pt x="3072" y="5858"/>
                  </a:cubicBezTo>
                  <a:cubicBezTo>
                    <a:pt x="3084" y="5966"/>
                    <a:pt x="3275" y="5954"/>
                    <a:pt x="3096" y="6156"/>
                  </a:cubicBezTo>
                  <a:cubicBezTo>
                    <a:pt x="2929" y="6370"/>
                    <a:pt x="3096" y="6323"/>
                    <a:pt x="2953" y="6466"/>
                  </a:cubicBezTo>
                  <a:cubicBezTo>
                    <a:pt x="2798" y="6620"/>
                    <a:pt x="2655" y="6751"/>
                    <a:pt x="2548" y="6823"/>
                  </a:cubicBezTo>
                  <a:cubicBezTo>
                    <a:pt x="2441" y="6906"/>
                    <a:pt x="2477" y="7109"/>
                    <a:pt x="2262" y="7359"/>
                  </a:cubicBezTo>
                  <a:cubicBezTo>
                    <a:pt x="2060" y="7621"/>
                    <a:pt x="1655" y="7823"/>
                    <a:pt x="1655" y="8228"/>
                  </a:cubicBezTo>
                  <a:cubicBezTo>
                    <a:pt x="1655" y="8609"/>
                    <a:pt x="1048" y="9145"/>
                    <a:pt x="965" y="9371"/>
                  </a:cubicBezTo>
                  <a:cubicBezTo>
                    <a:pt x="893" y="9585"/>
                    <a:pt x="286" y="10395"/>
                    <a:pt x="250" y="10931"/>
                  </a:cubicBezTo>
                  <a:cubicBezTo>
                    <a:pt x="227" y="11466"/>
                    <a:pt x="227" y="12038"/>
                    <a:pt x="250" y="12359"/>
                  </a:cubicBezTo>
                  <a:cubicBezTo>
                    <a:pt x="286" y="12693"/>
                    <a:pt x="310" y="13050"/>
                    <a:pt x="227" y="13431"/>
                  </a:cubicBezTo>
                  <a:cubicBezTo>
                    <a:pt x="155" y="13824"/>
                    <a:pt x="72" y="14181"/>
                    <a:pt x="36" y="14895"/>
                  </a:cubicBezTo>
                  <a:cubicBezTo>
                    <a:pt x="0" y="15610"/>
                    <a:pt x="286" y="15919"/>
                    <a:pt x="953" y="16145"/>
                  </a:cubicBezTo>
                  <a:cubicBezTo>
                    <a:pt x="1643" y="16348"/>
                    <a:pt x="2917" y="16967"/>
                    <a:pt x="3227" y="17419"/>
                  </a:cubicBezTo>
                  <a:cubicBezTo>
                    <a:pt x="3560" y="17884"/>
                    <a:pt x="3739" y="18455"/>
                    <a:pt x="3977" y="18527"/>
                  </a:cubicBezTo>
                  <a:cubicBezTo>
                    <a:pt x="4227" y="18598"/>
                    <a:pt x="4441" y="19348"/>
                    <a:pt x="5251" y="19908"/>
                  </a:cubicBezTo>
                  <a:cubicBezTo>
                    <a:pt x="6072" y="20479"/>
                    <a:pt x="7608" y="20551"/>
                    <a:pt x="8287" y="21277"/>
                  </a:cubicBezTo>
                  <a:cubicBezTo>
                    <a:pt x="8978" y="22003"/>
                    <a:pt x="10216" y="23789"/>
                    <a:pt x="10537" y="24777"/>
                  </a:cubicBezTo>
                  <a:cubicBezTo>
                    <a:pt x="10871" y="25766"/>
                    <a:pt x="11406" y="26111"/>
                    <a:pt x="11966" y="26587"/>
                  </a:cubicBezTo>
                  <a:cubicBezTo>
                    <a:pt x="12538" y="27063"/>
                    <a:pt x="13252" y="27599"/>
                    <a:pt x="13788" y="27647"/>
                  </a:cubicBezTo>
                  <a:cubicBezTo>
                    <a:pt x="13826" y="27649"/>
                    <a:pt x="13862" y="27651"/>
                    <a:pt x="13897" y="27651"/>
                  </a:cubicBezTo>
                  <a:cubicBezTo>
                    <a:pt x="14354" y="27651"/>
                    <a:pt x="14547" y="27443"/>
                    <a:pt x="14514" y="27266"/>
                  </a:cubicBezTo>
                  <a:cubicBezTo>
                    <a:pt x="14502" y="27063"/>
                    <a:pt x="13812" y="26504"/>
                    <a:pt x="13704" y="26349"/>
                  </a:cubicBezTo>
                  <a:cubicBezTo>
                    <a:pt x="13609" y="26206"/>
                    <a:pt x="13383" y="25254"/>
                    <a:pt x="13073" y="24563"/>
                  </a:cubicBezTo>
                  <a:cubicBezTo>
                    <a:pt x="12740" y="23884"/>
                    <a:pt x="12716" y="23873"/>
                    <a:pt x="12811" y="23539"/>
                  </a:cubicBezTo>
                  <a:cubicBezTo>
                    <a:pt x="12919" y="23218"/>
                    <a:pt x="13145" y="22503"/>
                    <a:pt x="13454" y="22325"/>
                  </a:cubicBezTo>
                  <a:cubicBezTo>
                    <a:pt x="13788" y="22146"/>
                    <a:pt x="14026" y="22277"/>
                    <a:pt x="14252" y="21968"/>
                  </a:cubicBezTo>
                  <a:cubicBezTo>
                    <a:pt x="14454" y="21646"/>
                    <a:pt x="14526" y="21468"/>
                    <a:pt x="14514" y="21277"/>
                  </a:cubicBezTo>
                  <a:cubicBezTo>
                    <a:pt x="14502" y="21087"/>
                    <a:pt x="14169" y="20967"/>
                    <a:pt x="13859" y="20932"/>
                  </a:cubicBezTo>
                  <a:cubicBezTo>
                    <a:pt x="13538" y="20908"/>
                    <a:pt x="13431" y="20622"/>
                    <a:pt x="13002" y="20551"/>
                  </a:cubicBezTo>
                  <a:cubicBezTo>
                    <a:pt x="12561" y="20479"/>
                    <a:pt x="11966" y="20301"/>
                    <a:pt x="11823" y="20039"/>
                  </a:cubicBezTo>
                  <a:cubicBezTo>
                    <a:pt x="11698" y="19836"/>
                    <a:pt x="11471" y="19751"/>
                    <a:pt x="11270" y="19751"/>
                  </a:cubicBezTo>
                  <a:cubicBezTo>
                    <a:pt x="11222" y="19751"/>
                    <a:pt x="11176" y="19756"/>
                    <a:pt x="11133" y="19765"/>
                  </a:cubicBezTo>
                  <a:cubicBezTo>
                    <a:pt x="11053" y="19774"/>
                    <a:pt x="10905" y="19798"/>
                    <a:pt x="10729" y="19798"/>
                  </a:cubicBezTo>
                  <a:cubicBezTo>
                    <a:pt x="10455" y="19798"/>
                    <a:pt x="10112" y="19740"/>
                    <a:pt x="9859" y="19479"/>
                  </a:cubicBezTo>
                  <a:cubicBezTo>
                    <a:pt x="9430" y="19051"/>
                    <a:pt x="9394" y="18229"/>
                    <a:pt x="9323" y="17800"/>
                  </a:cubicBezTo>
                  <a:cubicBezTo>
                    <a:pt x="9240" y="17372"/>
                    <a:pt x="9168" y="17229"/>
                    <a:pt x="9287" y="16907"/>
                  </a:cubicBezTo>
                  <a:cubicBezTo>
                    <a:pt x="9394" y="16574"/>
                    <a:pt x="9394" y="16336"/>
                    <a:pt x="9894" y="16098"/>
                  </a:cubicBezTo>
                  <a:cubicBezTo>
                    <a:pt x="10184" y="15963"/>
                    <a:pt x="10571" y="15848"/>
                    <a:pt x="10942" y="15848"/>
                  </a:cubicBezTo>
                  <a:cubicBezTo>
                    <a:pt x="11228" y="15848"/>
                    <a:pt x="11504" y="15916"/>
                    <a:pt x="11716" y="16098"/>
                  </a:cubicBezTo>
                  <a:cubicBezTo>
                    <a:pt x="11890" y="16243"/>
                    <a:pt x="12124" y="16298"/>
                    <a:pt x="12365" y="16298"/>
                  </a:cubicBezTo>
                  <a:cubicBezTo>
                    <a:pt x="12816" y="16298"/>
                    <a:pt x="13291" y="16102"/>
                    <a:pt x="13431" y="15931"/>
                  </a:cubicBezTo>
                  <a:cubicBezTo>
                    <a:pt x="13633" y="15681"/>
                    <a:pt x="14252" y="14943"/>
                    <a:pt x="14752" y="14907"/>
                  </a:cubicBezTo>
                  <a:cubicBezTo>
                    <a:pt x="15252" y="14883"/>
                    <a:pt x="16074" y="14907"/>
                    <a:pt x="16383" y="14633"/>
                  </a:cubicBezTo>
                  <a:cubicBezTo>
                    <a:pt x="16717" y="14348"/>
                    <a:pt x="17919" y="13740"/>
                    <a:pt x="18134" y="13264"/>
                  </a:cubicBezTo>
                  <a:cubicBezTo>
                    <a:pt x="18336" y="12764"/>
                    <a:pt x="19157" y="11371"/>
                    <a:pt x="19157" y="10907"/>
                  </a:cubicBezTo>
                  <a:cubicBezTo>
                    <a:pt x="19157" y="10479"/>
                    <a:pt x="20432" y="9686"/>
                    <a:pt x="20958" y="9686"/>
                  </a:cubicBezTo>
                  <a:cubicBezTo>
                    <a:pt x="21003" y="9686"/>
                    <a:pt x="21042" y="9692"/>
                    <a:pt x="21074" y="9704"/>
                  </a:cubicBezTo>
                  <a:cubicBezTo>
                    <a:pt x="21115" y="9718"/>
                    <a:pt x="21157" y="9724"/>
                    <a:pt x="21200" y="9724"/>
                  </a:cubicBezTo>
                  <a:cubicBezTo>
                    <a:pt x="21608" y="9724"/>
                    <a:pt x="22094" y="9168"/>
                    <a:pt x="22277" y="9168"/>
                  </a:cubicBezTo>
                  <a:cubicBezTo>
                    <a:pt x="22347" y="9168"/>
                    <a:pt x="22464" y="9180"/>
                    <a:pt x="22603" y="9180"/>
                  </a:cubicBezTo>
                  <a:cubicBezTo>
                    <a:pt x="22887" y="9180"/>
                    <a:pt x="23259" y="9131"/>
                    <a:pt x="23491" y="8835"/>
                  </a:cubicBezTo>
                  <a:cubicBezTo>
                    <a:pt x="23849" y="8406"/>
                    <a:pt x="24122" y="8121"/>
                    <a:pt x="24408" y="7704"/>
                  </a:cubicBezTo>
                  <a:cubicBezTo>
                    <a:pt x="24789" y="7311"/>
                    <a:pt x="25003" y="6668"/>
                    <a:pt x="23968" y="6359"/>
                  </a:cubicBezTo>
                  <a:cubicBezTo>
                    <a:pt x="22944" y="6025"/>
                    <a:pt x="22182" y="5930"/>
                    <a:pt x="21563" y="5597"/>
                  </a:cubicBezTo>
                  <a:cubicBezTo>
                    <a:pt x="20969" y="5259"/>
                    <a:pt x="20387" y="5013"/>
                    <a:pt x="19917" y="5013"/>
                  </a:cubicBezTo>
                  <a:cubicBezTo>
                    <a:pt x="19906" y="5013"/>
                    <a:pt x="19895" y="5013"/>
                    <a:pt x="19884" y="5013"/>
                  </a:cubicBezTo>
                  <a:cubicBezTo>
                    <a:pt x="19873" y="5013"/>
                    <a:pt x="19862" y="5014"/>
                    <a:pt x="19850" y="5014"/>
                  </a:cubicBezTo>
                  <a:cubicBezTo>
                    <a:pt x="19533" y="5014"/>
                    <a:pt x="19012" y="4910"/>
                    <a:pt x="18538" y="4910"/>
                  </a:cubicBezTo>
                  <a:cubicBezTo>
                    <a:pt x="18302" y="4910"/>
                    <a:pt x="18077" y="4936"/>
                    <a:pt x="17895" y="5013"/>
                  </a:cubicBezTo>
                  <a:cubicBezTo>
                    <a:pt x="17324" y="5251"/>
                    <a:pt x="16717" y="6430"/>
                    <a:pt x="15836" y="6632"/>
                  </a:cubicBezTo>
                  <a:cubicBezTo>
                    <a:pt x="15683" y="6670"/>
                    <a:pt x="15491" y="6687"/>
                    <a:pt x="15273" y="6687"/>
                  </a:cubicBezTo>
                  <a:cubicBezTo>
                    <a:pt x="14247" y="6687"/>
                    <a:pt x="12665" y="6316"/>
                    <a:pt x="12145" y="6001"/>
                  </a:cubicBezTo>
                  <a:cubicBezTo>
                    <a:pt x="11537" y="5608"/>
                    <a:pt x="11359" y="4823"/>
                    <a:pt x="11537" y="4430"/>
                  </a:cubicBezTo>
                  <a:cubicBezTo>
                    <a:pt x="11716" y="4049"/>
                    <a:pt x="11787" y="3346"/>
                    <a:pt x="11740" y="3084"/>
                  </a:cubicBezTo>
                  <a:cubicBezTo>
                    <a:pt x="11704" y="2810"/>
                    <a:pt x="12633" y="2322"/>
                    <a:pt x="12954" y="1977"/>
                  </a:cubicBezTo>
                  <a:cubicBezTo>
                    <a:pt x="13276" y="1632"/>
                    <a:pt x="13573" y="548"/>
                    <a:pt x="12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93"/>
            <p:cNvSpPr/>
            <p:nvPr/>
          </p:nvSpPr>
          <p:spPr>
            <a:xfrm>
              <a:off x="951664" y="4213956"/>
              <a:ext cx="884160" cy="1042550"/>
            </a:xfrm>
            <a:custGeom>
              <a:rect b="b" l="l" r="r" t="t"/>
              <a:pathLst>
                <a:path extrusionOk="0" h="23110" w="19599">
                  <a:moveTo>
                    <a:pt x="5062" y="0"/>
                  </a:moveTo>
                  <a:cubicBezTo>
                    <a:pt x="4588" y="0"/>
                    <a:pt x="4017" y="122"/>
                    <a:pt x="3706" y="122"/>
                  </a:cubicBezTo>
                  <a:cubicBezTo>
                    <a:pt x="3664" y="122"/>
                    <a:pt x="3627" y="120"/>
                    <a:pt x="3596" y="115"/>
                  </a:cubicBezTo>
                  <a:cubicBezTo>
                    <a:pt x="3575" y="112"/>
                    <a:pt x="3553" y="110"/>
                    <a:pt x="3529" y="110"/>
                  </a:cubicBezTo>
                  <a:cubicBezTo>
                    <a:pt x="3139" y="110"/>
                    <a:pt x="2420" y="558"/>
                    <a:pt x="2263" y="794"/>
                  </a:cubicBezTo>
                  <a:cubicBezTo>
                    <a:pt x="2096" y="1056"/>
                    <a:pt x="2096" y="2580"/>
                    <a:pt x="2263" y="2854"/>
                  </a:cubicBezTo>
                  <a:cubicBezTo>
                    <a:pt x="2429" y="3116"/>
                    <a:pt x="2263" y="3556"/>
                    <a:pt x="1858" y="4187"/>
                  </a:cubicBezTo>
                  <a:cubicBezTo>
                    <a:pt x="1453" y="4830"/>
                    <a:pt x="977" y="5640"/>
                    <a:pt x="489" y="6128"/>
                  </a:cubicBezTo>
                  <a:cubicBezTo>
                    <a:pt x="0" y="6616"/>
                    <a:pt x="227" y="9354"/>
                    <a:pt x="489" y="9664"/>
                  </a:cubicBezTo>
                  <a:cubicBezTo>
                    <a:pt x="762" y="9985"/>
                    <a:pt x="1501" y="11498"/>
                    <a:pt x="2525" y="11926"/>
                  </a:cubicBezTo>
                  <a:cubicBezTo>
                    <a:pt x="3537" y="12343"/>
                    <a:pt x="4751" y="13105"/>
                    <a:pt x="4751" y="13105"/>
                  </a:cubicBezTo>
                  <a:cubicBezTo>
                    <a:pt x="6620" y="14129"/>
                    <a:pt x="6668" y="15855"/>
                    <a:pt x="6513" y="16189"/>
                  </a:cubicBezTo>
                  <a:cubicBezTo>
                    <a:pt x="6335" y="16498"/>
                    <a:pt x="6251" y="17546"/>
                    <a:pt x="5715" y="17903"/>
                  </a:cubicBezTo>
                  <a:cubicBezTo>
                    <a:pt x="5180" y="18260"/>
                    <a:pt x="5977" y="19094"/>
                    <a:pt x="5370" y="19963"/>
                  </a:cubicBezTo>
                  <a:cubicBezTo>
                    <a:pt x="4763" y="20832"/>
                    <a:pt x="3668" y="21796"/>
                    <a:pt x="3239" y="22332"/>
                  </a:cubicBezTo>
                  <a:cubicBezTo>
                    <a:pt x="2810" y="22880"/>
                    <a:pt x="2810" y="23035"/>
                    <a:pt x="3572" y="23106"/>
                  </a:cubicBezTo>
                  <a:cubicBezTo>
                    <a:pt x="3593" y="23108"/>
                    <a:pt x="3615" y="23109"/>
                    <a:pt x="3638" y="23109"/>
                  </a:cubicBezTo>
                  <a:cubicBezTo>
                    <a:pt x="4422" y="23109"/>
                    <a:pt x="6317" y="21943"/>
                    <a:pt x="6942" y="21677"/>
                  </a:cubicBezTo>
                  <a:cubicBezTo>
                    <a:pt x="7609" y="21392"/>
                    <a:pt x="7704" y="19808"/>
                    <a:pt x="8406" y="19213"/>
                  </a:cubicBezTo>
                  <a:cubicBezTo>
                    <a:pt x="9109" y="18617"/>
                    <a:pt x="9954" y="18558"/>
                    <a:pt x="10978" y="18320"/>
                  </a:cubicBezTo>
                  <a:cubicBezTo>
                    <a:pt x="11990" y="18058"/>
                    <a:pt x="13657" y="17320"/>
                    <a:pt x="14407" y="17046"/>
                  </a:cubicBezTo>
                  <a:cubicBezTo>
                    <a:pt x="15133" y="16784"/>
                    <a:pt x="15109" y="16355"/>
                    <a:pt x="15431" y="15760"/>
                  </a:cubicBezTo>
                  <a:cubicBezTo>
                    <a:pt x="15764" y="15165"/>
                    <a:pt x="16562" y="14629"/>
                    <a:pt x="16931" y="14296"/>
                  </a:cubicBezTo>
                  <a:cubicBezTo>
                    <a:pt x="17312" y="13974"/>
                    <a:pt x="17515" y="12843"/>
                    <a:pt x="17253" y="12569"/>
                  </a:cubicBezTo>
                  <a:cubicBezTo>
                    <a:pt x="16979" y="12307"/>
                    <a:pt x="16812" y="11331"/>
                    <a:pt x="17253" y="10700"/>
                  </a:cubicBezTo>
                  <a:cubicBezTo>
                    <a:pt x="17681" y="10057"/>
                    <a:pt x="18336" y="9033"/>
                    <a:pt x="18860" y="8390"/>
                  </a:cubicBezTo>
                  <a:cubicBezTo>
                    <a:pt x="19396" y="7747"/>
                    <a:pt x="19598" y="7211"/>
                    <a:pt x="18955" y="6783"/>
                  </a:cubicBezTo>
                  <a:cubicBezTo>
                    <a:pt x="18336" y="6354"/>
                    <a:pt x="17157" y="6021"/>
                    <a:pt x="16633" y="5914"/>
                  </a:cubicBezTo>
                  <a:cubicBezTo>
                    <a:pt x="16121" y="5818"/>
                    <a:pt x="16193" y="5342"/>
                    <a:pt x="15276" y="4806"/>
                  </a:cubicBezTo>
                  <a:cubicBezTo>
                    <a:pt x="14359" y="4270"/>
                    <a:pt x="13716" y="3449"/>
                    <a:pt x="13169" y="2639"/>
                  </a:cubicBezTo>
                  <a:cubicBezTo>
                    <a:pt x="12757" y="2039"/>
                    <a:pt x="12116" y="1648"/>
                    <a:pt x="11550" y="1648"/>
                  </a:cubicBezTo>
                  <a:cubicBezTo>
                    <a:pt x="11363" y="1648"/>
                    <a:pt x="11185" y="1691"/>
                    <a:pt x="11026" y="1782"/>
                  </a:cubicBezTo>
                  <a:cubicBezTo>
                    <a:pt x="10887" y="1863"/>
                    <a:pt x="10742" y="1895"/>
                    <a:pt x="10591" y="1895"/>
                  </a:cubicBezTo>
                  <a:cubicBezTo>
                    <a:pt x="10032" y="1895"/>
                    <a:pt x="9402" y="1451"/>
                    <a:pt x="8763" y="1413"/>
                  </a:cubicBezTo>
                  <a:cubicBezTo>
                    <a:pt x="7942" y="1353"/>
                    <a:pt x="6132" y="377"/>
                    <a:pt x="5644" y="115"/>
                  </a:cubicBezTo>
                  <a:cubicBezTo>
                    <a:pt x="5501" y="29"/>
                    <a:pt x="5293" y="0"/>
                    <a:pt x="50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93"/>
            <p:cNvSpPr/>
            <p:nvPr/>
          </p:nvSpPr>
          <p:spPr>
            <a:xfrm>
              <a:off x="1681094" y="3241545"/>
              <a:ext cx="425952" cy="513064"/>
            </a:xfrm>
            <a:custGeom>
              <a:rect b="b" l="l" r="r" t="t"/>
              <a:pathLst>
                <a:path extrusionOk="0" h="11373" w="9442">
                  <a:moveTo>
                    <a:pt x="1941" y="1"/>
                  </a:moveTo>
                  <a:cubicBezTo>
                    <a:pt x="1941" y="1"/>
                    <a:pt x="1643" y="429"/>
                    <a:pt x="1179" y="858"/>
                  </a:cubicBezTo>
                  <a:cubicBezTo>
                    <a:pt x="714" y="1299"/>
                    <a:pt x="595" y="1608"/>
                    <a:pt x="476" y="1858"/>
                  </a:cubicBezTo>
                  <a:cubicBezTo>
                    <a:pt x="357" y="2108"/>
                    <a:pt x="0" y="3180"/>
                    <a:pt x="143" y="3644"/>
                  </a:cubicBezTo>
                  <a:cubicBezTo>
                    <a:pt x="286" y="4109"/>
                    <a:pt x="226" y="4430"/>
                    <a:pt x="750" y="4823"/>
                  </a:cubicBezTo>
                  <a:cubicBezTo>
                    <a:pt x="1286" y="5204"/>
                    <a:pt x="1762" y="5347"/>
                    <a:pt x="1524" y="6073"/>
                  </a:cubicBezTo>
                  <a:cubicBezTo>
                    <a:pt x="1286" y="6787"/>
                    <a:pt x="1465" y="7561"/>
                    <a:pt x="1215" y="7942"/>
                  </a:cubicBezTo>
                  <a:cubicBezTo>
                    <a:pt x="953" y="8335"/>
                    <a:pt x="929" y="9073"/>
                    <a:pt x="1524" y="9585"/>
                  </a:cubicBezTo>
                  <a:cubicBezTo>
                    <a:pt x="2119" y="10085"/>
                    <a:pt x="2858" y="9966"/>
                    <a:pt x="3036" y="10014"/>
                  </a:cubicBezTo>
                  <a:cubicBezTo>
                    <a:pt x="3203" y="10062"/>
                    <a:pt x="3917" y="10407"/>
                    <a:pt x="4024" y="10621"/>
                  </a:cubicBezTo>
                  <a:cubicBezTo>
                    <a:pt x="4132" y="10847"/>
                    <a:pt x="4715" y="11097"/>
                    <a:pt x="5144" y="11312"/>
                  </a:cubicBezTo>
                  <a:cubicBezTo>
                    <a:pt x="5231" y="11353"/>
                    <a:pt x="5318" y="11373"/>
                    <a:pt x="5401" y="11373"/>
                  </a:cubicBezTo>
                  <a:cubicBezTo>
                    <a:pt x="5728" y="11373"/>
                    <a:pt x="6013" y="11076"/>
                    <a:pt x="6156" y="10621"/>
                  </a:cubicBezTo>
                  <a:cubicBezTo>
                    <a:pt x="6280" y="10233"/>
                    <a:pt x="6674" y="10062"/>
                    <a:pt x="7038" y="10062"/>
                  </a:cubicBezTo>
                  <a:cubicBezTo>
                    <a:pt x="7199" y="10062"/>
                    <a:pt x="7354" y="10095"/>
                    <a:pt x="7477" y="10157"/>
                  </a:cubicBezTo>
                  <a:cubicBezTo>
                    <a:pt x="7783" y="10329"/>
                    <a:pt x="8127" y="10440"/>
                    <a:pt x="8405" y="10440"/>
                  </a:cubicBezTo>
                  <a:cubicBezTo>
                    <a:pt x="8473" y="10440"/>
                    <a:pt x="8538" y="10433"/>
                    <a:pt x="8596" y="10419"/>
                  </a:cubicBezTo>
                  <a:cubicBezTo>
                    <a:pt x="8870" y="10335"/>
                    <a:pt x="9430" y="10133"/>
                    <a:pt x="9442" y="10133"/>
                  </a:cubicBezTo>
                  <a:cubicBezTo>
                    <a:pt x="7799" y="6156"/>
                    <a:pt x="5203" y="2680"/>
                    <a:pt x="19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93"/>
            <p:cNvSpPr/>
            <p:nvPr/>
          </p:nvSpPr>
          <p:spPr>
            <a:xfrm>
              <a:off x="1017168" y="3851337"/>
              <a:ext cx="245547" cy="256735"/>
            </a:xfrm>
            <a:custGeom>
              <a:rect b="b" l="l" r="r" t="t"/>
              <a:pathLst>
                <a:path extrusionOk="0" h="5691" w="5443">
                  <a:moveTo>
                    <a:pt x="3318" y="0"/>
                  </a:moveTo>
                  <a:cubicBezTo>
                    <a:pt x="3147" y="0"/>
                    <a:pt x="2966" y="41"/>
                    <a:pt x="2799" y="140"/>
                  </a:cubicBezTo>
                  <a:cubicBezTo>
                    <a:pt x="2311" y="426"/>
                    <a:pt x="2108" y="1081"/>
                    <a:pt x="2025" y="1545"/>
                  </a:cubicBezTo>
                  <a:cubicBezTo>
                    <a:pt x="1930" y="1986"/>
                    <a:pt x="1037" y="2331"/>
                    <a:pt x="1073" y="3153"/>
                  </a:cubicBezTo>
                  <a:cubicBezTo>
                    <a:pt x="1073" y="3153"/>
                    <a:pt x="1073" y="3641"/>
                    <a:pt x="715" y="3974"/>
                  </a:cubicBezTo>
                  <a:cubicBezTo>
                    <a:pt x="358" y="4296"/>
                    <a:pt x="1" y="4867"/>
                    <a:pt x="358" y="4939"/>
                  </a:cubicBezTo>
                  <a:cubicBezTo>
                    <a:pt x="715" y="5010"/>
                    <a:pt x="1477" y="5117"/>
                    <a:pt x="1656" y="5224"/>
                  </a:cubicBezTo>
                  <a:cubicBezTo>
                    <a:pt x="1808" y="5306"/>
                    <a:pt x="2516" y="5690"/>
                    <a:pt x="2875" y="5690"/>
                  </a:cubicBezTo>
                  <a:cubicBezTo>
                    <a:pt x="2937" y="5690"/>
                    <a:pt x="2989" y="5679"/>
                    <a:pt x="3025" y="5653"/>
                  </a:cubicBezTo>
                  <a:cubicBezTo>
                    <a:pt x="3275" y="5474"/>
                    <a:pt x="3454" y="5034"/>
                    <a:pt x="3716" y="5010"/>
                  </a:cubicBezTo>
                  <a:cubicBezTo>
                    <a:pt x="3966" y="4986"/>
                    <a:pt x="4037" y="4343"/>
                    <a:pt x="4252" y="4129"/>
                  </a:cubicBezTo>
                  <a:cubicBezTo>
                    <a:pt x="4454" y="3926"/>
                    <a:pt x="5216" y="3212"/>
                    <a:pt x="5287" y="2641"/>
                  </a:cubicBezTo>
                  <a:cubicBezTo>
                    <a:pt x="5359" y="2069"/>
                    <a:pt x="5442" y="1212"/>
                    <a:pt x="5287" y="986"/>
                  </a:cubicBezTo>
                  <a:cubicBezTo>
                    <a:pt x="5144" y="771"/>
                    <a:pt x="4144" y="640"/>
                    <a:pt x="4037" y="355"/>
                  </a:cubicBezTo>
                  <a:cubicBezTo>
                    <a:pt x="3966" y="164"/>
                    <a:pt x="3661" y="0"/>
                    <a:pt x="33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93"/>
            <p:cNvSpPr/>
            <p:nvPr/>
          </p:nvSpPr>
          <p:spPr>
            <a:xfrm>
              <a:off x="1239755" y="3990917"/>
              <a:ext cx="161503" cy="96947"/>
            </a:xfrm>
            <a:custGeom>
              <a:rect b="b" l="l" r="r" t="t"/>
              <a:pathLst>
                <a:path extrusionOk="0" h="2149" w="3580">
                  <a:moveTo>
                    <a:pt x="1975" y="1"/>
                  </a:moveTo>
                  <a:cubicBezTo>
                    <a:pt x="1925" y="1"/>
                    <a:pt x="1866" y="15"/>
                    <a:pt x="1794" y="47"/>
                  </a:cubicBezTo>
                  <a:cubicBezTo>
                    <a:pt x="1413" y="225"/>
                    <a:pt x="1520" y="297"/>
                    <a:pt x="1330" y="440"/>
                  </a:cubicBezTo>
                  <a:cubicBezTo>
                    <a:pt x="1175" y="606"/>
                    <a:pt x="877" y="832"/>
                    <a:pt x="877" y="832"/>
                  </a:cubicBezTo>
                  <a:cubicBezTo>
                    <a:pt x="877" y="832"/>
                    <a:pt x="461" y="1213"/>
                    <a:pt x="163" y="1630"/>
                  </a:cubicBezTo>
                  <a:cubicBezTo>
                    <a:pt x="1" y="1857"/>
                    <a:pt x="164" y="1901"/>
                    <a:pt x="381" y="1901"/>
                  </a:cubicBezTo>
                  <a:cubicBezTo>
                    <a:pt x="514" y="1901"/>
                    <a:pt x="667" y="1884"/>
                    <a:pt x="777" y="1884"/>
                  </a:cubicBezTo>
                  <a:cubicBezTo>
                    <a:pt x="817" y="1884"/>
                    <a:pt x="851" y="1886"/>
                    <a:pt x="877" y="1892"/>
                  </a:cubicBezTo>
                  <a:cubicBezTo>
                    <a:pt x="1052" y="1923"/>
                    <a:pt x="1111" y="2149"/>
                    <a:pt x="1392" y="2149"/>
                  </a:cubicBezTo>
                  <a:cubicBezTo>
                    <a:pt x="1437" y="2149"/>
                    <a:pt x="1487" y="2143"/>
                    <a:pt x="1544" y="2130"/>
                  </a:cubicBezTo>
                  <a:cubicBezTo>
                    <a:pt x="1713" y="2087"/>
                    <a:pt x="1753" y="2081"/>
                    <a:pt x="1765" y="2081"/>
                  </a:cubicBezTo>
                  <a:cubicBezTo>
                    <a:pt x="1770" y="2081"/>
                    <a:pt x="1770" y="2082"/>
                    <a:pt x="1773" y="2082"/>
                  </a:cubicBezTo>
                  <a:cubicBezTo>
                    <a:pt x="1780" y="2082"/>
                    <a:pt x="1801" y="2075"/>
                    <a:pt x="1961" y="2023"/>
                  </a:cubicBezTo>
                  <a:cubicBezTo>
                    <a:pt x="2354" y="1892"/>
                    <a:pt x="2473" y="1928"/>
                    <a:pt x="2854" y="1892"/>
                  </a:cubicBezTo>
                  <a:cubicBezTo>
                    <a:pt x="3247" y="1845"/>
                    <a:pt x="3163" y="1571"/>
                    <a:pt x="3366" y="1321"/>
                  </a:cubicBezTo>
                  <a:cubicBezTo>
                    <a:pt x="3568" y="1083"/>
                    <a:pt x="3580" y="856"/>
                    <a:pt x="3366" y="654"/>
                  </a:cubicBezTo>
                  <a:cubicBezTo>
                    <a:pt x="3331" y="621"/>
                    <a:pt x="3299" y="608"/>
                    <a:pt x="3268" y="608"/>
                  </a:cubicBezTo>
                  <a:cubicBezTo>
                    <a:pt x="3149" y="608"/>
                    <a:pt x="3045" y="800"/>
                    <a:pt x="2875" y="800"/>
                  </a:cubicBezTo>
                  <a:cubicBezTo>
                    <a:pt x="2800" y="800"/>
                    <a:pt x="2712" y="762"/>
                    <a:pt x="2604" y="654"/>
                  </a:cubicBezTo>
                  <a:cubicBezTo>
                    <a:pt x="2261" y="311"/>
                    <a:pt x="2208" y="1"/>
                    <a:pt x="19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5" name="Google Shape;5285;p93"/>
          <p:cNvGrpSpPr/>
          <p:nvPr/>
        </p:nvGrpSpPr>
        <p:grpSpPr>
          <a:xfrm flipH="1" rot="2233382">
            <a:off x="1882226" y="3991126"/>
            <a:ext cx="1229243" cy="1740295"/>
            <a:chOff x="1793075" y="1583538"/>
            <a:chExt cx="552200" cy="781775"/>
          </a:xfrm>
        </p:grpSpPr>
        <p:sp>
          <p:nvSpPr>
            <p:cNvPr id="5286" name="Google Shape;5286;p93"/>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93"/>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93"/>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93"/>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93"/>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93"/>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93"/>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3" name="Google Shape;5293;p93"/>
          <p:cNvGrpSpPr/>
          <p:nvPr/>
        </p:nvGrpSpPr>
        <p:grpSpPr>
          <a:xfrm flipH="1" rot="971368">
            <a:off x="2077990" y="3509513"/>
            <a:ext cx="390572" cy="660409"/>
            <a:chOff x="4774877" y="116629"/>
            <a:chExt cx="576785" cy="975095"/>
          </a:xfrm>
        </p:grpSpPr>
        <p:sp>
          <p:nvSpPr>
            <p:cNvPr id="5294" name="Google Shape;5294;p93"/>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93"/>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93"/>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93"/>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93"/>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93"/>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0" name="Google Shape;5300;p93"/>
          <p:cNvGrpSpPr/>
          <p:nvPr/>
        </p:nvGrpSpPr>
        <p:grpSpPr>
          <a:xfrm rot="2048924">
            <a:off x="3633975" y="4196072"/>
            <a:ext cx="640961" cy="1861106"/>
            <a:chOff x="6512944" y="2975654"/>
            <a:chExt cx="1594853" cy="4630848"/>
          </a:xfrm>
        </p:grpSpPr>
        <p:grpSp>
          <p:nvGrpSpPr>
            <p:cNvPr id="5301" name="Google Shape;5301;p93"/>
            <p:cNvGrpSpPr/>
            <p:nvPr/>
          </p:nvGrpSpPr>
          <p:grpSpPr>
            <a:xfrm>
              <a:off x="6512944" y="2975654"/>
              <a:ext cx="1594853" cy="4630848"/>
              <a:chOff x="1460575" y="5630575"/>
              <a:chExt cx="645350" cy="1873775"/>
            </a:xfrm>
          </p:grpSpPr>
          <p:sp>
            <p:nvSpPr>
              <p:cNvPr id="5302" name="Google Shape;5302;p93"/>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93"/>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4" name="Google Shape;5304;p93"/>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93"/>
          <p:cNvGrpSpPr/>
          <p:nvPr/>
        </p:nvGrpSpPr>
        <p:grpSpPr>
          <a:xfrm flipH="1" rot="-1733944">
            <a:off x="2549762" y="102197"/>
            <a:ext cx="530663" cy="1540843"/>
            <a:chOff x="6512944" y="2975654"/>
            <a:chExt cx="1594853" cy="4630848"/>
          </a:xfrm>
        </p:grpSpPr>
        <p:grpSp>
          <p:nvGrpSpPr>
            <p:cNvPr id="5306" name="Google Shape;5306;p93"/>
            <p:cNvGrpSpPr/>
            <p:nvPr/>
          </p:nvGrpSpPr>
          <p:grpSpPr>
            <a:xfrm>
              <a:off x="6512944" y="2975654"/>
              <a:ext cx="1594853" cy="4630848"/>
              <a:chOff x="1460575" y="5630575"/>
              <a:chExt cx="645350" cy="1873775"/>
            </a:xfrm>
          </p:grpSpPr>
          <p:sp>
            <p:nvSpPr>
              <p:cNvPr id="5307" name="Google Shape;5307;p93"/>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93"/>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9" name="Google Shape;5309;p93"/>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0" name="Google Shape;5310;p93"/>
          <p:cNvGrpSpPr/>
          <p:nvPr/>
        </p:nvGrpSpPr>
        <p:grpSpPr>
          <a:xfrm flipH="1" rot="-7738817">
            <a:off x="1848268" y="1050280"/>
            <a:ext cx="324456" cy="456959"/>
            <a:chOff x="1554950" y="3841075"/>
            <a:chExt cx="389950" cy="549200"/>
          </a:xfrm>
        </p:grpSpPr>
        <p:sp>
          <p:nvSpPr>
            <p:cNvPr id="5311" name="Google Shape;5311;p93"/>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93"/>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93"/>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93"/>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93"/>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93"/>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93"/>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93"/>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9" name="Google Shape;5319;p93"/>
          <p:cNvGrpSpPr/>
          <p:nvPr/>
        </p:nvGrpSpPr>
        <p:grpSpPr>
          <a:xfrm flipH="1" rot="2140714">
            <a:off x="3186305" y="3463422"/>
            <a:ext cx="324470" cy="456978"/>
            <a:chOff x="1554950" y="3841075"/>
            <a:chExt cx="389950" cy="549200"/>
          </a:xfrm>
        </p:grpSpPr>
        <p:sp>
          <p:nvSpPr>
            <p:cNvPr id="5320" name="Google Shape;5320;p93"/>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93"/>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93"/>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93"/>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93"/>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93"/>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93"/>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93"/>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270"/>
                                        </p:tgtEl>
                                        <p:attrNameLst>
                                          <p:attrName>style.visibility</p:attrName>
                                        </p:attrNameLst>
                                      </p:cBhvr>
                                      <p:to>
                                        <p:strVal val="visible"/>
                                      </p:to>
                                    </p:set>
                                    <p:animEffect filter="fade" transition="in">
                                      <p:cBhvr>
                                        <p:cTn dur="1000"/>
                                        <p:tgtEl>
                                          <p:spTgt spid="5270"/>
                                        </p:tgtEl>
                                      </p:cBhvr>
                                    </p:animEffect>
                                  </p:childTnLst>
                                </p:cTn>
                              </p:par>
                              <p:par>
                                <p:cTn fill="hold" nodeType="withEffect" presetClass="entr" presetID="10" presetSubtype="0">
                                  <p:stCondLst>
                                    <p:cond delay="0"/>
                                  </p:stCondLst>
                                  <p:childTnLst>
                                    <p:set>
                                      <p:cBhvr>
                                        <p:cTn dur="1" fill="hold">
                                          <p:stCondLst>
                                            <p:cond delay="0"/>
                                          </p:stCondLst>
                                        </p:cTn>
                                        <p:tgtEl>
                                          <p:spTgt spid="5269"/>
                                        </p:tgtEl>
                                        <p:attrNameLst>
                                          <p:attrName>style.visibility</p:attrName>
                                        </p:attrNameLst>
                                      </p:cBhvr>
                                      <p:to>
                                        <p:strVal val="visible"/>
                                      </p:to>
                                    </p:set>
                                    <p:animEffect filter="fade" transition="in">
                                      <p:cBhvr>
                                        <p:cTn dur="1000"/>
                                        <p:tgtEl>
                                          <p:spTgt spid="526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274"/>
                                        </p:tgtEl>
                                        <p:attrNameLst>
                                          <p:attrName>style.visibility</p:attrName>
                                        </p:attrNameLst>
                                      </p:cBhvr>
                                      <p:to>
                                        <p:strVal val="visible"/>
                                      </p:to>
                                    </p:set>
                                    <p:animEffect filter="fade" transition="in">
                                      <p:cBhvr>
                                        <p:cTn dur="1000"/>
                                        <p:tgtEl>
                                          <p:spTgt spid="5274"/>
                                        </p:tgtEl>
                                      </p:cBhvr>
                                    </p:animEffect>
                                  </p:childTnLst>
                                </p:cTn>
                              </p:par>
                              <p:par>
                                <p:cTn fill="hold" nodeType="withEffect" presetClass="entr" presetID="10" presetSubtype="0">
                                  <p:stCondLst>
                                    <p:cond delay="0"/>
                                  </p:stCondLst>
                                  <p:childTnLst>
                                    <p:set>
                                      <p:cBhvr>
                                        <p:cTn dur="1" fill="hold">
                                          <p:stCondLst>
                                            <p:cond delay="0"/>
                                          </p:stCondLst>
                                        </p:cTn>
                                        <p:tgtEl>
                                          <p:spTgt spid="5273"/>
                                        </p:tgtEl>
                                        <p:attrNameLst>
                                          <p:attrName>style.visibility</p:attrName>
                                        </p:attrNameLst>
                                      </p:cBhvr>
                                      <p:to>
                                        <p:strVal val="visible"/>
                                      </p:to>
                                    </p:set>
                                    <p:animEffect filter="fade" transition="in">
                                      <p:cBhvr>
                                        <p:cTn dur="1000"/>
                                        <p:tgtEl>
                                          <p:spTgt spid="5273"/>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5272"/>
                                        </p:tgtEl>
                                        <p:attrNameLst>
                                          <p:attrName>style.visibility</p:attrName>
                                        </p:attrNameLst>
                                      </p:cBhvr>
                                      <p:to>
                                        <p:strVal val="visible"/>
                                      </p:to>
                                    </p:set>
                                    <p:animEffect filter="fade" transition="in">
                                      <p:cBhvr>
                                        <p:cTn dur="1000"/>
                                        <p:tgtEl>
                                          <p:spTgt spid="5272"/>
                                        </p:tgtEl>
                                      </p:cBhvr>
                                    </p:animEffect>
                                  </p:childTnLst>
                                </p:cTn>
                              </p:par>
                              <p:par>
                                <p:cTn fill="hold" nodeType="withEffect" presetClass="entr" presetID="10" presetSubtype="0">
                                  <p:stCondLst>
                                    <p:cond delay="0"/>
                                  </p:stCondLst>
                                  <p:childTnLst>
                                    <p:set>
                                      <p:cBhvr>
                                        <p:cTn dur="1" fill="hold">
                                          <p:stCondLst>
                                            <p:cond delay="0"/>
                                          </p:stCondLst>
                                        </p:cTn>
                                        <p:tgtEl>
                                          <p:spTgt spid="5271"/>
                                        </p:tgtEl>
                                        <p:attrNameLst>
                                          <p:attrName>style.visibility</p:attrName>
                                        </p:attrNameLst>
                                      </p:cBhvr>
                                      <p:to>
                                        <p:strVal val="visible"/>
                                      </p:to>
                                    </p:set>
                                    <p:animEffect filter="fade" transition="in">
                                      <p:cBhvr>
                                        <p:cTn dur="1000"/>
                                        <p:tgtEl>
                                          <p:spTgt spid="5271"/>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5276"/>
                                        </p:tgtEl>
                                        <p:attrNameLst>
                                          <p:attrName>style.visibility</p:attrName>
                                        </p:attrNameLst>
                                      </p:cBhvr>
                                      <p:to>
                                        <p:strVal val="visible"/>
                                      </p:to>
                                    </p:set>
                                    <p:animEffect filter="fade" transition="in">
                                      <p:cBhvr>
                                        <p:cTn dur="1000"/>
                                        <p:tgtEl>
                                          <p:spTgt spid="5276"/>
                                        </p:tgtEl>
                                      </p:cBhvr>
                                    </p:animEffect>
                                  </p:childTnLst>
                                </p:cTn>
                              </p:par>
                              <p:par>
                                <p:cTn fill="hold" nodeType="withEffect" presetClass="entr" presetID="10" presetSubtype="0">
                                  <p:stCondLst>
                                    <p:cond delay="0"/>
                                  </p:stCondLst>
                                  <p:childTnLst>
                                    <p:set>
                                      <p:cBhvr>
                                        <p:cTn dur="1" fill="hold">
                                          <p:stCondLst>
                                            <p:cond delay="0"/>
                                          </p:stCondLst>
                                        </p:cTn>
                                        <p:tgtEl>
                                          <p:spTgt spid="5275"/>
                                        </p:tgtEl>
                                        <p:attrNameLst>
                                          <p:attrName>style.visibility</p:attrName>
                                        </p:attrNameLst>
                                      </p:cBhvr>
                                      <p:to>
                                        <p:strVal val="visible"/>
                                      </p:to>
                                    </p:set>
                                    <p:animEffect filter="fade" transition="in">
                                      <p:cBhvr>
                                        <p:cTn dur="1000"/>
                                        <p:tgtEl>
                                          <p:spTgt spid="527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1" name="Shape 5331"/>
        <p:cNvGrpSpPr/>
        <p:nvPr/>
      </p:nvGrpSpPr>
      <p:grpSpPr>
        <a:xfrm>
          <a:off x="0" y="0"/>
          <a:ext cx="0" cy="0"/>
          <a:chOff x="0" y="0"/>
          <a:chExt cx="0" cy="0"/>
        </a:xfrm>
      </p:grpSpPr>
      <p:sp>
        <p:nvSpPr>
          <p:cNvPr id="5332" name="Google Shape;5332;p94"/>
          <p:cNvSpPr txBox="1"/>
          <p:nvPr>
            <p:ph idx="1" type="subTitle"/>
          </p:nvPr>
        </p:nvSpPr>
        <p:spPr>
          <a:xfrm>
            <a:off x="713275" y="3680706"/>
            <a:ext cx="1803900" cy="92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very cold place</a:t>
            </a:r>
            <a:endParaRPr/>
          </a:p>
        </p:txBody>
      </p:sp>
      <p:sp>
        <p:nvSpPr>
          <p:cNvPr id="5333" name="Google Shape;5333;p94"/>
          <p:cNvSpPr txBox="1"/>
          <p:nvPr>
            <p:ph type="title"/>
          </p:nvPr>
        </p:nvSpPr>
        <p:spPr>
          <a:xfrm>
            <a:off x="715238" y="3362825"/>
            <a:ext cx="18018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334" name="Google Shape;5334;p94"/>
          <p:cNvSpPr txBox="1"/>
          <p:nvPr>
            <p:ph idx="2" type="subTitle"/>
          </p:nvPr>
        </p:nvSpPr>
        <p:spPr>
          <a:xfrm>
            <a:off x="4655681" y="3680706"/>
            <a:ext cx="1803900" cy="92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t>
            </a:r>
            <a:r>
              <a:rPr lang="en"/>
              <a:t>the biggest planet existed in the Solar System</a:t>
            </a:r>
            <a:endParaRPr/>
          </a:p>
        </p:txBody>
      </p:sp>
      <p:sp>
        <p:nvSpPr>
          <p:cNvPr id="5335" name="Google Shape;5335;p94"/>
          <p:cNvSpPr txBox="1"/>
          <p:nvPr>
            <p:ph idx="3" type="title"/>
          </p:nvPr>
        </p:nvSpPr>
        <p:spPr>
          <a:xfrm>
            <a:off x="4656368" y="3362825"/>
            <a:ext cx="18018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a:t>
            </a:r>
            <a:r>
              <a:rPr lang="en"/>
              <a:t>R</a:t>
            </a:r>
            <a:endParaRPr/>
          </a:p>
        </p:txBody>
      </p:sp>
      <p:sp>
        <p:nvSpPr>
          <p:cNvPr id="5336" name="Google Shape;5336;p94"/>
          <p:cNvSpPr txBox="1"/>
          <p:nvPr>
            <p:ph idx="4" type="subTitle"/>
          </p:nvPr>
        </p:nvSpPr>
        <p:spPr>
          <a:xfrm>
            <a:off x="2684419" y="3110756"/>
            <a:ext cx="1803900" cy="92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smallest planet in the Solar System</a:t>
            </a:r>
            <a:endParaRPr/>
          </a:p>
        </p:txBody>
      </p:sp>
      <p:sp>
        <p:nvSpPr>
          <p:cNvPr id="5337" name="Google Shape;5337;p94"/>
          <p:cNvSpPr txBox="1"/>
          <p:nvPr>
            <p:ph idx="5" type="title"/>
          </p:nvPr>
        </p:nvSpPr>
        <p:spPr>
          <a:xfrm>
            <a:off x="2685803" y="2792875"/>
            <a:ext cx="18018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a:t>
            </a:r>
            <a:r>
              <a:rPr lang="en"/>
              <a:t>RY</a:t>
            </a:r>
            <a:endParaRPr/>
          </a:p>
        </p:txBody>
      </p:sp>
      <p:sp>
        <p:nvSpPr>
          <p:cNvPr id="5338" name="Google Shape;5338;p94"/>
          <p:cNvSpPr txBox="1"/>
          <p:nvPr>
            <p:ph idx="6" type="subTitle"/>
          </p:nvPr>
        </p:nvSpPr>
        <p:spPr>
          <a:xfrm>
            <a:off x="6626933" y="3110756"/>
            <a:ext cx="1803900" cy="92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5339" name="Google Shape;5339;p94"/>
          <p:cNvSpPr txBox="1"/>
          <p:nvPr>
            <p:ph idx="7" type="title"/>
          </p:nvPr>
        </p:nvSpPr>
        <p:spPr>
          <a:xfrm>
            <a:off x="6626933" y="2792875"/>
            <a:ext cx="18018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340" name="Google Shape;5340;p94"/>
          <p:cNvSpPr txBox="1"/>
          <p:nvPr>
            <p:ph idx="8"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SPREAD THE WORD, MAKE CHANGES</a:t>
            </a:r>
            <a:endParaRPr/>
          </a:p>
        </p:txBody>
      </p:sp>
      <p:grpSp>
        <p:nvGrpSpPr>
          <p:cNvPr id="5341" name="Google Shape;5341;p94"/>
          <p:cNvGrpSpPr/>
          <p:nvPr/>
        </p:nvGrpSpPr>
        <p:grpSpPr>
          <a:xfrm>
            <a:off x="1002524" y="2090754"/>
            <a:ext cx="1225311" cy="1168319"/>
            <a:chOff x="1002524" y="2090754"/>
            <a:chExt cx="1225311" cy="1168319"/>
          </a:xfrm>
        </p:grpSpPr>
        <p:grpSp>
          <p:nvGrpSpPr>
            <p:cNvPr id="5342" name="Google Shape;5342;p94"/>
            <p:cNvGrpSpPr/>
            <p:nvPr/>
          </p:nvGrpSpPr>
          <p:grpSpPr>
            <a:xfrm>
              <a:off x="1002524" y="2090754"/>
              <a:ext cx="1225311" cy="1168319"/>
              <a:chOff x="927775" y="1916275"/>
              <a:chExt cx="1374900" cy="1310950"/>
            </a:xfrm>
          </p:grpSpPr>
          <p:sp>
            <p:nvSpPr>
              <p:cNvPr id="5343" name="Google Shape;5343;p94"/>
              <p:cNvSpPr/>
              <p:nvPr/>
            </p:nvSpPr>
            <p:spPr>
              <a:xfrm>
                <a:off x="927775" y="1916275"/>
                <a:ext cx="1374900" cy="1061400"/>
              </a:xfrm>
              <a:prstGeom prst="roundRect">
                <a:avLst>
                  <a:gd fmla="val 22821"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94"/>
              <p:cNvSpPr/>
              <p:nvPr/>
            </p:nvSpPr>
            <p:spPr>
              <a:xfrm flipH="1" rot="10800000">
                <a:off x="1225325" y="2906525"/>
                <a:ext cx="320700" cy="3207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5" name="Google Shape;5345;p94"/>
            <p:cNvSpPr/>
            <p:nvPr/>
          </p:nvSpPr>
          <p:spPr>
            <a:xfrm rot="506">
              <a:off x="1354666" y="2376379"/>
              <a:ext cx="521119" cy="374808"/>
            </a:xfrm>
            <a:custGeom>
              <a:rect b="b" l="l" r="r" t="t"/>
              <a:pathLst>
                <a:path extrusionOk="0" h="11040" w="15353">
                  <a:moveTo>
                    <a:pt x="4069" y="1"/>
                  </a:moveTo>
                  <a:lnTo>
                    <a:pt x="976" y="4693"/>
                  </a:lnTo>
                  <a:cubicBezTo>
                    <a:pt x="380" y="5561"/>
                    <a:pt x="0" y="6483"/>
                    <a:pt x="0" y="7568"/>
                  </a:cubicBezTo>
                  <a:cubicBezTo>
                    <a:pt x="0" y="9738"/>
                    <a:pt x="1600" y="11013"/>
                    <a:pt x="3336" y="11013"/>
                  </a:cubicBezTo>
                  <a:cubicBezTo>
                    <a:pt x="5262" y="11013"/>
                    <a:pt x="6673" y="9575"/>
                    <a:pt x="6673" y="7568"/>
                  </a:cubicBezTo>
                  <a:cubicBezTo>
                    <a:pt x="6673" y="6456"/>
                    <a:pt x="6211" y="5398"/>
                    <a:pt x="5235" y="4747"/>
                  </a:cubicBezTo>
                  <a:lnTo>
                    <a:pt x="7296" y="28"/>
                  </a:lnTo>
                  <a:lnTo>
                    <a:pt x="7296" y="1"/>
                  </a:lnTo>
                  <a:close/>
                  <a:moveTo>
                    <a:pt x="12179" y="1"/>
                  </a:moveTo>
                  <a:lnTo>
                    <a:pt x="9087" y="4693"/>
                  </a:lnTo>
                  <a:cubicBezTo>
                    <a:pt x="8490" y="5561"/>
                    <a:pt x="8110" y="6483"/>
                    <a:pt x="8110" y="7568"/>
                  </a:cubicBezTo>
                  <a:cubicBezTo>
                    <a:pt x="8110" y="9738"/>
                    <a:pt x="9710" y="11040"/>
                    <a:pt x="11419" y="11040"/>
                  </a:cubicBezTo>
                  <a:cubicBezTo>
                    <a:pt x="13372" y="11040"/>
                    <a:pt x="14783" y="9575"/>
                    <a:pt x="14783" y="7568"/>
                  </a:cubicBezTo>
                  <a:cubicBezTo>
                    <a:pt x="14783" y="6456"/>
                    <a:pt x="14321" y="5398"/>
                    <a:pt x="13291" y="4720"/>
                  </a:cubicBezTo>
                  <a:lnTo>
                    <a:pt x="1535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6" name="Google Shape;5346;p94"/>
          <p:cNvGrpSpPr/>
          <p:nvPr/>
        </p:nvGrpSpPr>
        <p:grpSpPr>
          <a:xfrm>
            <a:off x="2974073" y="1520882"/>
            <a:ext cx="1225311" cy="1168319"/>
            <a:chOff x="2974073" y="1520882"/>
            <a:chExt cx="1225311" cy="1168319"/>
          </a:xfrm>
        </p:grpSpPr>
        <p:grpSp>
          <p:nvGrpSpPr>
            <p:cNvPr id="5347" name="Google Shape;5347;p94"/>
            <p:cNvGrpSpPr/>
            <p:nvPr/>
          </p:nvGrpSpPr>
          <p:grpSpPr>
            <a:xfrm>
              <a:off x="2974073" y="1520882"/>
              <a:ext cx="1225311" cy="1168319"/>
              <a:chOff x="2899250" y="1346325"/>
              <a:chExt cx="1374900" cy="1310950"/>
            </a:xfrm>
          </p:grpSpPr>
          <p:sp>
            <p:nvSpPr>
              <p:cNvPr id="5348" name="Google Shape;5348;p94"/>
              <p:cNvSpPr/>
              <p:nvPr/>
            </p:nvSpPr>
            <p:spPr>
              <a:xfrm>
                <a:off x="2899250" y="1346325"/>
                <a:ext cx="1374900" cy="1061400"/>
              </a:xfrm>
              <a:prstGeom prst="roundRect">
                <a:avLst>
                  <a:gd fmla="val 22821"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94"/>
              <p:cNvSpPr/>
              <p:nvPr/>
            </p:nvSpPr>
            <p:spPr>
              <a:xfrm flipH="1" rot="10800000">
                <a:off x="3196800" y="2336575"/>
                <a:ext cx="320700" cy="3207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0" name="Google Shape;5350;p94"/>
            <p:cNvSpPr/>
            <p:nvPr/>
          </p:nvSpPr>
          <p:spPr>
            <a:xfrm rot="506">
              <a:off x="3326152" y="1806439"/>
              <a:ext cx="521081" cy="374780"/>
            </a:xfrm>
            <a:custGeom>
              <a:rect b="b" l="l" r="r" t="t"/>
              <a:pathLst>
                <a:path extrusionOk="0" h="11040" w="15353">
                  <a:moveTo>
                    <a:pt x="4069" y="1"/>
                  </a:moveTo>
                  <a:lnTo>
                    <a:pt x="976" y="4693"/>
                  </a:lnTo>
                  <a:cubicBezTo>
                    <a:pt x="380" y="5561"/>
                    <a:pt x="0" y="6483"/>
                    <a:pt x="0" y="7568"/>
                  </a:cubicBezTo>
                  <a:cubicBezTo>
                    <a:pt x="0" y="9738"/>
                    <a:pt x="1600" y="11013"/>
                    <a:pt x="3336" y="11013"/>
                  </a:cubicBezTo>
                  <a:cubicBezTo>
                    <a:pt x="5262" y="11013"/>
                    <a:pt x="6673" y="9575"/>
                    <a:pt x="6673" y="7568"/>
                  </a:cubicBezTo>
                  <a:cubicBezTo>
                    <a:pt x="6673" y="6456"/>
                    <a:pt x="6211" y="5398"/>
                    <a:pt x="5235" y="4747"/>
                  </a:cubicBezTo>
                  <a:lnTo>
                    <a:pt x="7296" y="28"/>
                  </a:lnTo>
                  <a:lnTo>
                    <a:pt x="7296" y="1"/>
                  </a:lnTo>
                  <a:close/>
                  <a:moveTo>
                    <a:pt x="12179" y="1"/>
                  </a:moveTo>
                  <a:lnTo>
                    <a:pt x="9087" y="4693"/>
                  </a:lnTo>
                  <a:cubicBezTo>
                    <a:pt x="8490" y="5561"/>
                    <a:pt x="8110" y="6483"/>
                    <a:pt x="8110" y="7568"/>
                  </a:cubicBezTo>
                  <a:cubicBezTo>
                    <a:pt x="8110" y="9738"/>
                    <a:pt x="9710" y="11040"/>
                    <a:pt x="11419" y="11040"/>
                  </a:cubicBezTo>
                  <a:cubicBezTo>
                    <a:pt x="13372" y="11040"/>
                    <a:pt x="14783" y="9575"/>
                    <a:pt x="14783" y="7568"/>
                  </a:cubicBezTo>
                  <a:cubicBezTo>
                    <a:pt x="14783" y="6456"/>
                    <a:pt x="14321" y="5398"/>
                    <a:pt x="13291" y="4720"/>
                  </a:cubicBezTo>
                  <a:lnTo>
                    <a:pt x="1535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94"/>
          <p:cNvGrpSpPr/>
          <p:nvPr/>
        </p:nvGrpSpPr>
        <p:grpSpPr>
          <a:xfrm>
            <a:off x="4945564" y="2090836"/>
            <a:ext cx="1225311" cy="1168319"/>
            <a:chOff x="4945564" y="2090836"/>
            <a:chExt cx="1225311" cy="1168319"/>
          </a:xfrm>
        </p:grpSpPr>
        <p:grpSp>
          <p:nvGrpSpPr>
            <p:cNvPr id="5352" name="Google Shape;5352;p94"/>
            <p:cNvGrpSpPr/>
            <p:nvPr/>
          </p:nvGrpSpPr>
          <p:grpSpPr>
            <a:xfrm>
              <a:off x="4945564" y="2090836"/>
              <a:ext cx="1225311" cy="1168319"/>
              <a:chOff x="4870725" y="1916275"/>
              <a:chExt cx="1374900" cy="1310950"/>
            </a:xfrm>
          </p:grpSpPr>
          <p:sp>
            <p:nvSpPr>
              <p:cNvPr id="5353" name="Google Shape;5353;p94"/>
              <p:cNvSpPr/>
              <p:nvPr/>
            </p:nvSpPr>
            <p:spPr>
              <a:xfrm>
                <a:off x="4870725" y="1916275"/>
                <a:ext cx="1374900" cy="1061400"/>
              </a:xfrm>
              <a:prstGeom prst="roundRect">
                <a:avLst>
                  <a:gd fmla="val 22821"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94"/>
              <p:cNvSpPr/>
              <p:nvPr/>
            </p:nvSpPr>
            <p:spPr>
              <a:xfrm flipH="1" rot="10800000">
                <a:off x="5168275" y="2906525"/>
                <a:ext cx="320700" cy="3207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5" name="Google Shape;5355;p94"/>
            <p:cNvSpPr/>
            <p:nvPr/>
          </p:nvSpPr>
          <p:spPr>
            <a:xfrm rot="506">
              <a:off x="5297627" y="2376389"/>
              <a:ext cx="521081" cy="374780"/>
            </a:xfrm>
            <a:custGeom>
              <a:rect b="b" l="l" r="r" t="t"/>
              <a:pathLst>
                <a:path extrusionOk="0" h="11040" w="15353">
                  <a:moveTo>
                    <a:pt x="4069" y="1"/>
                  </a:moveTo>
                  <a:lnTo>
                    <a:pt x="976" y="4693"/>
                  </a:lnTo>
                  <a:cubicBezTo>
                    <a:pt x="380" y="5561"/>
                    <a:pt x="0" y="6483"/>
                    <a:pt x="0" y="7568"/>
                  </a:cubicBezTo>
                  <a:cubicBezTo>
                    <a:pt x="0" y="9738"/>
                    <a:pt x="1600" y="11013"/>
                    <a:pt x="3336" y="11013"/>
                  </a:cubicBezTo>
                  <a:cubicBezTo>
                    <a:pt x="5262" y="11013"/>
                    <a:pt x="6673" y="9575"/>
                    <a:pt x="6673" y="7568"/>
                  </a:cubicBezTo>
                  <a:cubicBezTo>
                    <a:pt x="6673" y="6456"/>
                    <a:pt x="6211" y="5398"/>
                    <a:pt x="5235" y="4747"/>
                  </a:cubicBezTo>
                  <a:lnTo>
                    <a:pt x="7296" y="28"/>
                  </a:lnTo>
                  <a:lnTo>
                    <a:pt x="7296" y="1"/>
                  </a:lnTo>
                  <a:close/>
                  <a:moveTo>
                    <a:pt x="12179" y="1"/>
                  </a:moveTo>
                  <a:lnTo>
                    <a:pt x="9087" y="4693"/>
                  </a:lnTo>
                  <a:cubicBezTo>
                    <a:pt x="8490" y="5561"/>
                    <a:pt x="8110" y="6483"/>
                    <a:pt x="8110" y="7568"/>
                  </a:cubicBezTo>
                  <a:cubicBezTo>
                    <a:pt x="8110" y="9738"/>
                    <a:pt x="9710" y="11040"/>
                    <a:pt x="11419" y="11040"/>
                  </a:cubicBezTo>
                  <a:cubicBezTo>
                    <a:pt x="13372" y="11040"/>
                    <a:pt x="14783" y="9575"/>
                    <a:pt x="14783" y="7568"/>
                  </a:cubicBezTo>
                  <a:cubicBezTo>
                    <a:pt x="14783" y="6456"/>
                    <a:pt x="14321" y="5398"/>
                    <a:pt x="13291" y="4720"/>
                  </a:cubicBezTo>
                  <a:lnTo>
                    <a:pt x="1535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6" name="Google Shape;5356;p94"/>
          <p:cNvGrpSpPr/>
          <p:nvPr/>
        </p:nvGrpSpPr>
        <p:grpSpPr>
          <a:xfrm>
            <a:off x="6917054" y="1520882"/>
            <a:ext cx="1225311" cy="1168319"/>
            <a:chOff x="6917054" y="1520882"/>
            <a:chExt cx="1225311" cy="1168319"/>
          </a:xfrm>
        </p:grpSpPr>
        <p:grpSp>
          <p:nvGrpSpPr>
            <p:cNvPr id="5357" name="Google Shape;5357;p94"/>
            <p:cNvGrpSpPr/>
            <p:nvPr/>
          </p:nvGrpSpPr>
          <p:grpSpPr>
            <a:xfrm>
              <a:off x="6917054" y="1520882"/>
              <a:ext cx="1225311" cy="1168319"/>
              <a:chOff x="6842200" y="1346325"/>
              <a:chExt cx="1374900" cy="1310950"/>
            </a:xfrm>
          </p:grpSpPr>
          <p:sp>
            <p:nvSpPr>
              <p:cNvPr id="5358" name="Google Shape;5358;p94"/>
              <p:cNvSpPr/>
              <p:nvPr/>
            </p:nvSpPr>
            <p:spPr>
              <a:xfrm>
                <a:off x="6842200" y="1346325"/>
                <a:ext cx="1374900" cy="1061400"/>
              </a:xfrm>
              <a:prstGeom prst="roundRect">
                <a:avLst>
                  <a:gd fmla="val 22821"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94"/>
              <p:cNvSpPr/>
              <p:nvPr/>
            </p:nvSpPr>
            <p:spPr>
              <a:xfrm flipH="1" rot="10800000">
                <a:off x="7139750" y="2336575"/>
                <a:ext cx="320700" cy="3207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0" name="Google Shape;5360;p94"/>
            <p:cNvSpPr/>
            <p:nvPr/>
          </p:nvSpPr>
          <p:spPr>
            <a:xfrm rot="506">
              <a:off x="7269102" y="1806439"/>
              <a:ext cx="521081" cy="374780"/>
            </a:xfrm>
            <a:custGeom>
              <a:rect b="b" l="l" r="r" t="t"/>
              <a:pathLst>
                <a:path extrusionOk="0" h="11040" w="15353">
                  <a:moveTo>
                    <a:pt x="4069" y="1"/>
                  </a:moveTo>
                  <a:lnTo>
                    <a:pt x="976" y="4693"/>
                  </a:lnTo>
                  <a:cubicBezTo>
                    <a:pt x="380" y="5561"/>
                    <a:pt x="0" y="6483"/>
                    <a:pt x="0" y="7568"/>
                  </a:cubicBezTo>
                  <a:cubicBezTo>
                    <a:pt x="0" y="9738"/>
                    <a:pt x="1600" y="11013"/>
                    <a:pt x="3336" y="11013"/>
                  </a:cubicBezTo>
                  <a:cubicBezTo>
                    <a:pt x="5262" y="11013"/>
                    <a:pt x="6673" y="9575"/>
                    <a:pt x="6673" y="7568"/>
                  </a:cubicBezTo>
                  <a:cubicBezTo>
                    <a:pt x="6673" y="6456"/>
                    <a:pt x="6211" y="5398"/>
                    <a:pt x="5235" y="4747"/>
                  </a:cubicBezTo>
                  <a:lnTo>
                    <a:pt x="7296" y="28"/>
                  </a:lnTo>
                  <a:lnTo>
                    <a:pt x="7296" y="1"/>
                  </a:lnTo>
                  <a:close/>
                  <a:moveTo>
                    <a:pt x="12179" y="1"/>
                  </a:moveTo>
                  <a:lnTo>
                    <a:pt x="9087" y="4693"/>
                  </a:lnTo>
                  <a:cubicBezTo>
                    <a:pt x="8490" y="5561"/>
                    <a:pt x="8110" y="6483"/>
                    <a:pt x="8110" y="7568"/>
                  </a:cubicBezTo>
                  <a:cubicBezTo>
                    <a:pt x="8110" y="9738"/>
                    <a:pt x="9710" y="11040"/>
                    <a:pt x="11419" y="11040"/>
                  </a:cubicBezTo>
                  <a:cubicBezTo>
                    <a:pt x="13372" y="11040"/>
                    <a:pt x="14783" y="9575"/>
                    <a:pt x="14783" y="7568"/>
                  </a:cubicBezTo>
                  <a:cubicBezTo>
                    <a:pt x="14783" y="6456"/>
                    <a:pt x="14321" y="5398"/>
                    <a:pt x="13291" y="4720"/>
                  </a:cubicBezTo>
                  <a:lnTo>
                    <a:pt x="1535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94"/>
          <p:cNvGrpSpPr/>
          <p:nvPr/>
        </p:nvGrpSpPr>
        <p:grpSpPr>
          <a:xfrm flipH="1" rot="-2048713">
            <a:off x="1943216" y="1308408"/>
            <a:ext cx="428767" cy="1244975"/>
            <a:chOff x="6512944" y="2975654"/>
            <a:chExt cx="1594853" cy="4630848"/>
          </a:xfrm>
        </p:grpSpPr>
        <p:grpSp>
          <p:nvGrpSpPr>
            <p:cNvPr id="5362" name="Google Shape;5362;p94"/>
            <p:cNvGrpSpPr/>
            <p:nvPr/>
          </p:nvGrpSpPr>
          <p:grpSpPr>
            <a:xfrm>
              <a:off x="6512944" y="2975654"/>
              <a:ext cx="1594853" cy="4630848"/>
              <a:chOff x="1460575" y="5630575"/>
              <a:chExt cx="645350" cy="1873775"/>
            </a:xfrm>
          </p:grpSpPr>
          <p:sp>
            <p:nvSpPr>
              <p:cNvPr id="5363" name="Google Shape;5363;p94"/>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94"/>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5" name="Google Shape;5365;p94"/>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94"/>
          <p:cNvGrpSpPr/>
          <p:nvPr/>
        </p:nvGrpSpPr>
        <p:grpSpPr>
          <a:xfrm flipH="1" rot="263628">
            <a:off x="6076875" y="1941175"/>
            <a:ext cx="428841" cy="1245190"/>
            <a:chOff x="6512944" y="2975654"/>
            <a:chExt cx="1594853" cy="4630848"/>
          </a:xfrm>
        </p:grpSpPr>
        <p:grpSp>
          <p:nvGrpSpPr>
            <p:cNvPr id="5367" name="Google Shape;5367;p94"/>
            <p:cNvGrpSpPr/>
            <p:nvPr/>
          </p:nvGrpSpPr>
          <p:grpSpPr>
            <a:xfrm>
              <a:off x="6512944" y="2975654"/>
              <a:ext cx="1594853" cy="4630848"/>
              <a:chOff x="1460575" y="5630575"/>
              <a:chExt cx="645350" cy="1873775"/>
            </a:xfrm>
          </p:grpSpPr>
          <p:sp>
            <p:nvSpPr>
              <p:cNvPr id="5368" name="Google Shape;5368;p94"/>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94"/>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0" name="Google Shape;5370;p94"/>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333"/>
                                        </p:tgtEl>
                                        <p:attrNameLst>
                                          <p:attrName>style.visibility</p:attrName>
                                        </p:attrNameLst>
                                      </p:cBhvr>
                                      <p:to>
                                        <p:strVal val="visible"/>
                                      </p:to>
                                    </p:set>
                                    <p:animEffect filter="fade" transition="in">
                                      <p:cBhvr>
                                        <p:cTn dur="1000"/>
                                        <p:tgtEl>
                                          <p:spTgt spid="5333"/>
                                        </p:tgtEl>
                                      </p:cBhvr>
                                    </p:animEffect>
                                  </p:childTnLst>
                                </p:cTn>
                              </p:par>
                              <p:par>
                                <p:cTn fill="hold" nodeType="withEffect" presetClass="entr" presetID="10" presetSubtype="0">
                                  <p:stCondLst>
                                    <p:cond delay="0"/>
                                  </p:stCondLst>
                                  <p:childTnLst>
                                    <p:set>
                                      <p:cBhvr>
                                        <p:cTn dur="1" fill="hold">
                                          <p:stCondLst>
                                            <p:cond delay="0"/>
                                          </p:stCondLst>
                                        </p:cTn>
                                        <p:tgtEl>
                                          <p:spTgt spid="5332"/>
                                        </p:tgtEl>
                                        <p:attrNameLst>
                                          <p:attrName>style.visibility</p:attrName>
                                        </p:attrNameLst>
                                      </p:cBhvr>
                                      <p:to>
                                        <p:strVal val="visible"/>
                                      </p:to>
                                    </p:set>
                                    <p:animEffect filter="fade" transition="in">
                                      <p:cBhvr>
                                        <p:cTn dur="1000"/>
                                        <p:tgtEl>
                                          <p:spTgt spid="533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341"/>
                                        </p:tgtEl>
                                        <p:attrNameLst>
                                          <p:attrName>style.visibility</p:attrName>
                                        </p:attrNameLst>
                                      </p:cBhvr>
                                      <p:to>
                                        <p:strVal val="visible"/>
                                      </p:to>
                                    </p:set>
                                    <p:animEffect filter="fade" transition="in">
                                      <p:cBhvr>
                                        <p:cTn dur="1000"/>
                                        <p:tgtEl>
                                          <p:spTgt spid="534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337"/>
                                        </p:tgtEl>
                                        <p:attrNameLst>
                                          <p:attrName>style.visibility</p:attrName>
                                        </p:attrNameLst>
                                      </p:cBhvr>
                                      <p:to>
                                        <p:strVal val="visible"/>
                                      </p:to>
                                    </p:set>
                                    <p:animEffect filter="fade" transition="in">
                                      <p:cBhvr>
                                        <p:cTn dur="1000"/>
                                        <p:tgtEl>
                                          <p:spTgt spid="5337"/>
                                        </p:tgtEl>
                                      </p:cBhvr>
                                    </p:animEffect>
                                  </p:childTnLst>
                                </p:cTn>
                              </p:par>
                              <p:par>
                                <p:cTn fill="hold" nodeType="withEffect" presetClass="entr" presetID="10" presetSubtype="0">
                                  <p:stCondLst>
                                    <p:cond delay="0"/>
                                  </p:stCondLst>
                                  <p:childTnLst>
                                    <p:set>
                                      <p:cBhvr>
                                        <p:cTn dur="1" fill="hold">
                                          <p:stCondLst>
                                            <p:cond delay="0"/>
                                          </p:stCondLst>
                                        </p:cTn>
                                        <p:tgtEl>
                                          <p:spTgt spid="5336"/>
                                        </p:tgtEl>
                                        <p:attrNameLst>
                                          <p:attrName>style.visibility</p:attrName>
                                        </p:attrNameLst>
                                      </p:cBhvr>
                                      <p:to>
                                        <p:strVal val="visible"/>
                                      </p:to>
                                    </p:set>
                                    <p:animEffect filter="fade" transition="in">
                                      <p:cBhvr>
                                        <p:cTn dur="1000"/>
                                        <p:tgtEl>
                                          <p:spTgt spid="533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346"/>
                                        </p:tgtEl>
                                        <p:attrNameLst>
                                          <p:attrName>style.visibility</p:attrName>
                                        </p:attrNameLst>
                                      </p:cBhvr>
                                      <p:to>
                                        <p:strVal val="visible"/>
                                      </p:to>
                                    </p:set>
                                    <p:animEffect filter="fade" transition="in">
                                      <p:cBhvr>
                                        <p:cTn dur="1000"/>
                                        <p:tgtEl>
                                          <p:spTgt spid="534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335"/>
                                        </p:tgtEl>
                                        <p:attrNameLst>
                                          <p:attrName>style.visibility</p:attrName>
                                        </p:attrNameLst>
                                      </p:cBhvr>
                                      <p:to>
                                        <p:strVal val="visible"/>
                                      </p:to>
                                    </p:set>
                                    <p:animEffect filter="fade" transition="in">
                                      <p:cBhvr>
                                        <p:cTn dur="1000"/>
                                        <p:tgtEl>
                                          <p:spTgt spid="5335"/>
                                        </p:tgtEl>
                                      </p:cBhvr>
                                    </p:animEffect>
                                  </p:childTnLst>
                                </p:cTn>
                              </p:par>
                              <p:par>
                                <p:cTn fill="hold" nodeType="withEffect" presetClass="entr" presetID="10" presetSubtype="0">
                                  <p:stCondLst>
                                    <p:cond delay="0"/>
                                  </p:stCondLst>
                                  <p:childTnLst>
                                    <p:set>
                                      <p:cBhvr>
                                        <p:cTn dur="1" fill="hold">
                                          <p:stCondLst>
                                            <p:cond delay="0"/>
                                          </p:stCondLst>
                                        </p:cTn>
                                        <p:tgtEl>
                                          <p:spTgt spid="5334"/>
                                        </p:tgtEl>
                                        <p:attrNameLst>
                                          <p:attrName>style.visibility</p:attrName>
                                        </p:attrNameLst>
                                      </p:cBhvr>
                                      <p:to>
                                        <p:strVal val="visible"/>
                                      </p:to>
                                    </p:set>
                                    <p:animEffect filter="fade" transition="in">
                                      <p:cBhvr>
                                        <p:cTn dur="1000"/>
                                        <p:tgtEl>
                                          <p:spTgt spid="5334"/>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351"/>
                                        </p:tgtEl>
                                        <p:attrNameLst>
                                          <p:attrName>style.visibility</p:attrName>
                                        </p:attrNameLst>
                                      </p:cBhvr>
                                      <p:to>
                                        <p:strVal val="visible"/>
                                      </p:to>
                                    </p:set>
                                    <p:animEffect filter="fade" transition="in">
                                      <p:cBhvr>
                                        <p:cTn dur="1000"/>
                                        <p:tgtEl>
                                          <p:spTgt spid="535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339"/>
                                        </p:tgtEl>
                                        <p:attrNameLst>
                                          <p:attrName>style.visibility</p:attrName>
                                        </p:attrNameLst>
                                      </p:cBhvr>
                                      <p:to>
                                        <p:strVal val="visible"/>
                                      </p:to>
                                    </p:set>
                                    <p:animEffect filter="fade" transition="in">
                                      <p:cBhvr>
                                        <p:cTn dur="1000"/>
                                        <p:tgtEl>
                                          <p:spTgt spid="5339"/>
                                        </p:tgtEl>
                                      </p:cBhvr>
                                    </p:animEffect>
                                  </p:childTnLst>
                                </p:cTn>
                              </p:par>
                              <p:par>
                                <p:cTn fill="hold" nodeType="withEffect" presetClass="entr" presetID="10" presetSubtype="0">
                                  <p:stCondLst>
                                    <p:cond delay="0"/>
                                  </p:stCondLst>
                                  <p:childTnLst>
                                    <p:set>
                                      <p:cBhvr>
                                        <p:cTn dur="1" fill="hold">
                                          <p:stCondLst>
                                            <p:cond delay="0"/>
                                          </p:stCondLst>
                                        </p:cTn>
                                        <p:tgtEl>
                                          <p:spTgt spid="5338"/>
                                        </p:tgtEl>
                                        <p:attrNameLst>
                                          <p:attrName>style.visibility</p:attrName>
                                        </p:attrNameLst>
                                      </p:cBhvr>
                                      <p:to>
                                        <p:strVal val="visible"/>
                                      </p:to>
                                    </p:set>
                                    <p:animEffect filter="fade" transition="in">
                                      <p:cBhvr>
                                        <p:cTn dur="1000"/>
                                        <p:tgtEl>
                                          <p:spTgt spid="533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356"/>
                                        </p:tgtEl>
                                        <p:attrNameLst>
                                          <p:attrName>style.visibility</p:attrName>
                                        </p:attrNameLst>
                                      </p:cBhvr>
                                      <p:to>
                                        <p:strVal val="visible"/>
                                      </p:to>
                                    </p:set>
                                    <p:animEffect filter="fade" transition="in">
                                      <p:cBhvr>
                                        <p:cTn dur="1000"/>
                                        <p:tgtEl>
                                          <p:spTgt spid="535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74" name="Shape 5374"/>
        <p:cNvGrpSpPr/>
        <p:nvPr/>
      </p:nvGrpSpPr>
      <p:grpSpPr>
        <a:xfrm>
          <a:off x="0" y="0"/>
          <a:ext cx="0" cy="0"/>
          <a:chOff x="0" y="0"/>
          <a:chExt cx="0" cy="0"/>
        </a:xfrm>
      </p:grpSpPr>
      <p:sp>
        <p:nvSpPr>
          <p:cNvPr id="5375" name="Google Shape;5375;p95"/>
          <p:cNvSpPr/>
          <p:nvPr/>
        </p:nvSpPr>
        <p:spPr>
          <a:xfrm flipH="1" rot="-2004624">
            <a:off x="6809499" y="2066789"/>
            <a:ext cx="1020065" cy="891263"/>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95"/>
          <p:cNvSpPr/>
          <p:nvPr/>
        </p:nvSpPr>
        <p:spPr>
          <a:xfrm rot="2880248">
            <a:off x="4009839" y="2066820"/>
            <a:ext cx="1020077" cy="891190"/>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95"/>
          <p:cNvSpPr/>
          <p:nvPr/>
        </p:nvSpPr>
        <p:spPr>
          <a:xfrm>
            <a:off x="1265888" y="2066847"/>
            <a:ext cx="1020140" cy="891215"/>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95"/>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HOW MUCH WE HELP THE EARTH</a:t>
            </a:r>
            <a:endParaRPr/>
          </a:p>
        </p:txBody>
      </p:sp>
      <p:grpSp>
        <p:nvGrpSpPr>
          <p:cNvPr id="5379" name="Google Shape;5379;p95"/>
          <p:cNvGrpSpPr/>
          <p:nvPr/>
        </p:nvGrpSpPr>
        <p:grpSpPr>
          <a:xfrm rot="5400000">
            <a:off x="1446755" y="716343"/>
            <a:ext cx="658403" cy="1911881"/>
            <a:chOff x="1582325" y="5558550"/>
            <a:chExt cx="645050" cy="1873475"/>
          </a:xfrm>
        </p:grpSpPr>
        <p:sp>
          <p:nvSpPr>
            <p:cNvPr id="5380" name="Google Shape;5380;p95"/>
            <p:cNvSpPr/>
            <p:nvPr/>
          </p:nvSpPr>
          <p:spPr>
            <a:xfrm>
              <a:off x="1770150" y="5558550"/>
              <a:ext cx="269700" cy="175650"/>
            </a:xfrm>
            <a:custGeom>
              <a:rect b="b" l="l" r="r" t="t"/>
              <a:pathLst>
                <a:path extrusionOk="0" h="7026" w="10788">
                  <a:moveTo>
                    <a:pt x="655" y="0"/>
                  </a:moveTo>
                  <a:cubicBezTo>
                    <a:pt x="286" y="0"/>
                    <a:pt x="0" y="298"/>
                    <a:pt x="0" y="655"/>
                  </a:cubicBezTo>
                  <a:lnTo>
                    <a:pt x="0" y="6370"/>
                  </a:lnTo>
                  <a:cubicBezTo>
                    <a:pt x="0" y="6739"/>
                    <a:pt x="298" y="7025"/>
                    <a:pt x="655" y="7025"/>
                  </a:cubicBezTo>
                  <a:lnTo>
                    <a:pt x="10133" y="7025"/>
                  </a:lnTo>
                  <a:cubicBezTo>
                    <a:pt x="10490" y="7025"/>
                    <a:pt x="10776" y="6727"/>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95"/>
            <p:cNvSpPr/>
            <p:nvPr/>
          </p:nvSpPr>
          <p:spPr>
            <a:xfrm>
              <a:off x="1582325" y="5734450"/>
              <a:ext cx="645050" cy="1697575"/>
            </a:xfrm>
            <a:custGeom>
              <a:rect b="b" l="l" r="r" t="t"/>
              <a:pathLst>
                <a:path extrusionOk="0" h="67903" w="25802">
                  <a:moveTo>
                    <a:pt x="8597" y="1"/>
                  </a:moveTo>
                  <a:lnTo>
                    <a:pt x="8597" y="513"/>
                  </a:lnTo>
                  <a:cubicBezTo>
                    <a:pt x="8597" y="942"/>
                    <a:pt x="8347" y="1823"/>
                    <a:pt x="7942" y="1977"/>
                  </a:cubicBezTo>
                  <a:cubicBezTo>
                    <a:pt x="3275" y="3930"/>
                    <a:pt x="1" y="8526"/>
                    <a:pt x="1" y="13907"/>
                  </a:cubicBezTo>
                  <a:lnTo>
                    <a:pt x="1" y="62628"/>
                  </a:lnTo>
                  <a:cubicBezTo>
                    <a:pt x="1" y="65545"/>
                    <a:pt x="2370" y="67902"/>
                    <a:pt x="5263" y="67902"/>
                  </a:cubicBezTo>
                  <a:lnTo>
                    <a:pt x="20539" y="67902"/>
                  </a:lnTo>
                  <a:cubicBezTo>
                    <a:pt x="23456" y="67902"/>
                    <a:pt x="25801" y="65533"/>
                    <a:pt x="25801" y="62628"/>
                  </a:cubicBezTo>
                  <a:lnTo>
                    <a:pt x="25801" y="13907"/>
                  </a:lnTo>
                  <a:cubicBezTo>
                    <a:pt x="25801" y="8526"/>
                    <a:pt x="22527" y="3930"/>
                    <a:pt x="17860" y="1977"/>
                  </a:cubicBezTo>
                  <a:cubicBezTo>
                    <a:pt x="17455" y="1823"/>
                    <a:pt x="17205" y="930"/>
                    <a:pt x="17205" y="513"/>
                  </a:cubicBezTo>
                  <a:lnTo>
                    <a:pt x="1720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2" name="Google Shape;5382;p95"/>
          <p:cNvSpPr txBox="1"/>
          <p:nvPr>
            <p:ph idx="4294967295" type="subTitle"/>
          </p:nvPr>
        </p:nvSpPr>
        <p:spPr>
          <a:xfrm>
            <a:off x="713400" y="3269405"/>
            <a:ext cx="2124900" cy="116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t>Mercury is the closest planet to the Sun and the smallest planet in the Solar System</a:t>
            </a:r>
            <a:endParaRPr sz="1600"/>
          </a:p>
        </p:txBody>
      </p:sp>
      <p:sp>
        <p:nvSpPr>
          <p:cNvPr id="5383" name="Google Shape;5383;p95"/>
          <p:cNvSpPr txBox="1"/>
          <p:nvPr>
            <p:ph idx="4294967295" type="title"/>
          </p:nvPr>
        </p:nvSpPr>
        <p:spPr>
          <a:xfrm>
            <a:off x="714557" y="2951525"/>
            <a:ext cx="2122800" cy="42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MERCURY</a:t>
            </a:r>
            <a:endParaRPr sz="1800"/>
          </a:p>
        </p:txBody>
      </p:sp>
      <p:sp>
        <p:nvSpPr>
          <p:cNvPr id="5384" name="Google Shape;5384;p95"/>
          <p:cNvSpPr txBox="1"/>
          <p:nvPr>
            <p:ph idx="4294967295" type="subTitle"/>
          </p:nvPr>
        </p:nvSpPr>
        <p:spPr>
          <a:xfrm>
            <a:off x="3509475" y="3269405"/>
            <a:ext cx="2124900" cy="116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5385" name="Google Shape;5385;p95"/>
          <p:cNvSpPr txBox="1"/>
          <p:nvPr>
            <p:ph idx="4294967295" type="title"/>
          </p:nvPr>
        </p:nvSpPr>
        <p:spPr>
          <a:xfrm>
            <a:off x="3511211" y="2951525"/>
            <a:ext cx="2122800" cy="42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VENUS</a:t>
            </a:r>
            <a:endParaRPr sz="1800"/>
          </a:p>
        </p:txBody>
      </p:sp>
      <p:sp>
        <p:nvSpPr>
          <p:cNvPr id="5386" name="Google Shape;5386;p95"/>
          <p:cNvSpPr txBox="1"/>
          <p:nvPr>
            <p:ph idx="4294967295" type="subTitle"/>
          </p:nvPr>
        </p:nvSpPr>
        <p:spPr>
          <a:xfrm>
            <a:off x="6305550" y="3269405"/>
            <a:ext cx="2124900" cy="116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5387" name="Google Shape;5387;p95"/>
          <p:cNvSpPr txBox="1"/>
          <p:nvPr>
            <p:ph idx="4294967295" type="title"/>
          </p:nvPr>
        </p:nvSpPr>
        <p:spPr>
          <a:xfrm>
            <a:off x="6307866" y="2951525"/>
            <a:ext cx="2122800" cy="42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MARS</a:t>
            </a:r>
            <a:endParaRPr sz="1800"/>
          </a:p>
        </p:txBody>
      </p:sp>
      <p:sp>
        <p:nvSpPr>
          <p:cNvPr id="5388" name="Google Shape;5388;p95"/>
          <p:cNvSpPr/>
          <p:nvPr/>
        </p:nvSpPr>
        <p:spPr>
          <a:xfrm>
            <a:off x="895350" y="1409700"/>
            <a:ext cx="479100" cy="523800"/>
          </a:xfrm>
          <a:prstGeom prst="roundRect">
            <a:avLst>
              <a:gd fmla="val 16667" name="adj"/>
            </a:avLst>
          </a:pr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95"/>
          <p:cNvSpPr txBox="1"/>
          <p:nvPr>
            <p:ph idx="4294967295" type="title"/>
          </p:nvPr>
        </p:nvSpPr>
        <p:spPr>
          <a:xfrm>
            <a:off x="1336132" y="2333700"/>
            <a:ext cx="870000" cy="47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30%</a:t>
            </a:r>
            <a:endParaRPr/>
          </a:p>
        </p:txBody>
      </p:sp>
      <p:sp>
        <p:nvSpPr>
          <p:cNvPr id="5390" name="Google Shape;5390;p95"/>
          <p:cNvSpPr txBox="1"/>
          <p:nvPr>
            <p:ph idx="4294967295" type="title"/>
          </p:nvPr>
        </p:nvSpPr>
        <p:spPr>
          <a:xfrm>
            <a:off x="4135207" y="2333700"/>
            <a:ext cx="870000" cy="47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6</a:t>
            </a:r>
            <a:r>
              <a:rPr lang="en"/>
              <a:t>0%</a:t>
            </a:r>
            <a:endParaRPr/>
          </a:p>
        </p:txBody>
      </p:sp>
      <p:sp>
        <p:nvSpPr>
          <p:cNvPr id="5391" name="Google Shape;5391;p95"/>
          <p:cNvSpPr txBox="1"/>
          <p:nvPr>
            <p:ph idx="4294967295" type="title"/>
          </p:nvPr>
        </p:nvSpPr>
        <p:spPr>
          <a:xfrm>
            <a:off x="6934282" y="2333700"/>
            <a:ext cx="870000" cy="47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a:t>
            </a:r>
            <a:r>
              <a:rPr lang="en"/>
              <a:t>0%</a:t>
            </a:r>
            <a:endParaRPr/>
          </a:p>
        </p:txBody>
      </p:sp>
      <p:grpSp>
        <p:nvGrpSpPr>
          <p:cNvPr id="5392" name="Google Shape;5392;p95"/>
          <p:cNvGrpSpPr/>
          <p:nvPr/>
        </p:nvGrpSpPr>
        <p:grpSpPr>
          <a:xfrm rot="5400000">
            <a:off x="4242780" y="716343"/>
            <a:ext cx="658403" cy="1911881"/>
            <a:chOff x="1582325" y="5558550"/>
            <a:chExt cx="645050" cy="1873475"/>
          </a:xfrm>
        </p:grpSpPr>
        <p:sp>
          <p:nvSpPr>
            <p:cNvPr id="5393" name="Google Shape;5393;p95"/>
            <p:cNvSpPr/>
            <p:nvPr/>
          </p:nvSpPr>
          <p:spPr>
            <a:xfrm>
              <a:off x="1770150" y="5558550"/>
              <a:ext cx="269700" cy="175650"/>
            </a:xfrm>
            <a:custGeom>
              <a:rect b="b" l="l" r="r" t="t"/>
              <a:pathLst>
                <a:path extrusionOk="0" h="7026" w="10788">
                  <a:moveTo>
                    <a:pt x="655" y="0"/>
                  </a:moveTo>
                  <a:cubicBezTo>
                    <a:pt x="286" y="0"/>
                    <a:pt x="0" y="298"/>
                    <a:pt x="0" y="655"/>
                  </a:cubicBezTo>
                  <a:lnTo>
                    <a:pt x="0" y="6370"/>
                  </a:lnTo>
                  <a:cubicBezTo>
                    <a:pt x="0" y="6739"/>
                    <a:pt x="298" y="7025"/>
                    <a:pt x="655" y="7025"/>
                  </a:cubicBezTo>
                  <a:lnTo>
                    <a:pt x="10133" y="7025"/>
                  </a:lnTo>
                  <a:cubicBezTo>
                    <a:pt x="10490" y="7025"/>
                    <a:pt x="10776" y="6727"/>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95"/>
            <p:cNvSpPr/>
            <p:nvPr/>
          </p:nvSpPr>
          <p:spPr>
            <a:xfrm>
              <a:off x="1582325" y="5734450"/>
              <a:ext cx="645050" cy="1697575"/>
            </a:xfrm>
            <a:custGeom>
              <a:rect b="b" l="l" r="r" t="t"/>
              <a:pathLst>
                <a:path extrusionOk="0" h="67903" w="25802">
                  <a:moveTo>
                    <a:pt x="8597" y="1"/>
                  </a:moveTo>
                  <a:lnTo>
                    <a:pt x="8597" y="513"/>
                  </a:lnTo>
                  <a:cubicBezTo>
                    <a:pt x="8597" y="942"/>
                    <a:pt x="8347" y="1823"/>
                    <a:pt x="7942" y="1977"/>
                  </a:cubicBezTo>
                  <a:cubicBezTo>
                    <a:pt x="3275" y="3930"/>
                    <a:pt x="1" y="8526"/>
                    <a:pt x="1" y="13907"/>
                  </a:cubicBezTo>
                  <a:lnTo>
                    <a:pt x="1" y="62628"/>
                  </a:lnTo>
                  <a:cubicBezTo>
                    <a:pt x="1" y="65545"/>
                    <a:pt x="2370" y="67902"/>
                    <a:pt x="5263" y="67902"/>
                  </a:cubicBezTo>
                  <a:lnTo>
                    <a:pt x="20539" y="67902"/>
                  </a:lnTo>
                  <a:cubicBezTo>
                    <a:pt x="23456" y="67902"/>
                    <a:pt x="25801" y="65533"/>
                    <a:pt x="25801" y="62628"/>
                  </a:cubicBezTo>
                  <a:lnTo>
                    <a:pt x="25801" y="13907"/>
                  </a:lnTo>
                  <a:cubicBezTo>
                    <a:pt x="25801" y="8526"/>
                    <a:pt x="22527" y="3930"/>
                    <a:pt x="17860" y="1977"/>
                  </a:cubicBezTo>
                  <a:cubicBezTo>
                    <a:pt x="17455" y="1823"/>
                    <a:pt x="17205" y="930"/>
                    <a:pt x="17205" y="513"/>
                  </a:cubicBezTo>
                  <a:lnTo>
                    <a:pt x="1720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5" name="Google Shape;5395;p95"/>
          <p:cNvSpPr/>
          <p:nvPr/>
        </p:nvSpPr>
        <p:spPr>
          <a:xfrm>
            <a:off x="3674947" y="1413813"/>
            <a:ext cx="909900" cy="523800"/>
          </a:xfrm>
          <a:prstGeom prst="roundRect">
            <a:avLst>
              <a:gd fmla="val 16667" name="adj"/>
            </a:avLst>
          </a:pr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6" name="Google Shape;5396;p95"/>
          <p:cNvGrpSpPr/>
          <p:nvPr/>
        </p:nvGrpSpPr>
        <p:grpSpPr>
          <a:xfrm rot="5400000">
            <a:off x="7038805" y="716343"/>
            <a:ext cx="658403" cy="1911881"/>
            <a:chOff x="1582325" y="5558550"/>
            <a:chExt cx="645050" cy="1873475"/>
          </a:xfrm>
        </p:grpSpPr>
        <p:sp>
          <p:nvSpPr>
            <p:cNvPr id="5397" name="Google Shape;5397;p95"/>
            <p:cNvSpPr/>
            <p:nvPr/>
          </p:nvSpPr>
          <p:spPr>
            <a:xfrm>
              <a:off x="1770150" y="5558550"/>
              <a:ext cx="269700" cy="175650"/>
            </a:xfrm>
            <a:custGeom>
              <a:rect b="b" l="l" r="r" t="t"/>
              <a:pathLst>
                <a:path extrusionOk="0" h="7026" w="10788">
                  <a:moveTo>
                    <a:pt x="655" y="0"/>
                  </a:moveTo>
                  <a:cubicBezTo>
                    <a:pt x="286" y="0"/>
                    <a:pt x="0" y="298"/>
                    <a:pt x="0" y="655"/>
                  </a:cubicBezTo>
                  <a:lnTo>
                    <a:pt x="0" y="6370"/>
                  </a:lnTo>
                  <a:cubicBezTo>
                    <a:pt x="0" y="6739"/>
                    <a:pt x="298" y="7025"/>
                    <a:pt x="655" y="7025"/>
                  </a:cubicBezTo>
                  <a:lnTo>
                    <a:pt x="10133" y="7025"/>
                  </a:lnTo>
                  <a:cubicBezTo>
                    <a:pt x="10490" y="7025"/>
                    <a:pt x="10776" y="6727"/>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95"/>
            <p:cNvSpPr/>
            <p:nvPr/>
          </p:nvSpPr>
          <p:spPr>
            <a:xfrm>
              <a:off x="1582325" y="5734450"/>
              <a:ext cx="645050" cy="1697575"/>
            </a:xfrm>
            <a:custGeom>
              <a:rect b="b" l="l" r="r" t="t"/>
              <a:pathLst>
                <a:path extrusionOk="0" h="67903" w="25802">
                  <a:moveTo>
                    <a:pt x="8597" y="1"/>
                  </a:moveTo>
                  <a:lnTo>
                    <a:pt x="8597" y="513"/>
                  </a:lnTo>
                  <a:cubicBezTo>
                    <a:pt x="8597" y="942"/>
                    <a:pt x="8347" y="1823"/>
                    <a:pt x="7942" y="1977"/>
                  </a:cubicBezTo>
                  <a:cubicBezTo>
                    <a:pt x="3275" y="3930"/>
                    <a:pt x="1" y="8526"/>
                    <a:pt x="1" y="13907"/>
                  </a:cubicBezTo>
                  <a:lnTo>
                    <a:pt x="1" y="62628"/>
                  </a:lnTo>
                  <a:cubicBezTo>
                    <a:pt x="1" y="65545"/>
                    <a:pt x="2370" y="67902"/>
                    <a:pt x="5263" y="67902"/>
                  </a:cubicBezTo>
                  <a:lnTo>
                    <a:pt x="20539" y="67902"/>
                  </a:lnTo>
                  <a:cubicBezTo>
                    <a:pt x="23456" y="67902"/>
                    <a:pt x="25801" y="65533"/>
                    <a:pt x="25801" y="62628"/>
                  </a:cubicBezTo>
                  <a:lnTo>
                    <a:pt x="25801" y="13907"/>
                  </a:lnTo>
                  <a:cubicBezTo>
                    <a:pt x="25801" y="8526"/>
                    <a:pt x="22527" y="3930"/>
                    <a:pt x="17860" y="1977"/>
                  </a:cubicBezTo>
                  <a:cubicBezTo>
                    <a:pt x="17455" y="1823"/>
                    <a:pt x="17205" y="930"/>
                    <a:pt x="17205" y="513"/>
                  </a:cubicBezTo>
                  <a:lnTo>
                    <a:pt x="1720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9" name="Google Shape;5399;p95"/>
          <p:cNvSpPr/>
          <p:nvPr/>
        </p:nvSpPr>
        <p:spPr>
          <a:xfrm>
            <a:off x="6487400" y="1409700"/>
            <a:ext cx="732600" cy="523800"/>
          </a:xfrm>
          <a:prstGeom prst="roundRect">
            <a:avLst>
              <a:gd fmla="val 16667" name="adj"/>
            </a:avLst>
          </a:pr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377"/>
                                        </p:tgtEl>
                                        <p:attrNameLst>
                                          <p:attrName>style.visibility</p:attrName>
                                        </p:attrNameLst>
                                      </p:cBhvr>
                                      <p:to>
                                        <p:strVal val="visible"/>
                                      </p:to>
                                    </p:set>
                                    <p:animEffect filter="fade" transition="in">
                                      <p:cBhvr>
                                        <p:cTn dur="1000"/>
                                        <p:tgtEl>
                                          <p:spTgt spid="5377"/>
                                        </p:tgtEl>
                                      </p:cBhvr>
                                    </p:animEffect>
                                  </p:childTnLst>
                                </p:cTn>
                              </p:par>
                              <p:par>
                                <p:cTn fill="hold" nodeType="withEffect" presetClass="entr" presetID="10" presetSubtype="0">
                                  <p:stCondLst>
                                    <p:cond delay="0"/>
                                  </p:stCondLst>
                                  <p:childTnLst>
                                    <p:set>
                                      <p:cBhvr>
                                        <p:cTn dur="1" fill="hold">
                                          <p:stCondLst>
                                            <p:cond delay="0"/>
                                          </p:stCondLst>
                                        </p:cTn>
                                        <p:tgtEl>
                                          <p:spTgt spid="5379"/>
                                        </p:tgtEl>
                                        <p:attrNameLst>
                                          <p:attrName>style.visibility</p:attrName>
                                        </p:attrNameLst>
                                      </p:cBhvr>
                                      <p:to>
                                        <p:strVal val="visible"/>
                                      </p:to>
                                    </p:set>
                                    <p:animEffect filter="fade" transition="in">
                                      <p:cBhvr>
                                        <p:cTn dur="1000"/>
                                        <p:tgtEl>
                                          <p:spTgt spid="5379"/>
                                        </p:tgtEl>
                                      </p:cBhvr>
                                    </p:animEffect>
                                  </p:childTnLst>
                                </p:cTn>
                              </p:par>
                              <p:par>
                                <p:cTn fill="hold" nodeType="withEffect" presetClass="entr" presetID="10" presetSubtype="0">
                                  <p:stCondLst>
                                    <p:cond delay="0"/>
                                  </p:stCondLst>
                                  <p:childTnLst>
                                    <p:set>
                                      <p:cBhvr>
                                        <p:cTn dur="1" fill="hold">
                                          <p:stCondLst>
                                            <p:cond delay="0"/>
                                          </p:stCondLst>
                                        </p:cTn>
                                        <p:tgtEl>
                                          <p:spTgt spid="5382"/>
                                        </p:tgtEl>
                                        <p:attrNameLst>
                                          <p:attrName>style.visibility</p:attrName>
                                        </p:attrNameLst>
                                      </p:cBhvr>
                                      <p:to>
                                        <p:strVal val="visible"/>
                                      </p:to>
                                    </p:set>
                                    <p:animEffect filter="fade" transition="in">
                                      <p:cBhvr>
                                        <p:cTn dur="1000"/>
                                        <p:tgtEl>
                                          <p:spTgt spid="5382"/>
                                        </p:tgtEl>
                                      </p:cBhvr>
                                    </p:animEffect>
                                  </p:childTnLst>
                                </p:cTn>
                              </p:par>
                              <p:par>
                                <p:cTn fill="hold" nodeType="withEffect" presetClass="entr" presetID="10" presetSubtype="0">
                                  <p:stCondLst>
                                    <p:cond delay="0"/>
                                  </p:stCondLst>
                                  <p:childTnLst>
                                    <p:set>
                                      <p:cBhvr>
                                        <p:cTn dur="1" fill="hold">
                                          <p:stCondLst>
                                            <p:cond delay="0"/>
                                          </p:stCondLst>
                                        </p:cTn>
                                        <p:tgtEl>
                                          <p:spTgt spid="5383"/>
                                        </p:tgtEl>
                                        <p:attrNameLst>
                                          <p:attrName>style.visibility</p:attrName>
                                        </p:attrNameLst>
                                      </p:cBhvr>
                                      <p:to>
                                        <p:strVal val="visible"/>
                                      </p:to>
                                    </p:set>
                                    <p:animEffect filter="fade" transition="in">
                                      <p:cBhvr>
                                        <p:cTn dur="1000"/>
                                        <p:tgtEl>
                                          <p:spTgt spid="5383"/>
                                        </p:tgtEl>
                                      </p:cBhvr>
                                    </p:animEffect>
                                  </p:childTnLst>
                                </p:cTn>
                              </p:par>
                              <p:par>
                                <p:cTn fill="hold" nodeType="withEffect" presetClass="entr" presetID="10" presetSubtype="0">
                                  <p:stCondLst>
                                    <p:cond delay="0"/>
                                  </p:stCondLst>
                                  <p:childTnLst>
                                    <p:set>
                                      <p:cBhvr>
                                        <p:cTn dur="1" fill="hold">
                                          <p:stCondLst>
                                            <p:cond delay="0"/>
                                          </p:stCondLst>
                                        </p:cTn>
                                        <p:tgtEl>
                                          <p:spTgt spid="5388"/>
                                        </p:tgtEl>
                                        <p:attrNameLst>
                                          <p:attrName>style.visibility</p:attrName>
                                        </p:attrNameLst>
                                      </p:cBhvr>
                                      <p:to>
                                        <p:strVal val="visible"/>
                                      </p:to>
                                    </p:set>
                                    <p:animEffect filter="fade" transition="in">
                                      <p:cBhvr>
                                        <p:cTn dur="1000"/>
                                        <p:tgtEl>
                                          <p:spTgt spid="5388"/>
                                        </p:tgtEl>
                                      </p:cBhvr>
                                    </p:animEffect>
                                  </p:childTnLst>
                                </p:cTn>
                              </p:par>
                              <p:par>
                                <p:cTn fill="hold" nodeType="withEffect" presetClass="entr" presetID="10" presetSubtype="0">
                                  <p:stCondLst>
                                    <p:cond delay="0"/>
                                  </p:stCondLst>
                                  <p:childTnLst>
                                    <p:set>
                                      <p:cBhvr>
                                        <p:cTn dur="1" fill="hold">
                                          <p:stCondLst>
                                            <p:cond delay="0"/>
                                          </p:stCondLst>
                                        </p:cTn>
                                        <p:tgtEl>
                                          <p:spTgt spid="5389"/>
                                        </p:tgtEl>
                                        <p:attrNameLst>
                                          <p:attrName>style.visibility</p:attrName>
                                        </p:attrNameLst>
                                      </p:cBhvr>
                                      <p:to>
                                        <p:strVal val="visible"/>
                                      </p:to>
                                    </p:set>
                                    <p:animEffect filter="fade" transition="in">
                                      <p:cBhvr>
                                        <p:cTn dur="1000"/>
                                        <p:tgtEl>
                                          <p:spTgt spid="538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376"/>
                                        </p:tgtEl>
                                        <p:attrNameLst>
                                          <p:attrName>style.visibility</p:attrName>
                                        </p:attrNameLst>
                                      </p:cBhvr>
                                      <p:to>
                                        <p:strVal val="visible"/>
                                      </p:to>
                                    </p:set>
                                    <p:animEffect filter="fade" transition="in">
                                      <p:cBhvr>
                                        <p:cTn dur="1000"/>
                                        <p:tgtEl>
                                          <p:spTgt spid="5376"/>
                                        </p:tgtEl>
                                      </p:cBhvr>
                                    </p:animEffect>
                                  </p:childTnLst>
                                </p:cTn>
                              </p:par>
                              <p:par>
                                <p:cTn fill="hold" nodeType="withEffect" presetClass="entr" presetID="10" presetSubtype="0">
                                  <p:stCondLst>
                                    <p:cond delay="0"/>
                                  </p:stCondLst>
                                  <p:childTnLst>
                                    <p:set>
                                      <p:cBhvr>
                                        <p:cTn dur="1" fill="hold">
                                          <p:stCondLst>
                                            <p:cond delay="0"/>
                                          </p:stCondLst>
                                        </p:cTn>
                                        <p:tgtEl>
                                          <p:spTgt spid="5384"/>
                                        </p:tgtEl>
                                        <p:attrNameLst>
                                          <p:attrName>style.visibility</p:attrName>
                                        </p:attrNameLst>
                                      </p:cBhvr>
                                      <p:to>
                                        <p:strVal val="visible"/>
                                      </p:to>
                                    </p:set>
                                    <p:animEffect filter="fade" transition="in">
                                      <p:cBhvr>
                                        <p:cTn dur="1000"/>
                                        <p:tgtEl>
                                          <p:spTgt spid="5384"/>
                                        </p:tgtEl>
                                      </p:cBhvr>
                                    </p:animEffect>
                                  </p:childTnLst>
                                </p:cTn>
                              </p:par>
                              <p:par>
                                <p:cTn fill="hold" nodeType="withEffect" presetClass="entr" presetID="10" presetSubtype="0">
                                  <p:stCondLst>
                                    <p:cond delay="0"/>
                                  </p:stCondLst>
                                  <p:childTnLst>
                                    <p:set>
                                      <p:cBhvr>
                                        <p:cTn dur="1" fill="hold">
                                          <p:stCondLst>
                                            <p:cond delay="0"/>
                                          </p:stCondLst>
                                        </p:cTn>
                                        <p:tgtEl>
                                          <p:spTgt spid="5385"/>
                                        </p:tgtEl>
                                        <p:attrNameLst>
                                          <p:attrName>style.visibility</p:attrName>
                                        </p:attrNameLst>
                                      </p:cBhvr>
                                      <p:to>
                                        <p:strVal val="visible"/>
                                      </p:to>
                                    </p:set>
                                    <p:animEffect filter="fade" transition="in">
                                      <p:cBhvr>
                                        <p:cTn dur="1000"/>
                                        <p:tgtEl>
                                          <p:spTgt spid="5385"/>
                                        </p:tgtEl>
                                      </p:cBhvr>
                                    </p:animEffect>
                                  </p:childTnLst>
                                </p:cTn>
                              </p:par>
                              <p:par>
                                <p:cTn fill="hold" nodeType="withEffect" presetClass="entr" presetID="10" presetSubtype="0">
                                  <p:stCondLst>
                                    <p:cond delay="0"/>
                                  </p:stCondLst>
                                  <p:childTnLst>
                                    <p:set>
                                      <p:cBhvr>
                                        <p:cTn dur="1" fill="hold">
                                          <p:stCondLst>
                                            <p:cond delay="0"/>
                                          </p:stCondLst>
                                        </p:cTn>
                                        <p:tgtEl>
                                          <p:spTgt spid="5390"/>
                                        </p:tgtEl>
                                        <p:attrNameLst>
                                          <p:attrName>style.visibility</p:attrName>
                                        </p:attrNameLst>
                                      </p:cBhvr>
                                      <p:to>
                                        <p:strVal val="visible"/>
                                      </p:to>
                                    </p:set>
                                    <p:animEffect filter="fade" transition="in">
                                      <p:cBhvr>
                                        <p:cTn dur="1000"/>
                                        <p:tgtEl>
                                          <p:spTgt spid="5390"/>
                                        </p:tgtEl>
                                      </p:cBhvr>
                                    </p:animEffect>
                                  </p:childTnLst>
                                </p:cTn>
                              </p:par>
                              <p:par>
                                <p:cTn fill="hold" nodeType="withEffect" presetClass="entr" presetID="10" presetSubtype="0">
                                  <p:stCondLst>
                                    <p:cond delay="0"/>
                                  </p:stCondLst>
                                  <p:childTnLst>
                                    <p:set>
                                      <p:cBhvr>
                                        <p:cTn dur="1" fill="hold">
                                          <p:stCondLst>
                                            <p:cond delay="0"/>
                                          </p:stCondLst>
                                        </p:cTn>
                                        <p:tgtEl>
                                          <p:spTgt spid="5392"/>
                                        </p:tgtEl>
                                        <p:attrNameLst>
                                          <p:attrName>style.visibility</p:attrName>
                                        </p:attrNameLst>
                                      </p:cBhvr>
                                      <p:to>
                                        <p:strVal val="visible"/>
                                      </p:to>
                                    </p:set>
                                    <p:animEffect filter="fade" transition="in">
                                      <p:cBhvr>
                                        <p:cTn dur="1000"/>
                                        <p:tgtEl>
                                          <p:spTgt spid="5392"/>
                                        </p:tgtEl>
                                      </p:cBhvr>
                                    </p:animEffect>
                                  </p:childTnLst>
                                </p:cTn>
                              </p:par>
                              <p:par>
                                <p:cTn fill="hold" nodeType="withEffect" presetClass="entr" presetID="10" presetSubtype="0">
                                  <p:stCondLst>
                                    <p:cond delay="0"/>
                                  </p:stCondLst>
                                  <p:childTnLst>
                                    <p:set>
                                      <p:cBhvr>
                                        <p:cTn dur="1" fill="hold">
                                          <p:stCondLst>
                                            <p:cond delay="0"/>
                                          </p:stCondLst>
                                        </p:cTn>
                                        <p:tgtEl>
                                          <p:spTgt spid="5395"/>
                                        </p:tgtEl>
                                        <p:attrNameLst>
                                          <p:attrName>style.visibility</p:attrName>
                                        </p:attrNameLst>
                                      </p:cBhvr>
                                      <p:to>
                                        <p:strVal val="visible"/>
                                      </p:to>
                                    </p:set>
                                    <p:animEffect filter="fade" transition="in">
                                      <p:cBhvr>
                                        <p:cTn dur="1000"/>
                                        <p:tgtEl>
                                          <p:spTgt spid="5395"/>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5375"/>
                                        </p:tgtEl>
                                        <p:attrNameLst>
                                          <p:attrName>style.visibility</p:attrName>
                                        </p:attrNameLst>
                                      </p:cBhvr>
                                      <p:to>
                                        <p:strVal val="visible"/>
                                      </p:to>
                                    </p:set>
                                    <p:animEffect filter="fade" transition="in">
                                      <p:cBhvr>
                                        <p:cTn dur="1000"/>
                                        <p:tgtEl>
                                          <p:spTgt spid="5375"/>
                                        </p:tgtEl>
                                      </p:cBhvr>
                                    </p:animEffect>
                                  </p:childTnLst>
                                </p:cTn>
                              </p:par>
                              <p:par>
                                <p:cTn fill="hold" nodeType="withEffect" presetClass="entr" presetID="10" presetSubtype="0">
                                  <p:stCondLst>
                                    <p:cond delay="0"/>
                                  </p:stCondLst>
                                  <p:childTnLst>
                                    <p:set>
                                      <p:cBhvr>
                                        <p:cTn dur="1" fill="hold">
                                          <p:stCondLst>
                                            <p:cond delay="0"/>
                                          </p:stCondLst>
                                        </p:cTn>
                                        <p:tgtEl>
                                          <p:spTgt spid="5386"/>
                                        </p:tgtEl>
                                        <p:attrNameLst>
                                          <p:attrName>style.visibility</p:attrName>
                                        </p:attrNameLst>
                                      </p:cBhvr>
                                      <p:to>
                                        <p:strVal val="visible"/>
                                      </p:to>
                                    </p:set>
                                    <p:animEffect filter="fade" transition="in">
                                      <p:cBhvr>
                                        <p:cTn dur="1000"/>
                                        <p:tgtEl>
                                          <p:spTgt spid="5386"/>
                                        </p:tgtEl>
                                      </p:cBhvr>
                                    </p:animEffect>
                                  </p:childTnLst>
                                </p:cTn>
                              </p:par>
                              <p:par>
                                <p:cTn fill="hold" nodeType="withEffect" presetClass="entr" presetID="10" presetSubtype="0">
                                  <p:stCondLst>
                                    <p:cond delay="0"/>
                                  </p:stCondLst>
                                  <p:childTnLst>
                                    <p:set>
                                      <p:cBhvr>
                                        <p:cTn dur="1" fill="hold">
                                          <p:stCondLst>
                                            <p:cond delay="0"/>
                                          </p:stCondLst>
                                        </p:cTn>
                                        <p:tgtEl>
                                          <p:spTgt spid="5387"/>
                                        </p:tgtEl>
                                        <p:attrNameLst>
                                          <p:attrName>style.visibility</p:attrName>
                                        </p:attrNameLst>
                                      </p:cBhvr>
                                      <p:to>
                                        <p:strVal val="visible"/>
                                      </p:to>
                                    </p:set>
                                    <p:animEffect filter="fade" transition="in">
                                      <p:cBhvr>
                                        <p:cTn dur="1000"/>
                                        <p:tgtEl>
                                          <p:spTgt spid="5387"/>
                                        </p:tgtEl>
                                      </p:cBhvr>
                                    </p:animEffect>
                                  </p:childTnLst>
                                </p:cTn>
                              </p:par>
                              <p:par>
                                <p:cTn fill="hold" nodeType="withEffect" presetClass="entr" presetID="10" presetSubtype="0">
                                  <p:stCondLst>
                                    <p:cond delay="0"/>
                                  </p:stCondLst>
                                  <p:childTnLst>
                                    <p:set>
                                      <p:cBhvr>
                                        <p:cTn dur="1" fill="hold">
                                          <p:stCondLst>
                                            <p:cond delay="0"/>
                                          </p:stCondLst>
                                        </p:cTn>
                                        <p:tgtEl>
                                          <p:spTgt spid="5391"/>
                                        </p:tgtEl>
                                        <p:attrNameLst>
                                          <p:attrName>style.visibility</p:attrName>
                                        </p:attrNameLst>
                                      </p:cBhvr>
                                      <p:to>
                                        <p:strVal val="visible"/>
                                      </p:to>
                                    </p:set>
                                    <p:animEffect filter="fade" transition="in">
                                      <p:cBhvr>
                                        <p:cTn dur="1000"/>
                                        <p:tgtEl>
                                          <p:spTgt spid="5391"/>
                                        </p:tgtEl>
                                      </p:cBhvr>
                                    </p:animEffect>
                                  </p:childTnLst>
                                </p:cTn>
                              </p:par>
                              <p:par>
                                <p:cTn fill="hold" nodeType="withEffect" presetClass="entr" presetID="10" presetSubtype="0">
                                  <p:stCondLst>
                                    <p:cond delay="0"/>
                                  </p:stCondLst>
                                  <p:childTnLst>
                                    <p:set>
                                      <p:cBhvr>
                                        <p:cTn dur="1" fill="hold">
                                          <p:stCondLst>
                                            <p:cond delay="0"/>
                                          </p:stCondLst>
                                        </p:cTn>
                                        <p:tgtEl>
                                          <p:spTgt spid="5396"/>
                                        </p:tgtEl>
                                        <p:attrNameLst>
                                          <p:attrName>style.visibility</p:attrName>
                                        </p:attrNameLst>
                                      </p:cBhvr>
                                      <p:to>
                                        <p:strVal val="visible"/>
                                      </p:to>
                                    </p:set>
                                    <p:animEffect filter="fade" transition="in">
                                      <p:cBhvr>
                                        <p:cTn dur="1000"/>
                                        <p:tgtEl>
                                          <p:spTgt spid="5396"/>
                                        </p:tgtEl>
                                      </p:cBhvr>
                                    </p:animEffect>
                                  </p:childTnLst>
                                </p:cTn>
                              </p:par>
                              <p:par>
                                <p:cTn fill="hold" nodeType="withEffect" presetClass="entr" presetID="10" presetSubtype="0">
                                  <p:stCondLst>
                                    <p:cond delay="0"/>
                                  </p:stCondLst>
                                  <p:childTnLst>
                                    <p:set>
                                      <p:cBhvr>
                                        <p:cTn dur="1" fill="hold">
                                          <p:stCondLst>
                                            <p:cond delay="0"/>
                                          </p:stCondLst>
                                        </p:cTn>
                                        <p:tgtEl>
                                          <p:spTgt spid="5399"/>
                                        </p:tgtEl>
                                        <p:attrNameLst>
                                          <p:attrName>style.visibility</p:attrName>
                                        </p:attrNameLst>
                                      </p:cBhvr>
                                      <p:to>
                                        <p:strVal val="visible"/>
                                      </p:to>
                                    </p:set>
                                    <p:animEffect filter="fade" transition="in">
                                      <p:cBhvr>
                                        <p:cTn dur="1000"/>
                                        <p:tgtEl>
                                          <p:spTgt spid="539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03" name="Shape 5403"/>
        <p:cNvGrpSpPr/>
        <p:nvPr/>
      </p:nvGrpSpPr>
      <p:grpSpPr>
        <a:xfrm>
          <a:off x="0" y="0"/>
          <a:ext cx="0" cy="0"/>
          <a:chOff x="0" y="0"/>
          <a:chExt cx="0" cy="0"/>
        </a:xfrm>
      </p:grpSpPr>
      <p:sp>
        <p:nvSpPr>
          <p:cNvPr id="5404" name="Google Shape;5404;p96"/>
          <p:cNvSpPr/>
          <p:nvPr/>
        </p:nvSpPr>
        <p:spPr>
          <a:xfrm>
            <a:off x="4666125" y="2247900"/>
            <a:ext cx="3518400" cy="2495400"/>
          </a:xfrm>
          <a:prstGeom prst="roundRect">
            <a:avLst>
              <a:gd fmla="val 2457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96"/>
          <p:cNvSpPr/>
          <p:nvPr/>
        </p:nvSpPr>
        <p:spPr>
          <a:xfrm>
            <a:off x="910725" y="2247900"/>
            <a:ext cx="3518400" cy="2495400"/>
          </a:xfrm>
          <a:prstGeom prst="roundRect">
            <a:avLst>
              <a:gd fmla="val 2457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96"/>
          <p:cNvSpPr/>
          <p:nvPr/>
        </p:nvSpPr>
        <p:spPr>
          <a:xfrm>
            <a:off x="1712950" y="1331400"/>
            <a:ext cx="1886400" cy="1886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96"/>
          <p:cNvSpPr/>
          <p:nvPr/>
        </p:nvSpPr>
        <p:spPr>
          <a:xfrm>
            <a:off x="1712950" y="1331400"/>
            <a:ext cx="1887600" cy="1887600"/>
          </a:xfrm>
          <a:prstGeom prst="pie">
            <a:avLst>
              <a:gd fmla="val 16192954" name="adj1"/>
              <a:gd fmla="val 7203926" name="adj2"/>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96"/>
          <p:cNvSpPr/>
          <p:nvPr/>
        </p:nvSpPr>
        <p:spPr>
          <a:xfrm>
            <a:off x="5481525" y="1331400"/>
            <a:ext cx="1886400" cy="1886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96"/>
          <p:cNvSpPr/>
          <p:nvPr/>
        </p:nvSpPr>
        <p:spPr>
          <a:xfrm>
            <a:off x="5481525" y="1331400"/>
            <a:ext cx="1887600" cy="1887600"/>
          </a:xfrm>
          <a:prstGeom prst="pie">
            <a:avLst>
              <a:gd fmla="val 16192954" name="adj1"/>
              <a:gd fmla="val 372401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96"/>
          <p:cNvSpPr/>
          <p:nvPr/>
        </p:nvSpPr>
        <p:spPr>
          <a:xfrm>
            <a:off x="2071188" y="1689712"/>
            <a:ext cx="1169700" cy="116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96"/>
          <p:cNvSpPr/>
          <p:nvPr/>
        </p:nvSpPr>
        <p:spPr>
          <a:xfrm>
            <a:off x="5837114" y="1689712"/>
            <a:ext cx="1169700" cy="116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96"/>
          <p:cNvSpPr txBox="1"/>
          <p:nvPr>
            <p:ph type="title"/>
          </p:nvPr>
        </p:nvSpPr>
        <p:spPr>
          <a:xfrm>
            <a:off x="2042850" y="1951450"/>
            <a:ext cx="1252800" cy="64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60%</a:t>
            </a:r>
            <a:endParaRPr/>
          </a:p>
        </p:txBody>
      </p:sp>
      <p:sp>
        <p:nvSpPr>
          <p:cNvPr id="5413" name="Google Shape;5413;p96"/>
          <p:cNvSpPr txBox="1"/>
          <p:nvPr>
            <p:ph idx="1" type="subTitle"/>
          </p:nvPr>
        </p:nvSpPr>
        <p:spPr>
          <a:xfrm>
            <a:off x="1193600" y="3329625"/>
            <a:ext cx="2926200" cy="116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5414" name="Google Shape;5414;p96"/>
          <p:cNvSpPr txBox="1"/>
          <p:nvPr>
            <p:ph idx="2" type="title"/>
          </p:nvPr>
        </p:nvSpPr>
        <p:spPr>
          <a:xfrm>
            <a:off x="5728822" y="1951450"/>
            <a:ext cx="1388100" cy="64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a:t>
            </a:r>
            <a:r>
              <a:rPr lang="en"/>
              <a:t>0%</a:t>
            </a:r>
            <a:endParaRPr/>
          </a:p>
        </p:txBody>
      </p:sp>
      <p:sp>
        <p:nvSpPr>
          <p:cNvPr id="5415" name="Google Shape;5415;p96"/>
          <p:cNvSpPr txBox="1"/>
          <p:nvPr>
            <p:ph idx="3" type="subTitle"/>
          </p:nvPr>
        </p:nvSpPr>
        <p:spPr>
          <a:xfrm>
            <a:off x="4964269" y="3329625"/>
            <a:ext cx="2922000" cy="116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5416" name="Google Shape;5416;p96"/>
          <p:cNvSpPr txBox="1"/>
          <p:nvPr>
            <p:ph idx="4"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 PERCENTAGES</a:t>
            </a:r>
            <a:endParaRPr/>
          </a:p>
        </p:txBody>
      </p:sp>
      <p:grpSp>
        <p:nvGrpSpPr>
          <p:cNvPr id="5417" name="Google Shape;5417;p96"/>
          <p:cNvGrpSpPr/>
          <p:nvPr/>
        </p:nvGrpSpPr>
        <p:grpSpPr>
          <a:xfrm rot="-5665238">
            <a:off x="1594387" y="888615"/>
            <a:ext cx="399590" cy="524810"/>
            <a:chOff x="1984450" y="1119863"/>
            <a:chExt cx="166125" cy="218175"/>
          </a:xfrm>
        </p:grpSpPr>
        <p:sp>
          <p:nvSpPr>
            <p:cNvPr id="5418" name="Google Shape;5418;p96"/>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96"/>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0" name="Google Shape;5420;p96"/>
          <p:cNvGrpSpPr/>
          <p:nvPr/>
        </p:nvGrpSpPr>
        <p:grpSpPr>
          <a:xfrm flipH="1" rot="-2048466">
            <a:off x="631456" y="3928729"/>
            <a:ext cx="595620" cy="1729452"/>
            <a:chOff x="6512944" y="2975654"/>
            <a:chExt cx="1594853" cy="4630848"/>
          </a:xfrm>
        </p:grpSpPr>
        <p:grpSp>
          <p:nvGrpSpPr>
            <p:cNvPr id="5421" name="Google Shape;5421;p96"/>
            <p:cNvGrpSpPr/>
            <p:nvPr/>
          </p:nvGrpSpPr>
          <p:grpSpPr>
            <a:xfrm>
              <a:off x="6512944" y="2975654"/>
              <a:ext cx="1594853" cy="4630848"/>
              <a:chOff x="1460575" y="5630575"/>
              <a:chExt cx="645350" cy="1873775"/>
            </a:xfrm>
          </p:grpSpPr>
          <p:sp>
            <p:nvSpPr>
              <p:cNvPr id="5422" name="Google Shape;5422;p96"/>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96"/>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4" name="Google Shape;5424;p96"/>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96"/>
          <p:cNvGrpSpPr/>
          <p:nvPr/>
        </p:nvGrpSpPr>
        <p:grpSpPr>
          <a:xfrm rot="2048466">
            <a:off x="7946656" y="1035829"/>
            <a:ext cx="595620" cy="1729452"/>
            <a:chOff x="6512944" y="2975654"/>
            <a:chExt cx="1594853" cy="4630848"/>
          </a:xfrm>
        </p:grpSpPr>
        <p:grpSp>
          <p:nvGrpSpPr>
            <p:cNvPr id="5426" name="Google Shape;5426;p96"/>
            <p:cNvGrpSpPr/>
            <p:nvPr/>
          </p:nvGrpSpPr>
          <p:grpSpPr>
            <a:xfrm>
              <a:off x="6512944" y="2975654"/>
              <a:ext cx="1594853" cy="4630848"/>
              <a:chOff x="1460575" y="5630575"/>
              <a:chExt cx="645350" cy="1873775"/>
            </a:xfrm>
          </p:grpSpPr>
          <p:sp>
            <p:nvSpPr>
              <p:cNvPr id="5427" name="Google Shape;5427;p96"/>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96"/>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9" name="Google Shape;5429;p96"/>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0" name="Google Shape;5430;p96"/>
          <p:cNvGrpSpPr/>
          <p:nvPr/>
        </p:nvGrpSpPr>
        <p:grpSpPr>
          <a:xfrm rot="-971368">
            <a:off x="7297690" y="773188"/>
            <a:ext cx="390572" cy="660409"/>
            <a:chOff x="4774877" y="116629"/>
            <a:chExt cx="576785" cy="975095"/>
          </a:xfrm>
        </p:grpSpPr>
        <p:sp>
          <p:nvSpPr>
            <p:cNvPr id="5431" name="Google Shape;5431;p96"/>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96"/>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96"/>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96"/>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96"/>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96"/>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96"/>
          <p:cNvGrpSpPr/>
          <p:nvPr/>
        </p:nvGrpSpPr>
        <p:grpSpPr>
          <a:xfrm flipH="1" rot="971368">
            <a:off x="797640" y="2769063"/>
            <a:ext cx="390572" cy="660409"/>
            <a:chOff x="4774877" y="116629"/>
            <a:chExt cx="576785" cy="975095"/>
          </a:xfrm>
        </p:grpSpPr>
        <p:sp>
          <p:nvSpPr>
            <p:cNvPr id="5438" name="Google Shape;5438;p96"/>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96"/>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96"/>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96"/>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96"/>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96"/>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 name="Google Shape;5444;p96"/>
          <p:cNvGrpSpPr/>
          <p:nvPr/>
        </p:nvGrpSpPr>
        <p:grpSpPr>
          <a:xfrm rot="-1152378">
            <a:off x="4161416" y="1671953"/>
            <a:ext cx="399594" cy="524815"/>
            <a:chOff x="1984450" y="1119863"/>
            <a:chExt cx="166125" cy="218175"/>
          </a:xfrm>
        </p:grpSpPr>
        <p:sp>
          <p:nvSpPr>
            <p:cNvPr id="5445" name="Google Shape;5445;p96"/>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96"/>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405"/>
                                        </p:tgtEl>
                                        <p:attrNameLst>
                                          <p:attrName>style.visibility</p:attrName>
                                        </p:attrNameLst>
                                      </p:cBhvr>
                                      <p:to>
                                        <p:strVal val="visible"/>
                                      </p:to>
                                    </p:set>
                                    <p:animEffect filter="fade" transition="in">
                                      <p:cBhvr>
                                        <p:cTn dur="1000"/>
                                        <p:tgtEl>
                                          <p:spTgt spid="5405"/>
                                        </p:tgtEl>
                                      </p:cBhvr>
                                    </p:animEffect>
                                  </p:childTnLst>
                                </p:cTn>
                              </p:par>
                              <p:par>
                                <p:cTn fill="hold" nodeType="withEffect" presetClass="entr" presetID="10" presetSubtype="0">
                                  <p:stCondLst>
                                    <p:cond delay="0"/>
                                  </p:stCondLst>
                                  <p:childTnLst>
                                    <p:set>
                                      <p:cBhvr>
                                        <p:cTn dur="1" fill="hold">
                                          <p:stCondLst>
                                            <p:cond delay="0"/>
                                          </p:stCondLst>
                                        </p:cTn>
                                        <p:tgtEl>
                                          <p:spTgt spid="5406"/>
                                        </p:tgtEl>
                                        <p:attrNameLst>
                                          <p:attrName>style.visibility</p:attrName>
                                        </p:attrNameLst>
                                      </p:cBhvr>
                                      <p:to>
                                        <p:strVal val="visible"/>
                                      </p:to>
                                    </p:set>
                                    <p:animEffect filter="fade" transition="in">
                                      <p:cBhvr>
                                        <p:cTn dur="1000"/>
                                        <p:tgtEl>
                                          <p:spTgt spid="5406"/>
                                        </p:tgtEl>
                                      </p:cBhvr>
                                    </p:animEffect>
                                  </p:childTnLst>
                                </p:cTn>
                              </p:par>
                              <p:par>
                                <p:cTn fill="hold" nodeType="withEffect" presetClass="entr" presetID="10" presetSubtype="0">
                                  <p:stCondLst>
                                    <p:cond delay="0"/>
                                  </p:stCondLst>
                                  <p:childTnLst>
                                    <p:set>
                                      <p:cBhvr>
                                        <p:cTn dur="1" fill="hold">
                                          <p:stCondLst>
                                            <p:cond delay="0"/>
                                          </p:stCondLst>
                                        </p:cTn>
                                        <p:tgtEl>
                                          <p:spTgt spid="5407"/>
                                        </p:tgtEl>
                                        <p:attrNameLst>
                                          <p:attrName>style.visibility</p:attrName>
                                        </p:attrNameLst>
                                      </p:cBhvr>
                                      <p:to>
                                        <p:strVal val="visible"/>
                                      </p:to>
                                    </p:set>
                                    <p:animEffect filter="fade" transition="in">
                                      <p:cBhvr>
                                        <p:cTn dur="1000"/>
                                        <p:tgtEl>
                                          <p:spTgt spid="5407"/>
                                        </p:tgtEl>
                                      </p:cBhvr>
                                    </p:animEffect>
                                  </p:childTnLst>
                                </p:cTn>
                              </p:par>
                              <p:par>
                                <p:cTn fill="hold" nodeType="withEffect" presetClass="entr" presetID="10" presetSubtype="0">
                                  <p:stCondLst>
                                    <p:cond delay="0"/>
                                  </p:stCondLst>
                                  <p:childTnLst>
                                    <p:set>
                                      <p:cBhvr>
                                        <p:cTn dur="1" fill="hold">
                                          <p:stCondLst>
                                            <p:cond delay="0"/>
                                          </p:stCondLst>
                                        </p:cTn>
                                        <p:tgtEl>
                                          <p:spTgt spid="5410"/>
                                        </p:tgtEl>
                                        <p:attrNameLst>
                                          <p:attrName>style.visibility</p:attrName>
                                        </p:attrNameLst>
                                      </p:cBhvr>
                                      <p:to>
                                        <p:strVal val="visible"/>
                                      </p:to>
                                    </p:set>
                                    <p:animEffect filter="fade" transition="in">
                                      <p:cBhvr>
                                        <p:cTn dur="1000"/>
                                        <p:tgtEl>
                                          <p:spTgt spid="5410"/>
                                        </p:tgtEl>
                                      </p:cBhvr>
                                    </p:animEffect>
                                  </p:childTnLst>
                                </p:cTn>
                              </p:par>
                              <p:par>
                                <p:cTn fill="hold" nodeType="withEffect" presetClass="entr" presetID="10" presetSubtype="0">
                                  <p:stCondLst>
                                    <p:cond delay="0"/>
                                  </p:stCondLst>
                                  <p:childTnLst>
                                    <p:set>
                                      <p:cBhvr>
                                        <p:cTn dur="1" fill="hold">
                                          <p:stCondLst>
                                            <p:cond delay="0"/>
                                          </p:stCondLst>
                                        </p:cTn>
                                        <p:tgtEl>
                                          <p:spTgt spid="5412"/>
                                        </p:tgtEl>
                                        <p:attrNameLst>
                                          <p:attrName>style.visibility</p:attrName>
                                        </p:attrNameLst>
                                      </p:cBhvr>
                                      <p:to>
                                        <p:strVal val="visible"/>
                                      </p:to>
                                    </p:set>
                                    <p:animEffect filter="fade" transition="in">
                                      <p:cBhvr>
                                        <p:cTn dur="1000"/>
                                        <p:tgtEl>
                                          <p:spTgt spid="5412"/>
                                        </p:tgtEl>
                                      </p:cBhvr>
                                    </p:animEffect>
                                  </p:childTnLst>
                                </p:cTn>
                              </p:par>
                              <p:par>
                                <p:cTn fill="hold" nodeType="withEffect" presetClass="entr" presetID="10" presetSubtype="0">
                                  <p:stCondLst>
                                    <p:cond delay="0"/>
                                  </p:stCondLst>
                                  <p:childTnLst>
                                    <p:set>
                                      <p:cBhvr>
                                        <p:cTn dur="1" fill="hold">
                                          <p:stCondLst>
                                            <p:cond delay="0"/>
                                          </p:stCondLst>
                                        </p:cTn>
                                        <p:tgtEl>
                                          <p:spTgt spid="5413"/>
                                        </p:tgtEl>
                                        <p:attrNameLst>
                                          <p:attrName>style.visibility</p:attrName>
                                        </p:attrNameLst>
                                      </p:cBhvr>
                                      <p:to>
                                        <p:strVal val="visible"/>
                                      </p:to>
                                    </p:set>
                                    <p:animEffect filter="fade" transition="in">
                                      <p:cBhvr>
                                        <p:cTn dur="1000"/>
                                        <p:tgtEl>
                                          <p:spTgt spid="541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404"/>
                                        </p:tgtEl>
                                        <p:attrNameLst>
                                          <p:attrName>style.visibility</p:attrName>
                                        </p:attrNameLst>
                                      </p:cBhvr>
                                      <p:to>
                                        <p:strVal val="visible"/>
                                      </p:to>
                                    </p:set>
                                    <p:animEffect filter="fade" transition="in">
                                      <p:cBhvr>
                                        <p:cTn dur="1000"/>
                                        <p:tgtEl>
                                          <p:spTgt spid="5404"/>
                                        </p:tgtEl>
                                      </p:cBhvr>
                                    </p:animEffect>
                                  </p:childTnLst>
                                </p:cTn>
                              </p:par>
                              <p:par>
                                <p:cTn fill="hold" nodeType="withEffect" presetClass="entr" presetID="10" presetSubtype="0">
                                  <p:stCondLst>
                                    <p:cond delay="0"/>
                                  </p:stCondLst>
                                  <p:childTnLst>
                                    <p:set>
                                      <p:cBhvr>
                                        <p:cTn dur="1" fill="hold">
                                          <p:stCondLst>
                                            <p:cond delay="0"/>
                                          </p:stCondLst>
                                        </p:cTn>
                                        <p:tgtEl>
                                          <p:spTgt spid="5408"/>
                                        </p:tgtEl>
                                        <p:attrNameLst>
                                          <p:attrName>style.visibility</p:attrName>
                                        </p:attrNameLst>
                                      </p:cBhvr>
                                      <p:to>
                                        <p:strVal val="visible"/>
                                      </p:to>
                                    </p:set>
                                    <p:animEffect filter="fade" transition="in">
                                      <p:cBhvr>
                                        <p:cTn dur="1000"/>
                                        <p:tgtEl>
                                          <p:spTgt spid="5408"/>
                                        </p:tgtEl>
                                      </p:cBhvr>
                                    </p:animEffect>
                                  </p:childTnLst>
                                </p:cTn>
                              </p:par>
                              <p:par>
                                <p:cTn fill="hold" nodeType="withEffect" presetClass="entr" presetID="10" presetSubtype="0">
                                  <p:stCondLst>
                                    <p:cond delay="0"/>
                                  </p:stCondLst>
                                  <p:childTnLst>
                                    <p:set>
                                      <p:cBhvr>
                                        <p:cTn dur="1" fill="hold">
                                          <p:stCondLst>
                                            <p:cond delay="0"/>
                                          </p:stCondLst>
                                        </p:cTn>
                                        <p:tgtEl>
                                          <p:spTgt spid="5409"/>
                                        </p:tgtEl>
                                        <p:attrNameLst>
                                          <p:attrName>style.visibility</p:attrName>
                                        </p:attrNameLst>
                                      </p:cBhvr>
                                      <p:to>
                                        <p:strVal val="visible"/>
                                      </p:to>
                                    </p:set>
                                    <p:animEffect filter="fade" transition="in">
                                      <p:cBhvr>
                                        <p:cTn dur="1000"/>
                                        <p:tgtEl>
                                          <p:spTgt spid="5409"/>
                                        </p:tgtEl>
                                      </p:cBhvr>
                                    </p:animEffect>
                                  </p:childTnLst>
                                </p:cTn>
                              </p:par>
                              <p:par>
                                <p:cTn fill="hold" nodeType="withEffect" presetClass="entr" presetID="10" presetSubtype="0">
                                  <p:stCondLst>
                                    <p:cond delay="0"/>
                                  </p:stCondLst>
                                  <p:childTnLst>
                                    <p:set>
                                      <p:cBhvr>
                                        <p:cTn dur="1" fill="hold">
                                          <p:stCondLst>
                                            <p:cond delay="0"/>
                                          </p:stCondLst>
                                        </p:cTn>
                                        <p:tgtEl>
                                          <p:spTgt spid="5411"/>
                                        </p:tgtEl>
                                        <p:attrNameLst>
                                          <p:attrName>style.visibility</p:attrName>
                                        </p:attrNameLst>
                                      </p:cBhvr>
                                      <p:to>
                                        <p:strVal val="visible"/>
                                      </p:to>
                                    </p:set>
                                    <p:animEffect filter="fade" transition="in">
                                      <p:cBhvr>
                                        <p:cTn dur="1000"/>
                                        <p:tgtEl>
                                          <p:spTgt spid="5411"/>
                                        </p:tgtEl>
                                      </p:cBhvr>
                                    </p:animEffect>
                                  </p:childTnLst>
                                </p:cTn>
                              </p:par>
                              <p:par>
                                <p:cTn fill="hold" nodeType="withEffect" presetClass="entr" presetID="10" presetSubtype="0">
                                  <p:stCondLst>
                                    <p:cond delay="0"/>
                                  </p:stCondLst>
                                  <p:childTnLst>
                                    <p:set>
                                      <p:cBhvr>
                                        <p:cTn dur="1" fill="hold">
                                          <p:stCondLst>
                                            <p:cond delay="0"/>
                                          </p:stCondLst>
                                        </p:cTn>
                                        <p:tgtEl>
                                          <p:spTgt spid="5414"/>
                                        </p:tgtEl>
                                        <p:attrNameLst>
                                          <p:attrName>style.visibility</p:attrName>
                                        </p:attrNameLst>
                                      </p:cBhvr>
                                      <p:to>
                                        <p:strVal val="visible"/>
                                      </p:to>
                                    </p:set>
                                    <p:animEffect filter="fade" transition="in">
                                      <p:cBhvr>
                                        <p:cTn dur="1000"/>
                                        <p:tgtEl>
                                          <p:spTgt spid="5414"/>
                                        </p:tgtEl>
                                      </p:cBhvr>
                                    </p:animEffect>
                                  </p:childTnLst>
                                </p:cTn>
                              </p:par>
                              <p:par>
                                <p:cTn fill="hold" nodeType="withEffect" presetClass="entr" presetID="10" presetSubtype="0">
                                  <p:stCondLst>
                                    <p:cond delay="0"/>
                                  </p:stCondLst>
                                  <p:childTnLst>
                                    <p:set>
                                      <p:cBhvr>
                                        <p:cTn dur="1" fill="hold">
                                          <p:stCondLst>
                                            <p:cond delay="0"/>
                                          </p:stCondLst>
                                        </p:cTn>
                                        <p:tgtEl>
                                          <p:spTgt spid="5415"/>
                                        </p:tgtEl>
                                        <p:attrNameLst>
                                          <p:attrName>style.visibility</p:attrName>
                                        </p:attrNameLst>
                                      </p:cBhvr>
                                      <p:to>
                                        <p:strVal val="visible"/>
                                      </p:to>
                                    </p:set>
                                    <p:animEffect filter="fade" transition="in">
                                      <p:cBhvr>
                                        <p:cTn dur="1000"/>
                                        <p:tgtEl>
                                          <p:spTgt spid="541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0" name="Shape 5450"/>
        <p:cNvGrpSpPr/>
        <p:nvPr/>
      </p:nvGrpSpPr>
      <p:grpSpPr>
        <a:xfrm>
          <a:off x="0" y="0"/>
          <a:ext cx="0" cy="0"/>
          <a:chOff x="0" y="0"/>
          <a:chExt cx="0" cy="0"/>
        </a:xfrm>
      </p:grpSpPr>
      <p:sp>
        <p:nvSpPr>
          <p:cNvPr id="5451" name="Google Shape;5451;p97"/>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COMPARISON CASES</a:t>
            </a:r>
            <a:endParaRPr/>
          </a:p>
        </p:txBody>
      </p:sp>
      <p:sp>
        <p:nvSpPr>
          <p:cNvPr id="5452" name="Google Shape;5452;p97"/>
          <p:cNvSpPr txBox="1"/>
          <p:nvPr>
            <p:ph idx="2" type="title"/>
          </p:nvPr>
        </p:nvSpPr>
        <p:spPr>
          <a:xfrm>
            <a:off x="5435062" y="1187663"/>
            <a:ext cx="2548800" cy="646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80%</a:t>
            </a:r>
            <a:endParaRPr/>
          </a:p>
        </p:txBody>
      </p:sp>
      <p:sp>
        <p:nvSpPr>
          <p:cNvPr id="5453" name="Google Shape;5453;p97"/>
          <p:cNvSpPr txBox="1"/>
          <p:nvPr>
            <p:ph idx="1" type="subTitle"/>
          </p:nvPr>
        </p:nvSpPr>
        <p:spPr>
          <a:xfrm>
            <a:off x="5438995" y="2052483"/>
            <a:ext cx="25449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smallest planet in the Solar System</a:t>
            </a:r>
            <a:endParaRPr/>
          </a:p>
        </p:txBody>
      </p:sp>
      <p:sp>
        <p:nvSpPr>
          <p:cNvPr id="5454" name="Google Shape;5454;p97"/>
          <p:cNvSpPr txBox="1"/>
          <p:nvPr>
            <p:ph idx="3" type="title"/>
          </p:nvPr>
        </p:nvSpPr>
        <p:spPr>
          <a:xfrm>
            <a:off x="5437670" y="2897274"/>
            <a:ext cx="2543400" cy="646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20%</a:t>
            </a:r>
            <a:endParaRPr/>
          </a:p>
        </p:txBody>
      </p:sp>
      <p:sp>
        <p:nvSpPr>
          <p:cNvPr id="5455" name="Google Shape;5455;p97"/>
          <p:cNvSpPr txBox="1"/>
          <p:nvPr>
            <p:ph idx="4" type="subTitle"/>
          </p:nvPr>
        </p:nvSpPr>
        <p:spPr>
          <a:xfrm>
            <a:off x="5440518" y="3762075"/>
            <a:ext cx="25392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existed in the Solar System</a:t>
            </a:r>
            <a:endParaRPr/>
          </a:p>
        </p:txBody>
      </p:sp>
      <p:sp>
        <p:nvSpPr>
          <p:cNvPr id="5456" name="Google Shape;5456;p97"/>
          <p:cNvSpPr txBox="1"/>
          <p:nvPr>
            <p:ph idx="5" type="title"/>
          </p:nvPr>
        </p:nvSpPr>
        <p:spPr>
          <a:xfrm>
            <a:off x="5438999" y="1667015"/>
            <a:ext cx="2543400" cy="46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5457" name="Google Shape;5457;p97"/>
          <p:cNvSpPr txBox="1"/>
          <p:nvPr>
            <p:ph idx="6" type="title"/>
          </p:nvPr>
        </p:nvSpPr>
        <p:spPr>
          <a:xfrm>
            <a:off x="5440518" y="3376617"/>
            <a:ext cx="2538900" cy="46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grpSp>
        <p:nvGrpSpPr>
          <p:cNvPr id="5458" name="Google Shape;5458;p97"/>
          <p:cNvGrpSpPr/>
          <p:nvPr/>
        </p:nvGrpSpPr>
        <p:grpSpPr>
          <a:xfrm rot="5400000">
            <a:off x="2298629" y="246375"/>
            <a:ext cx="1195923" cy="3472861"/>
            <a:chOff x="1582325" y="5558550"/>
            <a:chExt cx="645050" cy="1873475"/>
          </a:xfrm>
        </p:grpSpPr>
        <p:sp>
          <p:nvSpPr>
            <p:cNvPr id="5459" name="Google Shape;5459;p97"/>
            <p:cNvSpPr/>
            <p:nvPr/>
          </p:nvSpPr>
          <p:spPr>
            <a:xfrm>
              <a:off x="1770150" y="5558550"/>
              <a:ext cx="269700" cy="175650"/>
            </a:xfrm>
            <a:custGeom>
              <a:rect b="b" l="l" r="r" t="t"/>
              <a:pathLst>
                <a:path extrusionOk="0" h="7026" w="10788">
                  <a:moveTo>
                    <a:pt x="655" y="0"/>
                  </a:moveTo>
                  <a:cubicBezTo>
                    <a:pt x="286" y="0"/>
                    <a:pt x="0" y="298"/>
                    <a:pt x="0" y="655"/>
                  </a:cubicBezTo>
                  <a:lnTo>
                    <a:pt x="0" y="6370"/>
                  </a:lnTo>
                  <a:cubicBezTo>
                    <a:pt x="0" y="6739"/>
                    <a:pt x="298" y="7025"/>
                    <a:pt x="655" y="7025"/>
                  </a:cubicBezTo>
                  <a:lnTo>
                    <a:pt x="10133" y="7025"/>
                  </a:lnTo>
                  <a:cubicBezTo>
                    <a:pt x="10490" y="7025"/>
                    <a:pt x="10776" y="6727"/>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97"/>
            <p:cNvSpPr/>
            <p:nvPr/>
          </p:nvSpPr>
          <p:spPr>
            <a:xfrm>
              <a:off x="1582325" y="5734450"/>
              <a:ext cx="645050" cy="1697575"/>
            </a:xfrm>
            <a:custGeom>
              <a:rect b="b" l="l" r="r" t="t"/>
              <a:pathLst>
                <a:path extrusionOk="0" h="67903" w="25802">
                  <a:moveTo>
                    <a:pt x="8597" y="1"/>
                  </a:moveTo>
                  <a:lnTo>
                    <a:pt x="8597" y="513"/>
                  </a:lnTo>
                  <a:cubicBezTo>
                    <a:pt x="8597" y="942"/>
                    <a:pt x="8347" y="1823"/>
                    <a:pt x="7942" y="1977"/>
                  </a:cubicBezTo>
                  <a:cubicBezTo>
                    <a:pt x="3275" y="3930"/>
                    <a:pt x="1" y="8526"/>
                    <a:pt x="1" y="13907"/>
                  </a:cubicBezTo>
                  <a:lnTo>
                    <a:pt x="1" y="62628"/>
                  </a:lnTo>
                  <a:cubicBezTo>
                    <a:pt x="1" y="65545"/>
                    <a:pt x="2370" y="67902"/>
                    <a:pt x="5263" y="67902"/>
                  </a:cubicBezTo>
                  <a:lnTo>
                    <a:pt x="20539" y="67902"/>
                  </a:lnTo>
                  <a:cubicBezTo>
                    <a:pt x="23456" y="67902"/>
                    <a:pt x="25801" y="65533"/>
                    <a:pt x="25801" y="62628"/>
                  </a:cubicBezTo>
                  <a:lnTo>
                    <a:pt x="25801" y="13907"/>
                  </a:lnTo>
                  <a:cubicBezTo>
                    <a:pt x="25801" y="8526"/>
                    <a:pt x="22527" y="3930"/>
                    <a:pt x="17860" y="1977"/>
                  </a:cubicBezTo>
                  <a:cubicBezTo>
                    <a:pt x="17455" y="1823"/>
                    <a:pt x="17205" y="930"/>
                    <a:pt x="17205" y="513"/>
                  </a:cubicBezTo>
                  <a:lnTo>
                    <a:pt x="1720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1" name="Google Shape;5461;p97"/>
          <p:cNvSpPr/>
          <p:nvPr/>
        </p:nvSpPr>
        <p:spPr>
          <a:xfrm>
            <a:off x="1297450" y="1505825"/>
            <a:ext cx="2211000" cy="951300"/>
          </a:xfrm>
          <a:prstGeom prst="roundRect">
            <a:avLst>
              <a:gd fmla="val 16667" name="adj"/>
            </a:avLst>
          </a:pr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2" name="Google Shape;5462;p97"/>
          <p:cNvGrpSpPr/>
          <p:nvPr/>
        </p:nvGrpSpPr>
        <p:grpSpPr>
          <a:xfrm rot="5400000">
            <a:off x="2298629" y="1948937"/>
            <a:ext cx="1195923" cy="3472861"/>
            <a:chOff x="1582325" y="5558550"/>
            <a:chExt cx="645050" cy="1873475"/>
          </a:xfrm>
        </p:grpSpPr>
        <p:sp>
          <p:nvSpPr>
            <p:cNvPr id="5463" name="Google Shape;5463;p97"/>
            <p:cNvSpPr/>
            <p:nvPr/>
          </p:nvSpPr>
          <p:spPr>
            <a:xfrm>
              <a:off x="1770150" y="5558550"/>
              <a:ext cx="269700" cy="175650"/>
            </a:xfrm>
            <a:custGeom>
              <a:rect b="b" l="l" r="r" t="t"/>
              <a:pathLst>
                <a:path extrusionOk="0" h="7026" w="10788">
                  <a:moveTo>
                    <a:pt x="655" y="0"/>
                  </a:moveTo>
                  <a:cubicBezTo>
                    <a:pt x="286" y="0"/>
                    <a:pt x="0" y="298"/>
                    <a:pt x="0" y="655"/>
                  </a:cubicBezTo>
                  <a:lnTo>
                    <a:pt x="0" y="6370"/>
                  </a:lnTo>
                  <a:cubicBezTo>
                    <a:pt x="0" y="6739"/>
                    <a:pt x="298" y="7025"/>
                    <a:pt x="655" y="7025"/>
                  </a:cubicBezTo>
                  <a:lnTo>
                    <a:pt x="10133" y="7025"/>
                  </a:lnTo>
                  <a:cubicBezTo>
                    <a:pt x="10490" y="7025"/>
                    <a:pt x="10776" y="6727"/>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97"/>
            <p:cNvSpPr/>
            <p:nvPr/>
          </p:nvSpPr>
          <p:spPr>
            <a:xfrm>
              <a:off x="1582325" y="5734450"/>
              <a:ext cx="645050" cy="1697575"/>
            </a:xfrm>
            <a:custGeom>
              <a:rect b="b" l="l" r="r" t="t"/>
              <a:pathLst>
                <a:path extrusionOk="0" h="67903" w="25802">
                  <a:moveTo>
                    <a:pt x="8597" y="1"/>
                  </a:moveTo>
                  <a:lnTo>
                    <a:pt x="8597" y="513"/>
                  </a:lnTo>
                  <a:cubicBezTo>
                    <a:pt x="8597" y="942"/>
                    <a:pt x="8347" y="1823"/>
                    <a:pt x="7942" y="1977"/>
                  </a:cubicBezTo>
                  <a:cubicBezTo>
                    <a:pt x="3275" y="3930"/>
                    <a:pt x="1" y="8526"/>
                    <a:pt x="1" y="13907"/>
                  </a:cubicBezTo>
                  <a:lnTo>
                    <a:pt x="1" y="62628"/>
                  </a:lnTo>
                  <a:cubicBezTo>
                    <a:pt x="1" y="65545"/>
                    <a:pt x="2370" y="67902"/>
                    <a:pt x="5263" y="67902"/>
                  </a:cubicBezTo>
                  <a:lnTo>
                    <a:pt x="20539" y="67902"/>
                  </a:lnTo>
                  <a:cubicBezTo>
                    <a:pt x="23456" y="67902"/>
                    <a:pt x="25801" y="65533"/>
                    <a:pt x="25801" y="62628"/>
                  </a:cubicBezTo>
                  <a:lnTo>
                    <a:pt x="25801" y="13907"/>
                  </a:lnTo>
                  <a:cubicBezTo>
                    <a:pt x="25801" y="8526"/>
                    <a:pt x="22527" y="3930"/>
                    <a:pt x="17860" y="1977"/>
                  </a:cubicBezTo>
                  <a:cubicBezTo>
                    <a:pt x="17455" y="1823"/>
                    <a:pt x="17205" y="930"/>
                    <a:pt x="17205" y="513"/>
                  </a:cubicBezTo>
                  <a:lnTo>
                    <a:pt x="1720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5" name="Google Shape;5465;p97"/>
          <p:cNvSpPr/>
          <p:nvPr/>
        </p:nvSpPr>
        <p:spPr>
          <a:xfrm>
            <a:off x="1297451" y="3208375"/>
            <a:ext cx="574200" cy="951300"/>
          </a:xfrm>
          <a:prstGeom prst="roundRect">
            <a:avLst>
              <a:gd fmla="val 26998" name="adj"/>
            </a:avLst>
          </a:pr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66" name="Google Shape;5466;p97"/>
          <p:cNvCxnSpPr/>
          <p:nvPr/>
        </p:nvCxnSpPr>
        <p:spPr>
          <a:xfrm>
            <a:off x="4814800" y="1982805"/>
            <a:ext cx="485700" cy="0"/>
          </a:xfrm>
          <a:prstGeom prst="straightConnector1">
            <a:avLst/>
          </a:prstGeom>
          <a:noFill/>
          <a:ln cap="flat" cmpd="sng" w="19050">
            <a:solidFill>
              <a:schemeClr val="accent4"/>
            </a:solidFill>
            <a:prstDash val="solid"/>
            <a:round/>
            <a:headEnd len="med" w="med" type="oval"/>
            <a:tailEnd len="med" w="med" type="oval"/>
          </a:ln>
        </p:spPr>
      </p:cxnSp>
      <p:cxnSp>
        <p:nvCxnSpPr>
          <p:cNvPr id="5467" name="Google Shape;5467;p97"/>
          <p:cNvCxnSpPr/>
          <p:nvPr/>
        </p:nvCxnSpPr>
        <p:spPr>
          <a:xfrm>
            <a:off x="4814800" y="3685367"/>
            <a:ext cx="485700" cy="0"/>
          </a:xfrm>
          <a:prstGeom prst="straightConnector1">
            <a:avLst/>
          </a:prstGeom>
          <a:noFill/>
          <a:ln cap="flat" cmpd="sng" w="19050">
            <a:solidFill>
              <a:schemeClr val="accent4"/>
            </a:solidFill>
            <a:prstDash val="solid"/>
            <a:round/>
            <a:headEnd len="med" w="med" type="oval"/>
            <a:tailEnd len="med" w="med" type="oval"/>
          </a:ln>
        </p:spPr>
      </p:cxnSp>
      <p:grpSp>
        <p:nvGrpSpPr>
          <p:cNvPr id="5468" name="Google Shape;5468;p97"/>
          <p:cNvGrpSpPr/>
          <p:nvPr/>
        </p:nvGrpSpPr>
        <p:grpSpPr>
          <a:xfrm rot="-5665238">
            <a:off x="1948887" y="1144690"/>
            <a:ext cx="399590" cy="524810"/>
            <a:chOff x="1984450" y="1119863"/>
            <a:chExt cx="166125" cy="218175"/>
          </a:xfrm>
        </p:grpSpPr>
        <p:sp>
          <p:nvSpPr>
            <p:cNvPr id="5469" name="Google Shape;5469;p97"/>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97"/>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97"/>
          <p:cNvGrpSpPr/>
          <p:nvPr/>
        </p:nvGrpSpPr>
        <p:grpSpPr>
          <a:xfrm rot="5134762">
            <a:off x="4223287" y="2686590"/>
            <a:ext cx="399590" cy="524810"/>
            <a:chOff x="1984450" y="1119863"/>
            <a:chExt cx="166125" cy="218175"/>
          </a:xfrm>
        </p:grpSpPr>
        <p:sp>
          <p:nvSpPr>
            <p:cNvPr id="5472" name="Google Shape;5472;p97"/>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97"/>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4" name="Google Shape;5474;p97"/>
          <p:cNvGrpSpPr/>
          <p:nvPr/>
        </p:nvGrpSpPr>
        <p:grpSpPr>
          <a:xfrm flipH="1" rot="971368">
            <a:off x="517990" y="845013"/>
            <a:ext cx="390572" cy="660409"/>
            <a:chOff x="4774877" y="116629"/>
            <a:chExt cx="576785" cy="975095"/>
          </a:xfrm>
        </p:grpSpPr>
        <p:sp>
          <p:nvSpPr>
            <p:cNvPr id="5475" name="Google Shape;5475;p97"/>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97"/>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97"/>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97"/>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97"/>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97"/>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97"/>
          <p:cNvGrpSpPr/>
          <p:nvPr/>
        </p:nvGrpSpPr>
        <p:grpSpPr>
          <a:xfrm rot="-971368">
            <a:off x="7825665" y="2989213"/>
            <a:ext cx="390572" cy="660409"/>
            <a:chOff x="4774877" y="116629"/>
            <a:chExt cx="576785" cy="975095"/>
          </a:xfrm>
        </p:grpSpPr>
        <p:sp>
          <p:nvSpPr>
            <p:cNvPr id="5482" name="Google Shape;5482;p97"/>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97"/>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97"/>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97"/>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97"/>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97"/>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466"/>
                                        </p:tgtEl>
                                        <p:attrNameLst>
                                          <p:attrName>style.visibility</p:attrName>
                                        </p:attrNameLst>
                                      </p:cBhvr>
                                      <p:to>
                                        <p:strVal val="visible"/>
                                      </p:to>
                                    </p:set>
                                    <p:animEffect filter="fade" transition="in">
                                      <p:cBhvr>
                                        <p:cTn dur="1000"/>
                                        <p:tgtEl>
                                          <p:spTgt spid="546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452"/>
                                        </p:tgtEl>
                                        <p:attrNameLst>
                                          <p:attrName>style.visibility</p:attrName>
                                        </p:attrNameLst>
                                      </p:cBhvr>
                                      <p:to>
                                        <p:strVal val="visible"/>
                                      </p:to>
                                    </p:set>
                                    <p:animEffect filter="fade" transition="in">
                                      <p:cBhvr>
                                        <p:cTn dur="1000"/>
                                        <p:tgtEl>
                                          <p:spTgt spid="5452"/>
                                        </p:tgtEl>
                                      </p:cBhvr>
                                    </p:animEffect>
                                  </p:childTnLst>
                                </p:cTn>
                              </p:par>
                              <p:par>
                                <p:cTn fill="hold" nodeType="withEffect" presetClass="entr" presetID="10" presetSubtype="0">
                                  <p:stCondLst>
                                    <p:cond delay="0"/>
                                  </p:stCondLst>
                                  <p:childTnLst>
                                    <p:set>
                                      <p:cBhvr>
                                        <p:cTn dur="1" fill="hold">
                                          <p:stCondLst>
                                            <p:cond delay="0"/>
                                          </p:stCondLst>
                                        </p:cTn>
                                        <p:tgtEl>
                                          <p:spTgt spid="5456"/>
                                        </p:tgtEl>
                                        <p:attrNameLst>
                                          <p:attrName>style.visibility</p:attrName>
                                        </p:attrNameLst>
                                      </p:cBhvr>
                                      <p:to>
                                        <p:strVal val="visible"/>
                                      </p:to>
                                    </p:set>
                                    <p:animEffect filter="fade" transition="in">
                                      <p:cBhvr>
                                        <p:cTn dur="1000"/>
                                        <p:tgtEl>
                                          <p:spTgt spid="5456"/>
                                        </p:tgtEl>
                                      </p:cBhvr>
                                    </p:animEffect>
                                  </p:childTnLst>
                                </p:cTn>
                              </p:par>
                              <p:par>
                                <p:cTn fill="hold" nodeType="withEffect" presetClass="entr" presetID="10" presetSubtype="0">
                                  <p:stCondLst>
                                    <p:cond delay="0"/>
                                  </p:stCondLst>
                                  <p:childTnLst>
                                    <p:set>
                                      <p:cBhvr>
                                        <p:cTn dur="1" fill="hold">
                                          <p:stCondLst>
                                            <p:cond delay="0"/>
                                          </p:stCondLst>
                                        </p:cTn>
                                        <p:tgtEl>
                                          <p:spTgt spid="5453"/>
                                        </p:tgtEl>
                                        <p:attrNameLst>
                                          <p:attrName>style.visibility</p:attrName>
                                        </p:attrNameLst>
                                      </p:cBhvr>
                                      <p:to>
                                        <p:strVal val="visible"/>
                                      </p:to>
                                    </p:set>
                                    <p:animEffect filter="fade" transition="in">
                                      <p:cBhvr>
                                        <p:cTn dur="1000"/>
                                        <p:tgtEl>
                                          <p:spTgt spid="545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467"/>
                                        </p:tgtEl>
                                        <p:attrNameLst>
                                          <p:attrName>style.visibility</p:attrName>
                                        </p:attrNameLst>
                                      </p:cBhvr>
                                      <p:to>
                                        <p:strVal val="visible"/>
                                      </p:to>
                                    </p:set>
                                    <p:animEffect filter="fade" transition="in">
                                      <p:cBhvr>
                                        <p:cTn dur="1000"/>
                                        <p:tgtEl>
                                          <p:spTgt spid="5467"/>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454"/>
                                        </p:tgtEl>
                                        <p:attrNameLst>
                                          <p:attrName>style.visibility</p:attrName>
                                        </p:attrNameLst>
                                      </p:cBhvr>
                                      <p:to>
                                        <p:strVal val="visible"/>
                                      </p:to>
                                    </p:set>
                                    <p:animEffect filter="fade" transition="in">
                                      <p:cBhvr>
                                        <p:cTn dur="1000"/>
                                        <p:tgtEl>
                                          <p:spTgt spid="5454"/>
                                        </p:tgtEl>
                                      </p:cBhvr>
                                    </p:animEffect>
                                  </p:childTnLst>
                                </p:cTn>
                              </p:par>
                              <p:par>
                                <p:cTn fill="hold" nodeType="withEffect" presetClass="entr" presetID="10" presetSubtype="0">
                                  <p:stCondLst>
                                    <p:cond delay="0"/>
                                  </p:stCondLst>
                                  <p:childTnLst>
                                    <p:set>
                                      <p:cBhvr>
                                        <p:cTn dur="1" fill="hold">
                                          <p:stCondLst>
                                            <p:cond delay="0"/>
                                          </p:stCondLst>
                                        </p:cTn>
                                        <p:tgtEl>
                                          <p:spTgt spid="5457"/>
                                        </p:tgtEl>
                                        <p:attrNameLst>
                                          <p:attrName>style.visibility</p:attrName>
                                        </p:attrNameLst>
                                      </p:cBhvr>
                                      <p:to>
                                        <p:strVal val="visible"/>
                                      </p:to>
                                    </p:set>
                                    <p:animEffect filter="fade" transition="in">
                                      <p:cBhvr>
                                        <p:cTn dur="1000"/>
                                        <p:tgtEl>
                                          <p:spTgt spid="5457"/>
                                        </p:tgtEl>
                                      </p:cBhvr>
                                    </p:animEffect>
                                  </p:childTnLst>
                                </p:cTn>
                              </p:par>
                              <p:par>
                                <p:cTn fill="hold" nodeType="withEffect" presetClass="entr" presetID="10" presetSubtype="0">
                                  <p:stCondLst>
                                    <p:cond delay="0"/>
                                  </p:stCondLst>
                                  <p:childTnLst>
                                    <p:set>
                                      <p:cBhvr>
                                        <p:cTn dur="1" fill="hold">
                                          <p:stCondLst>
                                            <p:cond delay="0"/>
                                          </p:stCondLst>
                                        </p:cTn>
                                        <p:tgtEl>
                                          <p:spTgt spid="5455"/>
                                        </p:tgtEl>
                                        <p:attrNameLst>
                                          <p:attrName>style.visibility</p:attrName>
                                        </p:attrNameLst>
                                      </p:cBhvr>
                                      <p:to>
                                        <p:strVal val="visible"/>
                                      </p:to>
                                    </p:set>
                                    <p:animEffect filter="fade" transition="in">
                                      <p:cBhvr>
                                        <p:cTn dur="1000"/>
                                        <p:tgtEl>
                                          <p:spTgt spid="545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91" name="Shape 5491"/>
        <p:cNvGrpSpPr/>
        <p:nvPr/>
      </p:nvGrpSpPr>
      <p:grpSpPr>
        <a:xfrm>
          <a:off x="0" y="0"/>
          <a:ext cx="0" cy="0"/>
          <a:chOff x="0" y="0"/>
          <a:chExt cx="0" cy="0"/>
        </a:xfrm>
      </p:grpSpPr>
      <p:sp>
        <p:nvSpPr>
          <p:cNvPr id="5492" name="Google Shape;5492;p98"/>
          <p:cNvSpPr txBox="1"/>
          <p:nvPr>
            <p:ph type="ctrTitle"/>
          </p:nvPr>
        </p:nvSpPr>
        <p:spPr>
          <a:xfrm>
            <a:off x="2256325" y="2369550"/>
            <a:ext cx="4718400" cy="95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GET STARTED</a:t>
            </a:r>
            <a:endParaRPr/>
          </a:p>
        </p:txBody>
      </p:sp>
      <p:sp>
        <p:nvSpPr>
          <p:cNvPr id="5493" name="Google Shape;5493;p98"/>
          <p:cNvSpPr txBox="1"/>
          <p:nvPr>
            <p:ph idx="1" type="subTitle"/>
          </p:nvPr>
        </p:nvSpPr>
        <p:spPr>
          <a:xfrm>
            <a:off x="2661175" y="3258100"/>
            <a:ext cx="3908700" cy="43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5494" name="Google Shape;5494;p98"/>
          <p:cNvSpPr/>
          <p:nvPr/>
        </p:nvSpPr>
        <p:spPr>
          <a:xfrm>
            <a:off x="4124275" y="1454300"/>
            <a:ext cx="982500" cy="982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98"/>
          <p:cNvSpPr txBox="1"/>
          <p:nvPr>
            <p:ph idx="2" type="title"/>
          </p:nvPr>
        </p:nvSpPr>
        <p:spPr>
          <a:xfrm>
            <a:off x="4124275" y="1636700"/>
            <a:ext cx="982500" cy="617700"/>
          </a:xfrm>
          <a:prstGeom prst="rect">
            <a:avLst/>
          </a:prstGeom>
        </p:spPr>
        <p:txBody>
          <a:bodyPr anchorCtr="0" anchor="ctr" bIns="91425" lIns="91425" spcFirstLastPara="1" rIns="91425" wrap="square" tIns="91425">
            <a:noAutofit/>
          </a:bodyPr>
          <a:lstStyle/>
          <a:p>
            <a:pPr indent="0" lvl="0" marL="0" rtl="0" algn="ctr">
              <a:spcBef>
                <a:spcPts val="1000"/>
              </a:spcBef>
              <a:spcAft>
                <a:spcPts val="0"/>
              </a:spcAft>
              <a:buNone/>
            </a:pPr>
            <a:r>
              <a:rPr lang="en"/>
              <a:t>04</a:t>
            </a:r>
            <a:endParaRPr/>
          </a:p>
        </p:txBody>
      </p:sp>
      <p:grpSp>
        <p:nvGrpSpPr>
          <p:cNvPr id="5496" name="Google Shape;5496;p98"/>
          <p:cNvGrpSpPr/>
          <p:nvPr/>
        </p:nvGrpSpPr>
        <p:grpSpPr>
          <a:xfrm rot="884614">
            <a:off x="6994515" y="2502190"/>
            <a:ext cx="1594895" cy="4630969"/>
            <a:chOff x="6512944" y="2975654"/>
            <a:chExt cx="1594853" cy="4630848"/>
          </a:xfrm>
        </p:grpSpPr>
        <p:grpSp>
          <p:nvGrpSpPr>
            <p:cNvPr id="5497" name="Google Shape;5497;p98"/>
            <p:cNvGrpSpPr/>
            <p:nvPr/>
          </p:nvGrpSpPr>
          <p:grpSpPr>
            <a:xfrm>
              <a:off x="6512944" y="2975654"/>
              <a:ext cx="1594853" cy="4630848"/>
              <a:chOff x="1460575" y="5630575"/>
              <a:chExt cx="645350" cy="1873775"/>
            </a:xfrm>
          </p:grpSpPr>
          <p:sp>
            <p:nvSpPr>
              <p:cNvPr id="5498" name="Google Shape;5498;p98"/>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98"/>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0" name="Google Shape;5500;p98"/>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1" name="Google Shape;5501;p98"/>
          <p:cNvGrpSpPr/>
          <p:nvPr/>
        </p:nvGrpSpPr>
        <p:grpSpPr>
          <a:xfrm rot="-9915386">
            <a:off x="554590" y="-1989660"/>
            <a:ext cx="1594895" cy="4630969"/>
            <a:chOff x="6512944" y="2975654"/>
            <a:chExt cx="1594853" cy="4630848"/>
          </a:xfrm>
        </p:grpSpPr>
        <p:grpSp>
          <p:nvGrpSpPr>
            <p:cNvPr id="5502" name="Google Shape;5502;p98"/>
            <p:cNvGrpSpPr/>
            <p:nvPr/>
          </p:nvGrpSpPr>
          <p:grpSpPr>
            <a:xfrm>
              <a:off x="6512944" y="2975654"/>
              <a:ext cx="1594853" cy="4630848"/>
              <a:chOff x="1460575" y="5630575"/>
              <a:chExt cx="645350" cy="1873775"/>
            </a:xfrm>
          </p:grpSpPr>
          <p:sp>
            <p:nvSpPr>
              <p:cNvPr id="5503" name="Google Shape;5503;p98"/>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98"/>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5" name="Google Shape;5505;p98"/>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6" name="Google Shape;5506;p98"/>
          <p:cNvGrpSpPr/>
          <p:nvPr/>
        </p:nvGrpSpPr>
        <p:grpSpPr>
          <a:xfrm flipH="1" rot="413369">
            <a:off x="7506368" y="2962176"/>
            <a:ext cx="1917530" cy="2528105"/>
            <a:chOff x="4326425" y="5583250"/>
            <a:chExt cx="744150" cy="981100"/>
          </a:xfrm>
        </p:grpSpPr>
        <p:sp>
          <p:nvSpPr>
            <p:cNvPr id="5507" name="Google Shape;5507;p98"/>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98"/>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98"/>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98"/>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98"/>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98"/>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98"/>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98"/>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98"/>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98"/>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98"/>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98"/>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98"/>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98"/>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98"/>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98"/>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98"/>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98"/>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98"/>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98"/>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98"/>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98"/>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98"/>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98"/>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98"/>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2" name="Google Shape;5532;p98"/>
          <p:cNvGrpSpPr/>
          <p:nvPr/>
        </p:nvGrpSpPr>
        <p:grpSpPr>
          <a:xfrm>
            <a:off x="1813811" y="-1101734"/>
            <a:ext cx="4416061" cy="3102016"/>
            <a:chOff x="1813811" y="-1101734"/>
            <a:chExt cx="4416061" cy="3102016"/>
          </a:xfrm>
        </p:grpSpPr>
        <p:grpSp>
          <p:nvGrpSpPr>
            <p:cNvPr id="5533" name="Google Shape;5533;p98"/>
            <p:cNvGrpSpPr/>
            <p:nvPr/>
          </p:nvGrpSpPr>
          <p:grpSpPr>
            <a:xfrm rot="3182169">
              <a:off x="5638228" y="-288271"/>
              <a:ext cx="379449" cy="720480"/>
              <a:chOff x="2263675" y="890788"/>
              <a:chExt cx="248900" cy="472600"/>
            </a:xfrm>
          </p:grpSpPr>
          <p:sp>
            <p:nvSpPr>
              <p:cNvPr id="5534" name="Google Shape;5534;p98"/>
              <p:cNvSpPr/>
              <p:nvPr/>
            </p:nvSpPr>
            <p:spPr>
              <a:xfrm>
                <a:off x="2263675" y="890788"/>
                <a:ext cx="248900" cy="472600"/>
              </a:xfrm>
              <a:custGeom>
                <a:rect b="b" l="l" r="r" t="t"/>
                <a:pathLst>
                  <a:path extrusionOk="0" h="18904" w="9956">
                    <a:moveTo>
                      <a:pt x="4075" y="0"/>
                    </a:moveTo>
                    <a:cubicBezTo>
                      <a:pt x="3898" y="0"/>
                      <a:pt x="3718" y="22"/>
                      <a:pt x="3537" y="68"/>
                    </a:cubicBezTo>
                    <a:cubicBezTo>
                      <a:pt x="1" y="961"/>
                      <a:pt x="1215" y="9010"/>
                      <a:pt x="2882" y="13236"/>
                    </a:cubicBezTo>
                    <a:cubicBezTo>
                      <a:pt x="4537" y="17463"/>
                      <a:pt x="4132" y="18904"/>
                      <a:pt x="4132" y="18904"/>
                    </a:cubicBezTo>
                    <a:cubicBezTo>
                      <a:pt x="4132" y="18904"/>
                      <a:pt x="6811" y="17285"/>
                      <a:pt x="8430" y="12284"/>
                    </a:cubicBezTo>
                    <a:cubicBezTo>
                      <a:pt x="9955" y="7540"/>
                      <a:pt x="7355" y="0"/>
                      <a:pt x="4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98"/>
              <p:cNvSpPr/>
              <p:nvPr/>
            </p:nvSpPr>
            <p:spPr>
              <a:xfrm>
                <a:off x="2365475" y="990113"/>
                <a:ext cx="93200" cy="360175"/>
              </a:xfrm>
              <a:custGeom>
                <a:rect b="b" l="l" r="r" t="t"/>
                <a:pathLst>
                  <a:path extrusionOk="0" h="14407" w="3728">
                    <a:moveTo>
                      <a:pt x="394" y="0"/>
                    </a:moveTo>
                    <a:lnTo>
                      <a:pt x="191" y="108"/>
                    </a:lnTo>
                    <a:cubicBezTo>
                      <a:pt x="215" y="179"/>
                      <a:pt x="3477" y="7001"/>
                      <a:pt x="1" y="14324"/>
                    </a:cubicBezTo>
                    <a:lnTo>
                      <a:pt x="203" y="14407"/>
                    </a:lnTo>
                    <a:cubicBezTo>
                      <a:pt x="3727" y="6989"/>
                      <a:pt x="429" y="84"/>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6" name="Google Shape;5536;p98"/>
            <p:cNvGrpSpPr/>
            <p:nvPr/>
          </p:nvGrpSpPr>
          <p:grpSpPr>
            <a:xfrm rot="2852146">
              <a:off x="2485922" y="-1056195"/>
              <a:ext cx="1148697" cy="2328048"/>
              <a:chOff x="1803775" y="5029925"/>
              <a:chExt cx="655775" cy="1329050"/>
            </a:xfrm>
          </p:grpSpPr>
          <p:sp>
            <p:nvSpPr>
              <p:cNvPr id="5537" name="Google Shape;5537;p98"/>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98"/>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98"/>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98"/>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98"/>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98"/>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98"/>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98"/>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98"/>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98"/>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98"/>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8" name="Google Shape;5548;p98"/>
            <p:cNvGrpSpPr/>
            <p:nvPr/>
          </p:nvGrpSpPr>
          <p:grpSpPr>
            <a:xfrm rot="6424968">
              <a:off x="2430613" y="731163"/>
              <a:ext cx="765964" cy="1396030"/>
              <a:chOff x="-214625" y="3943775"/>
              <a:chExt cx="458725" cy="836125"/>
            </a:xfrm>
          </p:grpSpPr>
          <p:sp>
            <p:nvSpPr>
              <p:cNvPr id="5549" name="Google Shape;5549;p98"/>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98"/>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98"/>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98"/>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98"/>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98"/>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98"/>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98"/>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98"/>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98"/>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98"/>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98"/>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98"/>
            <p:cNvGrpSpPr/>
            <p:nvPr/>
          </p:nvGrpSpPr>
          <p:grpSpPr>
            <a:xfrm rot="6486648">
              <a:off x="4136594" y="-518921"/>
              <a:ext cx="1166731" cy="1651795"/>
              <a:chOff x="1793075" y="1583538"/>
              <a:chExt cx="552200" cy="781775"/>
            </a:xfrm>
          </p:grpSpPr>
          <p:sp>
            <p:nvSpPr>
              <p:cNvPr id="5562" name="Google Shape;5562;p98"/>
              <p:cNvSpPr/>
              <p:nvPr/>
            </p:nvSpPr>
            <p:spPr>
              <a:xfrm>
                <a:off x="2040150" y="1950063"/>
                <a:ext cx="70250" cy="415250"/>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98"/>
              <p:cNvSpPr/>
              <p:nvPr/>
            </p:nvSpPr>
            <p:spPr>
              <a:xfrm>
                <a:off x="1793075" y="1829763"/>
                <a:ext cx="276850" cy="34787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98"/>
              <p:cNvSpPr/>
              <p:nvPr/>
            </p:nvSpPr>
            <p:spPr>
              <a:xfrm>
                <a:off x="1860950" y="1857188"/>
                <a:ext cx="205100" cy="289925"/>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98"/>
              <p:cNvSpPr/>
              <p:nvPr/>
            </p:nvSpPr>
            <p:spPr>
              <a:xfrm>
                <a:off x="2079125" y="1875513"/>
                <a:ext cx="266150" cy="433800"/>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98"/>
              <p:cNvSpPr/>
              <p:nvPr/>
            </p:nvSpPr>
            <p:spPr>
              <a:xfrm>
                <a:off x="2085975" y="1893188"/>
                <a:ext cx="181600" cy="383725"/>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98"/>
              <p:cNvSpPr/>
              <p:nvPr/>
            </p:nvSpPr>
            <p:spPr>
              <a:xfrm>
                <a:off x="1971675" y="1583538"/>
                <a:ext cx="261375" cy="375175"/>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98"/>
              <p:cNvSpPr/>
              <p:nvPr/>
            </p:nvSpPr>
            <p:spPr>
              <a:xfrm>
                <a:off x="2035675" y="1603538"/>
                <a:ext cx="106575" cy="358150"/>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9" name="Google Shape;5569;p98"/>
            <p:cNvSpPr/>
            <p:nvPr/>
          </p:nvSpPr>
          <p:spPr>
            <a:xfrm rot="3045368">
              <a:off x="3585614" y="695384"/>
              <a:ext cx="233030" cy="47211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0" name="Google Shape;5570;p98"/>
          <p:cNvSpPr/>
          <p:nvPr/>
        </p:nvSpPr>
        <p:spPr>
          <a:xfrm rot="-7617831">
            <a:off x="3703707" y="4875939"/>
            <a:ext cx="379449" cy="720480"/>
          </a:xfrm>
          <a:custGeom>
            <a:rect b="b" l="l" r="r" t="t"/>
            <a:pathLst>
              <a:path extrusionOk="0" h="18904" w="9956">
                <a:moveTo>
                  <a:pt x="4075" y="0"/>
                </a:moveTo>
                <a:cubicBezTo>
                  <a:pt x="3898" y="0"/>
                  <a:pt x="3718" y="22"/>
                  <a:pt x="3537" y="68"/>
                </a:cubicBezTo>
                <a:cubicBezTo>
                  <a:pt x="1" y="961"/>
                  <a:pt x="1215" y="9010"/>
                  <a:pt x="2882" y="13236"/>
                </a:cubicBezTo>
                <a:cubicBezTo>
                  <a:pt x="4537" y="17463"/>
                  <a:pt x="4132" y="18904"/>
                  <a:pt x="4132" y="18904"/>
                </a:cubicBezTo>
                <a:cubicBezTo>
                  <a:pt x="4132" y="18904"/>
                  <a:pt x="6811" y="17285"/>
                  <a:pt x="8430" y="12284"/>
                </a:cubicBezTo>
                <a:cubicBezTo>
                  <a:pt x="9955" y="7540"/>
                  <a:pt x="7355" y="0"/>
                  <a:pt x="40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98"/>
          <p:cNvSpPr/>
          <p:nvPr/>
        </p:nvSpPr>
        <p:spPr>
          <a:xfrm rot="-7617831">
            <a:off x="3852950" y="4892940"/>
            <a:ext cx="142084" cy="549088"/>
          </a:xfrm>
          <a:custGeom>
            <a:rect b="b" l="l" r="r" t="t"/>
            <a:pathLst>
              <a:path extrusionOk="0" h="14407" w="3728">
                <a:moveTo>
                  <a:pt x="394" y="0"/>
                </a:moveTo>
                <a:lnTo>
                  <a:pt x="191" y="108"/>
                </a:lnTo>
                <a:cubicBezTo>
                  <a:pt x="215" y="179"/>
                  <a:pt x="3477" y="7001"/>
                  <a:pt x="1" y="14324"/>
                </a:cubicBezTo>
                <a:lnTo>
                  <a:pt x="203" y="14407"/>
                </a:lnTo>
                <a:cubicBezTo>
                  <a:pt x="3727" y="6989"/>
                  <a:pt x="429" y="84"/>
                  <a:pt x="3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2" name="Google Shape;5572;p98"/>
          <p:cNvGrpSpPr/>
          <p:nvPr/>
        </p:nvGrpSpPr>
        <p:grpSpPr>
          <a:xfrm>
            <a:off x="4945903" y="4634575"/>
            <a:ext cx="2055462" cy="2074582"/>
            <a:chOff x="4945903" y="4634575"/>
            <a:chExt cx="2055462" cy="2074582"/>
          </a:xfrm>
        </p:grpSpPr>
        <p:sp>
          <p:nvSpPr>
            <p:cNvPr id="5573" name="Google Shape;5573;p98"/>
            <p:cNvSpPr/>
            <p:nvPr/>
          </p:nvSpPr>
          <p:spPr>
            <a:xfrm rot="-7947854">
              <a:off x="5803543" y="4654923"/>
              <a:ext cx="476584" cy="956934"/>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98"/>
            <p:cNvSpPr/>
            <p:nvPr/>
          </p:nvSpPr>
          <p:spPr>
            <a:xfrm rot="-7947854">
              <a:off x="5430206" y="5624037"/>
              <a:ext cx="322262" cy="1153645"/>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98"/>
            <p:cNvSpPr/>
            <p:nvPr/>
          </p:nvSpPr>
          <p:spPr>
            <a:xfrm rot="-7947854">
              <a:off x="5391040" y="5253449"/>
              <a:ext cx="404634" cy="1026037"/>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98"/>
            <p:cNvSpPr/>
            <p:nvPr/>
          </p:nvSpPr>
          <p:spPr>
            <a:xfrm rot="-7947854">
              <a:off x="5638423" y="4966732"/>
              <a:ext cx="419742" cy="97808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98"/>
            <p:cNvSpPr/>
            <p:nvPr/>
          </p:nvSpPr>
          <p:spPr>
            <a:xfrm rot="-7947854">
              <a:off x="5869183" y="5299075"/>
              <a:ext cx="482320" cy="1018329"/>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98"/>
            <p:cNvSpPr/>
            <p:nvPr/>
          </p:nvSpPr>
          <p:spPr>
            <a:xfrm rot="-7947854">
              <a:off x="6138698" y="5109455"/>
              <a:ext cx="693002" cy="765170"/>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98"/>
            <p:cNvSpPr/>
            <p:nvPr/>
          </p:nvSpPr>
          <p:spPr>
            <a:xfrm rot="-7947854">
              <a:off x="5740148" y="4549122"/>
              <a:ext cx="396795" cy="2328048"/>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98"/>
            <p:cNvSpPr/>
            <p:nvPr/>
          </p:nvSpPr>
          <p:spPr>
            <a:xfrm rot="-7947854">
              <a:off x="5416144" y="5285682"/>
              <a:ext cx="360317" cy="1002126"/>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98"/>
            <p:cNvSpPr/>
            <p:nvPr/>
          </p:nvSpPr>
          <p:spPr>
            <a:xfrm rot="-7947854">
              <a:off x="5636633" y="5020954"/>
              <a:ext cx="393686" cy="92080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98"/>
            <p:cNvSpPr/>
            <p:nvPr/>
          </p:nvSpPr>
          <p:spPr>
            <a:xfrm rot="-7947854">
              <a:off x="5720923" y="4891134"/>
              <a:ext cx="1093914" cy="969808"/>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98"/>
            <p:cNvSpPr/>
            <p:nvPr/>
          </p:nvSpPr>
          <p:spPr>
            <a:xfrm rot="-7947854">
              <a:off x="5849966" y="5299615"/>
              <a:ext cx="461476" cy="99801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4" name="Google Shape;5584;p98"/>
          <p:cNvSpPr/>
          <p:nvPr/>
        </p:nvSpPr>
        <p:spPr>
          <a:xfrm rot="-4375032">
            <a:off x="6239513" y="4625305"/>
            <a:ext cx="107909" cy="13474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5" name="Google Shape;5585;p98"/>
          <p:cNvGrpSpPr/>
          <p:nvPr/>
        </p:nvGrpSpPr>
        <p:grpSpPr>
          <a:xfrm>
            <a:off x="5440053" y="3895758"/>
            <a:ext cx="1482084" cy="1008521"/>
            <a:chOff x="5440053" y="3895758"/>
            <a:chExt cx="1482084" cy="1008521"/>
          </a:xfrm>
        </p:grpSpPr>
        <p:sp>
          <p:nvSpPr>
            <p:cNvPr id="5586" name="Google Shape;5586;p98"/>
            <p:cNvSpPr/>
            <p:nvPr/>
          </p:nvSpPr>
          <p:spPr>
            <a:xfrm rot="-4375032">
              <a:off x="5725571" y="3924608"/>
              <a:ext cx="325605" cy="837952"/>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98"/>
            <p:cNvSpPr/>
            <p:nvPr/>
          </p:nvSpPr>
          <p:spPr>
            <a:xfrm rot="-4375032">
              <a:off x="6246840" y="3927638"/>
              <a:ext cx="299264" cy="546683"/>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98"/>
            <p:cNvSpPr/>
            <p:nvPr/>
          </p:nvSpPr>
          <p:spPr>
            <a:xfrm rot="-4375032">
              <a:off x="6146669" y="4404644"/>
              <a:ext cx="390684" cy="440034"/>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98"/>
            <p:cNvSpPr/>
            <p:nvPr/>
          </p:nvSpPr>
          <p:spPr>
            <a:xfrm rot="-4375032">
              <a:off x="6017604" y="3578092"/>
              <a:ext cx="366848" cy="1396030"/>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98"/>
            <p:cNvSpPr/>
            <p:nvPr/>
          </p:nvSpPr>
          <p:spPr>
            <a:xfrm rot="-4375032">
              <a:off x="6005269" y="4117010"/>
              <a:ext cx="752523" cy="661053"/>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98"/>
            <p:cNvSpPr/>
            <p:nvPr/>
          </p:nvSpPr>
          <p:spPr>
            <a:xfrm rot="-4375032">
              <a:off x="5664423" y="4228599"/>
              <a:ext cx="149152" cy="161538"/>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98"/>
            <p:cNvSpPr/>
            <p:nvPr/>
          </p:nvSpPr>
          <p:spPr>
            <a:xfrm rot="-4375032">
              <a:off x="5794703" y="4247981"/>
              <a:ext cx="230678" cy="222689"/>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98"/>
            <p:cNvSpPr/>
            <p:nvPr/>
          </p:nvSpPr>
          <p:spPr>
            <a:xfrm rot="-4375032">
              <a:off x="5949178" y="4297508"/>
              <a:ext cx="227673" cy="185414"/>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98"/>
            <p:cNvSpPr/>
            <p:nvPr/>
          </p:nvSpPr>
          <p:spPr>
            <a:xfrm rot="-4375032">
              <a:off x="6316899" y="4056331"/>
              <a:ext cx="101898" cy="128729"/>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98"/>
            <p:cNvSpPr/>
            <p:nvPr/>
          </p:nvSpPr>
          <p:spPr>
            <a:xfrm rot="-4375032">
              <a:off x="6383312" y="4125571"/>
              <a:ext cx="138716" cy="164042"/>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98"/>
            <p:cNvSpPr/>
            <p:nvPr/>
          </p:nvSpPr>
          <p:spPr>
            <a:xfrm rot="-4375032">
              <a:off x="6345675" y="4553612"/>
              <a:ext cx="129741" cy="155611"/>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98"/>
          <p:cNvGrpSpPr/>
          <p:nvPr/>
        </p:nvGrpSpPr>
        <p:grpSpPr>
          <a:xfrm>
            <a:off x="4061948" y="4234140"/>
            <a:ext cx="1498348" cy="1150335"/>
            <a:chOff x="4061948" y="4234140"/>
            <a:chExt cx="1498348" cy="1150335"/>
          </a:xfrm>
        </p:grpSpPr>
        <p:sp>
          <p:nvSpPr>
            <p:cNvPr id="5598" name="Google Shape;5598;p98"/>
            <p:cNvSpPr/>
            <p:nvPr/>
          </p:nvSpPr>
          <p:spPr>
            <a:xfrm rot="-4313375">
              <a:off x="5071040" y="4488303"/>
              <a:ext cx="130602" cy="771992"/>
            </a:xfrm>
            <a:custGeom>
              <a:rect b="b" l="l" r="r" t="t"/>
              <a:pathLst>
                <a:path extrusionOk="0" h="16610" w="2810">
                  <a:moveTo>
                    <a:pt x="226" y="0"/>
                  </a:moveTo>
                  <a:lnTo>
                    <a:pt x="0" y="24"/>
                  </a:lnTo>
                  <a:cubicBezTo>
                    <a:pt x="0" y="143"/>
                    <a:pt x="965" y="12502"/>
                    <a:pt x="2608" y="16609"/>
                  </a:cubicBezTo>
                  <a:lnTo>
                    <a:pt x="2810" y="16538"/>
                  </a:lnTo>
                  <a:cubicBezTo>
                    <a:pt x="1191" y="12466"/>
                    <a:pt x="238" y="119"/>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98"/>
            <p:cNvSpPr/>
            <p:nvPr/>
          </p:nvSpPr>
          <p:spPr>
            <a:xfrm rot="-4313375">
              <a:off x="4523812" y="4715992"/>
              <a:ext cx="514692" cy="646735"/>
            </a:xfrm>
            <a:custGeom>
              <a:rect b="b" l="l" r="r" t="t"/>
              <a:pathLst>
                <a:path extrusionOk="0" h="13915" w="11074">
                  <a:moveTo>
                    <a:pt x="3644" y="1"/>
                  </a:moveTo>
                  <a:cubicBezTo>
                    <a:pt x="3201" y="1"/>
                    <a:pt x="2634" y="139"/>
                    <a:pt x="1906" y="466"/>
                  </a:cubicBezTo>
                  <a:cubicBezTo>
                    <a:pt x="191" y="1228"/>
                    <a:pt x="1" y="2705"/>
                    <a:pt x="1001" y="3883"/>
                  </a:cubicBezTo>
                  <a:cubicBezTo>
                    <a:pt x="2013" y="5050"/>
                    <a:pt x="1858" y="6455"/>
                    <a:pt x="1656" y="7360"/>
                  </a:cubicBezTo>
                  <a:cubicBezTo>
                    <a:pt x="1442" y="8265"/>
                    <a:pt x="2180" y="9396"/>
                    <a:pt x="3740" y="9467"/>
                  </a:cubicBezTo>
                  <a:cubicBezTo>
                    <a:pt x="5299" y="9551"/>
                    <a:pt x="5013" y="10229"/>
                    <a:pt x="5704" y="11896"/>
                  </a:cubicBezTo>
                  <a:cubicBezTo>
                    <a:pt x="6186" y="13057"/>
                    <a:pt x="8312" y="13914"/>
                    <a:pt x="9675" y="13914"/>
                  </a:cubicBezTo>
                  <a:cubicBezTo>
                    <a:pt x="10298" y="13914"/>
                    <a:pt x="10761" y="13736"/>
                    <a:pt x="10836" y="13325"/>
                  </a:cubicBezTo>
                  <a:cubicBezTo>
                    <a:pt x="11074" y="12015"/>
                    <a:pt x="9955" y="9158"/>
                    <a:pt x="8764" y="8193"/>
                  </a:cubicBezTo>
                  <a:cubicBezTo>
                    <a:pt x="7573" y="7229"/>
                    <a:pt x="8169" y="6455"/>
                    <a:pt x="7835" y="5431"/>
                  </a:cubicBezTo>
                  <a:cubicBezTo>
                    <a:pt x="7490" y="4395"/>
                    <a:pt x="6228" y="4562"/>
                    <a:pt x="5585" y="3729"/>
                  </a:cubicBezTo>
                  <a:cubicBezTo>
                    <a:pt x="5065" y="3051"/>
                    <a:pt x="5726" y="1"/>
                    <a:pt x="3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98"/>
            <p:cNvSpPr/>
            <p:nvPr/>
          </p:nvSpPr>
          <p:spPr>
            <a:xfrm rot="-4313375">
              <a:off x="4606261" y="4712420"/>
              <a:ext cx="381302" cy="539000"/>
            </a:xfrm>
            <a:custGeom>
              <a:rect b="b" l="l" r="r" t="t"/>
              <a:pathLst>
                <a:path extrusionOk="0" h="11597" w="8204">
                  <a:moveTo>
                    <a:pt x="203" y="0"/>
                  </a:moveTo>
                  <a:lnTo>
                    <a:pt x="1" y="72"/>
                  </a:lnTo>
                  <a:cubicBezTo>
                    <a:pt x="24" y="143"/>
                    <a:pt x="2858" y="7525"/>
                    <a:pt x="8073" y="11597"/>
                  </a:cubicBezTo>
                  <a:lnTo>
                    <a:pt x="8204" y="11418"/>
                  </a:lnTo>
                  <a:cubicBezTo>
                    <a:pt x="3049" y="7394"/>
                    <a:pt x="239" y="72"/>
                    <a:pt x="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98"/>
            <p:cNvSpPr/>
            <p:nvPr/>
          </p:nvSpPr>
          <p:spPr>
            <a:xfrm rot="-4313375">
              <a:off x="4852729" y="4191391"/>
              <a:ext cx="494800" cy="806478"/>
            </a:xfrm>
            <a:custGeom>
              <a:rect b="b" l="l" r="r" t="t"/>
              <a:pathLst>
                <a:path extrusionOk="0" h="17352" w="10646">
                  <a:moveTo>
                    <a:pt x="6601" y="1"/>
                  </a:moveTo>
                  <a:cubicBezTo>
                    <a:pt x="3782" y="1"/>
                    <a:pt x="5166" y="3767"/>
                    <a:pt x="4680" y="4708"/>
                  </a:cubicBezTo>
                  <a:cubicBezTo>
                    <a:pt x="4109" y="5804"/>
                    <a:pt x="2692" y="5828"/>
                    <a:pt x="2489" y="7078"/>
                  </a:cubicBezTo>
                  <a:cubicBezTo>
                    <a:pt x="2287" y="8328"/>
                    <a:pt x="3061" y="9138"/>
                    <a:pt x="1906" y="10471"/>
                  </a:cubicBezTo>
                  <a:cubicBezTo>
                    <a:pt x="763" y="11816"/>
                    <a:pt x="1" y="15341"/>
                    <a:pt x="477" y="16829"/>
                  </a:cubicBezTo>
                  <a:cubicBezTo>
                    <a:pt x="591" y="17194"/>
                    <a:pt x="944" y="17352"/>
                    <a:pt x="1419" y="17352"/>
                  </a:cubicBezTo>
                  <a:cubicBezTo>
                    <a:pt x="2881" y="17352"/>
                    <a:pt x="5502" y="15854"/>
                    <a:pt x="5871" y="14281"/>
                  </a:cubicBezTo>
                  <a:cubicBezTo>
                    <a:pt x="6347" y="12209"/>
                    <a:pt x="5930" y="11471"/>
                    <a:pt x="7621" y="11114"/>
                  </a:cubicBezTo>
                  <a:cubicBezTo>
                    <a:pt x="9335" y="10757"/>
                    <a:pt x="9943" y="9316"/>
                    <a:pt x="9573" y="8280"/>
                  </a:cubicBezTo>
                  <a:cubicBezTo>
                    <a:pt x="9204" y="7256"/>
                    <a:pt x="8811" y="5649"/>
                    <a:pt x="9728" y="4101"/>
                  </a:cubicBezTo>
                  <a:cubicBezTo>
                    <a:pt x="10645" y="2565"/>
                    <a:pt x="10169" y="875"/>
                    <a:pt x="8180" y="279"/>
                  </a:cubicBezTo>
                  <a:cubicBezTo>
                    <a:pt x="7545" y="86"/>
                    <a:pt x="7025" y="1"/>
                    <a:pt x="6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98"/>
            <p:cNvSpPr/>
            <p:nvPr/>
          </p:nvSpPr>
          <p:spPr>
            <a:xfrm rot="-4313375">
              <a:off x="4897841" y="4296279"/>
              <a:ext cx="337613" cy="713384"/>
            </a:xfrm>
            <a:custGeom>
              <a:rect b="b" l="l" r="r" t="t"/>
              <a:pathLst>
                <a:path extrusionOk="0" h="15349" w="7264">
                  <a:moveTo>
                    <a:pt x="7037" y="1"/>
                  </a:moveTo>
                  <a:cubicBezTo>
                    <a:pt x="7025" y="96"/>
                    <a:pt x="5013" y="9597"/>
                    <a:pt x="1" y="15193"/>
                  </a:cubicBezTo>
                  <a:lnTo>
                    <a:pt x="167" y="15348"/>
                  </a:lnTo>
                  <a:cubicBezTo>
                    <a:pt x="5228" y="9704"/>
                    <a:pt x="7228" y="132"/>
                    <a:pt x="7264" y="49"/>
                  </a:cubicBezTo>
                  <a:lnTo>
                    <a:pt x="7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98"/>
            <p:cNvSpPr/>
            <p:nvPr/>
          </p:nvSpPr>
          <p:spPr>
            <a:xfrm rot="-4313375">
              <a:off x="4225978" y="4254296"/>
              <a:ext cx="485923" cy="697488"/>
            </a:xfrm>
            <a:custGeom>
              <a:rect b="b" l="l" r="r" t="t"/>
              <a:pathLst>
                <a:path extrusionOk="0" h="15007" w="10455">
                  <a:moveTo>
                    <a:pt x="4852" y="0"/>
                  </a:moveTo>
                  <a:cubicBezTo>
                    <a:pt x="4797" y="0"/>
                    <a:pt x="4740" y="2"/>
                    <a:pt x="4680" y="4"/>
                  </a:cubicBezTo>
                  <a:cubicBezTo>
                    <a:pt x="3132" y="76"/>
                    <a:pt x="3406" y="1695"/>
                    <a:pt x="3513" y="3017"/>
                  </a:cubicBezTo>
                  <a:cubicBezTo>
                    <a:pt x="3620" y="4303"/>
                    <a:pt x="2906" y="4314"/>
                    <a:pt x="1465" y="4779"/>
                  </a:cubicBezTo>
                  <a:cubicBezTo>
                    <a:pt x="1" y="5231"/>
                    <a:pt x="1775" y="8851"/>
                    <a:pt x="2334" y="10160"/>
                  </a:cubicBezTo>
                  <a:cubicBezTo>
                    <a:pt x="2906" y="11470"/>
                    <a:pt x="2680" y="15006"/>
                    <a:pt x="2680" y="15006"/>
                  </a:cubicBezTo>
                  <a:cubicBezTo>
                    <a:pt x="2680" y="15006"/>
                    <a:pt x="5001" y="12780"/>
                    <a:pt x="5597" y="12006"/>
                  </a:cubicBezTo>
                  <a:cubicBezTo>
                    <a:pt x="6192" y="11232"/>
                    <a:pt x="5037" y="10589"/>
                    <a:pt x="5454" y="9958"/>
                  </a:cubicBezTo>
                  <a:cubicBezTo>
                    <a:pt x="5870" y="9339"/>
                    <a:pt x="7799" y="7577"/>
                    <a:pt x="7621" y="6422"/>
                  </a:cubicBezTo>
                  <a:cubicBezTo>
                    <a:pt x="7442" y="5255"/>
                    <a:pt x="7418" y="4803"/>
                    <a:pt x="8930" y="3588"/>
                  </a:cubicBezTo>
                  <a:cubicBezTo>
                    <a:pt x="10454" y="2386"/>
                    <a:pt x="10133" y="1826"/>
                    <a:pt x="9335" y="1076"/>
                  </a:cubicBezTo>
                  <a:cubicBezTo>
                    <a:pt x="9046" y="812"/>
                    <a:pt x="8704" y="731"/>
                    <a:pt x="8356" y="731"/>
                  </a:cubicBezTo>
                  <a:cubicBezTo>
                    <a:pt x="7795" y="731"/>
                    <a:pt x="7220" y="942"/>
                    <a:pt x="6832" y="942"/>
                  </a:cubicBezTo>
                  <a:cubicBezTo>
                    <a:pt x="6786" y="942"/>
                    <a:pt x="6744" y="940"/>
                    <a:pt x="6704" y="933"/>
                  </a:cubicBezTo>
                  <a:cubicBezTo>
                    <a:pt x="6109" y="830"/>
                    <a:pt x="6229" y="0"/>
                    <a:pt x="4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98"/>
            <p:cNvSpPr/>
            <p:nvPr/>
          </p:nvSpPr>
          <p:spPr>
            <a:xfrm rot="-4313375">
              <a:off x="4382427" y="4300438"/>
              <a:ext cx="198134" cy="665837"/>
            </a:xfrm>
            <a:custGeom>
              <a:rect b="b" l="l" r="r" t="t"/>
              <a:pathLst>
                <a:path extrusionOk="0" h="14326" w="4263">
                  <a:moveTo>
                    <a:pt x="4137" y="0"/>
                  </a:moveTo>
                  <a:cubicBezTo>
                    <a:pt x="4084" y="0"/>
                    <a:pt x="4036" y="44"/>
                    <a:pt x="4025" y="97"/>
                  </a:cubicBezTo>
                  <a:cubicBezTo>
                    <a:pt x="4001" y="205"/>
                    <a:pt x="1739" y="10503"/>
                    <a:pt x="12" y="14159"/>
                  </a:cubicBezTo>
                  <a:cubicBezTo>
                    <a:pt x="1" y="14218"/>
                    <a:pt x="12" y="14278"/>
                    <a:pt x="72" y="14313"/>
                  </a:cubicBezTo>
                  <a:cubicBezTo>
                    <a:pt x="96" y="14325"/>
                    <a:pt x="108" y="14325"/>
                    <a:pt x="120" y="14325"/>
                  </a:cubicBezTo>
                  <a:cubicBezTo>
                    <a:pt x="167" y="14325"/>
                    <a:pt x="191" y="14302"/>
                    <a:pt x="227" y="14254"/>
                  </a:cubicBezTo>
                  <a:cubicBezTo>
                    <a:pt x="1953" y="10575"/>
                    <a:pt x="4215" y="240"/>
                    <a:pt x="4239" y="145"/>
                  </a:cubicBezTo>
                  <a:cubicBezTo>
                    <a:pt x="4263" y="86"/>
                    <a:pt x="4215" y="26"/>
                    <a:pt x="4156" y="2"/>
                  </a:cubicBezTo>
                  <a:cubicBezTo>
                    <a:pt x="4150" y="1"/>
                    <a:pt x="4143" y="0"/>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5" name="Google Shape;5605;p98"/>
          <p:cNvSpPr/>
          <p:nvPr/>
        </p:nvSpPr>
        <p:spPr>
          <a:xfrm flipH="1" rot="7754632">
            <a:off x="2852589" y="4312184"/>
            <a:ext cx="233030" cy="47211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494"/>
                                        </p:tgtEl>
                                        <p:attrNameLst>
                                          <p:attrName>style.visibility</p:attrName>
                                        </p:attrNameLst>
                                      </p:cBhvr>
                                      <p:to>
                                        <p:strVal val="visible"/>
                                      </p:to>
                                    </p:set>
                                    <p:animEffect filter="fade" transition="in">
                                      <p:cBhvr>
                                        <p:cTn dur="1000"/>
                                        <p:tgtEl>
                                          <p:spTgt spid="5494"/>
                                        </p:tgtEl>
                                      </p:cBhvr>
                                    </p:animEffect>
                                  </p:childTnLst>
                                </p:cTn>
                              </p:par>
                              <p:par>
                                <p:cTn fill="hold" nodeType="withEffect" presetClass="entr" presetID="10" presetSubtype="0">
                                  <p:stCondLst>
                                    <p:cond delay="0"/>
                                  </p:stCondLst>
                                  <p:childTnLst>
                                    <p:set>
                                      <p:cBhvr>
                                        <p:cTn dur="1" fill="hold">
                                          <p:stCondLst>
                                            <p:cond delay="0"/>
                                          </p:stCondLst>
                                        </p:cTn>
                                        <p:tgtEl>
                                          <p:spTgt spid="5495"/>
                                        </p:tgtEl>
                                        <p:attrNameLst>
                                          <p:attrName>style.visibility</p:attrName>
                                        </p:attrNameLst>
                                      </p:cBhvr>
                                      <p:to>
                                        <p:strVal val="visible"/>
                                      </p:to>
                                    </p:set>
                                    <p:animEffect filter="fade" transition="in">
                                      <p:cBhvr>
                                        <p:cTn dur="1000"/>
                                        <p:tgtEl>
                                          <p:spTgt spid="5495"/>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492"/>
                                        </p:tgtEl>
                                        <p:attrNameLst>
                                          <p:attrName>style.visibility</p:attrName>
                                        </p:attrNameLst>
                                      </p:cBhvr>
                                      <p:to>
                                        <p:strVal val="visible"/>
                                      </p:to>
                                    </p:set>
                                    <p:animEffect filter="fade" transition="in">
                                      <p:cBhvr>
                                        <p:cTn dur="1000"/>
                                        <p:tgtEl>
                                          <p:spTgt spid="5492"/>
                                        </p:tgtEl>
                                      </p:cBhvr>
                                    </p:animEffect>
                                  </p:childTnLst>
                                </p:cTn>
                              </p:par>
                              <p:par>
                                <p:cTn fill="hold" nodeType="withEffect" presetClass="entr" presetID="10" presetSubtype="0">
                                  <p:stCondLst>
                                    <p:cond delay="0"/>
                                  </p:stCondLst>
                                  <p:childTnLst>
                                    <p:set>
                                      <p:cBhvr>
                                        <p:cTn dur="1" fill="hold">
                                          <p:stCondLst>
                                            <p:cond delay="0"/>
                                          </p:stCondLst>
                                        </p:cTn>
                                        <p:tgtEl>
                                          <p:spTgt spid="5493"/>
                                        </p:tgtEl>
                                        <p:attrNameLst>
                                          <p:attrName>style.visibility</p:attrName>
                                        </p:attrNameLst>
                                      </p:cBhvr>
                                      <p:to>
                                        <p:strVal val="visible"/>
                                      </p:to>
                                    </p:set>
                                    <p:animEffect filter="fade" transition="in">
                                      <p:cBhvr>
                                        <p:cTn dur="1000"/>
                                        <p:tgtEl>
                                          <p:spTgt spid="549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609" name="Shape 5609"/>
        <p:cNvGrpSpPr/>
        <p:nvPr/>
      </p:nvGrpSpPr>
      <p:grpSpPr>
        <a:xfrm>
          <a:off x="0" y="0"/>
          <a:ext cx="0" cy="0"/>
          <a:chOff x="0" y="0"/>
          <a:chExt cx="0" cy="0"/>
        </a:xfrm>
      </p:grpSpPr>
      <p:grpSp>
        <p:nvGrpSpPr>
          <p:cNvPr id="5610" name="Google Shape;5610;p99"/>
          <p:cNvGrpSpPr/>
          <p:nvPr/>
        </p:nvGrpSpPr>
        <p:grpSpPr>
          <a:xfrm rot="5400000">
            <a:off x="6171463" y="2158435"/>
            <a:ext cx="1262885" cy="3666041"/>
            <a:chOff x="2736925" y="5478175"/>
            <a:chExt cx="645350" cy="1873775"/>
          </a:xfrm>
        </p:grpSpPr>
        <p:sp>
          <p:nvSpPr>
            <p:cNvPr id="5611" name="Google Shape;5611;p99"/>
            <p:cNvSpPr/>
            <p:nvPr/>
          </p:nvSpPr>
          <p:spPr>
            <a:xfrm>
              <a:off x="2924750" y="54781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99"/>
            <p:cNvSpPr/>
            <p:nvPr/>
          </p:nvSpPr>
          <p:spPr>
            <a:xfrm>
              <a:off x="2736925" y="56541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3" name="Google Shape;5613;p99"/>
          <p:cNvSpPr txBox="1"/>
          <p:nvPr>
            <p:ph idx="1" type="body"/>
          </p:nvPr>
        </p:nvSpPr>
        <p:spPr>
          <a:xfrm>
            <a:off x="5156825" y="3468088"/>
            <a:ext cx="2876100" cy="104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5614" name="Google Shape;5614;p99"/>
          <p:cNvGrpSpPr/>
          <p:nvPr/>
        </p:nvGrpSpPr>
        <p:grpSpPr>
          <a:xfrm rot="1865779">
            <a:off x="8101127" y="3572119"/>
            <a:ext cx="923583" cy="1871813"/>
            <a:chOff x="1803775" y="5029925"/>
            <a:chExt cx="655775" cy="1329050"/>
          </a:xfrm>
        </p:grpSpPr>
        <p:sp>
          <p:nvSpPr>
            <p:cNvPr id="5615" name="Google Shape;5615;p99"/>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99"/>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99"/>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99"/>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99"/>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99"/>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99"/>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99"/>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99"/>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99"/>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99"/>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6" name="Google Shape;5626;p99"/>
          <p:cNvSpPr/>
          <p:nvPr/>
        </p:nvSpPr>
        <p:spPr>
          <a:xfrm rot="2131633">
            <a:off x="8801576" y="3011712"/>
            <a:ext cx="148962" cy="30176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99"/>
          <p:cNvSpPr/>
          <p:nvPr/>
        </p:nvSpPr>
        <p:spPr>
          <a:xfrm rot="-2281775">
            <a:off x="7516654" y="4706124"/>
            <a:ext cx="148956" cy="301766"/>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631" name="Shape 5631"/>
        <p:cNvGrpSpPr/>
        <p:nvPr/>
      </p:nvGrpSpPr>
      <p:grpSpPr>
        <a:xfrm>
          <a:off x="0" y="0"/>
          <a:ext cx="0" cy="0"/>
          <a:chOff x="0" y="0"/>
          <a:chExt cx="0" cy="0"/>
        </a:xfrm>
      </p:grpSpPr>
      <p:sp>
        <p:nvSpPr>
          <p:cNvPr id="5632" name="Google Shape;5632;p100"/>
          <p:cNvSpPr/>
          <p:nvPr/>
        </p:nvSpPr>
        <p:spPr>
          <a:xfrm rot="-10474002">
            <a:off x="-370264" y="2171500"/>
            <a:ext cx="4730641" cy="3940913"/>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00"/>
          <p:cNvSpPr txBox="1"/>
          <p:nvPr>
            <p:ph type="title"/>
          </p:nvPr>
        </p:nvSpPr>
        <p:spPr>
          <a:xfrm>
            <a:off x="713275" y="2875950"/>
            <a:ext cx="3040200" cy="1108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
        <p:nvSpPr>
          <p:cNvPr id="5634" name="Google Shape;5634;p100"/>
          <p:cNvSpPr txBox="1"/>
          <p:nvPr>
            <p:ph idx="1" type="subTitle"/>
          </p:nvPr>
        </p:nvSpPr>
        <p:spPr>
          <a:xfrm>
            <a:off x="714375" y="3927000"/>
            <a:ext cx="30402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harbors life</a:t>
            </a:r>
            <a:endParaRPr/>
          </a:p>
        </p:txBody>
      </p:sp>
      <p:grpSp>
        <p:nvGrpSpPr>
          <p:cNvPr id="5635" name="Google Shape;5635;p100"/>
          <p:cNvGrpSpPr/>
          <p:nvPr/>
        </p:nvGrpSpPr>
        <p:grpSpPr>
          <a:xfrm rot="2048792">
            <a:off x="4155" y="1644029"/>
            <a:ext cx="677366" cy="1966812"/>
            <a:chOff x="6512944" y="2975654"/>
            <a:chExt cx="1594853" cy="4630848"/>
          </a:xfrm>
        </p:grpSpPr>
        <p:grpSp>
          <p:nvGrpSpPr>
            <p:cNvPr id="5636" name="Google Shape;5636;p100"/>
            <p:cNvGrpSpPr/>
            <p:nvPr/>
          </p:nvGrpSpPr>
          <p:grpSpPr>
            <a:xfrm>
              <a:off x="6512944" y="2975654"/>
              <a:ext cx="1594853" cy="4630848"/>
              <a:chOff x="1460575" y="5630575"/>
              <a:chExt cx="645350" cy="1873775"/>
            </a:xfrm>
          </p:grpSpPr>
          <p:sp>
            <p:nvSpPr>
              <p:cNvPr id="5637" name="Google Shape;5637;p100"/>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00"/>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9" name="Google Shape;5639;p100"/>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0" name="Google Shape;5640;p100"/>
          <p:cNvGrpSpPr/>
          <p:nvPr/>
        </p:nvGrpSpPr>
        <p:grpSpPr>
          <a:xfrm flipH="1" rot="-2049026">
            <a:off x="787440" y="126067"/>
            <a:ext cx="495473" cy="1438665"/>
            <a:chOff x="6512944" y="2975654"/>
            <a:chExt cx="1594853" cy="4630848"/>
          </a:xfrm>
        </p:grpSpPr>
        <p:grpSp>
          <p:nvGrpSpPr>
            <p:cNvPr id="5641" name="Google Shape;5641;p100"/>
            <p:cNvGrpSpPr/>
            <p:nvPr/>
          </p:nvGrpSpPr>
          <p:grpSpPr>
            <a:xfrm>
              <a:off x="6512944" y="2975654"/>
              <a:ext cx="1594853" cy="4630848"/>
              <a:chOff x="1460575" y="5630575"/>
              <a:chExt cx="645350" cy="1873775"/>
            </a:xfrm>
          </p:grpSpPr>
          <p:sp>
            <p:nvSpPr>
              <p:cNvPr id="5642" name="Google Shape;5642;p100"/>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00"/>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4" name="Google Shape;5644;p100"/>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100"/>
          <p:cNvGrpSpPr/>
          <p:nvPr/>
        </p:nvGrpSpPr>
        <p:grpSpPr>
          <a:xfrm>
            <a:off x="2613312" y="3507693"/>
            <a:ext cx="2181852" cy="2323984"/>
            <a:chOff x="2613312" y="3507693"/>
            <a:chExt cx="2181852" cy="2323984"/>
          </a:xfrm>
        </p:grpSpPr>
        <p:grpSp>
          <p:nvGrpSpPr>
            <p:cNvPr id="5646" name="Google Shape;5646;p100"/>
            <p:cNvGrpSpPr/>
            <p:nvPr/>
          </p:nvGrpSpPr>
          <p:grpSpPr>
            <a:xfrm flipH="1" rot="4713958">
              <a:off x="3098130" y="4050801"/>
              <a:ext cx="1212215" cy="1980865"/>
              <a:chOff x="4838975" y="1909000"/>
              <a:chExt cx="479850" cy="784050"/>
            </a:xfrm>
          </p:grpSpPr>
          <p:sp>
            <p:nvSpPr>
              <p:cNvPr id="5647" name="Google Shape;5647;p100"/>
              <p:cNvSpPr/>
              <p:nvPr/>
            </p:nvSpPr>
            <p:spPr>
              <a:xfrm>
                <a:off x="4998825" y="1909600"/>
                <a:ext cx="129800" cy="216400"/>
              </a:xfrm>
              <a:custGeom>
                <a:rect b="b" l="l" r="r" t="t"/>
                <a:pathLst>
                  <a:path extrusionOk="0" h="8656" w="5192">
                    <a:moveTo>
                      <a:pt x="1906" y="0"/>
                    </a:moveTo>
                    <a:cubicBezTo>
                      <a:pt x="1906" y="0"/>
                      <a:pt x="1" y="4620"/>
                      <a:pt x="584" y="6465"/>
                    </a:cubicBezTo>
                    <a:cubicBezTo>
                      <a:pt x="1155" y="8311"/>
                      <a:pt x="3227" y="8656"/>
                      <a:pt x="3227" y="8656"/>
                    </a:cubicBezTo>
                    <a:cubicBezTo>
                      <a:pt x="3227" y="8656"/>
                      <a:pt x="5192" y="6370"/>
                      <a:pt x="4989" y="5001"/>
                    </a:cubicBezTo>
                    <a:cubicBezTo>
                      <a:pt x="4775" y="3655"/>
                      <a:pt x="1906" y="0"/>
                      <a:pt x="1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00"/>
              <p:cNvSpPr/>
              <p:nvPr/>
            </p:nvSpPr>
            <p:spPr>
              <a:xfrm>
                <a:off x="5005375" y="1909000"/>
                <a:ext cx="128600" cy="784050"/>
              </a:xfrm>
              <a:custGeom>
                <a:rect b="b" l="l" r="r" t="t"/>
                <a:pathLst>
                  <a:path extrusionOk="0" h="31362" w="5144">
                    <a:moveTo>
                      <a:pt x="1751" y="0"/>
                    </a:moveTo>
                    <a:lnTo>
                      <a:pt x="1525" y="48"/>
                    </a:lnTo>
                    <a:cubicBezTo>
                      <a:pt x="1536" y="107"/>
                      <a:pt x="2727" y="5418"/>
                      <a:pt x="2906" y="7096"/>
                    </a:cubicBezTo>
                    <a:cubicBezTo>
                      <a:pt x="2941" y="7263"/>
                      <a:pt x="4918" y="23039"/>
                      <a:pt x="1" y="31242"/>
                    </a:cubicBezTo>
                    <a:lnTo>
                      <a:pt x="191" y="31361"/>
                    </a:lnTo>
                    <a:cubicBezTo>
                      <a:pt x="5144" y="23086"/>
                      <a:pt x="3144" y="7227"/>
                      <a:pt x="3132" y="7073"/>
                    </a:cubicBezTo>
                    <a:cubicBezTo>
                      <a:pt x="2953" y="5382"/>
                      <a:pt x="1763" y="60"/>
                      <a:pt x="17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00"/>
              <p:cNvSpPr/>
              <p:nvPr/>
            </p:nvSpPr>
            <p:spPr>
              <a:xfrm>
                <a:off x="4838975" y="2365475"/>
                <a:ext cx="219400" cy="231425"/>
              </a:xfrm>
              <a:custGeom>
                <a:rect b="b" l="l" r="r" t="t"/>
                <a:pathLst>
                  <a:path extrusionOk="0" h="9257" w="8776">
                    <a:moveTo>
                      <a:pt x="188" y="1"/>
                    </a:moveTo>
                    <a:cubicBezTo>
                      <a:pt x="173" y="1"/>
                      <a:pt x="162" y="2"/>
                      <a:pt x="156" y="5"/>
                    </a:cubicBezTo>
                    <a:cubicBezTo>
                      <a:pt x="1" y="65"/>
                      <a:pt x="1811" y="3911"/>
                      <a:pt x="3501" y="6554"/>
                    </a:cubicBezTo>
                    <a:cubicBezTo>
                      <a:pt x="5204" y="9185"/>
                      <a:pt x="8419" y="9257"/>
                      <a:pt x="8419" y="9257"/>
                    </a:cubicBezTo>
                    <a:cubicBezTo>
                      <a:pt x="8776" y="6804"/>
                      <a:pt x="7228" y="3315"/>
                      <a:pt x="5573" y="2160"/>
                    </a:cubicBezTo>
                    <a:cubicBezTo>
                      <a:pt x="3979" y="1037"/>
                      <a:pt x="584" y="1"/>
                      <a:pt x="1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00"/>
              <p:cNvSpPr/>
              <p:nvPr/>
            </p:nvSpPr>
            <p:spPr>
              <a:xfrm>
                <a:off x="4896425" y="2110200"/>
                <a:ext cx="190825" cy="278650"/>
              </a:xfrm>
              <a:custGeom>
                <a:rect b="b" l="l" r="r" t="t"/>
                <a:pathLst>
                  <a:path extrusionOk="0" h="11146" w="7633">
                    <a:moveTo>
                      <a:pt x="1" y="1"/>
                    </a:moveTo>
                    <a:cubicBezTo>
                      <a:pt x="1" y="1"/>
                      <a:pt x="1489" y="5156"/>
                      <a:pt x="2715" y="7299"/>
                    </a:cubicBezTo>
                    <a:cubicBezTo>
                      <a:pt x="3930" y="9454"/>
                      <a:pt x="7633" y="11145"/>
                      <a:pt x="7633" y="11145"/>
                    </a:cubicBezTo>
                    <a:cubicBezTo>
                      <a:pt x="7633" y="11145"/>
                      <a:pt x="7430" y="6585"/>
                      <a:pt x="6180" y="4275"/>
                    </a:cubicBezTo>
                    <a:cubicBezTo>
                      <a:pt x="4930" y="196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00"/>
              <p:cNvSpPr/>
              <p:nvPr/>
            </p:nvSpPr>
            <p:spPr>
              <a:xfrm>
                <a:off x="5089600" y="2034300"/>
                <a:ext cx="146175" cy="208700"/>
              </a:xfrm>
              <a:custGeom>
                <a:rect b="b" l="l" r="r" t="t"/>
                <a:pathLst>
                  <a:path extrusionOk="0" h="8348" w="5847">
                    <a:moveTo>
                      <a:pt x="5646" y="0"/>
                    </a:moveTo>
                    <a:cubicBezTo>
                      <a:pt x="5290" y="0"/>
                      <a:pt x="2667" y="1905"/>
                      <a:pt x="1358" y="3668"/>
                    </a:cubicBezTo>
                    <a:cubicBezTo>
                      <a:pt x="1" y="5525"/>
                      <a:pt x="180" y="8347"/>
                      <a:pt x="180" y="8347"/>
                    </a:cubicBezTo>
                    <a:cubicBezTo>
                      <a:pt x="3406" y="7871"/>
                      <a:pt x="5061" y="5109"/>
                      <a:pt x="5371" y="3668"/>
                    </a:cubicBezTo>
                    <a:cubicBezTo>
                      <a:pt x="5680" y="2215"/>
                      <a:pt x="5847" y="215"/>
                      <a:pt x="5680" y="13"/>
                    </a:cubicBezTo>
                    <a:cubicBezTo>
                      <a:pt x="5674" y="4"/>
                      <a:pt x="5662" y="0"/>
                      <a:pt x="56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00"/>
              <p:cNvSpPr/>
              <p:nvPr/>
            </p:nvSpPr>
            <p:spPr>
              <a:xfrm>
                <a:off x="5081875" y="2257850"/>
                <a:ext cx="235175" cy="186650"/>
              </a:xfrm>
              <a:custGeom>
                <a:rect b="b" l="l" r="r" t="t"/>
                <a:pathLst>
                  <a:path extrusionOk="0" h="7466" w="9407">
                    <a:moveTo>
                      <a:pt x="9406" y="0"/>
                    </a:moveTo>
                    <a:cubicBezTo>
                      <a:pt x="9406" y="0"/>
                      <a:pt x="6692" y="572"/>
                      <a:pt x="3941" y="2001"/>
                    </a:cubicBezTo>
                    <a:cubicBezTo>
                      <a:pt x="1167" y="3429"/>
                      <a:pt x="0" y="7466"/>
                      <a:pt x="0" y="7466"/>
                    </a:cubicBezTo>
                    <a:cubicBezTo>
                      <a:pt x="0" y="7466"/>
                      <a:pt x="4501" y="6942"/>
                      <a:pt x="6727" y="5227"/>
                    </a:cubicBezTo>
                    <a:cubicBezTo>
                      <a:pt x="8954" y="3537"/>
                      <a:pt x="9406" y="1"/>
                      <a:pt x="9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100"/>
              <p:cNvSpPr/>
              <p:nvPr/>
            </p:nvSpPr>
            <p:spPr>
              <a:xfrm>
                <a:off x="5019675" y="2508400"/>
                <a:ext cx="267000" cy="157350"/>
              </a:xfrm>
              <a:custGeom>
                <a:rect b="b" l="l" r="r" t="t"/>
                <a:pathLst>
                  <a:path extrusionOk="0" h="6294" w="10680">
                    <a:moveTo>
                      <a:pt x="10465" y="1"/>
                    </a:moveTo>
                    <a:cubicBezTo>
                      <a:pt x="9676" y="1"/>
                      <a:pt x="6857" y="95"/>
                      <a:pt x="4417" y="1361"/>
                    </a:cubicBezTo>
                    <a:cubicBezTo>
                      <a:pt x="1548" y="2837"/>
                      <a:pt x="0" y="6111"/>
                      <a:pt x="167" y="6147"/>
                    </a:cubicBezTo>
                    <a:cubicBezTo>
                      <a:pt x="835" y="6249"/>
                      <a:pt x="1447" y="6294"/>
                      <a:pt x="2009" y="6294"/>
                    </a:cubicBezTo>
                    <a:cubicBezTo>
                      <a:pt x="5533" y="6294"/>
                      <a:pt x="7056" y="4505"/>
                      <a:pt x="7703" y="3540"/>
                    </a:cubicBezTo>
                    <a:cubicBezTo>
                      <a:pt x="8453" y="2420"/>
                      <a:pt x="10680" y="3"/>
                      <a:pt x="10680" y="3"/>
                    </a:cubicBezTo>
                    <a:cubicBezTo>
                      <a:pt x="10680" y="3"/>
                      <a:pt x="10604" y="1"/>
                      <a:pt x="104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100"/>
              <p:cNvSpPr/>
              <p:nvPr/>
            </p:nvSpPr>
            <p:spPr>
              <a:xfrm>
                <a:off x="4841375" y="2363225"/>
                <a:ext cx="210750" cy="235175"/>
              </a:xfrm>
              <a:custGeom>
                <a:rect b="b" l="l" r="r" t="t"/>
                <a:pathLst>
                  <a:path extrusionOk="0" h="9407" w="8430">
                    <a:moveTo>
                      <a:pt x="131" y="0"/>
                    </a:moveTo>
                    <a:lnTo>
                      <a:pt x="0" y="179"/>
                    </a:lnTo>
                    <a:cubicBezTo>
                      <a:pt x="60" y="215"/>
                      <a:pt x="5156" y="4001"/>
                      <a:pt x="8227" y="9406"/>
                    </a:cubicBezTo>
                    <a:lnTo>
                      <a:pt x="8430" y="9299"/>
                    </a:lnTo>
                    <a:cubicBezTo>
                      <a:pt x="5310" y="3858"/>
                      <a:pt x="179" y="48"/>
                      <a:pt x="1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00"/>
              <p:cNvSpPr/>
              <p:nvPr/>
            </p:nvSpPr>
            <p:spPr>
              <a:xfrm>
                <a:off x="5024725" y="2505500"/>
                <a:ext cx="261650" cy="152425"/>
              </a:xfrm>
              <a:custGeom>
                <a:rect b="b" l="l" r="r" t="t"/>
                <a:pathLst>
                  <a:path extrusionOk="0" h="6097" w="10466">
                    <a:moveTo>
                      <a:pt x="10442" y="0"/>
                    </a:moveTo>
                    <a:cubicBezTo>
                      <a:pt x="4334" y="786"/>
                      <a:pt x="48" y="5906"/>
                      <a:pt x="0" y="5954"/>
                    </a:cubicBezTo>
                    <a:lnTo>
                      <a:pt x="179" y="6096"/>
                    </a:lnTo>
                    <a:cubicBezTo>
                      <a:pt x="227" y="6037"/>
                      <a:pt x="4465" y="989"/>
                      <a:pt x="10466" y="215"/>
                    </a:cubicBezTo>
                    <a:lnTo>
                      <a:pt x="104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00"/>
              <p:cNvSpPr/>
              <p:nvPr/>
            </p:nvSpPr>
            <p:spPr>
              <a:xfrm>
                <a:off x="4894050" y="2108125"/>
                <a:ext cx="195875" cy="281600"/>
              </a:xfrm>
              <a:custGeom>
                <a:rect b="b" l="l" r="r" t="t"/>
                <a:pathLst>
                  <a:path extrusionOk="0" h="11264" w="7835">
                    <a:moveTo>
                      <a:pt x="167" y="1"/>
                    </a:moveTo>
                    <a:lnTo>
                      <a:pt x="1" y="143"/>
                    </a:lnTo>
                    <a:cubicBezTo>
                      <a:pt x="72" y="203"/>
                      <a:pt x="5620" y="6085"/>
                      <a:pt x="7621" y="11264"/>
                    </a:cubicBezTo>
                    <a:lnTo>
                      <a:pt x="7835" y="11169"/>
                    </a:lnTo>
                    <a:cubicBezTo>
                      <a:pt x="5811" y="5966"/>
                      <a:pt x="227" y="60"/>
                      <a:pt x="1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00"/>
              <p:cNvSpPr/>
              <p:nvPr/>
            </p:nvSpPr>
            <p:spPr>
              <a:xfrm>
                <a:off x="5080375" y="2256050"/>
                <a:ext cx="238450" cy="190825"/>
              </a:xfrm>
              <a:custGeom>
                <a:rect b="b" l="l" r="r" t="t"/>
                <a:pathLst>
                  <a:path extrusionOk="0" h="7633" w="9538">
                    <a:moveTo>
                      <a:pt x="9371" y="1"/>
                    </a:moveTo>
                    <a:cubicBezTo>
                      <a:pt x="6073" y="3632"/>
                      <a:pt x="60" y="7395"/>
                      <a:pt x="1" y="7442"/>
                    </a:cubicBezTo>
                    <a:lnTo>
                      <a:pt x="120" y="7633"/>
                    </a:lnTo>
                    <a:cubicBezTo>
                      <a:pt x="168" y="7597"/>
                      <a:pt x="6216" y="3811"/>
                      <a:pt x="9538" y="156"/>
                    </a:cubicBezTo>
                    <a:lnTo>
                      <a:pt x="937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00"/>
              <p:cNvSpPr/>
              <p:nvPr/>
            </p:nvSpPr>
            <p:spPr>
              <a:xfrm>
                <a:off x="5091100" y="2032825"/>
                <a:ext cx="142600" cy="202125"/>
              </a:xfrm>
              <a:custGeom>
                <a:rect b="b" l="l" r="r" t="t"/>
                <a:pathLst>
                  <a:path extrusionOk="0" h="8085" w="5704">
                    <a:moveTo>
                      <a:pt x="5561" y="0"/>
                    </a:moveTo>
                    <a:cubicBezTo>
                      <a:pt x="2322" y="2548"/>
                      <a:pt x="24" y="7930"/>
                      <a:pt x="1" y="7989"/>
                    </a:cubicBezTo>
                    <a:lnTo>
                      <a:pt x="203" y="8085"/>
                    </a:lnTo>
                    <a:cubicBezTo>
                      <a:pt x="239" y="8025"/>
                      <a:pt x="2513" y="2679"/>
                      <a:pt x="5704" y="179"/>
                    </a:cubicBezTo>
                    <a:lnTo>
                      <a:pt x="55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9" name="Google Shape;5659;p100"/>
            <p:cNvGrpSpPr/>
            <p:nvPr/>
          </p:nvGrpSpPr>
          <p:grpSpPr>
            <a:xfrm flipH="1" rot="971368">
              <a:off x="4185115" y="3549038"/>
              <a:ext cx="390572" cy="660409"/>
              <a:chOff x="4774877" y="116629"/>
              <a:chExt cx="576785" cy="975095"/>
            </a:xfrm>
          </p:grpSpPr>
          <p:sp>
            <p:nvSpPr>
              <p:cNvPr id="5660" name="Google Shape;5660;p100"/>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100"/>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100"/>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100"/>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100"/>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00"/>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5635"/>
                                        </p:tgtEl>
                                        <p:attrNameLst>
                                          <p:attrName>style.visibility</p:attrName>
                                        </p:attrNameLst>
                                      </p:cBhvr>
                                      <p:to>
                                        <p:strVal val="visible"/>
                                      </p:to>
                                    </p:set>
                                    <p:animEffect filter="fade" transition="in">
                                      <p:cBhvr>
                                        <p:cTn dur="1000"/>
                                        <p:tgtEl>
                                          <p:spTgt spid="5635"/>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640"/>
                                        </p:tgtEl>
                                        <p:attrNameLst>
                                          <p:attrName>style.visibility</p:attrName>
                                        </p:attrNameLst>
                                      </p:cBhvr>
                                      <p:to>
                                        <p:strVal val="visible"/>
                                      </p:to>
                                    </p:set>
                                    <p:animEffect filter="fade" transition="in">
                                      <p:cBhvr>
                                        <p:cTn dur="1000"/>
                                        <p:tgtEl>
                                          <p:spTgt spid="564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69" name="Shape 5669"/>
        <p:cNvGrpSpPr/>
        <p:nvPr/>
      </p:nvGrpSpPr>
      <p:grpSpPr>
        <a:xfrm>
          <a:off x="0" y="0"/>
          <a:ext cx="0" cy="0"/>
          <a:chOff x="0" y="0"/>
          <a:chExt cx="0" cy="0"/>
        </a:xfrm>
      </p:grpSpPr>
      <p:sp>
        <p:nvSpPr>
          <p:cNvPr id="5670" name="Google Shape;5670;p101"/>
          <p:cNvSpPr txBox="1"/>
          <p:nvPr>
            <p:ph type="title"/>
          </p:nvPr>
        </p:nvSpPr>
        <p:spPr>
          <a:xfrm>
            <a:off x="1060850" y="739988"/>
            <a:ext cx="2304000" cy="2031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5671" name="Google Shape;5671;p101"/>
          <p:cNvSpPr txBox="1"/>
          <p:nvPr>
            <p:ph idx="1" type="subTitle"/>
          </p:nvPr>
        </p:nvSpPr>
        <p:spPr>
          <a:xfrm>
            <a:off x="1061649" y="2741163"/>
            <a:ext cx="2304000" cy="166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5672" name="Google Shape;5672;p101"/>
          <p:cNvPicPr preferRelativeResize="0"/>
          <p:nvPr/>
        </p:nvPicPr>
        <p:blipFill>
          <a:blip r:embed="rId3">
            <a:alphaModFix/>
          </a:blip>
          <a:stretch>
            <a:fillRect/>
          </a:stretch>
        </p:blipFill>
        <p:spPr>
          <a:xfrm>
            <a:off x="4092350" y="310476"/>
            <a:ext cx="4522500" cy="4522500"/>
          </a:xfrm>
          <a:prstGeom prst="ellipse">
            <a:avLst/>
          </a:prstGeom>
          <a:noFill/>
          <a:ln>
            <a:noFill/>
          </a:ln>
        </p:spPr>
      </p:pic>
      <p:grpSp>
        <p:nvGrpSpPr>
          <p:cNvPr id="5673" name="Google Shape;5673;p101"/>
          <p:cNvGrpSpPr/>
          <p:nvPr/>
        </p:nvGrpSpPr>
        <p:grpSpPr>
          <a:xfrm flipH="1" rot="1324486">
            <a:off x="7885507" y="3161718"/>
            <a:ext cx="633161" cy="1838458"/>
            <a:chOff x="6512944" y="2975654"/>
            <a:chExt cx="1594853" cy="4630848"/>
          </a:xfrm>
        </p:grpSpPr>
        <p:grpSp>
          <p:nvGrpSpPr>
            <p:cNvPr id="5674" name="Google Shape;5674;p101"/>
            <p:cNvGrpSpPr/>
            <p:nvPr/>
          </p:nvGrpSpPr>
          <p:grpSpPr>
            <a:xfrm>
              <a:off x="6512944" y="2975654"/>
              <a:ext cx="1594853" cy="4630848"/>
              <a:chOff x="1460575" y="5630575"/>
              <a:chExt cx="645350" cy="1873775"/>
            </a:xfrm>
          </p:grpSpPr>
          <p:sp>
            <p:nvSpPr>
              <p:cNvPr id="5675" name="Google Shape;5675;p101"/>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01"/>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7" name="Google Shape;5677;p101"/>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101"/>
          <p:cNvGrpSpPr/>
          <p:nvPr/>
        </p:nvGrpSpPr>
        <p:grpSpPr>
          <a:xfrm>
            <a:off x="3546400" y="867853"/>
            <a:ext cx="1347903" cy="1347903"/>
            <a:chOff x="-149451" y="2973528"/>
            <a:chExt cx="2344587" cy="2344587"/>
          </a:xfrm>
        </p:grpSpPr>
        <p:sp>
          <p:nvSpPr>
            <p:cNvPr id="5679" name="Google Shape;5679;p101"/>
            <p:cNvSpPr/>
            <p:nvPr/>
          </p:nvSpPr>
          <p:spPr>
            <a:xfrm>
              <a:off x="-149451" y="2973528"/>
              <a:ext cx="2344587" cy="2344587"/>
            </a:xfrm>
            <a:custGeom>
              <a:rect b="b" l="l" r="r" t="t"/>
              <a:pathLst>
                <a:path extrusionOk="0" h="51972" w="51972">
                  <a:moveTo>
                    <a:pt x="25980" y="1"/>
                  </a:moveTo>
                  <a:cubicBezTo>
                    <a:pt x="11633" y="1"/>
                    <a:pt x="1" y="11633"/>
                    <a:pt x="1" y="25980"/>
                  </a:cubicBezTo>
                  <a:cubicBezTo>
                    <a:pt x="1" y="40339"/>
                    <a:pt x="11633" y="51971"/>
                    <a:pt x="25980" y="51971"/>
                  </a:cubicBezTo>
                  <a:cubicBezTo>
                    <a:pt x="40339" y="51971"/>
                    <a:pt x="51971" y="40339"/>
                    <a:pt x="51971" y="25980"/>
                  </a:cubicBezTo>
                  <a:cubicBezTo>
                    <a:pt x="51971" y="11633"/>
                    <a:pt x="40339" y="1"/>
                    <a:pt x="25980" y="1"/>
                  </a:cubicBez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01"/>
            <p:cNvSpPr/>
            <p:nvPr/>
          </p:nvSpPr>
          <p:spPr>
            <a:xfrm>
              <a:off x="184655" y="3002536"/>
              <a:ext cx="1127993" cy="1247406"/>
            </a:xfrm>
            <a:custGeom>
              <a:rect b="b" l="l" r="r" t="t"/>
              <a:pathLst>
                <a:path extrusionOk="0" h="27651" w="25004">
                  <a:moveTo>
                    <a:pt x="12811" y="1"/>
                  </a:moveTo>
                  <a:cubicBezTo>
                    <a:pt x="9180" y="810"/>
                    <a:pt x="5822" y="2394"/>
                    <a:pt x="2953" y="4561"/>
                  </a:cubicBezTo>
                  <a:cubicBezTo>
                    <a:pt x="2953" y="4561"/>
                    <a:pt x="2977" y="4823"/>
                    <a:pt x="3191" y="5180"/>
                  </a:cubicBezTo>
                  <a:cubicBezTo>
                    <a:pt x="3394" y="5537"/>
                    <a:pt x="3048" y="5739"/>
                    <a:pt x="3072" y="5858"/>
                  </a:cubicBezTo>
                  <a:cubicBezTo>
                    <a:pt x="3084" y="5966"/>
                    <a:pt x="3275" y="5954"/>
                    <a:pt x="3096" y="6156"/>
                  </a:cubicBezTo>
                  <a:cubicBezTo>
                    <a:pt x="2929" y="6370"/>
                    <a:pt x="3096" y="6323"/>
                    <a:pt x="2953" y="6466"/>
                  </a:cubicBezTo>
                  <a:cubicBezTo>
                    <a:pt x="2798" y="6620"/>
                    <a:pt x="2655" y="6751"/>
                    <a:pt x="2548" y="6823"/>
                  </a:cubicBezTo>
                  <a:cubicBezTo>
                    <a:pt x="2441" y="6906"/>
                    <a:pt x="2477" y="7109"/>
                    <a:pt x="2262" y="7359"/>
                  </a:cubicBezTo>
                  <a:cubicBezTo>
                    <a:pt x="2060" y="7621"/>
                    <a:pt x="1655" y="7823"/>
                    <a:pt x="1655" y="8228"/>
                  </a:cubicBezTo>
                  <a:cubicBezTo>
                    <a:pt x="1655" y="8609"/>
                    <a:pt x="1048" y="9145"/>
                    <a:pt x="965" y="9371"/>
                  </a:cubicBezTo>
                  <a:cubicBezTo>
                    <a:pt x="893" y="9585"/>
                    <a:pt x="286" y="10395"/>
                    <a:pt x="250" y="10931"/>
                  </a:cubicBezTo>
                  <a:cubicBezTo>
                    <a:pt x="227" y="11466"/>
                    <a:pt x="227" y="12038"/>
                    <a:pt x="250" y="12359"/>
                  </a:cubicBezTo>
                  <a:cubicBezTo>
                    <a:pt x="286" y="12693"/>
                    <a:pt x="310" y="13050"/>
                    <a:pt x="227" y="13431"/>
                  </a:cubicBezTo>
                  <a:cubicBezTo>
                    <a:pt x="155" y="13824"/>
                    <a:pt x="72" y="14181"/>
                    <a:pt x="36" y="14895"/>
                  </a:cubicBezTo>
                  <a:cubicBezTo>
                    <a:pt x="0" y="15610"/>
                    <a:pt x="286" y="15919"/>
                    <a:pt x="953" y="16145"/>
                  </a:cubicBezTo>
                  <a:cubicBezTo>
                    <a:pt x="1643" y="16348"/>
                    <a:pt x="2917" y="16967"/>
                    <a:pt x="3227" y="17419"/>
                  </a:cubicBezTo>
                  <a:cubicBezTo>
                    <a:pt x="3560" y="17884"/>
                    <a:pt x="3739" y="18455"/>
                    <a:pt x="3977" y="18527"/>
                  </a:cubicBezTo>
                  <a:cubicBezTo>
                    <a:pt x="4227" y="18598"/>
                    <a:pt x="4441" y="19348"/>
                    <a:pt x="5251" y="19908"/>
                  </a:cubicBezTo>
                  <a:cubicBezTo>
                    <a:pt x="6072" y="20479"/>
                    <a:pt x="7608" y="20551"/>
                    <a:pt x="8287" y="21277"/>
                  </a:cubicBezTo>
                  <a:cubicBezTo>
                    <a:pt x="8978" y="22003"/>
                    <a:pt x="10216" y="23789"/>
                    <a:pt x="10537" y="24777"/>
                  </a:cubicBezTo>
                  <a:cubicBezTo>
                    <a:pt x="10871" y="25766"/>
                    <a:pt x="11406" y="26111"/>
                    <a:pt x="11966" y="26587"/>
                  </a:cubicBezTo>
                  <a:cubicBezTo>
                    <a:pt x="12538" y="27063"/>
                    <a:pt x="13252" y="27599"/>
                    <a:pt x="13788" y="27647"/>
                  </a:cubicBezTo>
                  <a:cubicBezTo>
                    <a:pt x="13826" y="27649"/>
                    <a:pt x="13862" y="27651"/>
                    <a:pt x="13897" y="27651"/>
                  </a:cubicBezTo>
                  <a:cubicBezTo>
                    <a:pt x="14354" y="27651"/>
                    <a:pt x="14547" y="27443"/>
                    <a:pt x="14514" y="27266"/>
                  </a:cubicBezTo>
                  <a:cubicBezTo>
                    <a:pt x="14502" y="27063"/>
                    <a:pt x="13812" y="26504"/>
                    <a:pt x="13704" y="26349"/>
                  </a:cubicBezTo>
                  <a:cubicBezTo>
                    <a:pt x="13609" y="26206"/>
                    <a:pt x="13383" y="25254"/>
                    <a:pt x="13073" y="24563"/>
                  </a:cubicBezTo>
                  <a:cubicBezTo>
                    <a:pt x="12740" y="23884"/>
                    <a:pt x="12716" y="23873"/>
                    <a:pt x="12811" y="23539"/>
                  </a:cubicBezTo>
                  <a:cubicBezTo>
                    <a:pt x="12919" y="23218"/>
                    <a:pt x="13145" y="22503"/>
                    <a:pt x="13454" y="22325"/>
                  </a:cubicBezTo>
                  <a:cubicBezTo>
                    <a:pt x="13788" y="22146"/>
                    <a:pt x="14026" y="22277"/>
                    <a:pt x="14252" y="21968"/>
                  </a:cubicBezTo>
                  <a:cubicBezTo>
                    <a:pt x="14454" y="21646"/>
                    <a:pt x="14526" y="21468"/>
                    <a:pt x="14514" y="21277"/>
                  </a:cubicBezTo>
                  <a:cubicBezTo>
                    <a:pt x="14502" y="21087"/>
                    <a:pt x="14169" y="20967"/>
                    <a:pt x="13859" y="20932"/>
                  </a:cubicBezTo>
                  <a:cubicBezTo>
                    <a:pt x="13538" y="20908"/>
                    <a:pt x="13431" y="20622"/>
                    <a:pt x="13002" y="20551"/>
                  </a:cubicBezTo>
                  <a:cubicBezTo>
                    <a:pt x="12561" y="20479"/>
                    <a:pt x="11966" y="20301"/>
                    <a:pt x="11823" y="20039"/>
                  </a:cubicBezTo>
                  <a:cubicBezTo>
                    <a:pt x="11698" y="19836"/>
                    <a:pt x="11471" y="19751"/>
                    <a:pt x="11270" y="19751"/>
                  </a:cubicBezTo>
                  <a:cubicBezTo>
                    <a:pt x="11222" y="19751"/>
                    <a:pt x="11176" y="19756"/>
                    <a:pt x="11133" y="19765"/>
                  </a:cubicBezTo>
                  <a:cubicBezTo>
                    <a:pt x="11053" y="19774"/>
                    <a:pt x="10905" y="19798"/>
                    <a:pt x="10729" y="19798"/>
                  </a:cubicBezTo>
                  <a:cubicBezTo>
                    <a:pt x="10455" y="19798"/>
                    <a:pt x="10112" y="19740"/>
                    <a:pt x="9859" y="19479"/>
                  </a:cubicBezTo>
                  <a:cubicBezTo>
                    <a:pt x="9430" y="19051"/>
                    <a:pt x="9394" y="18229"/>
                    <a:pt x="9323" y="17800"/>
                  </a:cubicBezTo>
                  <a:cubicBezTo>
                    <a:pt x="9240" y="17372"/>
                    <a:pt x="9168" y="17229"/>
                    <a:pt x="9287" y="16907"/>
                  </a:cubicBezTo>
                  <a:cubicBezTo>
                    <a:pt x="9394" y="16574"/>
                    <a:pt x="9394" y="16336"/>
                    <a:pt x="9894" y="16098"/>
                  </a:cubicBezTo>
                  <a:cubicBezTo>
                    <a:pt x="10184" y="15963"/>
                    <a:pt x="10571" y="15848"/>
                    <a:pt x="10942" y="15848"/>
                  </a:cubicBezTo>
                  <a:cubicBezTo>
                    <a:pt x="11228" y="15848"/>
                    <a:pt x="11504" y="15916"/>
                    <a:pt x="11716" y="16098"/>
                  </a:cubicBezTo>
                  <a:cubicBezTo>
                    <a:pt x="11890" y="16243"/>
                    <a:pt x="12124" y="16298"/>
                    <a:pt x="12365" y="16298"/>
                  </a:cubicBezTo>
                  <a:cubicBezTo>
                    <a:pt x="12816" y="16298"/>
                    <a:pt x="13291" y="16102"/>
                    <a:pt x="13431" y="15931"/>
                  </a:cubicBezTo>
                  <a:cubicBezTo>
                    <a:pt x="13633" y="15681"/>
                    <a:pt x="14252" y="14943"/>
                    <a:pt x="14752" y="14907"/>
                  </a:cubicBezTo>
                  <a:cubicBezTo>
                    <a:pt x="15252" y="14883"/>
                    <a:pt x="16074" y="14907"/>
                    <a:pt x="16383" y="14633"/>
                  </a:cubicBezTo>
                  <a:cubicBezTo>
                    <a:pt x="16717" y="14348"/>
                    <a:pt x="17919" y="13740"/>
                    <a:pt x="18134" y="13264"/>
                  </a:cubicBezTo>
                  <a:cubicBezTo>
                    <a:pt x="18336" y="12764"/>
                    <a:pt x="19157" y="11371"/>
                    <a:pt x="19157" y="10907"/>
                  </a:cubicBezTo>
                  <a:cubicBezTo>
                    <a:pt x="19157" y="10479"/>
                    <a:pt x="20432" y="9686"/>
                    <a:pt x="20958" y="9686"/>
                  </a:cubicBezTo>
                  <a:cubicBezTo>
                    <a:pt x="21003" y="9686"/>
                    <a:pt x="21042" y="9692"/>
                    <a:pt x="21074" y="9704"/>
                  </a:cubicBezTo>
                  <a:cubicBezTo>
                    <a:pt x="21115" y="9718"/>
                    <a:pt x="21157" y="9724"/>
                    <a:pt x="21200" y="9724"/>
                  </a:cubicBezTo>
                  <a:cubicBezTo>
                    <a:pt x="21608" y="9724"/>
                    <a:pt x="22094" y="9168"/>
                    <a:pt x="22277" y="9168"/>
                  </a:cubicBezTo>
                  <a:cubicBezTo>
                    <a:pt x="22347" y="9168"/>
                    <a:pt x="22464" y="9180"/>
                    <a:pt x="22603" y="9180"/>
                  </a:cubicBezTo>
                  <a:cubicBezTo>
                    <a:pt x="22887" y="9180"/>
                    <a:pt x="23259" y="9131"/>
                    <a:pt x="23491" y="8835"/>
                  </a:cubicBezTo>
                  <a:cubicBezTo>
                    <a:pt x="23849" y="8406"/>
                    <a:pt x="24122" y="8121"/>
                    <a:pt x="24408" y="7704"/>
                  </a:cubicBezTo>
                  <a:cubicBezTo>
                    <a:pt x="24789" y="7311"/>
                    <a:pt x="25003" y="6668"/>
                    <a:pt x="23968" y="6359"/>
                  </a:cubicBezTo>
                  <a:cubicBezTo>
                    <a:pt x="22944" y="6025"/>
                    <a:pt x="22182" y="5930"/>
                    <a:pt x="21563" y="5597"/>
                  </a:cubicBezTo>
                  <a:cubicBezTo>
                    <a:pt x="20969" y="5259"/>
                    <a:pt x="20387" y="5013"/>
                    <a:pt x="19917" y="5013"/>
                  </a:cubicBezTo>
                  <a:cubicBezTo>
                    <a:pt x="19906" y="5013"/>
                    <a:pt x="19895" y="5013"/>
                    <a:pt x="19884" y="5013"/>
                  </a:cubicBezTo>
                  <a:cubicBezTo>
                    <a:pt x="19873" y="5013"/>
                    <a:pt x="19862" y="5014"/>
                    <a:pt x="19850" y="5014"/>
                  </a:cubicBezTo>
                  <a:cubicBezTo>
                    <a:pt x="19533" y="5014"/>
                    <a:pt x="19012" y="4910"/>
                    <a:pt x="18538" y="4910"/>
                  </a:cubicBezTo>
                  <a:cubicBezTo>
                    <a:pt x="18302" y="4910"/>
                    <a:pt x="18077" y="4936"/>
                    <a:pt x="17895" y="5013"/>
                  </a:cubicBezTo>
                  <a:cubicBezTo>
                    <a:pt x="17324" y="5251"/>
                    <a:pt x="16717" y="6430"/>
                    <a:pt x="15836" y="6632"/>
                  </a:cubicBezTo>
                  <a:cubicBezTo>
                    <a:pt x="15683" y="6670"/>
                    <a:pt x="15491" y="6687"/>
                    <a:pt x="15273" y="6687"/>
                  </a:cubicBezTo>
                  <a:cubicBezTo>
                    <a:pt x="14247" y="6687"/>
                    <a:pt x="12665" y="6316"/>
                    <a:pt x="12145" y="6001"/>
                  </a:cubicBezTo>
                  <a:cubicBezTo>
                    <a:pt x="11537" y="5608"/>
                    <a:pt x="11359" y="4823"/>
                    <a:pt x="11537" y="4430"/>
                  </a:cubicBezTo>
                  <a:cubicBezTo>
                    <a:pt x="11716" y="4049"/>
                    <a:pt x="11787" y="3346"/>
                    <a:pt x="11740" y="3084"/>
                  </a:cubicBezTo>
                  <a:cubicBezTo>
                    <a:pt x="11704" y="2810"/>
                    <a:pt x="12633" y="2322"/>
                    <a:pt x="12954" y="1977"/>
                  </a:cubicBezTo>
                  <a:cubicBezTo>
                    <a:pt x="13276" y="1632"/>
                    <a:pt x="13573" y="548"/>
                    <a:pt x="12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01"/>
            <p:cNvSpPr/>
            <p:nvPr/>
          </p:nvSpPr>
          <p:spPr>
            <a:xfrm>
              <a:off x="951664" y="4213956"/>
              <a:ext cx="884160" cy="1042550"/>
            </a:xfrm>
            <a:custGeom>
              <a:rect b="b" l="l" r="r" t="t"/>
              <a:pathLst>
                <a:path extrusionOk="0" h="23110" w="19599">
                  <a:moveTo>
                    <a:pt x="5062" y="0"/>
                  </a:moveTo>
                  <a:cubicBezTo>
                    <a:pt x="4588" y="0"/>
                    <a:pt x="4017" y="122"/>
                    <a:pt x="3706" y="122"/>
                  </a:cubicBezTo>
                  <a:cubicBezTo>
                    <a:pt x="3664" y="122"/>
                    <a:pt x="3627" y="120"/>
                    <a:pt x="3596" y="115"/>
                  </a:cubicBezTo>
                  <a:cubicBezTo>
                    <a:pt x="3575" y="112"/>
                    <a:pt x="3553" y="110"/>
                    <a:pt x="3529" y="110"/>
                  </a:cubicBezTo>
                  <a:cubicBezTo>
                    <a:pt x="3139" y="110"/>
                    <a:pt x="2420" y="558"/>
                    <a:pt x="2263" y="794"/>
                  </a:cubicBezTo>
                  <a:cubicBezTo>
                    <a:pt x="2096" y="1056"/>
                    <a:pt x="2096" y="2580"/>
                    <a:pt x="2263" y="2854"/>
                  </a:cubicBezTo>
                  <a:cubicBezTo>
                    <a:pt x="2429" y="3116"/>
                    <a:pt x="2263" y="3556"/>
                    <a:pt x="1858" y="4187"/>
                  </a:cubicBezTo>
                  <a:cubicBezTo>
                    <a:pt x="1453" y="4830"/>
                    <a:pt x="977" y="5640"/>
                    <a:pt x="489" y="6128"/>
                  </a:cubicBezTo>
                  <a:cubicBezTo>
                    <a:pt x="0" y="6616"/>
                    <a:pt x="227" y="9354"/>
                    <a:pt x="489" y="9664"/>
                  </a:cubicBezTo>
                  <a:cubicBezTo>
                    <a:pt x="762" y="9985"/>
                    <a:pt x="1501" y="11498"/>
                    <a:pt x="2525" y="11926"/>
                  </a:cubicBezTo>
                  <a:cubicBezTo>
                    <a:pt x="3537" y="12343"/>
                    <a:pt x="4751" y="13105"/>
                    <a:pt x="4751" y="13105"/>
                  </a:cubicBezTo>
                  <a:cubicBezTo>
                    <a:pt x="6620" y="14129"/>
                    <a:pt x="6668" y="15855"/>
                    <a:pt x="6513" y="16189"/>
                  </a:cubicBezTo>
                  <a:cubicBezTo>
                    <a:pt x="6335" y="16498"/>
                    <a:pt x="6251" y="17546"/>
                    <a:pt x="5715" y="17903"/>
                  </a:cubicBezTo>
                  <a:cubicBezTo>
                    <a:pt x="5180" y="18260"/>
                    <a:pt x="5977" y="19094"/>
                    <a:pt x="5370" y="19963"/>
                  </a:cubicBezTo>
                  <a:cubicBezTo>
                    <a:pt x="4763" y="20832"/>
                    <a:pt x="3668" y="21796"/>
                    <a:pt x="3239" y="22332"/>
                  </a:cubicBezTo>
                  <a:cubicBezTo>
                    <a:pt x="2810" y="22880"/>
                    <a:pt x="2810" y="23035"/>
                    <a:pt x="3572" y="23106"/>
                  </a:cubicBezTo>
                  <a:cubicBezTo>
                    <a:pt x="3593" y="23108"/>
                    <a:pt x="3615" y="23109"/>
                    <a:pt x="3638" y="23109"/>
                  </a:cubicBezTo>
                  <a:cubicBezTo>
                    <a:pt x="4422" y="23109"/>
                    <a:pt x="6317" y="21943"/>
                    <a:pt x="6942" y="21677"/>
                  </a:cubicBezTo>
                  <a:cubicBezTo>
                    <a:pt x="7609" y="21392"/>
                    <a:pt x="7704" y="19808"/>
                    <a:pt x="8406" y="19213"/>
                  </a:cubicBezTo>
                  <a:cubicBezTo>
                    <a:pt x="9109" y="18617"/>
                    <a:pt x="9954" y="18558"/>
                    <a:pt x="10978" y="18320"/>
                  </a:cubicBezTo>
                  <a:cubicBezTo>
                    <a:pt x="11990" y="18058"/>
                    <a:pt x="13657" y="17320"/>
                    <a:pt x="14407" y="17046"/>
                  </a:cubicBezTo>
                  <a:cubicBezTo>
                    <a:pt x="15133" y="16784"/>
                    <a:pt x="15109" y="16355"/>
                    <a:pt x="15431" y="15760"/>
                  </a:cubicBezTo>
                  <a:cubicBezTo>
                    <a:pt x="15764" y="15165"/>
                    <a:pt x="16562" y="14629"/>
                    <a:pt x="16931" y="14296"/>
                  </a:cubicBezTo>
                  <a:cubicBezTo>
                    <a:pt x="17312" y="13974"/>
                    <a:pt x="17515" y="12843"/>
                    <a:pt x="17253" y="12569"/>
                  </a:cubicBezTo>
                  <a:cubicBezTo>
                    <a:pt x="16979" y="12307"/>
                    <a:pt x="16812" y="11331"/>
                    <a:pt x="17253" y="10700"/>
                  </a:cubicBezTo>
                  <a:cubicBezTo>
                    <a:pt x="17681" y="10057"/>
                    <a:pt x="18336" y="9033"/>
                    <a:pt x="18860" y="8390"/>
                  </a:cubicBezTo>
                  <a:cubicBezTo>
                    <a:pt x="19396" y="7747"/>
                    <a:pt x="19598" y="7211"/>
                    <a:pt x="18955" y="6783"/>
                  </a:cubicBezTo>
                  <a:cubicBezTo>
                    <a:pt x="18336" y="6354"/>
                    <a:pt x="17157" y="6021"/>
                    <a:pt x="16633" y="5914"/>
                  </a:cubicBezTo>
                  <a:cubicBezTo>
                    <a:pt x="16121" y="5818"/>
                    <a:pt x="16193" y="5342"/>
                    <a:pt x="15276" y="4806"/>
                  </a:cubicBezTo>
                  <a:cubicBezTo>
                    <a:pt x="14359" y="4270"/>
                    <a:pt x="13716" y="3449"/>
                    <a:pt x="13169" y="2639"/>
                  </a:cubicBezTo>
                  <a:cubicBezTo>
                    <a:pt x="12757" y="2039"/>
                    <a:pt x="12116" y="1648"/>
                    <a:pt x="11550" y="1648"/>
                  </a:cubicBezTo>
                  <a:cubicBezTo>
                    <a:pt x="11363" y="1648"/>
                    <a:pt x="11185" y="1691"/>
                    <a:pt x="11026" y="1782"/>
                  </a:cubicBezTo>
                  <a:cubicBezTo>
                    <a:pt x="10887" y="1863"/>
                    <a:pt x="10742" y="1895"/>
                    <a:pt x="10591" y="1895"/>
                  </a:cubicBezTo>
                  <a:cubicBezTo>
                    <a:pt x="10032" y="1895"/>
                    <a:pt x="9402" y="1451"/>
                    <a:pt x="8763" y="1413"/>
                  </a:cubicBezTo>
                  <a:cubicBezTo>
                    <a:pt x="7942" y="1353"/>
                    <a:pt x="6132" y="377"/>
                    <a:pt x="5644" y="115"/>
                  </a:cubicBezTo>
                  <a:cubicBezTo>
                    <a:pt x="5501" y="29"/>
                    <a:pt x="5293" y="0"/>
                    <a:pt x="50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01"/>
            <p:cNvSpPr/>
            <p:nvPr/>
          </p:nvSpPr>
          <p:spPr>
            <a:xfrm>
              <a:off x="1681094" y="3241545"/>
              <a:ext cx="425952" cy="513064"/>
            </a:xfrm>
            <a:custGeom>
              <a:rect b="b" l="l" r="r" t="t"/>
              <a:pathLst>
                <a:path extrusionOk="0" h="11373" w="9442">
                  <a:moveTo>
                    <a:pt x="1941" y="1"/>
                  </a:moveTo>
                  <a:cubicBezTo>
                    <a:pt x="1941" y="1"/>
                    <a:pt x="1643" y="429"/>
                    <a:pt x="1179" y="858"/>
                  </a:cubicBezTo>
                  <a:cubicBezTo>
                    <a:pt x="714" y="1299"/>
                    <a:pt x="595" y="1608"/>
                    <a:pt x="476" y="1858"/>
                  </a:cubicBezTo>
                  <a:cubicBezTo>
                    <a:pt x="357" y="2108"/>
                    <a:pt x="0" y="3180"/>
                    <a:pt x="143" y="3644"/>
                  </a:cubicBezTo>
                  <a:cubicBezTo>
                    <a:pt x="286" y="4109"/>
                    <a:pt x="226" y="4430"/>
                    <a:pt x="750" y="4823"/>
                  </a:cubicBezTo>
                  <a:cubicBezTo>
                    <a:pt x="1286" y="5204"/>
                    <a:pt x="1762" y="5347"/>
                    <a:pt x="1524" y="6073"/>
                  </a:cubicBezTo>
                  <a:cubicBezTo>
                    <a:pt x="1286" y="6787"/>
                    <a:pt x="1465" y="7561"/>
                    <a:pt x="1215" y="7942"/>
                  </a:cubicBezTo>
                  <a:cubicBezTo>
                    <a:pt x="953" y="8335"/>
                    <a:pt x="929" y="9073"/>
                    <a:pt x="1524" y="9585"/>
                  </a:cubicBezTo>
                  <a:cubicBezTo>
                    <a:pt x="2119" y="10085"/>
                    <a:pt x="2858" y="9966"/>
                    <a:pt x="3036" y="10014"/>
                  </a:cubicBezTo>
                  <a:cubicBezTo>
                    <a:pt x="3203" y="10062"/>
                    <a:pt x="3917" y="10407"/>
                    <a:pt x="4024" y="10621"/>
                  </a:cubicBezTo>
                  <a:cubicBezTo>
                    <a:pt x="4132" y="10847"/>
                    <a:pt x="4715" y="11097"/>
                    <a:pt x="5144" y="11312"/>
                  </a:cubicBezTo>
                  <a:cubicBezTo>
                    <a:pt x="5231" y="11353"/>
                    <a:pt x="5318" y="11373"/>
                    <a:pt x="5401" y="11373"/>
                  </a:cubicBezTo>
                  <a:cubicBezTo>
                    <a:pt x="5728" y="11373"/>
                    <a:pt x="6013" y="11076"/>
                    <a:pt x="6156" y="10621"/>
                  </a:cubicBezTo>
                  <a:cubicBezTo>
                    <a:pt x="6280" y="10233"/>
                    <a:pt x="6674" y="10062"/>
                    <a:pt x="7038" y="10062"/>
                  </a:cubicBezTo>
                  <a:cubicBezTo>
                    <a:pt x="7199" y="10062"/>
                    <a:pt x="7354" y="10095"/>
                    <a:pt x="7477" y="10157"/>
                  </a:cubicBezTo>
                  <a:cubicBezTo>
                    <a:pt x="7783" y="10329"/>
                    <a:pt x="8127" y="10440"/>
                    <a:pt x="8405" y="10440"/>
                  </a:cubicBezTo>
                  <a:cubicBezTo>
                    <a:pt x="8473" y="10440"/>
                    <a:pt x="8538" y="10433"/>
                    <a:pt x="8596" y="10419"/>
                  </a:cubicBezTo>
                  <a:cubicBezTo>
                    <a:pt x="8870" y="10335"/>
                    <a:pt x="9430" y="10133"/>
                    <a:pt x="9442" y="10133"/>
                  </a:cubicBezTo>
                  <a:cubicBezTo>
                    <a:pt x="7799" y="6156"/>
                    <a:pt x="5203" y="2680"/>
                    <a:pt x="19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01"/>
            <p:cNvSpPr/>
            <p:nvPr/>
          </p:nvSpPr>
          <p:spPr>
            <a:xfrm>
              <a:off x="1017168" y="3851337"/>
              <a:ext cx="245547" cy="256735"/>
            </a:xfrm>
            <a:custGeom>
              <a:rect b="b" l="l" r="r" t="t"/>
              <a:pathLst>
                <a:path extrusionOk="0" h="5691" w="5443">
                  <a:moveTo>
                    <a:pt x="3318" y="0"/>
                  </a:moveTo>
                  <a:cubicBezTo>
                    <a:pt x="3147" y="0"/>
                    <a:pt x="2966" y="41"/>
                    <a:pt x="2799" y="140"/>
                  </a:cubicBezTo>
                  <a:cubicBezTo>
                    <a:pt x="2311" y="426"/>
                    <a:pt x="2108" y="1081"/>
                    <a:pt x="2025" y="1545"/>
                  </a:cubicBezTo>
                  <a:cubicBezTo>
                    <a:pt x="1930" y="1986"/>
                    <a:pt x="1037" y="2331"/>
                    <a:pt x="1073" y="3153"/>
                  </a:cubicBezTo>
                  <a:cubicBezTo>
                    <a:pt x="1073" y="3153"/>
                    <a:pt x="1073" y="3641"/>
                    <a:pt x="715" y="3974"/>
                  </a:cubicBezTo>
                  <a:cubicBezTo>
                    <a:pt x="358" y="4296"/>
                    <a:pt x="1" y="4867"/>
                    <a:pt x="358" y="4939"/>
                  </a:cubicBezTo>
                  <a:cubicBezTo>
                    <a:pt x="715" y="5010"/>
                    <a:pt x="1477" y="5117"/>
                    <a:pt x="1656" y="5224"/>
                  </a:cubicBezTo>
                  <a:cubicBezTo>
                    <a:pt x="1808" y="5306"/>
                    <a:pt x="2516" y="5690"/>
                    <a:pt x="2875" y="5690"/>
                  </a:cubicBezTo>
                  <a:cubicBezTo>
                    <a:pt x="2937" y="5690"/>
                    <a:pt x="2989" y="5679"/>
                    <a:pt x="3025" y="5653"/>
                  </a:cubicBezTo>
                  <a:cubicBezTo>
                    <a:pt x="3275" y="5474"/>
                    <a:pt x="3454" y="5034"/>
                    <a:pt x="3716" y="5010"/>
                  </a:cubicBezTo>
                  <a:cubicBezTo>
                    <a:pt x="3966" y="4986"/>
                    <a:pt x="4037" y="4343"/>
                    <a:pt x="4252" y="4129"/>
                  </a:cubicBezTo>
                  <a:cubicBezTo>
                    <a:pt x="4454" y="3926"/>
                    <a:pt x="5216" y="3212"/>
                    <a:pt x="5287" y="2641"/>
                  </a:cubicBezTo>
                  <a:cubicBezTo>
                    <a:pt x="5359" y="2069"/>
                    <a:pt x="5442" y="1212"/>
                    <a:pt x="5287" y="986"/>
                  </a:cubicBezTo>
                  <a:cubicBezTo>
                    <a:pt x="5144" y="771"/>
                    <a:pt x="4144" y="640"/>
                    <a:pt x="4037" y="355"/>
                  </a:cubicBezTo>
                  <a:cubicBezTo>
                    <a:pt x="3966" y="164"/>
                    <a:pt x="3661" y="0"/>
                    <a:pt x="33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01"/>
            <p:cNvSpPr/>
            <p:nvPr/>
          </p:nvSpPr>
          <p:spPr>
            <a:xfrm>
              <a:off x="1239755" y="3990917"/>
              <a:ext cx="161503" cy="96947"/>
            </a:xfrm>
            <a:custGeom>
              <a:rect b="b" l="l" r="r" t="t"/>
              <a:pathLst>
                <a:path extrusionOk="0" h="2149" w="3580">
                  <a:moveTo>
                    <a:pt x="1975" y="1"/>
                  </a:moveTo>
                  <a:cubicBezTo>
                    <a:pt x="1925" y="1"/>
                    <a:pt x="1866" y="15"/>
                    <a:pt x="1794" y="47"/>
                  </a:cubicBezTo>
                  <a:cubicBezTo>
                    <a:pt x="1413" y="225"/>
                    <a:pt x="1520" y="297"/>
                    <a:pt x="1330" y="440"/>
                  </a:cubicBezTo>
                  <a:cubicBezTo>
                    <a:pt x="1175" y="606"/>
                    <a:pt x="877" y="832"/>
                    <a:pt x="877" y="832"/>
                  </a:cubicBezTo>
                  <a:cubicBezTo>
                    <a:pt x="877" y="832"/>
                    <a:pt x="461" y="1213"/>
                    <a:pt x="163" y="1630"/>
                  </a:cubicBezTo>
                  <a:cubicBezTo>
                    <a:pt x="1" y="1857"/>
                    <a:pt x="164" y="1901"/>
                    <a:pt x="381" y="1901"/>
                  </a:cubicBezTo>
                  <a:cubicBezTo>
                    <a:pt x="514" y="1901"/>
                    <a:pt x="667" y="1884"/>
                    <a:pt x="777" y="1884"/>
                  </a:cubicBezTo>
                  <a:cubicBezTo>
                    <a:pt x="817" y="1884"/>
                    <a:pt x="851" y="1886"/>
                    <a:pt x="877" y="1892"/>
                  </a:cubicBezTo>
                  <a:cubicBezTo>
                    <a:pt x="1052" y="1923"/>
                    <a:pt x="1111" y="2149"/>
                    <a:pt x="1392" y="2149"/>
                  </a:cubicBezTo>
                  <a:cubicBezTo>
                    <a:pt x="1437" y="2149"/>
                    <a:pt x="1487" y="2143"/>
                    <a:pt x="1544" y="2130"/>
                  </a:cubicBezTo>
                  <a:cubicBezTo>
                    <a:pt x="1713" y="2087"/>
                    <a:pt x="1753" y="2081"/>
                    <a:pt x="1765" y="2081"/>
                  </a:cubicBezTo>
                  <a:cubicBezTo>
                    <a:pt x="1770" y="2081"/>
                    <a:pt x="1770" y="2082"/>
                    <a:pt x="1773" y="2082"/>
                  </a:cubicBezTo>
                  <a:cubicBezTo>
                    <a:pt x="1780" y="2082"/>
                    <a:pt x="1801" y="2075"/>
                    <a:pt x="1961" y="2023"/>
                  </a:cubicBezTo>
                  <a:cubicBezTo>
                    <a:pt x="2354" y="1892"/>
                    <a:pt x="2473" y="1928"/>
                    <a:pt x="2854" y="1892"/>
                  </a:cubicBezTo>
                  <a:cubicBezTo>
                    <a:pt x="3247" y="1845"/>
                    <a:pt x="3163" y="1571"/>
                    <a:pt x="3366" y="1321"/>
                  </a:cubicBezTo>
                  <a:cubicBezTo>
                    <a:pt x="3568" y="1083"/>
                    <a:pt x="3580" y="856"/>
                    <a:pt x="3366" y="654"/>
                  </a:cubicBezTo>
                  <a:cubicBezTo>
                    <a:pt x="3331" y="621"/>
                    <a:pt x="3299" y="608"/>
                    <a:pt x="3268" y="608"/>
                  </a:cubicBezTo>
                  <a:cubicBezTo>
                    <a:pt x="3149" y="608"/>
                    <a:pt x="3045" y="800"/>
                    <a:pt x="2875" y="800"/>
                  </a:cubicBezTo>
                  <a:cubicBezTo>
                    <a:pt x="2800" y="800"/>
                    <a:pt x="2712" y="762"/>
                    <a:pt x="2604" y="654"/>
                  </a:cubicBezTo>
                  <a:cubicBezTo>
                    <a:pt x="2261" y="311"/>
                    <a:pt x="2208" y="1"/>
                    <a:pt x="19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670"/>
                                        </p:tgtEl>
                                        <p:attrNameLst>
                                          <p:attrName>style.visibility</p:attrName>
                                        </p:attrNameLst>
                                      </p:cBhvr>
                                      <p:to>
                                        <p:strVal val="visible"/>
                                      </p:to>
                                    </p:set>
                                    <p:animEffect filter="fade" transition="in">
                                      <p:cBhvr>
                                        <p:cTn dur="1000"/>
                                        <p:tgtEl>
                                          <p:spTgt spid="567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671"/>
                                        </p:tgtEl>
                                        <p:attrNameLst>
                                          <p:attrName>style.visibility</p:attrName>
                                        </p:attrNameLst>
                                      </p:cBhvr>
                                      <p:to>
                                        <p:strVal val="visible"/>
                                      </p:to>
                                    </p:set>
                                    <p:animEffect filter="fade" transition="in">
                                      <p:cBhvr>
                                        <p:cTn dur="1000"/>
                                        <p:tgtEl>
                                          <p:spTgt spid="567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88" name="Shape 5688"/>
        <p:cNvGrpSpPr/>
        <p:nvPr/>
      </p:nvGrpSpPr>
      <p:grpSpPr>
        <a:xfrm>
          <a:off x="0" y="0"/>
          <a:ext cx="0" cy="0"/>
          <a:chOff x="0" y="0"/>
          <a:chExt cx="0" cy="0"/>
        </a:xfrm>
      </p:grpSpPr>
      <p:pic>
        <p:nvPicPr>
          <p:cNvPr id="5689" name="Google Shape;5689;p102"/>
          <p:cNvPicPr preferRelativeResize="0"/>
          <p:nvPr/>
        </p:nvPicPr>
        <p:blipFill>
          <a:blip r:embed="rId3">
            <a:alphaModFix/>
          </a:blip>
          <a:stretch>
            <a:fillRect/>
          </a:stretch>
        </p:blipFill>
        <p:spPr>
          <a:xfrm>
            <a:off x="591300" y="476250"/>
            <a:ext cx="3433800" cy="4476900"/>
          </a:xfrm>
          <a:prstGeom prst="roundRect">
            <a:avLst>
              <a:gd fmla="val 21045" name="adj"/>
            </a:avLst>
          </a:prstGeom>
          <a:noFill/>
          <a:ln>
            <a:noFill/>
          </a:ln>
        </p:spPr>
      </p:pic>
      <p:sp>
        <p:nvSpPr>
          <p:cNvPr id="5690" name="Google Shape;5690;p102"/>
          <p:cNvSpPr/>
          <p:nvPr/>
        </p:nvSpPr>
        <p:spPr>
          <a:xfrm>
            <a:off x="3514725" y="2895600"/>
            <a:ext cx="6258000" cy="2876400"/>
          </a:xfrm>
          <a:prstGeom prst="roundRect">
            <a:avLst>
              <a:gd fmla="val 2457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02"/>
          <p:cNvSpPr txBox="1"/>
          <p:nvPr>
            <p:ph type="title"/>
          </p:nvPr>
        </p:nvSpPr>
        <p:spPr>
          <a:xfrm>
            <a:off x="4400625" y="654525"/>
            <a:ext cx="4028700" cy="1108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5692" name="Google Shape;5692;p102"/>
          <p:cNvSpPr txBox="1"/>
          <p:nvPr>
            <p:ph idx="1" type="subTitle"/>
          </p:nvPr>
        </p:nvSpPr>
        <p:spPr>
          <a:xfrm>
            <a:off x="4402083" y="1705575"/>
            <a:ext cx="40287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sp>
        <p:nvSpPr>
          <p:cNvPr id="5693" name="Google Shape;5693;p102"/>
          <p:cNvSpPr txBox="1"/>
          <p:nvPr>
            <p:ph idx="2" type="subTitle"/>
          </p:nvPr>
        </p:nvSpPr>
        <p:spPr>
          <a:xfrm>
            <a:off x="4362523" y="3680703"/>
            <a:ext cx="19380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5694" name="Google Shape;5694;p102"/>
          <p:cNvSpPr txBox="1"/>
          <p:nvPr>
            <p:ph idx="3" type="title"/>
          </p:nvPr>
        </p:nvSpPr>
        <p:spPr>
          <a:xfrm>
            <a:off x="4364632" y="3362825"/>
            <a:ext cx="19359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5695" name="Google Shape;5695;p102"/>
          <p:cNvSpPr txBox="1"/>
          <p:nvPr>
            <p:ph idx="4" type="subTitle"/>
          </p:nvPr>
        </p:nvSpPr>
        <p:spPr>
          <a:xfrm>
            <a:off x="6453190" y="3680703"/>
            <a:ext cx="19380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mostly of hydrogen and helium</a:t>
            </a:r>
            <a:endParaRPr/>
          </a:p>
        </p:txBody>
      </p:sp>
      <p:sp>
        <p:nvSpPr>
          <p:cNvPr id="5696" name="Google Shape;5696;p102"/>
          <p:cNvSpPr txBox="1"/>
          <p:nvPr>
            <p:ph idx="5" type="title"/>
          </p:nvPr>
        </p:nvSpPr>
        <p:spPr>
          <a:xfrm>
            <a:off x="6455299" y="3362825"/>
            <a:ext cx="19359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grpSp>
        <p:nvGrpSpPr>
          <p:cNvPr id="5697" name="Google Shape;5697;p102"/>
          <p:cNvGrpSpPr/>
          <p:nvPr/>
        </p:nvGrpSpPr>
        <p:grpSpPr>
          <a:xfrm flipH="1" rot="1323861">
            <a:off x="3430945" y="2548026"/>
            <a:ext cx="516266" cy="1499040"/>
            <a:chOff x="6512944" y="2975654"/>
            <a:chExt cx="1594853" cy="4630848"/>
          </a:xfrm>
        </p:grpSpPr>
        <p:grpSp>
          <p:nvGrpSpPr>
            <p:cNvPr id="5698" name="Google Shape;5698;p102"/>
            <p:cNvGrpSpPr/>
            <p:nvPr/>
          </p:nvGrpSpPr>
          <p:grpSpPr>
            <a:xfrm>
              <a:off x="6512944" y="2975654"/>
              <a:ext cx="1594853" cy="4630848"/>
              <a:chOff x="1460575" y="5630575"/>
              <a:chExt cx="645350" cy="1873775"/>
            </a:xfrm>
          </p:grpSpPr>
          <p:sp>
            <p:nvSpPr>
              <p:cNvPr id="5699" name="Google Shape;5699;p102"/>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02"/>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1" name="Google Shape;5701;p102"/>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102"/>
          <p:cNvGrpSpPr/>
          <p:nvPr/>
        </p:nvGrpSpPr>
        <p:grpSpPr>
          <a:xfrm rot="-1323861">
            <a:off x="8806520" y="4173726"/>
            <a:ext cx="516266" cy="1499040"/>
            <a:chOff x="6512944" y="2975654"/>
            <a:chExt cx="1594853" cy="4630848"/>
          </a:xfrm>
        </p:grpSpPr>
        <p:grpSp>
          <p:nvGrpSpPr>
            <p:cNvPr id="5703" name="Google Shape;5703;p102"/>
            <p:cNvGrpSpPr/>
            <p:nvPr/>
          </p:nvGrpSpPr>
          <p:grpSpPr>
            <a:xfrm>
              <a:off x="6512944" y="2975654"/>
              <a:ext cx="1594853" cy="4630848"/>
              <a:chOff x="1460575" y="5630575"/>
              <a:chExt cx="645350" cy="1873775"/>
            </a:xfrm>
          </p:grpSpPr>
          <p:sp>
            <p:nvSpPr>
              <p:cNvPr id="5704" name="Google Shape;5704;p102"/>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102"/>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6" name="Google Shape;5706;p102"/>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7" name="Google Shape;5707;p102"/>
          <p:cNvGrpSpPr/>
          <p:nvPr/>
        </p:nvGrpSpPr>
        <p:grpSpPr>
          <a:xfrm flipH="1" rot="4713958">
            <a:off x="3076296" y="-562980"/>
            <a:ext cx="1076689" cy="1759404"/>
            <a:chOff x="4838975" y="1909000"/>
            <a:chExt cx="479850" cy="784050"/>
          </a:xfrm>
        </p:grpSpPr>
        <p:sp>
          <p:nvSpPr>
            <p:cNvPr id="5708" name="Google Shape;5708;p102"/>
            <p:cNvSpPr/>
            <p:nvPr/>
          </p:nvSpPr>
          <p:spPr>
            <a:xfrm>
              <a:off x="4998825" y="1909600"/>
              <a:ext cx="129800" cy="216400"/>
            </a:xfrm>
            <a:custGeom>
              <a:rect b="b" l="l" r="r" t="t"/>
              <a:pathLst>
                <a:path extrusionOk="0" h="8656" w="5192">
                  <a:moveTo>
                    <a:pt x="1906" y="0"/>
                  </a:moveTo>
                  <a:cubicBezTo>
                    <a:pt x="1906" y="0"/>
                    <a:pt x="1" y="4620"/>
                    <a:pt x="584" y="6465"/>
                  </a:cubicBezTo>
                  <a:cubicBezTo>
                    <a:pt x="1155" y="8311"/>
                    <a:pt x="3227" y="8656"/>
                    <a:pt x="3227" y="8656"/>
                  </a:cubicBezTo>
                  <a:cubicBezTo>
                    <a:pt x="3227" y="8656"/>
                    <a:pt x="5192" y="6370"/>
                    <a:pt x="4989" y="5001"/>
                  </a:cubicBezTo>
                  <a:cubicBezTo>
                    <a:pt x="4775" y="3655"/>
                    <a:pt x="1906" y="0"/>
                    <a:pt x="1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102"/>
            <p:cNvSpPr/>
            <p:nvPr/>
          </p:nvSpPr>
          <p:spPr>
            <a:xfrm>
              <a:off x="5005375" y="1909000"/>
              <a:ext cx="128600" cy="784050"/>
            </a:xfrm>
            <a:custGeom>
              <a:rect b="b" l="l" r="r" t="t"/>
              <a:pathLst>
                <a:path extrusionOk="0" h="31362" w="5144">
                  <a:moveTo>
                    <a:pt x="1751" y="0"/>
                  </a:moveTo>
                  <a:lnTo>
                    <a:pt x="1525" y="48"/>
                  </a:lnTo>
                  <a:cubicBezTo>
                    <a:pt x="1536" y="107"/>
                    <a:pt x="2727" y="5418"/>
                    <a:pt x="2906" y="7096"/>
                  </a:cubicBezTo>
                  <a:cubicBezTo>
                    <a:pt x="2941" y="7263"/>
                    <a:pt x="4918" y="23039"/>
                    <a:pt x="1" y="31242"/>
                  </a:cubicBezTo>
                  <a:lnTo>
                    <a:pt x="191" y="31361"/>
                  </a:lnTo>
                  <a:cubicBezTo>
                    <a:pt x="5144" y="23086"/>
                    <a:pt x="3144" y="7227"/>
                    <a:pt x="3132" y="7073"/>
                  </a:cubicBezTo>
                  <a:cubicBezTo>
                    <a:pt x="2953" y="5382"/>
                    <a:pt x="1763" y="60"/>
                    <a:pt x="17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102"/>
            <p:cNvSpPr/>
            <p:nvPr/>
          </p:nvSpPr>
          <p:spPr>
            <a:xfrm>
              <a:off x="4838975" y="2365475"/>
              <a:ext cx="219400" cy="231425"/>
            </a:xfrm>
            <a:custGeom>
              <a:rect b="b" l="l" r="r" t="t"/>
              <a:pathLst>
                <a:path extrusionOk="0" h="9257" w="8776">
                  <a:moveTo>
                    <a:pt x="188" y="1"/>
                  </a:moveTo>
                  <a:cubicBezTo>
                    <a:pt x="173" y="1"/>
                    <a:pt x="162" y="2"/>
                    <a:pt x="156" y="5"/>
                  </a:cubicBezTo>
                  <a:cubicBezTo>
                    <a:pt x="1" y="65"/>
                    <a:pt x="1811" y="3911"/>
                    <a:pt x="3501" y="6554"/>
                  </a:cubicBezTo>
                  <a:cubicBezTo>
                    <a:pt x="5204" y="9185"/>
                    <a:pt x="8419" y="9257"/>
                    <a:pt x="8419" y="9257"/>
                  </a:cubicBezTo>
                  <a:cubicBezTo>
                    <a:pt x="8776" y="6804"/>
                    <a:pt x="7228" y="3315"/>
                    <a:pt x="5573" y="2160"/>
                  </a:cubicBezTo>
                  <a:cubicBezTo>
                    <a:pt x="3979" y="1037"/>
                    <a:pt x="584" y="1"/>
                    <a:pt x="1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102"/>
            <p:cNvSpPr/>
            <p:nvPr/>
          </p:nvSpPr>
          <p:spPr>
            <a:xfrm>
              <a:off x="4896425" y="2110200"/>
              <a:ext cx="190825" cy="278650"/>
            </a:xfrm>
            <a:custGeom>
              <a:rect b="b" l="l" r="r" t="t"/>
              <a:pathLst>
                <a:path extrusionOk="0" h="11146" w="7633">
                  <a:moveTo>
                    <a:pt x="1" y="1"/>
                  </a:moveTo>
                  <a:cubicBezTo>
                    <a:pt x="1" y="1"/>
                    <a:pt x="1489" y="5156"/>
                    <a:pt x="2715" y="7299"/>
                  </a:cubicBezTo>
                  <a:cubicBezTo>
                    <a:pt x="3930" y="9454"/>
                    <a:pt x="7633" y="11145"/>
                    <a:pt x="7633" y="11145"/>
                  </a:cubicBezTo>
                  <a:cubicBezTo>
                    <a:pt x="7633" y="11145"/>
                    <a:pt x="7430" y="6585"/>
                    <a:pt x="6180" y="4275"/>
                  </a:cubicBezTo>
                  <a:cubicBezTo>
                    <a:pt x="4930" y="196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102"/>
            <p:cNvSpPr/>
            <p:nvPr/>
          </p:nvSpPr>
          <p:spPr>
            <a:xfrm>
              <a:off x="5089600" y="2034300"/>
              <a:ext cx="146175" cy="208700"/>
            </a:xfrm>
            <a:custGeom>
              <a:rect b="b" l="l" r="r" t="t"/>
              <a:pathLst>
                <a:path extrusionOk="0" h="8348" w="5847">
                  <a:moveTo>
                    <a:pt x="5646" y="0"/>
                  </a:moveTo>
                  <a:cubicBezTo>
                    <a:pt x="5290" y="0"/>
                    <a:pt x="2667" y="1905"/>
                    <a:pt x="1358" y="3668"/>
                  </a:cubicBezTo>
                  <a:cubicBezTo>
                    <a:pt x="1" y="5525"/>
                    <a:pt x="180" y="8347"/>
                    <a:pt x="180" y="8347"/>
                  </a:cubicBezTo>
                  <a:cubicBezTo>
                    <a:pt x="3406" y="7871"/>
                    <a:pt x="5061" y="5109"/>
                    <a:pt x="5371" y="3668"/>
                  </a:cubicBezTo>
                  <a:cubicBezTo>
                    <a:pt x="5680" y="2215"/>
                    <a:pt x="5847" y="215"/>
                    <a:pt x="5680" y="13"/>
                  </a:cubicBezTo>
                  <a:cubicBezTo>
                    <a:pt x="5674" y="4"/>
                    <a:pt x="5662" y="0"/>
                    <a:pt x="56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102"/>
            <p:cNvSpPr/>
            <p:nvPr/>
          </p:nvSpPr>
          <p:spPr>
            <a:xfrm>
              <a:off x="5081875" y="2257850"/>
              <a:ext cx="235175" cy="186650"/>
            </a:xfrm>
            <a:custGeom>
              <a:rect b="b" l="l" r="r" t="t"/>
              <a:pathLst>
                <a:path extrusionOk="0" h="7466" w="9407">
                  <a:moveTo>
                    <a:pt x="9406" y="0"/>
                  </a:moveTo>
                  <a:cubicBezTo>
                    <a:pt x="9406" y="0"/>
                    <a:pt x="6692" y="572"/>
                    <a:pt x="3941" y="2001"/>
                  </a:cubicBezTo>
                  <a:cubicBezTo>
                    <a:pt x="1167" y="3429"/>
                    <a:pt x="0" y="7466"/>
                    <a:pt x="0" y="7466"/>
                  </a:cubicBezTo>
                  <a:cubicBezTo>
                    <a:pt x="0" y="7466"/>
                    <a:pt x="4501" y="6942"/>
                    <a:pt x="6727" y="5227"/>
                  </a:cubicBezTo>
                  <a:cubicBezTo>
                    <a:pt x="8954" y="3537"/>
                    <a:pt x="9406" y="1"/>
                    <a:pt x="9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02"/>
            <p:cNvSpPr/>
            <p:nvPr/>
          </p:nvSpPr>
          <p:spPr>
            <a:xfrm>
              <a:off x="5019675" y="2508400"/>
              <a:ext cx="267000" cy="157350"/>
            </a:xfrm>
            <a:custGeom>
              <a:rect b="b" l="l" r="r" t="t"/>
              <a:pathLst>
                <a:path extrusionOk="0" h="6294" w="10680">
                  <a:moveTo>
                    <a:pt x="10465" y="1"/>
                  </a:moveTo>
                  <a:cubicBezTo>
                    <a:pt x="9676" y="1"/>
                    <a:pt x="6857" y="95"/>
                    <a:pt x="4417" y="1361"/>
                  </a:cubicBezTo>
                  <a:cubicBezTo>
                    <a:pt x="1548" y="2837"/>
                    <a:pt x="0" y="6111"/>
                    <a:pt x="167" y="6147"/>
                  </a:cubicBezTo>
                  <a:cubicBezTo>
                    <a:pt x="835" y="6249"/>
                    <a:pt x="1447" y="6294"/>
                    <a:pt x="2009" y="6294"/>
                  </a:cubicBezTo>
                  <a:cubicBezTo>
                    <a:pt x="5533" y="6294"/>
                    <a:pt x="7056" y="4505"/>
                    <a:pt x="7703" y="3540"/>
                  </a:cubicBezTo>
                  <a:cubicBezTo>
                    <a:pt x="8453" y="2420"/>
                    <a:pt x="10680" y="3"/>
                    <a:pt x="10680" y="3"/>
                  </a:cubicBezTo>
                  <a:cubicBezTo>
                    <a:pt x="10680" y="3"/>
                    <a:pt x="10604" y="1"/>
                    <a:pt x="104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102"/>
            <p:cNvSpPr/>
            <p:nvPr/>
          </p:nvSpPr>
          <p:spPr>
            <a:xfrm>
              <a:off x="4841375" y="2363225"/>
              <a:ext cx="210750" cy="235175"/>
            </a:xfrm>
            <a:custGeom>
              <a:rect b="b" l="l" r="r" t="t"/>
              <a:pathLst>
                <a:path extrusionOk="0" h="9407" w="8430">
                  <a:moveTo>
                    <a:pt x="131" y="0"/>
                  </a:moveTo>
                  <a:lnTo>
                    <a:pt x="0" y="179"/>
                  </a:lnTo>
                  <a:cubicBezTo>
                    <a:pt x="60" y="215"/>
                    <a:pt x="5156" y="4001"/>
                    <a:pt x="8227" y="9406"/>
                  </a:cubicBezTo>
                  <a:lnTo>
                    <a:pt x="8430" y="9299"/>
                  </a:lnTo>
                  <a:cubicBezTo>
                    <a:pt x="5310" y="3858"/>
                    <a:pt x="179" y="48"/>
                    <a:pt x="1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102"/>
            <p:cNvSpPr/>
            <p:nvPr/>
          </p:nvSpPr>
          <p:spPr>
            <a:xfrm>
              <a:off x="5024725" y="2505500"/>
              <a:ext cx="261650" cy="152425"/>
            </a:xfrm>
            <a:custGeom>
              <a:rect b="b" l="l" r="r" t="t"/>
              <a:pathLst>
                <a:path extrusionOk="0" h="6097" w="10466">
                  <a:moveTo>
                    <a:pt x="10442" y="0"/>
                  </a:moveTo>
                  <a:cubicBezTo>
                    <a:pt x="4334" y="786"/>
                    <a:pt x="48" y="5906"/>
                    <a:pt x="0" y="5954"/>
                  </a:cubicBezTo>
                  <a:lnTo>
                    <a:pt x="179" y="6096"/>
                  </a:lnTo>
                  <a:cubicBezTo>
                    <a:pt x="227" y="6037"/>
                    <a:pt x="4465" y="989"/>
                    <a:pt x="10466" y="215"/>
                  </a:cubicBezTo>
                  <a:lnTo>
                    <a:pt x="104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102"/>
            <p:cNvSpPr/>
            <p:nvPr/>
          </p:nvSpPr>
          <p:spPr>
            <a:xfrm>
              <a:off x="4894050" y="2108125"/>
              <a:ext cx="195875" cy="281600"/>
            </a:xfrm>
            <a:custGeom>
              <a:rect b="b" l="l" r="r" t="t"/>
              <a:pathLst>
                <a:path extrusionOk="0" h="11264" w="7835">
                  <a:moveTo>
                    <a:pt x="167" y="1"/>
                  </a:moveTo>
                  <a:lnTo>
                    <a:pt x="1" y="143"/>
                  </a:lnTo>
                  <a:cubicBezTo>
                    <a:pt x="72" y="203"/>
                    <a:pt x="5620" y="6085"/>
                    <a:pt x="7621" y="11264"/>
                  </a:cubicBezTo>
                  <a:lnTo>
                    <a:pt x="7835" y="11169"/>
                  </a:lnTo>
                  <a:cubicBezTo>
                    <a:pt x="5811" y="5966"/>
                    <a:pt x="227" y="60"/>
                    <a:pt x="1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102"/>
            <p:cNvSpPr/>
            <p:nvPr/>
          </p:nvSpPr>
          <p:spPr>
            <a:xfrm>
              <a:off x="5080375" y="2256050"/>
              <a:ext cx="238450" cy="190825"/>
            </a:xfrm>
            <a:custGeom>
              <a:rect b="b" l="l" r="r" t="t"/>
              <a:pathLst>
                <a:path extrusionOk="0" h="7633" w="9538">
                  <a:moveTo>
                    <a:pt x="9371" y="1"/>
                  </a:moveTo>
                  <a:cubicBezTo>
                    <a:pt x="6073" y="3632"/>
                    <a:pt x="60" y="7395"/>
                    <a:pt x="1" y="7442"/>
                  </a:cubicBezTo>
                  <a:lnTo>
                    <a:pt x="120" y="7633"/>
                  </a:lnTo>
                  <a:cubicBezTo>
                    <a:pt x="168" y="7597"/>
                    <a:pt x="6216" y="3811"/>
                    <a:pt x="9538" y="156"/>
                  </a:cubicBezTo>
                  <a:lnTo>
                    <a:pt x="937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102"/>
            <p:cNvSpPr/>
            <p:nvPr/>
          </p:nvSpPr>
          <p:spPr>
            <a:xfrm>
              <a:off x="5091100" y="2032825"/>
              <a:ext cx="142600" cy="202125"/>
            </a:xfrm>
            <a:custGeom>
              <a:rect b="b" l="l" r="r" t="t"/>
              <a:pathLst>
                <a:path extrusionOk="0" h="8085" w="5704">
                  <a:moveTo>
                    <a:pt x="5561" y="0"/>
                  </a:moveTo>
                  <a:cubicBezTo>
                    <a:pt x="2322" y="2548"/>
                    <a:pt x="24" y="7930"/>
                    <a:pt x="1" y="7989"/>
                  </a:cubicBezTo>
                  <a:lnTo>
                    <a:pt x="203" y="8085"/>
                  </a:lnTo>
                  <a:cubicBezTo>
                    <a:pt x="239" y="8025"/>
                    <a:pt x="2513" y="2679"/>
                    <a:pt x="5704" y="179"/>
                  </a:cubicBezTo>
                  <a:lnTo>
                    <a:pt x="55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102"/>
          <p:cNvGrpSpPr/>
          <p:nvPr/>
        </p:nvGrpSpPr>
        <p:grpSpPr>
          <a:xfrm rot="-971405">
            <a:off x="7969349" y="2665689"/>
            <a:ext cx="346909" cy="586594"/>
            <a:chOff x="4774877" y="116629"/>
            <a:chExt cx="576785" cy="975095"/>
          </a:xfrm>
        </p:grpSpPr>
        <p:sp>
          <p:nvSpPr>
            <p:cNvPr id="5721" name="Google Shape;5721;p102"/>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102"/>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102"/>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102"/>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102"/>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02"/>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7" name="Google Shape;5727;p102"/>
          <p:cNvGrpSpPr/>
          <p:nvPr/>
        </p:nvGrpSpPr>
        <p:grpSpPr>
          <a:xfrm rot="-1323788">
            <a:off x="233498" y="3211003"/>
            <a:ext cx="959558" cy="2786192"/>
            <a:chOff x="6512944" y="2975654"/>
            <a:chExt cx="1594853" cy="4630848"/>
          </a:xfrm>
        </p:grpSpPr>
        <p:grpSp>
          <p:nvGrpSpPr>
            <p:cNvPr id="5728" name="Google Shape;5728;p102"/>
            <p:cNvGrpSpPr/>
            <p:nvPr/>
          </p:nvGrpSpPr>
          <p:grpSpPr>
            <a:xfrm>
              <a:off x="6512944" y="2975654"/>
              <a:ext cx="1594853" cy="4630848"/>
              <a:chOff x="1460575" y="5630575"/>
              <a:chExt cx="645350" cy="1873775"/>
            </a:xfrm>
          </p:grpSpPr>
          <p:sp>
            <p:nvSpPr>
              <p:cNvPr id="5729" name="Google Shape;5729;p102"/>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02"/>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1" name="Google Shape;5731;p102"/>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692"/>
                                        </p:tgtEl>
                                        <p:attrNameLst>
                                          <p:attrName>style.visibility</p:attrName>
                                        </p:attrNameLst>
                                      </p:cBhvr>
                                      <p:to>
                                        <p:strVal val="visible"/>
                                      </p:to>
                                    </p:set>
                                    <p:animEffect filter="fade" transition="in">
                                      <p:cBhvr>
                                        <p:cTn dur="1000"/>
                                        <p:tgtEl>
                                          <p:spTgt spid="569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691"/>
                                        </p:tgtEl>
                                        <p:attrNameLst>
                                          <p:attrName>style.visibility</p:attrName>
                                        </p:attrNameLst>
                                      </p:cBhvr>
                                      <p:to>
                                        <p:strVal val="visible"/>
                                      </p:to>
                                    </p:set>
                                    <p:animEffect filter="fade" transition="in">
                                      <p:cBhvr>
                                        <p:cTn dur="1000"/>
                                        <p:tgtEl>
                                          <p:spTgt spid="5691"/>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5694"/>
                                        </p:tgtEl>
                                        <p:attrNameLst>
                                          <p:attrName>style.visibility</p:attrName>
                                        </p:attrNameLst>
                                      </p:cBhvr>
                                      <p:to>
                                        <p:strVal val="visible"/>
                                      </p:to>
                                    </p:set>
                                    <p:animEffect filter="fade" transition="in">
                                      <p:cBhvr>
                                        <p:cTn dur="1000"/>
                                        <p:tgtEl>
                                          <p:spTgt spid="5694"/>
                                        </p:tgtEl>
                                      </p:cBhvr>
                                    </p:animEffect>
                                  </p:childTnLst>
                                </p:cTn>
                              </p:par>
                              <p:par>
                                <p:cTn fill="hold" nodeType="withEffect" presetClass="entr" presetID="10" presetSubtype="0">
                                  <p:stCondLst>
                                    <p:cond delay="0"/>
                                  </p:stCondLst>
                                  <p:childTnLst>
                                    <p:set>
                                      <p:cBhvr>
                                        <p:cTn dur="1" fill="hold">
                                          <p:stCondLst>
                                            <p:cond delay="0"/>
                                          </p:stCondLst>
                                        </p:cTn>
                                        <p:tgtEl>
                                          <p:spTgt spid="5693"/>
                                        </p:tgtEl>
                                        <p:attrNameLst>
                                          <p:attrName>style.visibility</p:attrName>
                                        </p:attrNameLst>
                                      </p:cBhvr>
                                      <p:to>
                                        <p:strVal val="visible"/>
                                      </p:to>
                                    </p:set>
                                    <p:animEffect filter="fade" transition="in">
                                      <p:cBhvr>
                                        <p:cTn dur="1000"/>
                                        <p:tgtEl>
                                          <p:spTgt spid="5693"/>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5696"/>
                                        </p:tgtEl>
                                        <p:attrNameLst>
                                          <p:attrName>style.visibility</p:attrName>
                                        </p:attrNameLst>
                                      </p:cBhvr>
                                      <p:to>
                                        <p:strVal val="visible"/>
                                      </p:to>
                                    </p:set>
                                    <p:animEffect filter="fade" transition="in">
                                      <p:cBhvr>
                                        <p:cTn dur="1000"/>
                                        <p:tgtEl>
                                          <p:spTgt spid="5696"/>
                                        </p:tgtEl>
                                      </p:cBhvr>
                                    </p:animEffect>
                                  </p:childTnLst>
                                </p:cTn>
                              </p:par>
                              <p:par>
                                <p:cTn fill="hold" nodeType="withEffect" presetClass="entr" presetID="10" presetSubtype="0">
                                  <p:stCondLst>
                                    <p:cond delay="0"/>
                                  </p:stCondLst>
                                  <p:childTnLst>
                                    <p:set>
                                      <p:cBhvr>
                                        <p:cTn dur="1" fill="hold">
                                          <p:stCondLst>
                                            <p:cond delay="0"/>
                                          </p:stCondLst>
                                        </p:cTn>
                                        <p:tgtEl>
                                          <p:spTgt spid="5695"/>
                                        </p:tgtEl>
                                        <p:attrNameLst>
                                          <p:attrName>style.visibility</p:attrName>
                                        </p:attrNameLst>
                                      </p:cBhvr>
                                      <p:to>
                                        <p:strVal val="visible"/>
                                      </p:to>
                                    </p:set>
                                    <p:animEffect filter="fade" transition="in">
                                      <p:cBhvr>
                                        <p:cTn dur="1000"/>
                                        <p:tgtEl>
                                          <p:spTgt spid="569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5" name="Shape 5735"/>
        <p:cNvGrpSpPr/>
        <p:nvPr/>
      </p:nvGrpSpPr>
      <p:grpSpPr>
        <a:xfrm>
          <a:off x="0" y="0"/>
          <a:ext cx="0" cy="0"/>
          <a:chOff x="0" y="0"/>
          <a:chExt cx="0" cy="0"/>
        </a:xfrm>
      </p:grpSpPr>
      <p:sp>
        <p:nvSpPr>
          <p:cNvPr id="5736" name="Google Shape;5736;p103"/>
          <p:cNvSpPr/>
          <p:nvPr/>
        </p:nvSpPr>
        <p:spPr>
          <a:xfrm flipH="1" rot="8100000">
            <a:off x="2805464" y="1580387"/>
            <a:ext cx="1357013" cy="1185139"/>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103"/>
          <p:cNvSpPr/>
          <p:nvPr/>
        </p:nvSpPr>
        <p:spPr>
          <a:xfrm flipH="1" rot="8100000">
            <a:off x="4808764" y="1580387"/>
            <a:ext cx="1357013" cy="1185139"/>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03"/>
          <p:cNvSpPr/>
          <p:nvPr/>
        </p:nvSpPr>
        <p:spPr>
          <a:xfrm flipH="1" rot="8100000">
            <a:off x="6812064" y="1580387"/>
            <a:ext cx="1357013" cy="1185139"/>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03"/>
          <p:cNvSpPr/>
          <p:nvPr/>
        </p:nvSpPr>
        <p:spPr>
          <a:xfrm flipH="1" rot="8100000">
            <a:off x="801814" y="1580387"/>
            <a:ext cx="1357013" cy="1185139"/>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40" name="Google Shape;5740;p103"/>
          <p:cNvCxnSpPr>
            <a:stCxn id="5741" idx="1"/>
          </p:cNvCxnSpPr>
          <p:nvPr/>
        </p:nvCxnSpPr>
        <p:spPr>
          <a:xfrm rot="10800000">
            <a:off x="14225" y="2137650"/>
            <a:ext cx="873300" cy="0"/>
          </a:xfrm>
          <a:prstGeom prst="straightConnector1">
            <a:avLst/>
          </a:prstGeom>
          <a:noFill/>
          <a:ln cap="flat" cmpd="sng" w="9525">
            <a:solidFill>
              <a:schemeClr val="accent2"/>
            </a:solidFill>
            <a:prstDash val="solid"/>
            <a:round/>
            <a:headEnd len="med" w="med" type="none"/>
            <a:tailEnd len="med" w="med" type="none"/>
          </a:ln>
        </p:spPr>
      </p:cxnSp>
      <p:cxnSp>
        <p:nvCxnSpPr>
          <p:cNvPr id="5742" name="Google Shape;5742;p103"/>
          <p:cNvCxnSpPr>
            <a:endCxn id="5743" idx="1"/>
          </p:cNvCxnSpPr>
          <p:nvPr/>
        </p:nvCxnSpPr>
        <p:spPr>
          <a:xfrm>
            <a:off x="2186992" y="2137650"/>
            <a:ext cx="703800" cy="0"/>
          </a:xfrm>
          <a:prstGeom prst="straightConnector1">
            <a:avLst/>
          </a:prstGeom>
          <a:noFill/>
          <a:ln cap="flat" cmpd="sng" w="9525">
            <a:solidFill>
              <a:schemeClr val="accent2"/>
            </a:solidFill>
            <a:prstDash val="solid"/>
            <a:round/>
            <a:headEnd len="med" w="med" type="none"/>
            <a:tailEnd len="med" w="med" type="none"/>
          </a:ln>
        </p:spPr>
      </p:cxnSp>
      <p:cxnSp>
        <p:nvCxnSpPr>
          <p:cNvPr id="5744" name="Google Shape;5744;p103"/>
          <p:cNvCxnSpPr>
            <a:endCxn id="5745" idx="1"/>
          </p:cNvCxnSpPr>
          <p:nvPr/>
        </p:nvCxnSpPr>
        <p:spPr>
          <a:xfrm>
            <a:off x="4226258" y="2137650"/>
            <a:ext cx="667800" cy="0"/>
          </a:xfrm>
          <a:prstGeom prst="straightConnector1">
            <a:avLst/>
          </a:prstGeom>
          <a:noFill/>
          <a:ln cap="flat" cmpd="sng" w="9525">
            <a:solidFill>
              <a:schemeClr val="accent2"/>
            </a:solidFill>
            <a:prstDash val="solid"/>
            <a:round/>
            <a:headEnd len="med" w="med" type="none"/>
            <a:tailEnd len="med" w="med" type="none"/>
          </a:ln>
        </p:spPr>
      </p:cxnSp>
      <p:cxnSp>
        <p:nvCxnSpPr>
          <p:cNvPr id="5746" name="Google Shape;5746;p103"/>
          <p:cNvCxnSpPr>
            <a:endCxn id="5747" idx="1"/>
          </p:cNvCxnSpPr>
          <p:nvPr/>
        </p:nvCxnSpPr>
        <p:spPr>
          <a:xfrm>
            <a:off x="6215725" y="2137650"/>
            <a:ext cx="681600" cy="0"/>
          </a:xfrm>
          <a:prstGeom prst="straightConnector1">
            <a:avLst/>
          </a:prstGeom>
          <a:noFill/>
          <a:ln cap="flat" cmpd="sng" w="9525">
            <a:solidFill>
              <a:schemeClr val="accent2"/>
            </a:solidFill>
            <a:prstDash val="solid"/>
            <a:round/>
            <a:headEnd len="med" w="med" type="none"/>
            <a:tailEnd len="med" w="med" type="none"/>
          </a:ln>
        </p:spPr>
      </p:cxnSp>
      <p:cxnSp>
        <p:nvCxnSpPr>
          <p:cNvPr id="5748" name="Google Shape;5748;p103"/>
          <p:cNvCxnSpPr/>
          <p:nvPr/>
        </p:nvCxnSpPr>
        <p:spPr>
          <a:xfrm>
            <a:off x="8219725" y="2137650"/>
            <a:ext cx="924300" cy="0"/>
          </a:xfrm>
          <a:prstGeom prst="straightConnector1">
            <a:avLst/>
          </a:prstGeom>
          <a:noFill/>
          <a:ln cap="flat" cmpd="sng" w="9525">
            <a:solidFill>
              <a:schemeClr val="accent2"/>
            </a:solidFill>
            <a:prstDash val="solid"/>
            <a:round/>
            <a:headEnd len="med" w="med" type="none"/>
            <a:tailEnd len="med" w="med" type="none"/>
          </a:ln>
        </p:spPr>
      </p:cxnSp>
      <p:grpSp>
        <p:nvGrpSpPr>
          <p:cNvPr id="5749" name="Google Shape;5749;p103"/>
          <p:cNvGrpSpPr/>
          <p:nvPr/>
        </p:nvGrpSpPr>
        <p:grpSpPr>
          <a:xfrm rot="5400000">
            <a:off x="1332187" y="1459162"/>
            <a:ext cx="467626" cy="1356958"/>
            <a:chOff x="4879175" y="1187475"/>
            <a:chExt cx="645625" cy="1873475"/>
          </a:xfrm>
        </p:grpSpPr>
        <p:sp>
          <p:nvSpPr>
            <p:cNvPr id="5750" name="Google Shape;5750;p103"/>
            <p:cNvSpPr/>
            <p:nvPr/>
          </p:nvSpPr>
          <p:spPr>
            <a:xfrm>
              <a:off x="5067000" y="1187475"/>
              <a:ext cx="269700" cy="175650"/>
            </a:xfrm>
            <a:custGeom>
              <a:rect b="b" l="l" r="r" t="t"/>
              <a:pathLst>
                <a:path extrusionOk="0" h="7026" w="10788">
                  <a:moveTo>
                    <a:pt x="655" y="1"/>
                  </a:moveTo>
                  <a:cubicBezTo>
                    <a:pt x="274" y="1"/>
                    <a:pt x="0" y="298"/>
                    <a:pt x="0" y="655"/>
                  </a:cubicBezTo>
                  <a:lnTo>
                    <a:pt x="0" y="6370"/>
                  </a:lnTo>
                  <a:cubicBezTo>
                    <a:pt x="0" y="6740"/>
                    <a:pt x="298" y="7025"/>
                    <a:pt x="655" y="7025"/>
                  </a:cubicBezTo>
                  <a:lnTo>
                    <a:pt x="10132" y="7025"/>
                  </a:lnTo>
                  <a:cubicBezTo>
                    <a:pt x="10490" y="7025"/>
                    <a:pt x="10787" y="6728"/>
                    <a:pt x="10787" y="6370"/>
                  </a:cubicBezTo>
                  <a:lnTo>
                    <a:pt x="10787" y="655"/>
                  </a:lnTo>
                  <a:cubicBezTo>
                    <a:pt x="10787" y="286"/>
                    <a:pt x="10490" y="1"/>
                    <a:pt x="10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03"/>
            <p:cNvSpPr/>
            <p:nvPr/>
          </p:nvSpPr>
          <p:spPr>
            <a:xfrm>
              <a:off x="4879175" y="1363100"/>
              <a:ext cx="645625" cy="1697850"/>
            </a:xfrm>
            <a:custGeom>
              <a:rect b="b" l="l" r="r" t="t"/>
              <a:pathLst>
                <a:path extrusionOk="0" h="67914" w="25825">
                  <a:moveTo>
                    <a:pt x="8608" y="0"/>
                  </a:moveTo>
                  <a:lnTo>
                    <a:pt x="8608" y="500"/>
                  </a:lnTo>
                  <a:cubicBezTo>
                    <a:pt x="8608" y="941"/>
                    <a:pt x="8358" y="1322"/>
                    <a:pt x="7954" y="1489"/>
                  </a:cubicBezTo>
                  <a:cubicBezTo>
                    <a:pt x="3274" y="3441"/>
                    <a:pt x="0" y="8037"/>
                    <a:pt x="0" y="13407"/>
                  </a:cubicBezTo>
                  <a:lnTo>
                    <a:pt x="0" y="63651"/>
                  </a:lnTo>
                  <a:lnTo>
                    <a:pt x="143" y="63651"/>
                  </a:lnTo>
                  <a:cubicBezTo>
                    <a:pt x="143" y="66008"/>
                    <a:pt x="2191" y="67913"/>
                    <a:pt x="4715" y="67913"/>
                  </a:cubicBezTo>
                  <a:cubicBezTo>
                    <a:pt x="6358" y="67913"/>
                    <a:pt x="7811" y="67092"/>
                    <a:pt x="8608" y="65877"/>
                  </a:cubicBezTo>
                  <a:cubicBezTo>
                    <a:pt x="9418" y="67092"/>
                    <a:pt x="10859" y="67913"/>
                    <a:pt x="12514" y="67913"/>
                  </a:cubicBezTo>
                  <a:cubicBezTo>
                    <a:pt x="14562" y="67913"/>
                    <a:pt x="16300" y="66651"/>
                    <a:pt x="16883" y="64901"/>
                  </a:cubicBezTo>
                  <a:cubicBezTo>
                    <a:pt x="17467" y="66651"/>
                    <a:pt x="19193" y="67913"/>
                    <a:pt x="21265" y="67913"/>
                  </a:cubicBezTo>
                  <a:cubicBezTo>
                    <a:pt x="23789" y="67913"/>
                    <a:pt x="25825" y="66008"/>
                    <a:pt x="25825" y="63651"/>
                  </a:cubicBezTo>
                  <a:lnTo>
                    <a:pt x="25825" y="13407"/>
                  </a:lnTo>
                  <a:cubicBezTo>
                    <a:pt x="25825" y="8037"/>
                    <a:pt x="22551" y="3441"/>
                    <a:pt x="17883" y="1489"/>
                  </a:cubicBezTo>
                  <a:cubicBezTo>
                    <a:pt x="17467" y="1322"/>
                    <a:pt x="17217" y="941"/>
                    <a:pt x="17217" y="500"/>
                  </a:cubicBezTo>
                  <a:lnTo>
                    <a:pt x="17217"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2" name="Google Shape;5752;p103"/>
          <p:cNvGrpSpPr/>
          <p:nvPr/>
        </p:nvGrpSpPr>
        <p:grpSpPr>
          <a:xfrm rot="5400000">
            <a:off x="3335487" y="1459162"/>
            <a:ext cx="467626" cy="1356958"/>
            <a:chOff x="4879175" y="1187475"/>
            <a:chExt cx="645625" cy="1873475"/>
          </a:xfrm>
        </p:grpSpPr>
        <p:sp>
          <p:nvSpPr>
            <p:cNvPr id="5753" name="Google Shape;5753;p103"/>
            <p:cNvSpPr/>
            <p:nvPr/>
          </p:nvSpPr>
          <p:spPr>
            <a:xfrm>
              <a:off x="5067000" y="1187475"/>
              <a:ext cx="269700" cy="175650"/>
            </a:xfrm>
            <a:custGeom>
              <a:rect b="b" l="l" r="r" t="t"/>
              <a:pathLst>
                <a:path extrusionOk="0" h="7026" w="10788">
                  <a:moveTo>
                    <a:pt x="655" y="1"/>
                  </a:moveTo>
                  <a:cubicBezTo>
                    <a:pt x="274" y="1"/>
                    <a:pt x="0" y="298"/>
                    <a:pt x="0" y="655"/>
                  </a:cubicBezTo>
                  <a:lnTo>
                    <a:pt x="0" y="6370"/>
                  </a:lnTo>
                  <a:cubicBezTo>
                    <a:pt x="0" y="6740"/>
                    <a:pt x="298" y="7025"/>
                    <a:pt x="655" y="7025"/>
                  </a:cubicBezTo>
                  <a:lnTo>
                    <a:pt x="10132" y="7025"/>
                  </a:lnTo>
                  <a:cubicBezTo>
                    <a:pt x="10490" y="7025"/>
                    <a:pt x="10787" y="6728"/>
                    <a:pt x="10787" y="6370"/>
                  </a:cubicBezTo>
                  <a:lnTo>
                    <a:pt x="10787" y="655"/>
                  </a:lnTo>
                  <a:cubicBezTo>
                    <a:pt x="10787" y="286"/>
                    <a:pt x="10490" y="1"/>
                    <a:pt x="10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03"/>
            <p:cNvSpPr/>
            <p:nvPr/>
          </p:nvSpPr>
          <p:spPr>
            <a:xfrm>
              <a:off x="4879175" y="1363100"/>
              <a:ext cx="645625" cy="1697850"/>
            </a:xfrm>
            <a:custGeom>
              <a:rect b="b" l="l" r="r" t="t"/>
              <a:pathLst>
                <a:path extrusionOk="0" h="67914" w="25825">
                  <a:moveTo>
                    <a:pt x="8608" y="0"/>
                  </a:moveTo>
                  <a:lnTo>
                    <a:pt x="8608" y="500"/>
                  </a:lnTo>
                  <a:cubicBezTo>
                    <a:pt x="8608" y="941"/>
                    <a:pt x="8358" y="1322"/>
                    <a:pt x="7954" y="1489"/>
                  </a:cubicBezTo>
                  <a:cubicBezTo>
                    <a:pt x="3274" y="3441"/>
                    <a:pt x="0" y="8037"/>
                    <a:pt x="0" y="13407"/>
                  </a:cubicBezTo>
                  <a:lnTo>
                    <a:pt x="0" y="63651"/>
                  </a:lnTo>
                  <a:lnTo>
                    <a:pt x="143" y="63651"/>
                  </a:lnTo>
                  <a:cubicBezTo>
                    <a:pt x="143" y="66008"/>
                    <a:pt x="2191" y="67913"/>
                    <a:pt x="4715" y="67913"/>
                  </a:cubicBezTo>
                  <a:cubicBezTo>
                    <a:pt x="6358" y="67913"/>
                    <a:pt x="7811" y="67092"/>
                    <a:pt x="8608" y="65877"/>
                  </a:cubicBezTo>
                  <a:cubicBezTo>
                    <a:pt x="9418" y="67092"/>
                    <a:pt x="10859" y="67913"/>
                    <a:pt x="12514" y="67913"/>
                  </a:cubicBezTo>
                  <a:cubicBezTo>
                    <a:pt x="14562" y="67913"/>
                    <a:pt x="16300" y="66651"/>
                    <a:pt x="16883" y="64901"/>
                  </a:cubicBezTo>
                  <a:cubicBezTo>
                    <a:pt x="17467" y="66651"/>
                    <a:pt x="19193" y="67913"/>
                    <a:pt x="21265" y="67913"/>
                  </a:cubicBezTo>
                  <a:cubicBezTo>
                    <a:pt x="23789" y="67913"/>
                    <a:pt x="25825" y="66008"/>
                    <a:pt x="25825" y="63651"/>
                  </a:cubicBezTo>
                  <a:lnTo>
                    <a:pt x="25825" y="13407"/>
                  </a:lnTo>
                  <a:cubicBezTo>
                    <a:pt x="25825" y="8037"/>
                    <a:pt x="22551" y="3441"/>
                    <a:pt x="17883" y="1489"/>
                  </a:cubicBezTo>
                  <a:cubicBezTo>
                    <a:pt x="17467" y="1322"/>
                    <a:pt x="17217" y="941"/>
                    <a:pt x="17217" y="500"/>
                  </a:cubicBezTo>
                  <a:lnTo>
                    <a:pt x="17217"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5" name="Google Shape;5755;p103"/>
          <p:cNvGrpSpPr/>
          <p:nvPr/>
        </p:nvGrpSpPr>
        <p:grpSpPr>
          <a:xfrm rot="5400000">
            <a:off x="5338787" y="1459162"/>
            <a:ext cx="467626" cy="1356958"/>
            <a:chOff x="4879175" y="1187475"/>
            <a:chExt cx="645625" cy="1873475"/>
          </a:xfrm>
        </p:grpSpPr>
        <p:sp>
          <p:nvSpPr>
            <p:cNvPr id="5756" name="Google Shape;5756;p103"/>
            <p:cNvSpPr/>
            <p:nvPr/>
          </p:nvSpPr>
          <p:spPr>
            <a:xfrm>
              <a:off x="5067000" y="1187475"/>
              <a:ext cx="269700" cy="175650"/>
            </a:xfrm>
            <a:custGeom>
              <a:rect b="b" l="l" r="r" t="t"/>
              <a:pathLst>
                <a:path extrusionOk="0" h="7026" w="10788">
                  <a:moveTo>
                    <a:pt x="655" y="1"/>
                  </a:moveTo>
                  <a:cubicBezTo>
                    <a:pt x="274" y="1"/>
                    <a:pt x="0" y="298"/>
                    <a:pt x="0" y="655"/>
                  </a:cubicBezTo>
                  <a:lnTo>
                    <a:pt x="0" y="6370"/>
                  </a:lnTo>
                  <a:cubicBezTo>
                    <a:pt x="0" y="6740"/>
                    <a:pt x="298" y="7025"/>
                    <a:pt x="655" y="7025"/>
                  </a:cubicBezTo>
                  <a:lnTo>
                    <a:pt x="10132" y="7025"/>
                  </a:lnTo>
                  <a:cubicBezTo>
                    <a:pt x="10490" y="7025"/>
                    <a:pt x="10787" y="6728"/>
                    <a:pt x="10787" y="6370"/>
                  </a:cubicBezTo>
                  <a:lnTo>
                    <a:pt x="10787" y="655"/>
                  </a:lnTo>
                  <a:cubicBezTo>
                    <a:pt x="10787" y="286"/>
                    <a:pt x="10490" y="1"/>
                    <a:pt x="10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03"/>
            <p:cNvSpPr/>
            <p:nvPr/>
          </p:nvSpPr>
          <p:spPr>
            <a:xfrm>
              <a:off x="4879175" y="1363100"/>
              <a:ext cx="645625" cy="1697850"/>
            </a:xfrm>
            <a:custGeom>
              <a:rect b="b" l="l" r="r" t="t"/>
              <a:pathLst>
                <a:path extrusionOk="0" h="67914" w="25825">
                  <a:moveTo>
                    <a:pt x="8608" y="0"/>
                  </a:moveTo>
                  <a:lnTo>
                    <a:pt x="8608" y="500"/>
                  </a:lnTo>
                  <a:cubicBezTo>
                    <a:pt x="8608" y="941"/>
                    <a:pt x="8358" y="1322"/>
                    <a:pt x="7954" y="1489"/>
                  </a:cubicBezTo>
                  <a:cubicBezTo>
                    <a:pt x="3274" y="3441"/>
                    <a:pt x="0" y="8037"/>
                    <a:pt x="0" y="13407"/>
                  </a:cubicBezTo>
                  <a:lnTo>
                    <a:pt x="0" y="63651"/>
                  </a:lnTo>
                  <a:lnTo>
                    <a:pt x="143" y="63651"/>
                  </a:lnTo>
                  <a:cubicBezTo>
                    <a:pt x="143" y="66008"/>
                    <a:pt x="2191" y="67913"/>
                    <a:pt x="4715" y="67913"/>
                  </a:cubicBezTo>
                  <a:cubicBezTo>
                    <a:pt x="6358" y="67913"/>
                    <a:pt x="7811" y="67092"/>
                    <a:pt x="8608" y="65877"/>
                  </a:cubicBezTo>
                  <a:cubicBezTo>
                    <a:pt x="9418" y="67092"/>
                    <a:pt x="10859" y="67913"/>
                    <a:pt x="12514" y="67913"/>
                  </a:cubicBezTo>
                  <a:cubicBezTo>
                    <a:pt x="14562" y="67913"/>
                    <a:pt x="16300" y="66651"/>
                    <a:pt x="16883" y="64901"/>
                  </a:cubicBezTo>
                  <a:cubicBezTo>
                    <a:pt x="17467" y="66651"/>
                    <a:pt x="19193" y="67913"/>
                    <a:pt x="21265" y="67913"/>
                  </a:cubicBezTo>
                  <a:cubicBezTo>
                    <a:pt x="23789" y="67913"/>
                    <a:pt x="25825" y="66008"/>
                    <a:pt x="25825" y="63651"/>
                  </a:cubicBezTo>
                  <a:lnTo>
                    <a:pt x="25825" y="13407"/>
                  </a:lnTo>
                  <a:cubicBezTo>
                    <a:pt x="25825" y="8037"/>
                    <a:pt x="22551" y="3441"/>
                    <a:pt x="17883" y="1489"/>
                  </a:cubicBezTo>
                  <a:cubicBezTo>
                    <a:pt x="17467" y="1322"/>
                    <a:pt x="17217" y="941"/>
                    <a:pt x="17217" y="500"/>
                  </a:cubicBezTo>
                  <a:lnTo>
                    <a:pt x="17217"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103"/>
          <p:cNvGrpSpPr/>
          <p:nvPr/>
        </p:nvGrpSpPr>
        <p:grpSpPr>
          <a:xfrm rot="5400000">
            <a:off x="7342087" y="1459162"/>
            <a:ext cx="467626" cy="1356958"/>
            <a:chOff x="4879175" y="1187475"/>
            <a:chExt cx="645625" cy="1873475"/>
          </a:xfrm>
        </p:grpSpPr>
        <p:sp>
          <p:nvSpPr>
            <p:cNvPr id="5759" name="Google Shape;5759;p103"/>
            <p:cNvSpPr/>
            <p:nvPr/>
          </p:nvSpPr>
          <p:spPr>
            <a:xfrm>
              <a:off x="5067000" y="1187475"/>
              <a:ext cx="269700" cy="175650"/>
            </a:xfrm>
            <a:custGeom>
              <a:rect b="b" l="l" r="r" t="t"/>
              <a:pathLst>
                <a:path extrusionOk="0" h="7026" w="10788">
                  <a:moveTo>
                    <a:pt x="655" y="1"/>
                  </a:moveTo>
                  <a:cubicBezTo>
                    <a:pt x="274" y="1"/>
                    <a:pt x="0" y="298"/>
                    <a:pt x="0" y="655"/>
                  </a:cubicBezTo>
                  <a:lnTo>
                    <a:pt x="0" y="6370"/>
                  </a:lnTo>
                  <a:cubicBezTo>
                    <a:pt x="0" y="6740"/>
                    <a:pt x="298" y="7025"/>
                    <a:pt x="655" y="7025"/>
                  </a:cubicBezTo>
                  <a:lnTo>
                    <a:pt x="10132" y="7025"/>
                  </a:lnTo>
                  <a:cubicBezTo>
                    <a:pt x="10490" y="7025"/>
                    <a:pt x="10787" y="6728"/>
                    <a:pt x="10787" y="6370"/>
                  </a:cubicBezTo>
                  <a:lnTo>
                    <a:pt x="10787" y="655"/>
                  </a:lnTo>
                  <a:cubicBezTo>
                    <a:pt x="10787" y="286"/>
                    <a:pt x="10490" y="1"/>
                    <a:pt x="10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03"/>
            <p:cNvSpPr/>
            <p:nvPr/>
          </p:nvSpPr>
          <p:spPr>
            <a:xfrm>
              <a:off x="4879175" y="1363100"/>
              <a:ext cx="645625" cy="1697850"/>
            </a:xfrm>
            <a:custGeom>
              <a:rect b="b" l="l" r="r" t="t"/>
              <a:pathLst>
                <a:path extrusionOk="0" h="67914" w="25825">
                  <a:moveTo>
                    <a:pt x="8608" y="0"/>
                  </a:moveTo>
                  <a:lnTo>
                    <a:pt x="8608" y="500"/>
                  </a:lnTo>
                  <a:cubicBezTo>
                    <a:pt x="8608" y="941"/>
                    <a:pt x="8358" y="1322"/>
                    <a:pt x="7954" y="1489"/>
                  </a:cubicBezTo>
                  <a:cubicBezTo>
                    <a:pt x="3274" y="3441"/>
                    <a:pt x="0" y="8037"/>
                    <a:pt x="0" y="13407"/>
                  </a:cubicBezTo>
                  <a:lnTo>
                    <a:pt x="0" y="63651"/>
                  </a:lnTo>
                  <a:lnTo>
                    <a:pt x="143" y="63651"/>
                  </a:lnTo>
                  <a:cubicBezTo>
                    <a:pt x="143" y="66008"/>
                    <a:pt x="2191" y="67913"/>
                    <a:pt x="4715" y="67913"/>
                  </a:cubicBezTo>
                  <a:cubicBezTo>
                    <a:pt x="6358" y="67913"/>
                    <a:pt x="7811" y="67092"/>
                    <a:pt x="8608" y="65877"/>
                  </a:cubicBezTo>
                  <a:cubicBezTo>
                    <a:pt x="9418" y="67092"/>
                    <a:pt x="10859" y="67913"/>
                    <a:pt x="12514" y="67913"/>
                  </a:cubicBezTo>
                  <a:cubicBezTo>
                    <a:pt x="14562" y="67913"/>
                    <a:pt x="16300" y="66651"/>
                    <a:pt x="16883" y="64901"/>
                  </a:cubicBezTo>
                  <a:cubicBezTo>
                    <a:pt x="17467" y="66651"/>
                    <a:pt x="19193" y="67913"/>
                    <a:pt x="21265" y="67913"/>
                  </a:cubicBezTo>
                  <a:cubicBezTo>
                    <a:pt x="23789" y="67913"/>
                    <a:pt x="25825" y="66008"/>
                    <a:pt x="25825" y="63651"/>
                  </a:cubicBezTo>
                  <a:lnTo>
                    <a:pt x="25825" y="13407"/>
                  </a:lnTo>
                  <a:cubicBezTo>
                    <a:pt x="25825" y="8037"/>
                    <a:pt x="22551" y="3441"/>
                    <a:pt x="17883" y="1489"/>
                  </a:cubicBezTo>
                  <a:cubicBezTo>
                    <a:pt x="17467" y="1322"/>
                    <a:pt x="17217" y="941"/>
                    <a:pt x="17217" y="500"/>
                  </a:cubicBezTo>
                  <a:lnTo>
                    <a:pt x="17217"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1" name="Google Shape;5761;p103"/>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REDUCTION OF PLASTIC WASTE OVER TIME</a:t>
            </a:r>
            <a:endParaRPr/>
          </a:p>
        </p:txBody>
      </p:sp>
      <p:sp>
        <p:nvSpPr>
          <p:cNvPr id="5762" name="Google Shape;5762;p103"/>
          <p:cNvSpPr txBox="1"/>
          <p:nvPr/>
        </p:nvSpPr>
        <p:spPr>
          <a:xfrm>
            <a:off x="716850" y="2801400"/>
            <a:ext cx="16983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accent4"/>
                </a:solidFill>
                <a:latin typeface="Londrina Solid"/>
                <a:ea typeface="Londrina Solid"/>
                <a:cs typeface="Londrina Solid"/>
                <a:sym typeface="Londrina Solid"/>
              </a:rPr>
              <a:t>MARS</a:t>
            </a:r>
            <a:endParaRPr b="1" sz="1800">
              <a:solidFill>
                <a:schemeClr val="accent4"/>
              </a:solidFill>
              <a:latin typeface="Londrina Solid"/>
              <a:ea typeface="Londrina Solid"/>
              <a:cs typeface="Londrina Solid"/>
              <a:sym typeface="Londrina Solid"/>
            </a:endParaRPr>
          </a:p>
        </p:txBody>
      </p:sp>
      <p:sp>
        <p:nvSpPr>
          <p:cNvPr id="5763" name="Google Shape;5763;p103"/>
          <p:cNvSpPr txBox="1"/>
          <p:nvPr/>
        </p:nvSpPr>
        <p:spPr>
          <a:xfrm>
            <a:off x="716850" y="3190602"/>
            <a:ext cx="1698300" cy="92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Hind"/>
                <a:ea typeface="Hind"/>
                <a:cs typeface="Hind"/>
                <a:sym typeface="Hind"/>
              </a:rPr>
              <a:t>Despite being red, Mars is a very cold place</a:t>
            </a:r>
            <a:endParaRPr sz="1600">
              <a:solidFill>
                <a:schemeClr val="dk2"/>
              </a:solidFill>
              <a:latin typeface="Hind"/>
              <a:ea typeface="Hind"/>
              <a:cs typeface="Hind"/>
              <a:sym typeface="Hind"/>
            </a:endParaRPr>
          </a:p>
        </p:txBody>
      </p:sp>
      <p:sp>
        <p:nvSpPr>
          <p:cNvPr id="5764" name="Google Shape;5764;p103"/>
          <p:cNvSpPr txBox="1"/>
          <p:nvPr/>
        </p:nvSpPr>
        <p:spPr>
          <a:xfrm>
            <a:off x="2720150" y="2801400"/>
            <a:ext cx="16983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accent4"/>
                </a:solidFill>
                <a:latin typeface="Londrina Solid"/>
                <a:ea typeface="Londrina Solid"/>
                <a:cs typeface="Londrina Solid"/>
                <a:sym typeface="Londrina Solid"/>
              </a:rPr>
              <a:t>MERCURY</a:t>
            </a:r>
            <a:endParaRPr b="1" sz="1800">
              <a:solidFill>
                <a:schemeClr val="accent4"/>
              </a:solidFill>
              <a:latin typeface="Londrina Solid"/>
              <a:ea typeface="Londrina Solid"/>
              <a:cs typeface="Londrina Solid"/>
              <a:sym typeface="Londrina Solid"/>
            </a:endParaRPr>
          </a:p>
        </p:txBody>
      </p:sp>
      <p:sp>
        <p:nvSpPr>
          <p:cNvPr id="5765" name="Google Shape;5765;p103"/>
          <p:cNvSpPr txBox="1"/>
          <p:nvPr/>
        </p:nvSpPr>
        <p:spPr>
          <a:xfrm>
            <a:off x="2720150" y="3190602"/>
            <a:ext cx="1698300" cy="92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Hind"/>
                <a:ea typeface="Hind"/>
                <a:cs typeface="Hind"/>
                <a:sym typeface="Hind"/>
              </a:rPr>
              <a:t>Mercury is the closest planet to the Sun</a:t>
            </a:r>
            <a:endParaRPr sz="1600">
              <a:solidFill>
                <a:schemeClr val="dk2"/>
              </a:solidFill>
              <a:latin typeface="Hind"/>
              <a:ea typeface="Hind"/>
              <a:cs typeface="Hind"/>
              <a:sym typeface="Hind"/>
            </a:endParaRPr>
          </a:p>
        </p:txBody>
      </p:sp>
      <p:sp>
        <p:nvSpPr>
          <p:cNvPr id="5766" name="Google Shape;5766;p103"/>
          <p:cNvSpPr txBox="1"/>
          <p:nvPr/>
        </p:nvSpPr>
        <p:spPr>
          <a:xfrm>
            <a:off x="4723450" y="2801400"/>
            <a:ext cx="16983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accent4"/>
                </a:solidFill>
                <a:latin typeface="Londrina Solid"/>
                <a:ea typeface="Londrina Solid"/>
                <a:cs typeface="Londrina Solid"/>
                <a:sym typeface="Londrina Solid"/>
              </a:rPr>
              <a:t>SATURN</a:t>
            </a:r>
            <a:endParaRPr b="1" sz="1800">
              <a:solidFill>
                <a:schemeClr val="accent4"/>
              </a:solidFill>
              <a:latin typeface="Londrina Solid"/>
              <a:ea typeface="Londrina Solid"/>
              <a:cs typeface="Londrina Solid"/>
              <a:sym typeface="Londrina Solid"/>
            </a:endParaRPr>
          </a:p>
        </p:txBody>
      </p:sp>
      <p:sp>
        <p:nvSpPr>
          <p:cNvPr id="5767" name="Google Shape;5767;p103"/>
          <p:cNvSpPr txBox="1"/>
          <p:nvPr/>
        </p:nvSpPr>
        <p:spPr>
          <a:xfrm>
            <a:off x="4723450" y="3190602"/>
            <a:ext cx="1698300" cy="92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Hind"/>
                <a:ea typeface="Hind"/>
                <a:cs typeface="Hind"/>
                <a:sym typeface="Hind"/>
              </a:rPr>
              <a:t>Saturn is a gas giant and has several rings</a:t>
            </a:r>
            <a:endParaRPr sz="1600">
              <a:solidFill>
                <a:schemeClr val="dk2"/>
              </a:solidFill>
              <a:latin typeface="Hind"/>
              <a:ea typeface="Hind"/>
              <a:cs typeface="Hind"/>
              <a:sym typeface="Hind"/>
            </a:endParaRPr>
          </a:p>
        </p:txBody>
      </p:sp>
      <p:sp>
        <p:nvSpPr>
          <p:cNvPr id="5768" name="Google Shape;5768;p103"/>
          <p:cNvSpPr txBox="1"/>
          <p:nvPr/>
        </p:nvSpPr>
        <p:spPr>
          <a:xfrm>
            <a:off x="6726750" y="2801400"/>
            <a:ext cx="16983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accent4"/>
                </a:solidFill>
                <a:latin typeface="Londrina Solid"/>
                <a:ea typeface="Londrina Solid"/>
                <a:cs typeface="Londrina Solid"/>
                <a:sym typeface="Londrina Solid"/>
              </a:rPr>
              <a:t>VENUS</a:t>
            </a:r>
            <a:endParaRPr b="1" sz="1800">
              <a:solidFill>
                <a:schemeClr val="accent4"/>
              </a:solidFill>
              <a:latin typeface="Londrina Solid"/>
              <a:ea typeface="Londrina Solid"/>
              <a:cs typeface="Londrina Solid"/>
              <a:sym typeface="Londrina Solid"/>
            </a:endParaRPr>
          </a:p>
        </p:txBody>
      </p:sp>
      <p:sp>
        <p:nvSpPr>
          <p:cNvPr id="5769" name="Google Shape;5769;p103"/>
          <p:cNvSpPr txBox="1"/>
          <p:nvPr/>
        </p:nvSpPr>
        <p:spPr>
          <a:xfrm>
            <a:off x="6726750" y="3190602"/>
            <a:ext cx="1698300" cy="92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Hind"/>
                <a:ea typeface="Hind"/>
                <a:cs typeface="Hind"/>
                <a:sym typeface="Hind"/>
              </a:rPr>
              <a:t>Venus is the second planet from the Sun</a:t>
            </a:r>
            <a:endParaRPr sz="1600">
              <a:solidFill>
                <a:schemeClr val="dk2"/>
              </a:solidFill>
              <a:latin typeface="Hind"/>
              <a:ea typeface="Hind"/>
              <a:cs typeface="Hind"/>
              <a:sym typeface="Hind"/>
            </a:endParaRPr>
          </a:p>
        </p:txBody>
      </p:sp>
      <p:sp>
        <p:nvSpPr>
          <p:cNvPr id="5747" name="Google Shape;5747;p103"/>
          <p:cNvSpPr txBox="1"/>
          <p:nvPr/>
        </p:nvSpPr>
        <p:spPr>
          <a:xfrm>
            <a:off x="6897325" y="1936500"/>
            <a:ext cx="1185600" cy="40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4"/>
                </a:solidFill>
                <a:latin typeface="Londrina Solid"/>
                <a:ea typeface="Londrina Solid"/>
                <a:cs typeface="Londrina Solid"/>
                <a:sym typeface="Londrina Solid"/>
              </a:rPr>
              <a:t>2023</a:t>
            </a:r>
            <a:endParaRPr b="1" sz="2000">
              <a:solidFill>
                <a:schemeClr val="accent4"/>
              </a:solidFill>
              <a:latin typeface="Londrina Solid"/>
              <a:ea typeface="Londrina Solid"/>
              <a:cs typeface="Londrina Solid"/>
              <a:sym typeface="Londrina Solid"/>
            </a:endParaRPr>
          </a:p>
        </p:txBody>
      </p:sp>
      <p:sp>
        <p:nvSpPr>
          <p:cNvPr id="5741" name="Google Shape;5741;p103"/>
          <p:cNvSpPr txBox="1"/>
          <p:nvPr/>
        </p:nvSpPr>
        <p:spPr>
          <a:xfrm>
            <a:off x="887525" y="1936500"/>
            <a:ext cx="1185600" cy="40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4"/>
                </a:solidFill>
                <a:latin typeface="Londrina Solid"/>
                <a:ea typeface="Londrina Solid"/>
                <a:cs typeface="Londrina Solid"/>
                <a:sym typeface="Londrina Solid"/>
              </a:rPr>
              <a:t>2015</a:t>
            </a:r>
            <a:endParaRPr b="1" sz="2000">
              <a:solidFill>
                <a:schemeClr val="accent4"/>
              </a:solidFill>
              <a:latin typeface="Londrina Solid"/>
              <a:ea typeface="Londrina Solid"/>
              <a:cs typeface="Londrina Solid"/>
              <a:sym typeface="Londrina Solid"/>
            </a:endParaRPr>
          </a:p>
        </p:txBody>
      </p:sp>
      <p:sp>
        <p:nvSpPr>
          <p:cNvPr id="5743" name="Google Shape;5743;p103"/>
          <p:cNvSpPr txBox="1"/>
          <p:nvPr/>
        </p:nvSpPr>
        <p:spPr>
          <a:xfrm>
            <a:off x="2890792" y="1936500"/>
            <a:ext cx="1185600" cy="40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4"/>
                </a:solidFill>
                <a:latin typeface="Londrina Solid"/>
                <a:ea typeface="Londrina Solid"/>
                <a:cs typeface="Londrina Solid"/>
                <a:sym typeface="Londrina Solid"/>
              </a:rPr>
              <a:t>2017</a:t>
            </a:r>
            <a:endParaRPr b="1" sz="2000">
              <a:solidFill>
                <a:schemeClr val="accent4"/>
              </a:solidFill>
              <a:latin typeface="Londrina Solid"/>
              <a:ea typeface="Londrina Solid"/>
              <a:cs typeface="Londrina Solid"/>
              <a:sym typeface="Londrina Solid"/>
            </a:endParaRPr>
          </a:p>
        </p:txBody>
      </p:sp>
      <p:sp>
        <p:nvSpPr>
          <p:cNvPr id="5745" name="Google Shape;5745;p103"/>
          <p:cNvSpPr txBox="1"/>
          <p:nvPr/>
        </p:nvSpPr>
        <p:spPr>
          <a:xfrm>
            <a:off x="4894058" y="1936500"/>
            <a:ext cx="1185600" cy="40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4"/>
                </a:solidFill>
                <a:latin typeface="Londrina Solid"/>
                <a:ea typeface="Londrina Solid"/>
                <a:cs typeface="Londrina Solid"/>
                <a:sym typeface="Londrina Solid"/>
              </a:rPr>
              <a:t>2020</a:t>
            </a:r>
            <a:endParaRPr b="1" sz="2000">
              <a:solidFill>
                <a:schemeClr val="accent4"/>
              </a:solidFill>
              <a:latin typeface="Londrina Solid"/>
              <a:ea typeface="Londrina Solid"/>
              <a:cs typeface="Londrina Solid"/>
              <a:sym typeface="Londrina Solid"/>
            </a:endParaRPr>
          </a:p>
        </p:txBody>
      </p:sp>
      <p:grpSp>
        <p:nvGrpSpPr>
          <p:cNvPr id="5770" name="Google Shape;5770;p103"/>
          <p:cNvGrpSpPr/>
          <p:nvPr/>
        </p:nvGrpSpPr>
        <p:grpSpPr>
          <a:xfrm rot="7953355">
            <a:off x="1967418" y="1232654"/>
            <a:ext cx="504299" cy="919193"/>
            <a:chOff x="-214625" y="3943775"/>
            <a:chExt cx="458725" cy="836125"/>
          </a:xfrm>
        </p:grpSpPr>
        <p:sp>
          <p:nvSpPr>
            <p:cNvPr id="5771" name="Google Shape;5771;p103"/>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03"/>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03"/>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03"/>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103"/>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03"/>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03"/>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03"/>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03"/>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03"/>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03"/>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03"/>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3" name="Google Shape;5783;p103"/>
          <p:cNvGrpSpPr/>
          <p:nvPr/>
        </p:nvGrpSpPr>
        <p:grpSpPr>
          <a:xfrm flipH="1" rot="816303">
            <a:off x="4077572" y="1971346"/>
            <a:ext cx="681108" cy="897984"/>
            <a:chOff x="4326425" y="5583250"/>
            <a:chExt cx="744150" cy="981100"/>
          </a:xfrm>
        </p:grpSpPr>
        <p:sp>
          <p:nvSpPr>
            <p:cNvPr id="5784" name="Google Shape;5784;p103"/>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03"/>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03"/>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03"/>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03"/>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03"/>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03"/>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03"/>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03"/>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03"/>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103"/>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03"/>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03"/>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03"/>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03"/>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03"/>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03"/>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103"/>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103"/>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103"/>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103"/>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03"/>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103"/>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103"/>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103"/>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9" name="Google Shape;5809;p103"/>
          <p:cNvGrpSpPr/>
          <p:nvPr/>
        </p:nvGrpSpPr>
        <p:grpSpPr>
          <a:xfrm rot="1865667">
            <a:off x="6334409" y="1578368"/>
            <a:ext cx="517687" cy="1049188"/>
            <a:chOff x="1803775" y="5029925"/>
            <a:chExt cx="655775" cy="1329050"/>
          </a:xfrm>
        </p:grpSpPr>
        <p:sp>
          <p:nvSpPr>
            <p:cNvPr id="5810" name="Google Shape;5810;p103"/>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103"/>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103"/>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03"/>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03"/>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03"/>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03"/>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03"/>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03"/>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03"/>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03"/>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24" name="Shape 5824"/>
        <p:cNvGrpSpPr/>
        <p:nvPr/>
      </p:nvGrpSpPr>
      <p:grpSpPr>
        <a:xfrm>
          <a:off x="0" y="0"/>
          <a:ext cx="0" cy="0"/>
          <a:chOff x="0" y="0"/>
          <a:chExt cx="0" cy="0"/>
        </a:xfrm>
      </p:grpSpPr>
      <p:cxnSp>
        <p:nvCxnSpPr>
          <p:cNvPr id="5825" name="Google Shape;5825;p104"/>
          <p:cNvCxnSpPr/>
          <p:nvPr/>
        </p:nvCxnSpPr>
        <p:spPr>
          <a:xfrm>
            <a:off x="4572000" y="2911125"/>
            <a:ext cx="0" cy="1203900"/>
          </a:xfrm>
          <a:prstGeom prst="straightConnector1">
            <a:avLst/>
          </a:prstGeom>
          <a:noFill/>
          <a:ln cap="flat" cmpd="sng" w="9525">
            <a:solidFill>
              <a:schemeClr val="accent2"/>
            </a:solidFill>
            <a:prstDash val="solid"/>
            <a:round/>
            <a:headEnd len="med" w="med" type="none"/>
            <a:tailEnd len="med" w="med" type="none"/>
          </a:ln>
        </p:spPr>
      </p:cxnSp>
      <p:sp>
        <p:nvSpPr>
          <p:cNvPr id="5826" name="Google Shape;5826;p104"/>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PLASTIC BOTTLE RECYCLING 101</a:t>
            </a:r>
            <a:endParaRPr/>
          </a:p>
        </p:txBody>
      </p:sp>
      <p:sp>
        <p:nvSpPr>
          <p:cNvPr id="5827" name="Google Shape;5827;p104"/>
          <p:cNvSpPr txBox="1"/>
          <p:nvPr/>
        </p:nvSpPr>
        <p:spPr>
          <a:xfrm>
            <a:off x="716850" y="1235800"/>
            <a:ext cx="2787300" cy="402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1800">
                <a:solidFill>
                  <a:schemeClr val="accent4"/>
                </a:solidFill>
                <a:latin typeface="Londrina Solid"/>
                <a:ea typeface="Londrina Solid"/>
                <a:cs typeface="Londrina Solid"/>
                <a:sym typeface="Londrina Solid"/>
              </a:rPr>
              <a:t>MERCURY</a:t>
            </a:r>
            <a:endParaRPr b="1" sz="1800">
              <a:solidFill>
                <a:schemeClr val="accent4"/>
              </a:solidFill>
              <a:latin typeface="Londrina Solid"/>
              <a:ea typeface="Londrina Solid"/>
              <a:cs typeface="Londrina Solid"/>
              <a:sym typeface="Londrina Solid"/>
            </a:endParaRPr>
          </a:p>
        </p:txBody>
      </p:sp>
      <p:sp>
        <p:nvSpPr>
          <p:cNvPr id="5828" name="Google Shape;5828;p104"/>
          <p:cNvSpPr txBox="1"/>
          <p:nvPr/>
        </p:nvSpPr>
        <p:spPr>
          <a:xfrm>
            <a:off x="716850" y="1625001"/>
            <a:ext cx="2787300" cy="677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dk2"/>
                </a:solidFill>
                <a:latin typeface="Hind"/>
                <a:ea typeface="Hind"/>
                <a:cs typeface="Hind"/>
                <a:sym typeface="Hind"/>
              </a:rPr>
              <a:t>Mercury is the closest planet to the Sun</a:t>
            </a:r>
            <a:endParaRPr sz="1600">
              <a:solidFill>
                <a:schemeClr val="dk2"/>
              </a:solidFill>
              <a:latin typeface="Hind"/>
              <a:ea typeface="Hind"/>
              <a:cs typeface="Hind"/>
              <a:sym typeface="Hind"/>
            </a:endParaRPr>
          </a:p>
        </p:txBody>
      </p:sp>
      <p:cxnSp>
        <p:nvCxnSpPr>
          <p:cNvPr id="5829" name="Google Shape;5829;p104"/>
          <p:cNvCxnSpPr/>
          <p:nvPr/>
        </p:nvCxnSpPr>
        <p:spPr>
          <a:xfrm>
            <a:off x="4572000" y="1610025"/>
            <a:ext cx="0" cy="1203900"/>
          </a:xfrm>
          <a:prstGeom prst="straightConnector1">
            <a:avLst/>
          </a:prstGeom>
          <a:noFill/>
          <a:ln cap="flat" cmpd="sng" w="9525">
            <a:solidFill>
              <a:schemeClr val="accent2"/>
            </a:solidFill>
            <a:prstDash val="solid"/>
            <a:round/>
            <a:headEnd len="med" w="med" type="none"/>
            <a:tailEnd len="med" w="med" type="none"/>
          </a:ln>
        </p:spPr>
      </p:cxnSp>
      <p:sp>
        <p:nvSpPr>
          <p:cNvPr id="5830" name="Google Shape;5830;p104"/>
          <p:cNvSpPr/>
          <p:nvPr/>
        </p:nvSpPr>
        <p:spPr>
          <a:xfrm>
            <a:off x="3784375" y="1371600"/>
            <a:ext cx="1575300" cy="794700"/>
          </a:xfrm>
          <a:prstGeom prst="roundRect">
            <a:avLst>
              <a:gd fmla="val 39181"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2000">
                <a:solidFill>
                  <a:schemeClr val="accent4"/>
                </a:solidFill>
                <a:latin typeface="Londrina Solid"/>
                <a:ea typeface="Londrina Solid"/>
                <a:cs typeface="Londrina Solid"/>
                <a:sym typeface="Londrina Solid"/>
              </a:rPr>
              <a:t>STEP 1</a:t>
            </a:r>
            <a:endParaRPr b="1" sz="2000">
              <a:solidFill>
                <a:schemeClr val="accent4"/>
              </a:solidFill>
              <a:latin typeface="Londrina Solid"/>
              <a:ea typeface="Londrina Solid"/>
              <a:cs typeface="Londrina Solid"/>
              <a:sym typeface="Londrina Solid"/>
            </a:endParaRPr>
          </a:p>
        </p:txBody>
      </p:sp>
      <p:sp>
        <p:nvSpPr>
          <p:cNvPr id="5831" name="Google Shape;5831;p104"/>
          <p:cNvSpPr/>
          <p:nvPr/>
        </p:nvSpPr>
        <p:spPr>
          <a:xfrm>
            <a:off x="3784375" y="2590500"/>
            <a:ext cx="1575300" cy="794700"/>
          </a:xfrm>
          <a:prstGeom prst="roundRect">
            <a:avLst>
              <a:gd fmla="val 39181"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2000">
                <a:solidFill>
                  <a:schemeClr val="accent4"/>
                </a:solidFill>
                <a:latin typeface="Londrina Solid"/>
                <a:ea typeface="Londrina Solid"/>
                <a:cs typeface="Londrina Solid"/>
                <a:sym typeface="Londrina Solid"/>
              </a:rPr>
              <a:t>STEP 2</a:t>
            </a:r>
            <a:endParaRPr b="1" sz="2000">
              <a:solidFill>
                <a:schemeClr val="accent4"/>
              </a:solidFill>
              <a:latin typeface="Londrina Solid"/>
              <a:ea typeface="Londrina Solid"/>
              <a:cs typeface="Londrina Solid"/>
              <a:sym typeface="Londrina Solid"/>
            </a:endParaRPr>
          </a:p>
        </p:txBody>
      </p:sp>
      <p:sp>
        <p:nvSpPr>
          <p:cNvPr id="5832" name="Google Shape;5832;p104"/>
          <p:cNvSpPr/>
          <p:nvPr/>
        </p:nvSpPr>
        <p:spPr>
          <a:xfrm>
            <a:off x="3784375" y="3809400"/>
            <a:ext cx="1575300" cy="794700"/>
          </a:xfrm>
          <a:prstGeom prst="roundRect">
            <a:avLst>
              <a:gd fmla="val 39181"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2000">
                <a:solidFill>
                  <a:schemeClr val="accent4"/>
                </a:solidFill>
                <a:latin typeface="Londrina Solid"/>
                <a:ea typeface="Londrina Solid"/>
                <a:cs typeface="Londrina Solid"/>
                <a:sym typeface="Londrina Solid"/>
              </a:rPr>
              <a:t>STEP 3</a:t>
            </a:r>
            <a:endParaRPr b="1" sz="2000">
              <a:solidFill>
                <a:schemeClr val="accent4"/>
              </a:solidFill>
              <a:latin typeface="Londrina Solid"/>
              <a:ea typeface="Londrina Solid"/>
              <a:cs typeface="Londrina Solid"/>
              <a:sym typeface="Londrina Solid"/>
            </a:endParaRPr>
          </a:p>
        </p:txBody>
      </p:sp>
      <p:sp>
        <p:nvSpPr>
          <p:cNvPr id="5833" name="Google Shape;5833;p104"/>
          <p:cNvSpPr txBox="1"/>
          <p:nvPr/>
        </p:nvSpPr>
        <p:spPr>
          <a:xfrm>
            <a:off x="5639900" y="2454700"/>
            <a:ext cx="2787300" cy="402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accent4"/>
                </a:solidFill>
                <a:latin typeface="Londrina Solid"/>
                <a:ea typeface="Londrina Solid"/>
                <a:cs typeface="Londrina Solid"/>
                <a:sym typeface="Londrina Solid"/>
              </a:rPr>
              <a:t>SATURN</a:t>
            </a:r>
            <a:endParaRPr b="1" sz="1800">
              <a:solidFill>
                <a:schemeClr val="accent4"/>
              </a:solidFill>
              <a:latin typeface="Londrina Solid"/>
              <a:ea typeface="Londrina Solid"/>
              <a:cs typeface="Londrina Solid"/>
              <a:sym typeface="Londrina Solid"/>
            </a:endParaRPr>
          </a:p>
        </p:txBody>
      </p:sp>
      <p:sp>
        <p:nvSpPr>
          <p:cNvPr id="5834" name="Google Shape;5834;p104"/>
          <p:cNvSpPr txBox="1"/>
          <p:nvPr/>
        </p:nvSpPr>
        <p:spPr>
          <a:xfrm>
            <a:off x="5639900" y="2843901"/>
            <a:ext cx="2787300" cy="67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Hind"/>
                <a:ea typeface="Hind"/>
                <a:cs typeface="Hind"/>
                <a:sym typeface="Hind"/>
              </a:rPr>
              <a:t>Saturn is a gas giant and has several rings</a:t>
            </a:r>
            <a:endParaRPr sz="1600">
              <a:solidFill>
                <a:schemeClr val="dk2"/>
              </a:solidFill>
              <a:latin typeface="Hind"/>
              <a:ea typeface="Hind"/>
              <a:cs typeface="Hind"/>
              <a:sym typeface="Hind"/>
            </a:endParaRPr>
          </a:p>
        </p:txBody>
      </p:sp>
      <p:sp>
        <p:nvSpPr>
          <p:cNvPr id="5835" name="Google Shape;5835;p104"/>
          <p:cNvSpPr txBox="1"/>
          <p:nvPr/>
        </p:nvSpPr>
        <p:spPr>
          <a:xfrm>
            <a:off x="716850" y="3673600"/>
            <a:ext cx="2787300" cy="402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1800">
                <a:solidFill>
                  <a:schemeClr val="accent4"/>
                </a:solidFill>
                <a:latin typeface="Londrina Solid"/>
                <a:ea typeface="Londrina Solid"/>
                <a:cs typeface="Londrina Solid"/>
                <a:sym typeface="Londrina Solid"/>
              </a:rPr>
              <a:t>VENUS</a:t>
            </a:r>
            <a:endParaRPr b="1" sz="1800">
              <a:solidFill>
                <a:schemeClr val="accent4"/>
              </a:solidFill>
              <a:latin typeface="Londrina Solid"/>
              <a:ea typeface="Londrina Solid"/>
              <a:cs typeface="Londrina Solid"/>
              <a:sym typeface="Londrina Solid"/>
            </a:endParaRPr>
          </a:p>
        </p:txBody>
      </p:sp>
      <p:sp>
        <p:nvSpPr>
          <p:cNvPr id="5836" name="Google Shape;5836;p104"/>
          <p:cNvSpPr txBox="1"/>
          <p:nvPr/>
        </p:nvSpPr>
        <p:spPr>
          <a:xfrm>
            <a:off x="716850" y="4062801"/>
            <a:ext cx="2787300" cy="677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dk2"/>
                </a:solidFill>
                <a:latin typeface="Hind"/>
                <a:ea typeface="Hind"/>
                <a:cs typeface="Hind"/>
                <a:sym typeface="Hind"/>
              </a:rPr>
              <a:t>Venus is the second planet from the Sun</a:t>
            </a:r>
            <a:endParaRPr sz="1600">
              <a:solidFill>
                <a:schemeClr val="dk2"/>
              </a:solidFill>
              <a:latin typeface="Hind"/>
              <a:ea typeface="Hind"/>
              <a:cs typeface="Hind"/>
              <a:sym typeface="Hind"/>
            </a:endParaRPr>
          </a:p>
        </p:txBody>
      </p:sp>
      <p:grpSp>
        <p:nvGrpSpPr>
          <p:cNvPr id="5837" name="Google Shape;5837;p104"/>
          <p:cNvGrpSpPr/>
          <p:nvPr/>
        </p:nvGrpSpPr>
        <p:grpSpPr>
          <a:xfrm rot="4479103">
            <a:off x="1820876" y="2263177"/>
            <a:ext cx="559163" cy="1623596"/>
            <a:chOff x="6512944" y="2975654"/>
            <a:chExt cx="1594853" cy="4630848"/>
          </a:xfrm>
        </p:grpSpPr>
        <p:grpSp>
          <p:nvGrpSpPr>
            <p:cNvPr id="5838" name="Google Shape;5838;p104"/>
            <p:cNvGrpSpPr/>
            <p:nvPr/>
          </p:nvGrpSpPr>
          <p:grpSpPr>
            <a:xfrm>
              <a:off x="6512944" y="2975654"/>
              <a:ext cx="1594853" cy="4630848"/>
              <a:chOff x="1460575" y="5630575"/>
              <a:chExt cx="645350" cy="1873775"/>
            </a:xfrm>
          </p:grpSpPr>
          <p:sp>
            <p:nvSpPr>
              <p:cNvPr id="5839" name="Google Shape;5839;p104"/>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04"/>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1" name="Google Shape;5841;p104"/>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2" name="Google Shape;5842;p104"/>
          <p:cNvGrpSpPr/>
          <p:nvPr/>
        </p:nvGrpSpPr>
        <p:grpSpPr>
          <a:xfrm flipH="1" rot="-4479103">
            <a:off x="6753976" y="922627"/>
            <a:ext cx="559163" cy="1623596"/>
            <a:chOff x="6512944" y="2975654"/>
            <a:chExt cx="1594853" cy="4630848"/>
          </a:xfrm>
        </p:grpSpPr>
        <p:grpSp>
          <p:nvGrpSpPr>
            <p:cNvPr id="5843" name="Google Shape;5843;p104"/>
            <p:cNvGrpSpPr/>
            <p:nvPr/>
          </p:nvGrpSpPr>
          <p:grpSpPr>
            <a:xfrm>
              <a:off x="6512944" y="2975654"/>
              <a:ext cx="1594853" cy="4630848"/>
              <a:chOff x="1460575" y="5630575"/>
              <a:chExt cx="645350" cy="1873775"/>
            </a:xfrm>
          </p:grpSpPr>
          <p:sp>
            <p:nvSpPr>
              <p:cNvPr id="5844" name="Google Shape;5844;p104"/>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04"/>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6" name="Google Shape;5846;p104"/>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104"/>
          <p:cNvGrpSpPr/>
          <p:nvPr/>
        </p:nvGrpSpPr>
        <p:grpSpPr>
          <a:xfrm flipH="1" rot="-5624671">
            <a:off x="6478225" y="3658995"/>
            <a:ext cx="559233" cy="1623800"/>
            <a:chOff x="6512944" y="2975654"/>
            <a:chExt cx="1594853" cy="4630848"/>
          </a:xfrm>
        </p:grpSpPr>
        <p:grpSp>
          <p:nvGrpSpPr>
            <p:cNvPr id="5848" name="Google Shape;5848;p104"/>
            <p:cNvGrpSpPr/>
            <p:nvPr/>
          </p:nvGrpSpPr>
          <p:grpSpPr>
            <a:xfrm>
              <a:off x="6512944" y="2975654"/>
              <a:ext cx="1594853" cy="4630848"/>
              <a:chOff x="1460575" y="5630575"/>
              <a:chExt cx="645350" cy="1873775"/>
            </a:xfrm>
          </p:grpSpPr>
          <p:sp>
            <p:nvSpPr>
              <p:cNvPr id="5849" name="Google Shape;5849;p104"/>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04"/>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1" name="Google Shape;5851;p104"/>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2" name="Google Shape;5852;p104"/>
          <p:cNvGrpSpPr/>
          <p:nvPr/>
        </p:nvGrpSpPr>
        <p:grpSpPr>
          <a:xfrm flipH="1" rot="-5400000">
            <a:off x="3505823" y="2127703"/>
            <a:ext cx="517669" cy="1049152"/>
            <a:chOff x="1803775" y="5029925"/>
            <a:chExt cx="655775" cy="1329050"/>
          </a:xfrm>
        </p:grpSpPr>
        <p:sp>
          <p:nvSpPr>
            <p:cNvPr id="5853" name="Google Shape;5853;p104"/>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04"/>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04"/>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04"/>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04"/>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04"/>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104"/>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104"/>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04"/>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04"/>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04"/>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4" name="Google Shape;5864;p104"/>
          <p:cNvGrpSpPr/>
          <p:nvPr/>
        </p:nvGrpSpPr>
        <p:grpSpPr>
          <a:xfrm flipH="1" rot="4713908">
            <a:off x="5287424" y="1703019"/>
            <a:ext cx="509248" cy="832085"/>
            <a:chOff x="4838975" y="1909000"/>
            <a:chExt cx="479850" cy="784050"/>
          </a:xfrm>
        </p:grpSpPr>
        <p:sp>
          <p:nvSpPr>
            <p:cNvPr id="5865" name="Google Shape;5865;p104"/>
            <p:cNvSpPr/>
            <p:nvPr/>
          </p:nvSpPr>
          <p:spPr>
            <a:xfrm>
              <a:off x="4998825" y="1909600"/>
              <a:ext cx="129800" cy="216400"/>
            </a:xfrm>
            <a:custGeom>
              <a:rect b="b" l="l" r="r" t="t"/>
              <a:pathLst>
                <a:path extrusionOk="0" h="8656" w="5192">
                  <a:moveTo>
                    <a:pt x="1906" y="0"/>
                  </a:moveTo>
                  <a:cubicBezTo>
                    <a:pt x="1906" y="0"/>
                    <a:pt x="1" y="4620"/>
                    <a:pt x="584" y="6465"/>
                  </a:cubicBezTo>
                  <a:cubicBezTo>
                    <a:pt x="1155" y="8311"/>
                    <a:pt x="3227" y="8656"/>
                    <a:pt x="3227" y="8656"/>
                  </a:cubicBezTo>
                  <a:cubicBezTo>
                    <a:pt x="3227" y="8656"/>
                    <a:pt x="5192" y="6370"/>
                    <a:pt x="4989" y="5001"/>
                  </a:cubicBezTo>
                  <a:cubicBezTo>
                    <a:pt x="4775" y="3655"/>
                    <a:pt x="1906" y="0"/>
                    <a:pt x="1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04"/>
            <p:cNvSpPr/>
            <p:nvPr/>
          </p:nvSpPr>
          <p:spPr>
            <a:xfrm>
              <a:off x="5005375" y="1909000"/>
              <a:ext cx="128600" cy="784050"/>
            </a:xfrm>
            <a:custGeom>
              <a:rect b="b" l="l" r="r" t="t"/>
              <a:pathLst>
                <a:path extrusionOk="0" h="31362" w="5144">
                  <a:moveTo>
                    <a:pt x="1751" y="0"/>
                  </a:moveTo>
                  <a:lnTo>
                    <a:pt x="1525" y="48"/>
                  </a:lnTo>
                  <a:cubicBezTo>
                    <a:pt x="1536" y="107"/>
                    <a:pt x="2727" y="5418"/>
                    <a:pt x="2906" y="7096"/>
                  </a:cubicBezTo>
                  <a:cubicBezTo>
                    <a:pt x="2941" y="7263"/>
                    <a:pt x="4918" y="23039"/>
                    <a:pt x="1" y="31242"/>
                  </a:cubicBezTo>
                  <a:lnTo>
                    <a:pt x="191" y="31361"/>
                  </a:lnTo>
                  <a:cubicBezTo>
                    <a:pt x="5144" y="23086"/>
                    <a:pt x="3144" y="7227"/>
                    <a:pt x="3132" y="7073"/>
                  </a:cubicBezTo>
                  <a:cubicBezTo>
                    <a:pt x="2953" y="5382"/>
                    <a:pt x="1763" y="60"/>
                    <a:pt x="17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104"/>
            <p:cNvSpPr/>
            <p:nvPr/>
          </p:nvSpPr>
          <p:spPr>
            <a:xfrm>
              <a:off x="4838975" y="2365475"/>
              <a:ext cx="219400" cy="231425"/>
            </a:xfrm>
            <a:custGeom>
              <a:rect b="b" l="l" r="r" t="t"/>
              <a:pathLst>
                <a:path extrusionOk="0" h="9257" w="8776">
                  <a:moveTo>
                    <a:pt x="188" y="1"/>
                  </a:moveTo>
                  <a:cubicBezTo>
                    <a:pt x="173" y="1"/>
                    <a:pt x="162" y="2"/>
                    <a:pt x="156" y="5"/>
                  </a:cubicBezTo>
                  <a:cubicBezTo>
                    <a:pt x="1" y="65"/>
                    <a:pt x="1811" y="3911"/>
                    <a:pt x="3501" y="6554"/>
                  </a:cubicBezTo>
                  <a:cubicBezTo>
                    <a:pt x="5204" y="9185"/>
                    <a:pt x="8419" y="9257"/>
                    <a:pt x="8419" y="9257"/>
                  </a:cubicBezTo>
                  <a:cubicBezTo>
                    <a:pt x="8776" y="6804"/>
                    <a:pt x="7228" y="3315"/>
                    <a:pt x="5573" y="2160"/>
                  </a:cubicBezTo>
                  <a:cubicBezTo>
                    <a:pt x="3979" y="1037"/>
                    <a:pt x="584" y="1"/>
                    <a:pt x="1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104"/>
            <p:cNvSpPr/>
            <p:nvPr/>
          </p:nvSpPr>
          <p:spPr>
            <a:xfrm>
              <a:off x="4896425" y="2110200"/>
              <a:ext cx="190825" cy="278650"/>
            </a:xfrm>
            <a:custGeom>
              <a:rect b="b" l="l" r="r" t="t"/>
              <a:pathLst>
                <a:path extrusionOk="0" h="11146" w="7633">
                  <a:moveTo>
                    <a:pt x="1" y="1"/>
                  </a:moveTo>
                  <a:cubicBezTo>
                    <a:pt x="1" y="1"/>
                    <a:pt x="1489" y="5156"/>
                    <a:pt x="2715" y="7299"/>
                  </a:cubicBezTo>
                  <a:cubicBezTo>
                    <a:pt x="3930" y="9454"/>
                    <a:pt x="7633" y="11145"/>
                    <a:pt x="7633" y="11145"/>
                  </a:cubicBezTo>
                  <a:cubicBezTo>
                    <a:pt x="7633" y="11145"/>
                    <a:pt x="7430" y="6585"/>
                    <a:pt x="6180" y="4275"/>
                  </a:cubicBezTo>
                  <a:cubicBezTo>
                    <a:pt x="4930" y="196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04"/>
            <p:cNvSpPr/>
            <p:nvPr/>
          </p:nvSpPr>
          <p:spPr>
            <a:xfrm>
              <a:off x="5089600" y="2034300"/>
              <a:ext cx="146175" cy="208700"/>
            </a:xfrm>
            <a:custGeom>
              <a:rect b="b" l="l" r="r" t="t"/>
              <a:pathLst>
                <a:path extrusionOk="0" h="8348" w="5847">
                  <a:moveTo>
                    <a:pt x="5646" y="0"/>
                  </a:moveTo>
                  <a:cubicBezTo>
                    <a:pt x="5290" y="0"/>
                    <a:pt x="2667" y="1905"/>
                    <a:pt x="1358" y="3668"/>
                  </a:cubicBezTo>
                  <a:cubicBezTo>
                    <a:pt x="1" y="5525"/>
                    <a:pt x="180" y="8347"/>
                    <a:pt x="180" y="8347"/>
                  </a:cubicBezTo>
                  <a:cubicBezTo>
                    <a:pt x="3406" y="7871"/>
                    <a:pt x="5061" y="5109"/>
                    <a:pt x="5371" y="3668"/>
                  </a:cubicBezTo>
                  <a:cubicBezTo>
                    <a:pt x="5680" y="2215"/>
                    <a:pt x="5847" y="215"/>
                    <a:pt x="5680" y="13"/>
                  </a:cubicBezTo>
                  <a:cubicBezTo>
                    <a:pt x="5674" y="4"/>
                    <a:pt x="5662" y="0"/>
                    <a:pt x="56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04"/>
            <p:cNvSpPr/>
            <p:nvPr/>
          </p:nvSpPr>
          <p:spPr>
            <a:xfrm>
              <a:off x="5081875" y="2257850"/>
              <a:ext cx="235175" cy="186650"/>
            </a:xfrm>
            <a:custGeom>
              <a:rect b="b" l="l" r="r" t="t"/>
              <a:pathLst>
                <a:path extrusionOk="0" h="7466" w="9407">
                  <a:moveTo>
                    <a:pt x="9406" y="0"/>
                  </a:moveTo>
                  <a:cubicBezTo>
                    <a:pt x="9406" y="0"/>
                    <a:pt x="6692" y="572"/>
                    <a:pt x="3941" y="2001"/>
                  </a:cubicBezTo>
                  <a:cubicBezTo>
                    <a:pt x="1167" y="3429"/>
                    <a:pt x="0" y="7466"/>
                    <a:pt x="0" y="7466"/>
                  </a:cubicBezTo>
                  <a:cubicBezTo>
                    <a:pt x="0" y="7466"/>
                    <a:pt x="4501" y="6942"/>
                    <a:pt x="6727" y="5227"/>
                  </a:cubicBezTo>
                  <a:cubicBezTo>
                    <a:pt x="8954" y="3537"/>
                    <a:pt x="9406" y="1"/>
                    <a:pt x="9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104"/>
            <p:cNvSpPr/>
            <p:nvPr/>
          </p:nvSpPr>
          <p:spPr>
            <a:xfrm>
              <a:off x="5019675" y="2508400"/>
              <a:ext cx="267000" cy="157350"/>
            </a:xfrm>
            <a:custGeom>
              <a:rect b="b" l="l" r="r" t="t"/>
              <a:pathLst>
                <a:path extrusionOk="0" h="6294" w="10680">
                  <a:moveTo>
                    <a:pt x="10465" y="1"/>
                  </a:moveTo>
                  <a:cubicBezTo>
                    <a:pt x="9676" y="1"/>
                    <a:pt x="6857" y="95"/>
                    <a:pt x="4417" y="1361"/>
                  </a:cubicBezTo>
                  <a:cubicBezTo>
                    <a:pt x="1548" y="2837"/>
                    <a:pt x="0" y="6111"/>
                    <a:pt x="167" y="6147"/>
                  </a:cubicBezTo>
                  <a:cubicBezTo>
                    <a:pt x="835" y="6249"/>
                    <a:pt x="1447" y="6294"/>
                    <a:pt x="2009" y="6294"/>
                  </a:cubicBezTo>
                  <a:cubicBezTo>
                    <a:pt x="5533" y="6294"/>
                    <a:pt x="7056" y="4505"/>
                    <a:pt x="7703" y="3540"/>
                  </a:cubicBezTo>
                  <a:cubicBezTo>
                    <a:pt x="8453" y="2420"/>
                    <a:pt x="10680" y="3"/>
                    <a:pt x="10680" y="3"/>
                  </a:cubicBezTo>
                  <a:cubicBezTo>
                    <a:pt x="10680" y="3"/>
                    <a:pt x="10604" y="1"/>
                    <a:pt x="104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04"/>
            <p:cNvSpPr/>
            <p:nvPr/>
          </p:nvSpPr>
          <p:spPr>
            <a:xfrm>
              <a:off x="4841375" y="2363225"/>
              <a:ext cx="210750" cy="235175"/>
            </a:xfrm>
            <a:custGeom>
              <a:rect b="b" l="l" r="r" t="t"/>
              <a:pathLst>
                <a:path extrusionOk="0" h="9407" w="8430">
                  <a:moveTo>
                    <a:pt x="131" y="0"/>
                  </a:moveTo>
                  <a:lnTo>
                    <a:pt x="0" y="179"/>
                  </a:lnTo>
                  <a:cubicBezTo>
                    <a:pt x="60" y="215"/>
                    <a:pt x="5156" y="4001"/>
                    <a:pt x="8227" y="9406"/>
                  </a:cubicBezTo>
                  <a:lnTo>
                    <a:pt x="8430" y="9299"/>
                  </a:lnTo>
                  <a:cubicBezTo>
                    <a:pt x="5310" y="3858"/>
                    <a:pt x="179" y="48"/>
                    <a:pt x="1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104"/>
            <p:cNvSpPr/>
            <p:nvPr/>
          </p:nvSpPr>
          <p:spPr>
            <a:xfrm>
              <a:off x="5024725" y="2505500"/>
              <a:ext cx="261650" cy="152425"/>
            </a:xfrm>
            <a:custGeom>
              <a:rect b="b" l="l" r="r" t="t"/>
              <a:pathLst>
                <a:path extrusionOk="0" h="6097" w="10466">
                  <a:moveTo>
                    <a:pt x="10442" y="0"/>
                  </a:moveTo>
                  <a:cubicBezTo>
                    <a:pt x="4334" y="786"/>
                    <a:pt x="48" y="5906"/>
                    <a:pt x="0" y="5954"/>
                  </a:cubicBezTo>
                  <a:lnTo>
                    <a:pt x="179" y="6096"/>
                  </a:lnTo>
                  <a:cubicBezTo>
                    <a:pt x="227" y="6037"/>
                    <a:pt x="4465" y="989"/>
                    <a:pt x="10466" y="215"/>
                  </a:cubicBezTo>
                  <a:lnTo>
                    <a:pt x="104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104"/>
            <p:cNvSpPr/>
            <p:nvPr/>
          </p:nvSpPr>
          <p:spPr>
            <a:xfrm>
              <a:off x="4894050" y="2108125"/>
              <a:ext cx="195875" cy="281600"/>
            </a:xfrm>
            <a:custGeom>
              <a:rect b="b" l="l" r="r" t="t"/>
              <a:pathLst>
                <a:path extrusionOk="0" h="11264" w="7835">
                  <a:moveTo>
                    <a:pt x="167" y="1"/>
                  </a:moveTo>
                  <a:lnTo>
                    <a:pt x="1" y="143"/>
                  </a:lnTo>
                  <a:cubicBezTo>
                    <a:pt x="72" y="203"/>
                    <a:pt x="5620" y="6085"/>
                    <a:pt x="7621" y="11264"/>
                  </a:cubicBezTo>
                  <a:lnTo>
                    <a:pt x="7835" y="11169"/>
                  </a:lnTo>
                  <a:cubicBezTo>
                    <a:pt x="5811" y="5966"/>
                    <a:pt x="227" y="60"/>
                    <a:pt x="1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04"/>
            <p:cNvSpPr/>
            <p:nvPr/>
          </p:nvSpPr>
          <p:spPr>
            <a:xfrm>
              <a:off x="5080375" y="2256050"/>
              <a:ext cx="238450" cy="190825"/>
            </a:xfrm>
            <a:custGeom>
              <a:rect b="b" l="l" r="r" t="t"/>
              <a:pathLst>
                <a:path extrusionOk="0" h="7633" w="9538">
                  <a:moveTo>
                    <a:pt x="9371" y="1"/>
                  </a:moveTo>
                  <a:cubicBezTo>
                    <a:pt x="6073" y="3632"/>
                    <a:pt x="60" y="7395"/>
                    <a:pt x="1" y="7442"/>
                  </a:cubicBezTo>
                  <a:lnTo>
                    <a:pt x="120" y="7633"/>
                  </a:lnTo>
                  <a:cubicBezTo>
                    <a:pt x="168" y="7597"/>
                    <a:pt x="6216" y="3811"/>
                    <a:pt x="9538" y="156"/>
                  </a:cubicBezTo>
                  <a:lnTo>
                    <a:pt x="937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104"/>
            <p:cNvSpPr/>
            <p:nvPr/>
          </p:nvSpPr>
          <p:spPr>
            <a:xfrm>
              <a:off x="5091100" y="2032825"/>
              <a:ext cx="142600" cy="202125"/>
            </a:xfrm>
            <a:custGeom>
              <a:rect b="b" l="l" r="r" t="t"/>
              <a:pathLst>
                <a:path extrusionOk="0" h="8085" w="5704">
                  <a:moveTo>
                    <a:pt x="5561" y="0"/>
                  </a:moveTo>
                  <a:cubicBezTo>
                    <a:pt x="2322" y="2548"/>
                    <a:pt x="24" y="7930"/>
                    <a:pt x="1" y="7989"/>
                  </a:cubicBezTo>
                  <a:lnTo>
                    <a:pt x="203" y="8085"/>
                  </a:lnTo>
                  <a:cubicBezTo>
                    <a:pt x="239" y="8025"/>
                    <a:pt x="2513" y="2679"/>
                    <a:pt x="5704" y="179"/>
                  </a:cubicBezTo>
                  <a:lnTo>
                    <a:pt x="55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7" name="Google Shape;5877;p104"/>
          <p:cNvGrpSpPr/>
          <p:nvPr/>
        </p:nvGrpSpPr>
        <p:grpSpPr>
          <a:xfrm rot="-2700000">
            <a:off x="5101471" y="3425757"/>
            <a:ext cx="681105" cy="897980"/>
            <a:chOff x="4326425" y="5583250"/>
            <a:chExt cx="744150" cy="981100"/>
          </a:xfrm>
        </p:grpSpPr>
        <p:sp>
          <p:nvSpPr>
            <p:cNvPr id="5878" name="Google Shape;5878;p104"/>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04"/>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104"/>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104"/>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104"/>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104"/>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104"/>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04"/>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04"/>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04"/>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04"/>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04"/>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04"/>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04"/>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04"/>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04"/>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04"/>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04"/>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04"/>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04"/>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04"/>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04"/>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04"/>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04"/>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04"/>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830"/>
                                        </p:tgtEl>
                                        <p:attrNameLst>
                                          <p:attrName>style.visibility</p:attrName>
                                        </p:attrNameLst>
                                      </p:cBhvr>
                                      <p:to>
                                        <p:strVal val="visible"/>
                                      </p:to>
                                    </p:set>
                                    <p:animEffect filter="fade" transition="in">
                                      <p:cBhvr>
                                        <p:cTn dur="1000"/>
                                        <p:tgtEl>
                                          <p:spTgt spid="583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827"/>
                                        </p:tgtEl>
                                        <p:attrNameLst>
                                          <p:attrName>style.visibility</p:attrName>
                                        </p:attrNameLst>
                                      </p:cBhvr>
                                      <p:to>
                                        <p:strVal val="visible"/>
                                      </p:to>
                                    </p:set>
                                    <p:animEffect filter="fade" transition="in">
                                      <p:cBhvr>
                                        <p:cTn dur="1000"/>
                                        <p:tgtEl>
                                          <p:spTgt spid="5827"/>
                                        </p:tgtEl>
                                      </p:cBhvr>
                                    </p:animEffect>
                                  </p:childTnLst>
                                </p:cTn>
                              </p:par>
                              <p:par>
                                <p:cTn fill="hold" nodeType="withEffect" presetClass="entr" presetID="10" presetSubtype="0">
                                  <p:stCondLst>
                                    <p:cond delay="0"/>
                                  </p:stCondLst>
                                  <p:childTnLst>
                                    <p:set>
                                      <p:cBhvr>
                                        <p:cTn dur="1" fill="hold">
                                          <p:stCondLst>
                                            <p:cond delay="0"/>
                                          </p:stCondLst>
                                        </p:cTn>
                                        <p:tgtEl>
                                          <p:spTgt spid="5828"/>
                                        </p:tgtEl>
                                        <p:attrNameLst>
                                          <p:attrName>style.visibility</p:attrName>
                                        </p:attrNameLst>
                                      </p:cBhvr>
                                      <p:to>
                                        <p:strVal val="visible"/>
                                      </p:to>
                                    </p:set>
                                    <p:animEffect filter="fade" transition="in">
                                      <p:cBhvr>
                                        <p:cTn dur="1000"/>
                                        <p:tgtEl>
                                          <p:spTgt spid="5828"/>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5842"/>
                                        </p:tgtEl>
                                        <p:attrNameLst>
                                          <p:attrName>style.visibility</p:attrName>
                                        </p:attrNameLst>
                                      </p:cBhvr>
                                      <p:to>
                                        <p:strVal val="visible"/>
                                      </p:to>
                                    </p:set>
                                    <p:animEffect filter="fade" transition="in">
                                      <p:cBhvr>
                                        <p:cTn dur="1000"/>
                                        <p:tgtEl>
                                          <p:spTgt spid="584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829"/>
                                        </p:tgtEl>
                                        <p:attrNameLst>
                                          <p:attrName>style.visibility</p:attrName>
                                        </p:attrNameLst>
                                      </p:cBhvr>
                                      <p:to>
                                        <p:strVal val="visible"/>
                                      </p:to>
                                    </p:set>
                                    <p:animEffect filter="fade" transition="in">
                                      <p:cBhvr>
                                        <p:cTn dur="1000"/>
                                        <p:tgtEl>
                                          <p:spTgt spid="582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831"/>
                                        </p:tgtEl>
                                        <p:attrNameLst>
                                          <p:attrName>style.visibility</p:attrName>
                                        </p:attrNameLst>
                                      </p:cBhvr>
                                      <p:to>
                                        <p:strVal val="visible"/>
                                      </p:to>
                                    </p:set>
                                    <p:animEffect filter="fade" transition="in">
                                      <p:cBhvr>
                                        <p:cTn dur="1000"/>
                                        <p:tgtEl>
                                          <p:spTgt spid="5831"/>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5833"/>
                                        </p:tgtEl>
                                        <p:attrNameLst>
                                          <p:attrName>style.visibility</p:attrName>
                                        </p:attrNameLst>
                                      </p:cBhvr>
                                      <p:to>
                                        <p:strVal val="visible"/>
                                      </p:to>
                                    </p:set>
                                    <p:animEffect filter="fade" transition="in">
                                      <p:cBhvr>
                                        <p:cTn dur="1000"/>
                                        <p:tgtEl>
                                          <p:spTgt spid="5833"/>
                                        </p:tgtEl>
                                      </p:cBhvr>
                                    </p:animEffect>
                                  </p:childTnLst>
                                </p:cTn>
                              </p:par>
                              <p:par>
                                <p:cTn fill="hold" nodeType="withEffect" presetClass="entr" presetID="10" presetSubtype="0">
                                  <p:stCondLst>
                                    <p:cond delay="0"/>
                                  </p:stCondLst>
                                  <p:childTnLst>
                                    <p:set>
                                      <p:cBhvr>
                                        <p:cTn dur="1" fill="hold">
                                          <p:stCondLst>
                                            <p:cond delay="0"/>
                                          </p:stCondLst>
                                        </p:cTn>
                                        <p:tgtEl>
                                          <p:spTgt spid="5834"/>
                                        </p:tgtEl>
                                        <p:attrNameLst>
                                          <p:attrName>style.visibility</p:attrName>
                                        </p:attrNameLst>
                                      </p:cBhvr>
                                      <p:to>
                                        <p:strVal val="visible"/>
                                      </p:to>
                                    </p:set>
                                    <p:animEffect filter="fade" transition="in">
                                      <p:cBhvr>
                                        <p:cTn dur="1000"/>
                                        <p:tgtEl>
                                          <p:spTgt spid="5834"/>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5837"/>
                                        </p:tgtEl>
                                        <p:attrNameLst>
                                          <p:attrName>style.visibility</p:attrName>
                                        </p:attrNameLst>
                                      </p:cBhvr>
                                      <p:to>
                                        <p:strVal val="visible"/>
                                      </p:to>
                                    </p:set>
                                    <p:animEffect filter="fade" transition="in">
                                      <p:cBhvr>
                                        <p:cTn dur="1000"/>
                                        <p:tgtEl>
                                          <p:spTgt spid="583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825"/>
                                        </p:tgtEl>
                                        <p:attrNameLst>
                                          <p:attrName>style.visibility</p:attrName>
                                        </p:attrNameLst>
                                      </p:cBhvr>
                                      <p:to>
                                        <p:strVal val="visible"/>
                                      </p:to>
                                    </p:set>
                                    <p:animEffect filter="fade" transition="in">
                                      <p:cBhvr>
                                        <p:cTn dur="1000"/>
                                        <p:tgtEl>
                                          <p:spTgt spid="5825"/>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832"/>
                                        </p:tgtEl>
                                        <p:attrNameLst>
                                          <p:attrName>style.visibility</p:attrName>
                                        </p:attrNameLst>
                                      </p:cBhvr>
                                      <p:to>
                                        <p:strVal val="visible"/>
                                      </p:to>
                                    </p:set>
                                    <p:animEffect filter="fade" transition="in">
                                      <p:cBhvr>
                                        <p:cTn dur="1000"/>
                                        <p:tgtEl>
                                          <p:spTgt spid="5832"/>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5835"/>
                                        </p:tgtEl>
                                        <p:attrNameLst>
                                          <p:attrName>style.visibility</p:attrName>
                                        </p:attrNameLst>
                                      </p:cBhvr>
                                      <p:to>
                                        <p:strVal val="visible"/>
                                      </p:to>
                                    </p:set>
                                    <p:animEffect filter="fade" transition="in">
                                      <p:cBhvr>
                                        <p:cTn dur="1000"/>
                                        <p:tgtEl>
                                          <p:spTgt spid="5835"/>
                                        </p:tgtEl>
                                      </p:cBhvr>
                                    </p:animEffect>
                                  </p:childTnLst>
                                </p:cTn>
                              </p:par>
                              <p:par>
                                <p:cTn fill="hold" nodeType="withEffect" presetClass="entr" presetID="10" presetSubtype="0">
                                  <p:stCondLst>
                                    <p:cond delay="0"/>
                                  </p:stCondLst>
                                  <p:childTnLst>
                                    <p:set>
                                      <p:cBhvr>
                                        <p:cTn dur="1" fill="hold">
                                          <p:stCondLst>
                                            <p:cond delay="0"/>
                                          </p:stCondLst>
                                        </p:cTn>
                                        <p:tgtEl>
                                          <p:spTgt spid="5836"/>
                                        </p:tgtEl>
                                        <p:attrNameLst>
                                          <p:attrName>style.visibility</p:attrName>
                                        </p:attrNameLst>
                                      </p:cBhvr>
                                      <p:to>
                                        <p:strVal val="visible"/>
                                      </p:to>
                                    </p:set>
                                    <p:animEffect filter="fade" transition="in">
                                      <p:cBhvr>
                                        <p:cTn dur="1000"/>
                                        <p:tgtEl>
                                          <p:spTgt spid="5836"/>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5847"/>
                                        </p:tgtEl>
                                        <p:attrNameLst>
                                          <p:attrName>style.visibility</p:attrName>
                                        </p:attrNameLst>
                                      </p:cBhvr>
                                      <p:to>
                                        <p:strVal val="visible"/>
                                      </p:to>
                                    </p:set>
                                    <p:animEffect filter="fade" transition="in">
                                      <p:cBhvr>
                                        <p:cTn dur="1000"/>
                                        <p:tgtEl>
                                          <p:spTgt spid="584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06" name="Shape 5906"/>
        <p:cNvGrpSpPr/>
        <p:nvPr/>
      </p:nvGrpSpPr>
      <p:grpSpPr>
        <a:xfrm>
          <a:off x="0" y="0"/>
          <a:ext cx="0" cy="0"/>
          <a:chOff x="0" y="0"/>
          <a:chExt cx="0" cy="0"/>
        </a:xfrm>
      </p:grpSpPr>
      <p:sp>
        <p:nvSpPr>
          <p:cNvPr id="5907" name="Google Shape;5907;p105"/>
          <p:cNvSpPr txBox="1"/>
          <p:nvPr>
            <p:ph idx="8"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RECOMMENDATIONS</a:t>
            </a:r>
            <a:endParaRPr/>
          </a:p>
        </p:txBody>
      </p:sp>
      <p:sp>
        <p:nvSpPr>
          <p:cNvPr id="5908" name="Google Shape;5908;p105"/>
          <p:cNvSpPr txBox="1"/>
          <p:nvPr>
            <p:ph idx="1" type="subTitle"/>
          </p:nvPr>
        </p:nvSpPr>
        <p:spPr>
          <a:xfrm>
            <a:off x="713412" y="2253408"/>
            <a:ext cx="22995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5909" name="Google Shape;5909;p105"/>
          <p:cNvSpPr txBox="1"/>
          <p:nvPr>
            <p:ph type="title"/>
          </p:nvPr>
        </p:nvSpPr>
        <p:spPr>
          <a:xfrm>
            <a:off x="715914" y="1935525"/>
            <a:ext cx="2297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5910" name="Google Shape;5910;p105"/>
          <p:cNvSpPr txBox="1"/>
          <p:nvPr>
            <p:ph idx="2" type="subTitle"/>
          </p:nvPr>
        </p:nvSpPr>
        <p:spPr>
          <a:xfrm>
            <a:off x="713400" y="3927001"/>
            <a:ext cx="22995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the Solar System</a:t>
            </a:r>
            <a:endParaRPr/>
          </a:p>
        </p:txBody>
      </p:sp>
      <p:sp>
        <p:nvSpPr>
          <p:cNvPr id="5911" name="Google Shape;5911;p105"/>
          <p:cNvSpPr txBox="1"/>
          <p:nvPr>
            <p:ph idx="3" type="title"/>
          </p:nvPr>
        </p:nvSpPr>
        <p:spPr>
          <a:xfrm>
            <a:off x="713400" y="3609118"/>
            <a:ext cx="2297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5912" name="Google Shape;5912;p105"/>
          <p:cNvSpPr txBox="1"/>
          <p:nvPr>
            <p:ph idx="4" type="subTitle"/>
          </p:nvPr>
        </p:nvSpPr>
        <p:spPr>
          <a:xfrm>
            <a:off x="3424764" y="2253408"/>
            <a:ext cx="22995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5913" name="Google Shape;5913;p105"/>
          <p:cNvSpPr txBox="1"/>
          <p:nvPr>
            <p:ph idx="5" type="title"/>
          </p:nvPr>
        </p:nvSpPr>
        <p:spPr>
          <a:xfrm>
            <a:off x="3424764" y="1935525"/>
            <a:ext cx="2297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5914" name="Google Shape;5914;p105"/>
          <p:cNvSpPr txBox="1"/>
          <p:nvPr>
            <p:ph idx="6" type="subTitle"/>
          </p:nvPr>
        </p:nvSpPr>
        <p:spPr>
          <a:xfrm>
            <a:off x="3424764" y="3927003"/>
            <a:ext cx="22995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of hydrogen and helium</a:t>
            </a:r>
            <a:endParaRPr/>
          </a:p>
        </p:txBody>
      </p:sp>
      <p:sp>
        <p:nvSpPr>
          <p:cNvPr id="5915" name="Google Shape;5915;p105"/>
          <p:cNvSpPr txBox="1"/>
          <p:nvPr>
            <p:ph idx="7" type="title"/>
          </p:nvPr>
        </p:nvSpPr>
        <p:spPr>
          <a:xfrm>
            <a:off x="3424764" y="3609120"/>
            <a:ext cx="2297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5916" name="Google Shape;5916;p105"/>
          <p:cNvSpPr txBox="1"/>
          <p:nvPr>
            <p:ph idx="9" type="subTitle"/>
          </p:nvPr>
        </p:nvSpPr>
        <p:spPr>
          <a:xfrm>
            <a:off x="6131111" y="2253408"/>
            <a:ext cx="22995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5917" name="Google Shape;5917;p105"/>
          <p:cNvSpPr txBox="1"/>
          <p:nvPr>
            <p:ph idx="13" type="title"/>
          </p:nvPr>
        </p:nvSpPr>
        <p:spPr>
          <a:xfrm>
            <a:off x="6133613" y="1935525"/>
            <a:ext cx="2297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5918" name="Google Shape;5918;p105"/>
          <p:cNvSpPr txBox="1"/>
          <p:nvPr>
            <p:ph idx="14" type="subTitle"/>
          </p:nvPr>
        </p:nvSpPr>
        <p:spPr>
          <a:xfrm>
            <a:off x="6131099" y="3927003"/>
            <a:ext cx="22995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5919" name="Google Shape;5919;p105"/>
          <p:cNvSpPr txBox="1"/>
          <p:nvPr>
            <p:ph idx="15" type="title"/>
          </p:nvPr>
        </p:nvSpPr>
        <p:spPr>
          <a:xfrm>
            <a:off x="6131099" y="3609120"/>
            <a:ext cx="2297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grpSp>
        <p:nvGrpSpPr>
          <p:cNvPr id="5920" name="Google Shape;5920;p105"/>
          <p:cNvGrpSpPr/>
          <p:nvPr/>
        </p:nvGrpSpPr>
        <p:grpSpPr>
          <a:xfrm>
            <a:off x="791025" y="1435975"/>
            <a:ext cx="465191" cy="465191"/>
            <a:chOff x="715921" y="1125137"/>
            <a:chExt cx="465191" cy="465191"/>
          </a:xfrm>
        </p:grpSpPr>
        <p:sp>
          <p:nvSpPr>
            <p:cNvPr id="5921" name="Google Shape;5921;p105"/>
            <p:cNvSpPr/>
            <p:nvPr/>
          </p:nvSpPr>
          <p:spPr>
            <a:xfrm>
              <a:off x="715921" y="1125137"/>
              <a:ext cx="465191" cy="465191"/>
            </a:xfrm>
            <a:prstGeom prst="ellipse">
              <a:avLst/>
            </a:prstGeom>
            <a:solidFill>
              <a:srgbClr val="25BF7C">
                <a:alpha val="514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400">
                <a:solidFill>
                  <a:schemeClr val="accent4"/>
                </a:solidFill>
                <a:latin typeface="Londrina Solid"/>
                <a:ea typeface="Londrina Solid"/>
                <a:cs typeface="Londrina Solid"/>
                <a:sym typeface="Londrina Solid"/>
              </a:endParaRPr>
            </a:p>
          </p:txBody>
        </p:sp>
        <p:grpSp>
          <p:nvGrpSpPr>
            <p:cNvPr id="5922" name="Google Shape;5922;p105"/>
            <p:cNvGrpSpPr/>
            <p:nvPr/>
          </p:nvGrpSpPr>
          <p:grpSpPr>
            <a:xfrm>
              <a:off x="847248" y="1286184"/>
              <a:ext cx="202666" cy="143158"/>
              <a:chOff x="6311562" y="1410625"/>
              <a:chExt cx="736437" cy="520200"/>
            </a:xfrm>
          </p:grpSpPr>
          <p:sp>
            <p:nvSpPr>
              <p:cNvPr id="5923" name="Google Shape;5923;p105"/>
              <p:cNvSpPr/>
              <p:nvPr/>
            </p:nvSpPr>
            <p:spPr>
              <a:xfrm rot="2700000">
                <a:off x="6300618" y="1686278"/>
                <a:ext cx="380989" cy="126855"/>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05"/>
              <p:cNvSpPr/>
              <p:nvPr/>
            </p:nvSpPr>
            <p:spPr>
              <a:xfrm rot="-2567666">
                <a:off x="6460061" y="1607144"/>
                <a:ext cx="628376" cy="127161"/>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25" name="Google Shape;5925;p105"/>
          <p:cNvGrpSpPr/>
          <p:nvPr/>
        </p:nvGrpSpPr>
        <p:grpSpPr>
          <a:xfrm>
            <a:off x="3502389" y="1435975"/>
            <a:ext cx="465300" cy="465300"/>
            <a:chOff x="715921" y="1125137"/>
            <a:chExt cx="465300" cy="465300"/>
          </a:xfrm>
        </p:grpSpPr>
        <p:sp>
          <p:nvSpPr>
            <p:cNvPr id="5926" name="Google Shape;5926;p105"/>
            <p:cNvSpPr/>
            <p:nvPr/>
          </p:nvSpPr>
          <p:spPr>
            <a:xfrm>
              <a:off x="715921" y="1125137"/>
              <a:ext cx="465300" cy="465300"/>
            </a:xfrm>
            <a:prstGeom prst="ellipse">
              <a:avLst/>
            </a:prstGeom>
            <a:solidFill>
              <a:srgbClr val="25BF7C">
                <a:alpha val="514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400">
                <a:solidFill>
                  <a:schemeClr val="accent4"/>
                </a:solidFill>
                <a:latin typeface="Londrina Solid"/>
                <a:ea typeface="Londrina Solid"/>
                <a:cs typeface="Londrina Solid"/>
                <a:sym typeface="Londrina Solid"/>
              </a:endParaRPr>
            </a:p>
          </p:txBody>
        </p:sp>
        <p:grpSp>
          <p:nvGrpSpPr>
            <p:cNvPr id="5927" name="Google Shape;5927;p105"/>
            <p:cNvGrpSpPr/>
            <p:nvPr/>
          </p:nvGrpSpPr>
          <p:grpSpPr>
            <a:xfrm>
              <a:off x="847265" y="1286187"/>
              <a:ext cx="202667" cy="143159"/>
              <a:chOff x="6311562" y="1410625"/>
              <a:chExt cx="736437" cy="520200"/>
            </a:xfrm>
          </p:grpSpPr>
          <p:sp>
            <p:nvSpPr>
              <p:cNvPr id="5928" name="Google Shape;5928;p105"/>
              <p:cNvSpPr/>
              <p:nvPr/>
            </p:nvSpPr>
            <p:spPr>
              <a:xfrm rot="2700000">
                <a:off x="6300618" y="1686278"/>
                <a:ext cx="380989" cy="126855"/>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05"/>
              <p:cNvSpPr/>
              <p:nvPr/>
            </p:nvSpPr>
            <p:spPr>
              <a:xfrm rot="-2567666">
                <a:off x="6460061" y="1607144"/>
                <a:ext cx="628376" cy="127161"/>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30" name="Google Shape;5930;p105"/>
          <p:cNvGrpSpPr/>
          <p:nvPr/>
        </p:nvGrpSpPr>
        <p:grpSpPr>
          <a:xfrm>
            <a:off x="6208724" y="1435975"/>
            <a:ext cx="465300" cy="465300"/>
            <a:chOff x="715921" y="1125137"/>
            <a:chExt cx="465300" cy="465300"/>
          </a:xfrm>
        </p:grpSpPr>
        <p:sp>
          <p:nvSpPr>
            <p:cNvPr id="5931" name="Google Shape;5931;p105"/>
            <p:cNvSpPr/>
            <p:nvPr/>
          </p:nvSpPr>
          <p:spPr>
            <a:xfrm>
              <a:off x="715921" y="1125137"/>
              <a:ext cx="465300" cy="465300"/>
            </a:xfrm>
            <a:prstGeom prst="ellipse">
              <a:avLst/>
            </a:prstGeom>
            <a:solidFill>
              <a:srgbClr val="25BF7C">
                <a:alpha val="514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400">
                <a:solidFill>
                  <a:schemeClr val="accent4"/>
                </a:solidFill>
                <a:latin typeface="Londrina Solid"/>
                <a:ea typeface="Londrina Solid"/>
                <a:cs typeface="Londrina Solid"/>
                <a:sym typeface="Londrina Solid"/>
              </a:endParaRPr>
            </a:p>
          </p:txBody>
        </p:sp>
        <p:grpSp>
          <p:nvGrpSpPr>
            <p:cNvPr id="5932" name="Google Shape;5932;p105"/>
            <p:cNvGrpSpPr/>
            <p:nvPr/>
          </p:nvGrpSpPr>
          <p:grpSpPr>
            <a:xfrm>
              <a:off x="847265" y="1286187"/>
              <a:ext cx="202667" cy="143159"/>
              <a:chOff x="6311562" y="1410625"/>
              <a:chExt cx="736437" cy="520200"/>
            </a:xfrm>
          </p:grpSpPr>
          <p:sp>
            <p:nvSpPr>
              <p:cNvPr id="5933" name="Google Shape;5933;p105"/>
              <p:cNvSpPr/>
              <p:nvPr/>
            </p:nvSpPr>
            <p:spPr>
              <a:xfrm rot="2700000">
                <a:off x="6300618" y="1686278"/>
                <a:ext cx="380989" cy="126855"/>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05"/>
              <p:cNvSpPr/>
              <p:nvPr/>
            </p:nvSpPr>
            <p:spPr>
              <a:xfrm rot="-2567666">
                <a:off x="6460061" y="1607144"/>
                <a:ext cx="628376" cy="127161"/>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35" name="Google Shape;5935;p105"/>
          <p:cNvGrpSpPr/>
          <p:nvPr/>
        </p:nvGrpSpPr>
        <p:grpSpPr>
          <a:xfrm>
            <a:off x="791025" y="3109570"/>
            <a:ext cx="465300" cy="465300"/>
            <a:chOff x="715921" y="1125137"/>
            <a:chExt cx="465300" cy="465300"/>
          </a:xfrm>
        </p:grpSpPr>
        <p:sp>
          <p:nvSpPr>
            <p:cNvPr id="5936" name="Google Shape;5936;p105"/>
            <p:cNvSpPr/>
            <p:nvPr/>
          </p:nvSpPr>
          <p:spPr>
            <a:xfrm>
              <a:off x="715921" y="1125137"/>
              <a:ext cx="465300" cy="465300"/>
            </a:xfrm>
            <a:prstGeom prst="ellipse">
              <a:avLst/>
            </a:prstGeom>
            <a:solidFill>
              <a:srgbClr val="25BF7C">
                <a:alpha val="514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400">
                <a:solidFill>
                  <a:schemeClr val="accent4"/>
                </a:solidFill>
                <a:latin typeface="Londrina Solid"/>
                <a:ea typeface="Londrina Solid"/>
                <a:cs typeface="Londrina Solid"/>
                <a:sym typeface="Londrina Solid"/>
              </a:endParaRPr>
            </a:p>
          </p:txBody>
        </p:sp>
        <p:grpSp>
          <p:nvGrpSpPr>
            <p:cNvPr id="5937" name="Google Shape;5937;p105"/>
            <p:cNvGrpSpPr/>
            <p:nvPr/>
          </p:nvGrpSpPr>
          <p:grpSpPr>
            <a:xfrm>
              <a:off x="847265" y="1286187"/>
              <a:ext cx="202667" cy="143159"/>
              <a:chOff x="6311562" y="1410625"/>
              <a:chExt cx="736437" cy="520200"/>
            </a:xfrm>
          </p:grpSpPr>
          <p:sp>
            <p:nvSpPr>
              <p:cNvPr id="5938" name="Google Shape;5938;p105"/>
              <p:cNvSpPr/>
              <p:nvPr/>
            </p:nvSpPr>
            <p:spPr>
              <a:xfrm rot="2700000">
                <a:off x="6300618" y="1686278"/>
                <a:ext cx="380989" cy="126855"/>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05"/>
              <p:cNvSpPr/>
              <p:nvPr/>
            </p:nvSpPr>
            <p:spPr>
              <a:xfrm rot="-2567666">
                <a:off x="6460061" y="1607144"/>
                <a:ext cx="628376" cy="127161"/>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40" name="Google Shape;5940;p105"/>
          <p:cNvGrpSpPr/>
          <p:nvPr/>
        </p:nvGrpSpPr>
        <p:grpSpPr>
          <a:xfrm>
            <a:off x="3502389" y="3109570"/>
            <a:ext cx="465300" cy="465300"/>
            <a:chOff x="715921" y="1125137"/>
            <a:chExt cx="465300" cy="465300"/>
          </a:xfrm>
        </p:grpSpPr>
        <p:sp>
          <p:nvSpPr>
            <p:cNvPr id="5941" name="Google Shape;5941;p105"/>
            <p:cNvSpPr/>
            <p:nvPr/>
          </p:nvSpPr>
          <p:spPr>
            <a:xfrm>
              <a:off x="715921" y="1125137"/>
              <a:ext cx="465300" cy="465300"/>
            </a:xfrm>
            <a:prstGeom prst="ellipse">
              <a:avLst/>
            </a:prstGeom>
            <a:solidFill>
              <a:srgbClr val="25BF7C">
                <a:alpha val="514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400">
                <a:solidFill>
                  <a:schemeClr val="accent4"/>
                </a:solidFill>
                <a:latin typeface="Londrina Solid"/>
                <a:ea typeface="Londrina Solid"/>
                <a:cs typeface="Londrina Solid"/>
                <a:sym typeface="Londrina Solid"/>
              </a:endParaRPr>
            </a:p>
          </p:txBody>
        </p:sp>
        <p:grpSp>
          <p:nvGrpSpPr>
            <p:cNvPr id="5942" name="Google Shape;5942;p105"/>
            <p:cNvGrpSpPr/>
            <p:nvPr/>
          </p:nvGrpSpPr>
          <p:grpSpPr>
            <a:xfrm>
              <a:off x="847265" y="1286187"/>
              <a:ext cx="202667" cy="143159"/>
              <a:chOff x="6311562" y="1410625"/>
              <a:chExt cx="736437" cy="520200"/>
            </a:xfrm>
          </p:grpSpPr>
          <p:sp>
            <p:nvSpPr>
              <p:cNvPr id="5943" name="Google Shape;5943;p105"/>
              <p:cNvSpPr/>
              <p:nvPr/>
            </p:nvSpPr>
            <p:spPr>
              <a:xfrm rot="2700000">
                <a:off x="6300618" y="1686278"/>
                <a:ext cx="380989" cy="126855"/>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105"/>
              <p:cNvSpPr/>
              <p:nvPr/>
            </p:nvSpPr>
            <p:spPr>
              <a:xfrm rot="-2567666">
                <a:off x="6460061" y="1607144"/>
                <a:ext cx="628376" cy="127161"/>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45" name="Google Shape;5945;p105"/>
          <p:cNvGrpSpPr/>
          <p:nvPr/>
        </p:nvGrpSpPr>
        <p:grpSpPr>
          <a:xfrm>
            <a:off x="6208724" y="3109570"/>
            <a:ext cx="465300" cy="465300"/>
            <a:chOff x="715921" y="1125137"/>
            <a:chExt cx="465300" cy="465300"/>
          </a:xfrm>
        </p:grpSpPr>
        <p:sp>
          <p:nvSpPr>
            <p:cNvPr id="5946" name="Google Shape;5946;p105"/>
            <p:cNvSpPr/>
            <p:nvPr/>
          </p:nvSpPr>
          <p:spPr>
            <a:xfrm>
              <a:off x="715921" y="1125137"/>
              <a:ext cx="465300" cy="465300"/>
            </a:xfrm>
            <a:prstGeom prst="ellipse">
              <a:avLst/>
            </a:prstGeom>
            <a:solidFill>
              <a:srgbClr val="25BF7C">
                <a:alpha val="514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400">
                <a:solidFill>
                  <a:schemeClr val="accent4"/>
                </a:solidFill>
                <a:latin typeface="Londrina Solid"/>
                <a:ea typeface="Londrina Solid"/>
                <a:cs typeface="Londrina Solid"/>
                <a:sym typeface="Londrina Solid"/>
              </a:endParaRPr>
            </a:p>
          </p:txBody>
        </p:sp>
        <p:grpSp>
          <p:nvGrpSpPr>
            <p:cNvPr id="5947" name="Google Shape;5947;p105"/>
            <p:cNvGrpSpPr/>
            <p:nvPr/>
          </p:nvGrpSpPr>
          <p:grpSpPr>
            <a:xfrm>
              <a:off x="847265" y="1286187"/>
              <a:ext cx="202667" cy="143159"/>
              <a:chOff x="6311562" y="1410625"/>
              <a:chExt cx="736437" cy="520200"/>
            </a:xfrm>
          </p:grpSpPr>
          <p:sp>
            <p:nvSpPr>
              <p:cNvPr id="5948" name="Google Shape;5948;p105"/>
              <p:cNvSpPr/>
              <p:nvPr/>
            </p:nvSpPr>
            <p:spPr>
              <a:xfrm rot="2700000">
                <a:off x="6300618" y="1686278"/>
                <a:ext cx="380989" cy="126855"/>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05"/>
              <p:cNvSpPr/>
              <p:nvPr/>
            </p:nvSpPr>
            <p:spPr>
              <a:xfrm rot="-2567666">
                <a:off x="6460061" y="1607144"/>
                <a:ext cx="628376" cy="127161"/>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908"/>
                                        </p:tgtEl>
                                        <p:attrNameLst>
                                          <p:attrName>style.visibility</p:attrName>
                                        </p:attrNameLst>
                                      </p:cBhvr>
                                      <p:to>
                                        <p:strVal val="visible"/>
                                      </p:to>
                                    </p:set>
                                    <p:animEffect filter="fade" transition="in">
                                      <p:cBhvr>
                                        <p:cTn dur="1000"/>
                                        <p:tgtEl>
                                          <p:spTgt spid="5908"/>
                                        </p:tgtEl>
                                      </p:cBhvr>
                                    </p:animEffect>
                                  </p:childTnLst>
                                </p:cTn>
                              </p:par>
                              <p:par>
                                <p:cTn fill="hold" nodeType="withEffect" presetClass="entr" presetID="10" presetSubtype="0">
                                  <p:stCondLst>
                                    <p:cond delay="0"/>
                                  </p:stCondLst>
                                  <p:childTnLst>
                                    <p:set>
                                      <p:cBhvr>
                                        <p:cTn dur="1" fill="hold">
                                          <p:stCondLst>
                                            <p:cond delay="0"/>
                                          </p:stCondLst>
                                        </p:cTn>
                                        <p:tgtEl>
                                          <p:spTgt spid="5909"/>
                                        </p:tgtEl>
                                        <p:attrNameLst>
                                          <p:attrName>style.visibility</p:attrName>
                                        </p:attrNameLst>
                                      </p:cBhvr>
                                      <p:to>
                                        <p:strVal val="visible"/>
                                      </p:to>
                                    </p:set>
                                    <p:animEffect filter="fade" transition="in">
                                      <p:cBhvr>
                                        <p:cTn dur="1000"/>
                                        <p:tgtEl>
                                          <p:spTgt spid="5909"/>
                                        </p:tgtEl>
                                      </p:cBhvr>
                                    </p:animEffect>
                                  </p:childTnLst>
                                </p:cTn>
                              </p:par>
                              <p:par>
                                <p:cTn fill="hold" nodeType="withEffect" presetClass="entr" presetID="10" presetSubtype="0">
                                  <p:stCondLst>
                                    <p:cond delay="0"/>
                                  </p:stCondLst>
                                  <p:childTnLst>
                                    <p:set>
                                      <p:cBhvr>
                                        <p:cTn dur="1" fill="hold">
                                          <p:stCondLst>
                                            <p:cond delay="0"/>
                                          </p:stCondLst>
                                        </p:cTn>
                                        <p:tgtEl>
                                          <p:spTgt spid="5910"/>
                                        </p:tgtEl>
                                        <p:attrNameLst>
                                          <p:attrName>style.visibility</p:attrName>
                                        </p:attrNameLst>
                                      </p:cBhvr>
                                      <p:to>
                                        <p:strVal val="visible"/>
                                      </p:to>
                                    </p:set>
                                    <p:animEffect filter="fade" transition="in">
                                      <p:cBhvr>
                                        <p:cTn dur="1000"/>
                                        <p:tgtEl>
                                          <p:spTgt spid="5910"/>
                                        </p:tgtEl>
                                      </p:cBhvr>
                                    </p:animEffect>
                                  </p:childTnLst>
                                </p:cTn>
                              </p:par>
                              <p:par>
                                <p:cTn fill="hold" nodeType="withEffect" presetClass="entr" presetID="10" presetSubtype="0">
                                  <p:stCondLst>
                                    <p:cond delay="0"/>
                                  </p:stCondLst>
                                  <p:childTnLst>
                                    <p:set>
                                      <p:cBhvr>
                                        <p:cTn dur="1" fill="hold">
                                          <p:stCondLst>
                                            <p:cond delay="0"/>
                                          </p:stCondLst>
                                        </p:cTn>
                                        <p:tgtEl>
                                          <p:spTgt spid="5911"/>
                                        </p:tgtEl>
                                        <p:attrNameLst>
                                          <p:attrName>style.visibility</p:attrName>
                                        </p:attrNameLst>
                                      </p:cBhvr>
                                      <p:to>
                                        <p:strVal val="visible"/>
                                      </p:to>
                                    </p:set>
                                    <p:animEffect filter="fade" transition="in">
                                      <p:cBhvr>
                                        <p:cTn dur="1000"/>
                                        <p:tgtEl>
                                          <p:spTgt spid="5911"/>
                                        </p:tgtEl>
                                      </p:cBhvr>
                                    </p:animEffect>
                                  </p:childTnLst>
                                </p:cTn>
                              </p:par>
                              <p:par>
                                <p:cTn fill="hold" nodeType="withEffect" presetClass="entr" presetID="10" presetSubtype="0">
                                  <p:stCondLst>
                                    <p:cond delay="0"/>
                                  </p:stCondLst>
                                  <p:childTnLst>
                                    <p:set>
                                      <p:cBhvr>
                                        <p:cTn dur="1" fill="hold">
                                          <p:stCondLst>
                                            <p:cond delay="0"/>
                                          </p:stCondLst>
                                        </p:cTn>
                                        <p:tgtEl>
                                          <p:spTgt spid="5912"/>
                                        </p:tgtEl>
                                        <p:attrNameLst>
                                          <p:attrName>style.visibility</p:attrName>
                                        </p:attrNameLst>
                                      </p:cBhvr>
                                      <p:to>
                                        <p:strVal val="visible"/>
                                      </p:to>
                                    </p:set>
                                    <p:animEffect filter="fade" transition="in">
                                      <p:cBhvr>
                                        <p:cTn dur="1000"/>
                                        <p:tgtEl>
                                          <p:spTgt spid="5912"/>
                                        </p:tgtEl>
                                      </p:cBhvr>
                                    </p:animEffect>
                                  </p:childTnLst>
                                </p:cTn>
                              </p:par>
                              <p:par>
                                <p:cTn fill="hold" nodeType="withEffect" presetClass="entr" presetID="10" presetSubtype="0">
                                  <p:stCondLst>
                                    <p:cond delay="0"/>
                                  </p:stCondLst>
                                  <p:childTnLst>
                                    <p:set>
                                      <p:cBhvr>
                                        <p:cTn dur="1" fill="hold">
                                          <p:stCondLst>
                                            <p:cond delay="0"/>
                                          </p:stCondLst>
                                        </p:cTn>
                                        <p:tgtEl>
                                          <p:spTgt spid="5913"/>
                                        </p:tgtEl>
                                        <p:attrNameLst>
                                          <p:attrName>style.visibility</p:attrName>
                                        </p:attrNameLst>
                                      </p:cBhvr>
                                      <p:to>
                                        <p:strVal val="visible"/>
                                      </p:to>
                                    </p:set>
                                    <p:animEffect filter="fade" transition="in">
                                      <p:cBhvr>
                                        <p:cTn dur="1000"/>
                                        <p:tgtEl>
                                          <p:spTgt spid="5913"/>
                                        </p:tgtEl>
                                      </p:cBhvr>
                                    </p:animEffect>
                                  </p:childTnLst>
                                </p:cTn>
                              </p:par>
                              <p:par>
                                <p:cTn fill="hold" nodeType="withEffect" presetClass="entr" presetID="10" presetSubtype="0">
                                  <p:stCondLst>
                                    <p:cond delay="0"/>
                                  </p:stCondLst>
                                  <p:childTnLst>
                                    <p:set>
                                      <p:cBhvr>
                                        <p:cTn dur="1" fill="hold">
                                          <p:stCondLst>
                                            <p:cond delay="0"/>
                                          </p:stCondLst>
                                        </p:cTn>
                                        <p:tgtEl>
                                          <p:spTgt spid="5914"/>
                                        </p:tgtEl>
                                        <p:attrNameLst>
                                          <p:attrName>style.visibility</p:attrName>
                                        </p:attrNameLst>
                                      </p:cBhvr>
                                      <p:to>
                                        <p:strVal val="visible"/>
                                      </p:to>
                                    </p:set>
                                    <p:animEffect filter="fade" transition="in">
                                      <p:cBhvr>
                                        <p:cTn dur="1000"/>
                                        <p:tgtEl>
                                          <p:spTgt spid="5914"/>
                                        </p:tgtEl>
                                      </p:cBhvr>
                                    </p:animEffect>
                                  </p:childTnLst>
                                </p:cTn>
                              </p:par>
                              <p:par>
                                <p:cTn fill="hold" nodeType="withEffect" presetClass="entr" presetID="10" presetSubtype="0">
                                  <p:stCondLst>
                                    <p:cond delay="0"/>
                                  </p:stCondLst>
                                  <p:childTnLst>
                                    <p:set>
                                      <p:cBhvr>
                                        <p:cTn dur="1" fill="hold">
                                          <p:stCondLst>
                                            <p:cond delay="0"/>
                                          </p:stCondLst>
                                        </p:cTn>
                                        <p:tgtEl>
                                          <p:spTgt spid="5915"/>
                                        </p:tgtEl>
                                        <p:attrNameLst>
                                          <p:attrName>style.visibility</p:attrName>
                                        </p:attrNameLst>
                                      </p:cBhvr>
                                      <p:to>
                                        <p:strVal val="visible"/>
                                      </p:to>
                                    </p:set>
                                    <p:animEffect filter="fade" transition="in">
                                      <p:cBhvr>
                                        <p:cTn dur="1000"/>
                                        <p:tgtEl>
                                          <p:spTgt spid="5915"/>
                                        </p:tgtEl>
                                      </p:cBhvr>
                                    </p:animEffect>
                                  </p:childTnLst>
                                </p:cTn>
                              </p:par>
                              <p:par>
                                <p:cTn fill="hold" nodeType="withEffect" presetClass="entr" presetID="10" presetSubtype="0">
                                  <p:stCondLst>
                                    <p:cond delay="0"/>
                                  </p:stCondLst>
                                  <p:childTnLst>
                                    <p:set>
                                      <p:cBhvr>
                                        <p:cTn dur="1" fill="hold">
                                          <p:stCondLst>
                                            <p:cond delay="0"/>
                                          </p:stCondLst>
                                        </p:cTn>
                                        <p:tgtEl>
                                          <p:spTgt spid="5916"/>
                                        </p:tgtEl>
                                        <p:attrNameLst>
                                          <p:attrName>style.visibility</p:attrName>
                                        </p:attrNameLst>
                                      </p:cBhvr>
                                      <p:to>
                                        <p:strVal val="visible"/>
                                      </p:to>
                                    </p:set>
                                    <p:animEffect filter="fade" transition="in">
                                      <p:cBhvr>
                                        <p:cTn dur="1000"/>
                                        <p:tgtEl>
                                          <p:spTgt spid="5916"/>
                                        </p:tgtEl>
                                      </p:cBhvr>
                                    </p:animEffect>
                                  </p:childTnLst>
                                </p:cTn>
                              </p:par>
                              <p:par>
                                <p:cTn fill="hold" nodeType="withEffect" presetClass="entr" presetID="10" presetSubtype="0">
                                  <p:stCondLst>
                                    <p:cond delay="0"/>
                                  </p:stCondLst>
                                  <p:childTnLst>
                                    <p:set>
                                      <p:cBhvr>
                                        <p:cTn dur="1" fill="hold">
                                          <p:stCondLst>
                                            <p:cond delay="0"/>
                                          </p:stCondLst>
                                        </p:cTn>
                                        <p:tgtEl>
                                          <p:spTgt spid="5917"/>
                                        </p:tgtEl>
                                        <p:attrNameLst>
                                          <p:attrName>style.visibility</p:attrName>
                                        </p:attrNameLst>
                                      </p:cBhvr>
                                      <p:to>
                                        <p:strVal val="visible"/>
                                      </p:to>
                                    </p:set>
                                    <p:animEffect filter="fade" transition="in">
                                      <p:cBhvr>
                                        <p:cTn dur="1000"/>
                                        <p:tgtEl>
                                          <p:spTgt spid="5917"/>
                                        </p:tgtEl>
                                      </p:cBhvr>
                                    </p:animEffect>
                                  </p:childTnLst>
                                </p:cTn>
                              </p:par>
                              <p:par>
                                <p:cTn fill="hold" nodeType="withEffect" presetClass="entr" presetID="10" presetSubtype="0">
                                  <p:stCondLst>
                                    <p:cond delay="0"/>
                                  </p:stCondLst>
                                  <p:childTnLst>
                                    <p:set>
                                      <p:cBhvr>
                                        <p:cTn dur="1" fill="hold">
                                          <p:stCondLst>
                                            <p:cond delay="0"/>
                                          </p:stCondLst>
                                        </p:cTn>
                                        <p:tgtEl>
                                          <p:spTgt spid="5918"/>
                                        </p:tgtEl>
                                        <p:attrNameLst>
                                          <p:attrName>style.visibility</p:attrName>
                                        </p:attrNameLst>
                                      </p:cBhvr>
                                      <p:to>
                                        <p:strVal val="visible"/>
                                      </p:to>
                                    </p:set>
                                    <p:animEffect filter="fade" transition="in">
                                      <p:cBhvr>
                                        <p:cTn dur="1000"/>
                                        <p:tgtEl>
                                          <p:spTgt spid="5918"/>
                                        </p:tgtEl>
                                      </p:cBhvr>
                                    </p:animEffect>
                                  </p:childTnLst>
                                </p:cTn>
                              </p:par>
                              <p:par>
                                <p:cTn fill="hold" nodeType="withEffect" presetClass="entr" presetID="10" presetSubtype="0">
                                  <p:stCondLst>
                                    <p:cond delay="0"/>
                                  </p:stCondLst>
                                  <p:childTnLst>
                                    <p:set>
                                      <p:cBhvr>
                                        <p:cTn dur="1" fill="hold">
                                          <p:stCondLst>
                                            <p:cond delay="0"/>
                                          </p:stCondLst>
                                        </p:cTn>
                                        <p:tgtEl>
                                          <p:spTgt spid="5919"/>
                                        </p:tgtEl>
                                        <p:attrNameLst>
                                          <p:attrName>style.visibility</p:attrName>
                                        </p:attrNameLst>
                                      </p:cBhvr>
                                      <p:to>
                                        <p:strVal val="visible"/>
                                      </p:to>
                                    </p:set>
                                    <p:animEffect filter="fade" transition="in">
                                      <p:cBhvr>
                                        <p:cTn dur="1000"/>
                                        <p:tgtEl>
                                          <p:spTgt spid="5919"/>
                                        </p:tgtEl>
                                      </p:cBhvr>
                                    </p:animEffect>
                                  </p:childTnLst>
                                </p:cTn>
                              </p:par>
                              <p:par>
                                <p:cTn fill="hold" nodeType="withEffect" presetClass="entr" presetID="10" presetSubtype="0">
                                  <p:stCondLst>
                                    <p:cond delay="0"/>
                                  </p:stCondLst>
                                  <p:childTnLst>
                                    <p:set>
                                      <p:cBhvr>
                                        <p:cTn dur="1" fill="hold">
                                          <p:stCondLst>
                                            <p:cond delay="0"/>
                                          </p:stCondLst>
                                        </p:cTn>
                                        <p:tgtEl>
                                          <p:spTgt spid="5920"/>
                                        </p:tgtEl>
                                        <p:attrNameLst>
                                          <p:attrName>style.visibility</p:attrName>
                                        </p:attrNameLst>
                                      </p:cBhvr>
                                      <p:to>
                                        <p:strVal val="visible"/>
                                      </p:to>
                                    </p:set>
                                    <p:animEffect filter="fade" transition="in">
                                      <p:cBhvr>
                                        <p:cTn dur="1000"/>
                                        <p:tgtEl>
                                          <p:spTgt spid="5920"/>
                                        </p:tgtEl>
                                      </p:cBhvr>
                                    </p:animEffect>
                                  </p:childTnLst>
                                </p:cTn>
                              </p:par>
                              <p:par>
                                <p:cTn fill="hold" nodeType="withEffect" presetClass="entr" presetID="10" presetSubtype="0">
                                  <p:stCondLst>
                                    <p:cond delay="0"/>
                                  </p:stCondLst>
                                  <p:childTnLst>
                                    <p:set>
                                      <p:cBhvr>
                                        <p:cTn dur="1" fill="hold">
                                          <p:stCondLst>
                                            <p:cond delay="0"/>
                                          </p:stCondLst>
                                        </p:cTn>
                                        <p:tgtEl>
                                          <p:spTgt spid="5925"/>
                                        </p:tgtEl>
                                        <p:attrNameLst>
                                          <p:attrName>style.visibility</p:attrName>
                                        </p:attrNameLst>
                                      </p:cBhvr>
                                      <p:to>
                                        <p:strVal val="visible"/>
                                      </p:to>
                                    </p:set>
                                    <p:animEffect filter="fade" transition="in">
                                      <p:cBhvr>
                                        <p:cTn dur="1000"/>
                                        <p:tgtEl>
                                          <p:spTgt spid="5925"/>
                                        </p:tgtEl>
                                      </p:cBhvr>
                                    </p:animEffect>
                                  </p:childTnLst>
                                </p:cTn>
                              </p:par>
                              <p:par>
                                <p:cTn fill="hold" nodeType="withEffect" presetClass="entr" presetID="10" presetSubtype="0">
                                  <p:stCondLst>
                                    <p:cond delay="0"/>
                                  </p:stCondLst>
                                  <p:childTnLst>
                                    <p:set>
                                      <p:cBhvr>
                                        <p:cTn dur="1" fill="hold">
                                          <p:stCondLst>
                                            <p:cond delay="0"/>
                                          </p:stCondLst>
                                        </p:cTn>
                                        <p:tgtEl>
                                          <p:spTgt spid="5930"/>
                                        </p:tgtEl>
                                        <p:attrNameLst>
                                          <p:attrName>style.visibility</p:attrName>
                                        </p:attrNameLst>
                                      </p:cBhvr>
                                      <p:to>
                                        <p:strVal val="visible"/>
                                      </p:to>
                                    </p:set>
                                    <p:animEffect filter="fade" transition="in">
                                      <p:cBhvr>
                                        <p:cTn dur="1000"/>
                                        <p:tgtEl>
                                          <p:spTgt spid="5930"/>
                                        </p:tgtEl>
                                      </p:cBhvr>
                                    </p:animEffect>
                                  </p:childTnLst>
                                </p:cTn>
                              </p:par>
                              <p:par>
                                <p:cTn fill="hold" nodeType="withEffect" presetClass="entr" presetID="10" presetSubtype="0">
                                  <p:stCondLst>
                                    <p:cond delay="0"/>
                                  </p:stCondLst>
                                  <p:childTnLst>
                                    <p:set>
                                      <p:cBhvr>
                                        <p:cTn dur="1" fill="hold">
                                          <p:stCondLst>
                                            <p:cond delay="0"/>
                                          </p:stCondLst>
                                        </p:cTn>
                                        <p:tgtEl>
                                          <p:spTgt spid="5935"/>
                                        </p:tgtEl>
                                        <p:attrNameLst>
                                          <p:attrName>style.visibility</p:attrName>
                                        </p:attrNameLst>
                                      </p:cBhvr>
                                      <p:to>
                                        <p:strVal val="visible"/>
                                      </p:to>
                                    </p:set>
                                    <p:animEffect filter="fade" transition="in">
                                      <p:cBhvr>
                                        <p:cTn dur="1000"/>
                                        <p:tgtEl>
                                          <p:spTgt spid="5935"/>
                                        </p:tgtEl>
                                      </p:cBhvr>
                                    </p:animEffect>
                                  </p:childTnLst>
                                </p:cTn>
                              </p:par>
                              <p:par>
                                <p:cTn fill="hold" nodeType="withEffect" presetClass="entr" presetID="10" presetSubtype="0">
                                  <p:stCondLst>
                                    <p:cond delay="0"/>
                                  </p:stCondLst>
                                  <p:childTnLst>
                                    <p:set>
                                      <p:cBhvr>
                                        <p:cTn dur="1" fill="hold">
                                          <p:stCondLst>
                                            <p:cond delay="0"/>
                                          </p:stCondLst>
                                        </p:cTn>
                                        <p:tgtEl>
                                          <p:spTgt spid="5940"/>
                                        </p:tgtEl>
                                        <p:attrNameLst>
                                          <p:attrName>style.visibility</p:attrName>
                                        </p:attrNameLst>
                                      </p:cBhvr>
                                      <p:to>
                                        <p:strVal val="visible"/>
                                      </p:to>
                                    </p:set>
                                    <p:animEffect filter="fade" transition="in">
                                      <p:cBhvr>
                                        <p:cTn dur="1000"/>
                                        <p:tgtEl>
                                          <p:spTgt spid="5940"/>
                                        </p:tgtEl>
                                      </p:cBhvr>
                                    </p:animEffect>
                                  </p:childTnLst>
                                </p:cTn>
                              </p:par>
                              <p:par>
                                <p:cTn fill="hold" nodeType="withEffect" presetClass="entr" presetID="10" presetSubtype="0">
                                  <p:stCondLst>
                                    <p:cond delay="0"/>
                                  </p:stCondLst>
                                  <p:childTnLst>
                                    <p:set>
                                      <p:cBhvr>
                                        <p:cTn dur="1" fill="hold">
                                          <p:stCondLst>
                                            <p:cond delay="0"/>
                                          </p:stCondLst>
                                        </p:cTn>
                                        <p:tgtEl>
                                          <p:spTgt spid="5945"/>
                                        </p:tgtEl>
                                        <p:attrNameLst>
                                          <p:attrName>style.visibility</p:attrName>
                                        </p:attrNameLst>
                                      </p:cBhvr>
                                      <p:to>
                                        <p:strVal val="visible"/>
                                      </p:to>
                                    </p:set>
                                    <p:animEffect filter="fade" transition="in">
                                      <p:cBhvr>
                                        <p:cTn dur="1000"/>
                                        <p:tgtEl>
                                          <p:spTgt spid="594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3" name="Shape 5953"/>
        <p:cNvGrpSpPr/>
        <p:nvPr/>
      </p:nvGrpSpPr>
      <p:grpSpPr>
        <a:xfrm>
          <a:off x="0" y="0"/>
          <a:ext cx="0" cy="0"/>
          <a:chOff x="0" y="0"/>
          <a:chExt cx="0" cy="0"/>
        </a:xfrm>
      </p:grpSpPr>
      <p:sp>
        <p:nvSpPr>
          <p:cNvPr id="5954" name="Google Shape;5954;p106"/>
          <p:cNvSpPr txBox="1"/>
          <p:nvPr>
            <p:ph idx="8" type="title"/>
          </p:nvPr>
        </p:nvSpPr>
        <p:spPr>
          <a:xfrm>
            <a:off x="713275" y="1786800"/>
            <a:ext cx="2665200" cy="156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HOW PLASTIC BRINGS HARM</a:t>
            </a:r>
            <a:endParaRPr/>
          </a:p>
          <a:p>
            <a:pPr indent="0" lvl="0" marL="0" rtl="0" algn="l">
              <a:spcBef>
                <a:spcPts val="0"/>
              </a:spcBef>
              <a:spcAft>
                <a:spcPts val="0"/>
              </a:spcAft>
              <a:buNone/>
            </a:pPr>
            <a:r>
              <a:rPr lang="en"/>
              <a:t>TO ENVIRONMENT</a:t>
            </a:r>
            <a:endParaRPr/>
          </a:p>
        </p:txBody>
      </p:sp>
      <p:sp>
        <p:nvSpPr>
          <p:cNvPr id="5955" name="Google Shape;5955;p106"/>
          <p:cNvSpPr txBox="1"/>
          <p:nvPr>
            <p:ph idx="1" type="subTitle"/>
          </p:nvPr>
        </p:nvSpPr>
        <p:spPr>
          <a:xfrm>
            <a:off x="4648207" y="857257"/>
            <a:ext cx="14736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5956" name="Google Shape;5956;p106"/>
          <p:cNvSpPr txBox="1"/>
          <p:nvPr>
            <p:ph type="title"/>
          </p:nvPr>
        </p:nvSpPr>
        <p:spPr>
          <a:xfrm>
            <a:off x="4649812" y="539375"/>
            <a:ext cx="1472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5957" name="Google Shape;5957;p106"/>
          <p:cNvSpPr txBox="1"/>
          <p:nvPr>
            <p:ph idx="2" type="subTitle"/>
          </p:nvPr>
        </p:nvSpPr>
        <p:spPr>
          <a:xfrm>
            <a:off x="4648200" y="2298836"/>
            <a:ext cx="14736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the Solar System</a:t>
            </a:r>
            <a:endParaRPr/>
          </a:p>
        </p:txBody>
      </p:sp>
      <p:sp>
        <p:nvSpPr>
          <p:cNvPr id="5958" name="Google Shape;5958;p106"/>
          <p:cNvSpPr txBox="1"/>
          <p:nvPr>
            <p:ph idx="3" type="title"/>
          </p:nvPr>
        </p:nvSpPr>
        <p:spPr>
          <a:xfrm>
            <a:off x="4648200" y="1980953"/>
            <a:ext cx="1472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5959" name="Google Shape;5959;p106"/>
          <p:cNvSpPr txBox="1"/>
          <p:nvPr>
            <p:ph idx="4" type="subTitle"/>
          </p:nvPr>
        </p:nvSpPr>
        <p:spPr>
          <a:xfrm>
            <a:off x="6952717" y="857247"/>
            <a:ext cx="14736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5960" name="Google Shape;5960;p106"/>
          <p:cNvSpPr txBox="1"/>
          <p:nvPr>
            <p:ph idx="5" type="title"/>
          </p:nvPr>
        </p:nvSpPr>
        <p:spPr>
          <a:xfrm>
            <a:off x="6952719" y="539375"/>
            <a:ext cx="1472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5961" name="Google Shape;5961;p106"/>
          <p:cNvSpPr txBox="1"/>
          <p:nvPr>
            <p:ph idx="6" type="subTitle"/>
          </p:nvPr>
        </p:nvSpPr>
        <p:spPr>
          <a:xfrm>
            <a:off x="4649042" y="3740425"/>
            <a:ext cx="14736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composed of hydrogen and helium</a:t>
            </a:r>
            <a:endParaRPr/>
          </a:p>
        </p:txBody>
      </p:sp>
      <p:sp>
        <p:nvSpPr>
          <p:cNvPr id="5962" name="Google Shape;5962;p106"/>
          <p:cNvSpPr txBox="1"/>
          <p:nvPr>
            <p:ph idx="7" type="title"/>
          </p:nvPr>
        </p:nvSpPr>
        <p:spPr>
          <a:xfrm>
            <a:off x="4649044" y="3422543"/>
            <a:ext cx="1472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5963" name="Google Shape;5963;p106"/>
          <p:cNvSpPr txBox="1"/>
          <p:nvPr>
            <p:ph idx="9" type="subTitle"/>
          </p:nvPr>
        </p:nvSpPr>
        <p:spPr>
          <a:xfrm>
            <a:off x="6957078" y="3740397"/>
            <a:ext cx="14736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5964" name="Google Shape;5964;p106"/>
          <p:cNvSpPr txBox="1"/>
          <p:nvPr>
            <p:ph idx="13" type="title"/>
          </p:nvPr>
        </p:nvSpPr>
        <p:spPr>
          <a:xfrm>
            <a:off x="6958683" y="3422525"/>
            <a:ext cx="1472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5965" name="Google Shape;5965;p106"/>
          <p:cNvSpPr txBox="1"/>
          <p:nvPr>
            <p:ph idx="14" type="subTitle"/>
          </p:nvPr>
        </p:nvSpPr>
        <p:spPr>
          <a:xfrm>
            <a:off x="6951974" y="2298825"/>
            <a:ext cx="14736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5966" name="Google Shape;5966;p106"/>
          <p:cNvSpPr txBox="1"/>
          <p:nvPr>
            <p:ph idx="15" type="title"/>
          </p:nvPr>
        </p:nvSpPr>
        <p:spPr>
          <a:xfrm>
            <a:off x="6951972" y="1980943"/>
            <a:ext cx="14721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grpSp>
        <p:nvGrpSpPr>
          <p:cNvPr id="5967" name="Google Shape;5967;p106"/>
          <p:cNvGrpSpPr/>
          <p:nvPr/>
        </p:nvGrpSpPr>
        <p:grpSpPr>
          <a:xfrm rot="1978481">
            <a:off x="2585946" y="3646089"/>
            <a:ext cx="695905" cy="2163662"/>
            <a:chOff x="-863525" y="1017825"/>
            <a:chExt cx="601300" cy="1869300"/>
          </a:xfrm>
        </p:grpSpPr>
        <p:sp>
          <p:nvSpPr>
            <p:cNvPr id="5968" name="Google Shape;5968;p106"/>
            <p:cNvSpPr/>
            <p:nvPr/>
          </p:nvSpPr>
          <p:spPr>
            <a:xfrm>
              <a:off x="-698900" y="1017825"/>
              <a:ext cx="270000" cy="175325"/>
            </a:xfrm>
            <a:custGeom>
              <a:rect b="b" l="l" r="r" t="t"/>
              <a:pathLst>
                <a:path extrusionOk="0" h="7013" w="10800">
                  <a:moveTo>
                    <a:pt x="667" y="0"/>
                  </a:moveTo>
                  <a:cubicBezTo>
                    <a:pt x="286" y="0"/>
                    <a:pt x="0" y="298"/>
                    <a:pt x="0" y="655"/>
                  </a:cubicBezTo>
                  <a:lnTo>
                    <a:pt x="0" y="6358"/>
                  </a:lnTo>
                  <a:cubicBezTo>
                    <a:pt x="0" y="6727"/>
                    <a:pt x="298" y="7013"/>
                    <a:pt x="667" y="7013"/>
                  </a:cubicBezTo>
                  <a:lnTo>
                    <a:pt x="10144" y="7013"/>
                  </a:lnTo>
                  <a:cubicBezTo>
                    <a:pt x="10501" y="7013"/>
                    <a:pt x="10799" y="6727"/>
                    <a:pt x="10799" y="6370"/>
                  </a:cubicBezTo>
                  <a:lnTo>
                    <a:pt x="10799" y="655"/>
                  </a:lnTo>
                  <a:cubicBezTo>
                    <a:pt x="10799" y="286"/>
                    <a:pt x="10501" y="0"/>
                    <a:pt x="101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06"/>
            <p:cNvSpPr/>
            <p:nvPr/>
          </p:nvSpPr>
          <p:spPr>
            <a:xfrm>
              <a:off x="-863525" y="1189275"/>
              <a:ext cx="601300" cy="1697850"/>
            </a:xfrm>
            <a:custGeom>
              <a:rect b="b" l="l" r="r" t="t"/>
              <a:pathLst>
                <a:path extrusionOk="0" h="67914" w="24052">
                  <a:moveTo>
                    <a:pt x="8002" y="0"/>
                  </a:moveTo>
                  <a:lnTo>
                    <a:pt x="8002" y="2000"/>
                  </a:lnTo>
                  <a:cubicBezTo>
                    <a:pt x="8002" y="2346"/>
                    <a:pt x="7895" y="2667"/>
                    <a:pt x="7704" y="2953"/>
                  </a:cubicBezTo>
                  <a:lnTo>
                    <a:pt x="799" y="12799"/>
                  </a:lnTo>
                  <a:cubicBezTo>
                    <a:pt x="275" y="13561"/>
                    <a:pt x="1" y="14454"/>
                    <a:pt x="1" y="15359"/>
                  </a:cubicBezTo>
                  <a:lnTo>
                    <a:pt x="1" y="24848"/>
                  </a:lnTo>
                  <a:lnTo>
                    <a:pt x="156" y="25146"/>
                  </a:lnTo>
                  <a:cubicBezTo>
                    <a:pt x="489" y="25753"/>
                    <a:pt x="656" y="26420"/>
                    <a:pt x="656" y="27111"/>
                  </a:cubicBezTo>
                  <a:lnTo>
                    <a:pt x="656" y="47827"/>
                  </a:lnTo>
                  <a:cubicBezTo>
                    <a:pt x="656" y="48280"/>
                    <a:pt x="561" y="48732"/>
                    <a:pt x="370" y="49161"/>
                  </a:cubicBezTo>
                  <a:lnTo>
                    <a:pt x="1" y="50006"/>
                  </a:lnTo>
                  <a:lnTo>
                    <a:pt x="1" y="63651"/>
                  </a:lnTo>
                  <a:lnTo>
                    <a:pt x="120" y="63651"/>
                  </a:lnTo>
                  <a:cubicBezTo>
                    <a:pt x="120" y="66008"/>
                    <a:pt x="2025" y="67913"/>
                    <a:pt x="4371" y="67913"/>
                  </a:cubicBezTo>
                  <a:cubicBezTo>
                    <a:pt x="5906" y="67913"/>
                    <a:pt x="7264" y="67092"/>
                    <a:pt x="8002" y="65877"/>
                  </a:cubicBezTo>
                  <a:cubicBezTo>
                    <a:pt x="8752" y="67092"/>
                    <a:pt x="10109" y="67913"/>
                    <a:pt x="11633" y="67913"/>
                  </a:cubicBezTo>
                  <a:cubicBezTo>
                    <a:pt x="13562" y="67913"/>
                    <a:pt x="15181" y="66651"/>
                    <a:pt x="15717" y="64901"/>
                  </a:cubicBezTo>
                  <a:cubicBezTo>
                    <a:pt x="16253" y="66651"/>
                    <a:pt x="17872" y="67913"/>
                    <a:pt x="19789" y="67913"/>
                  </a:cubicBezTo>
                  <a:cubicBezTo>
                    <a:pt x="22147" y="67913"/>
                    <a:pt x="24052" y="66008"/>
                    <a:pt x="24052" y="63651"/>
                  </a:cubicBezTo>
                  <a:lnTo>
                    <a:pt x="24052" y="50006"/>
                  </a:lnTo>
                  <a:lnTo>
                    <a:pt x="23683" y="49161"/>
                  </a:lnTo>
                  <a:cubicBezTo>
                    <a:pt x="23504" y="48744"/>
                    <a:pt x="23397" y="48280"/>
                    <a:pt x="23397" y="47827"/>
                  </a:cubicBezTo>
                  <a:lnTo>
                    <a:pt x="23397" y="27122"/>
                  </a:lnTo>
                  <a:cubicBezTo>
                    <a:pt x="23361" y="26432"/>
                    <a:pt x="23528" y="25753"/>
                    <a:pt x="23849" y="25158"/>
                  </a:cubicBezTo>
                  <a:lnTo>
                    <a:pt x="24016" y="24860"/>
                  </a:lnTo>
                  <a:lnTo>
                    <a:pt x="24016" y="15383"/>
                  </a:lnTo>
                  <a:cubicBezTo>
                    <a:pt x="24016" y="14454"/>
                    <a:pt x="23730" y="13561"/>
                    <a:pt x="23218" y="12823"/>
                  </a:cubicBezTo>
                  <a:lnTo>
                    <a:pt x="16313" y="2965"/>
                  </a:lnTo>
                  <a:cubicBezTo>
                    <a:pt x="16110" y="2679"/>
                    <a:pt x="16015" y="2357"/>
                    <a:pt x="16015" y="2012"/>
                  </a:cubicBezTo>
                  <a:lnTo>
                    <a:pt x="16015"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0" name="Google Shape;5970;p106"/>
          <p:cNvGrpSpPr/>
          <p:nvPr/>
        </p:nvGrpSpPr>
        <p:grpSpPr>
          <a:xfrm rot="1864733">
            <a:off x="581882" y="-746520"/>
            <a:ext cx="792821" cy="2297987"/>
            <a:chOff x="-3333750" y="1010075"/>
            <a:chExt cx="645025" cy="1869600"/>
          </a:xfrm>
        </p:grpSpPr>
        <p:sp>
          <p:nvSpPr>
            <p:cNvPr id="5971" name="Google Shape;5971;p106"/>
            <p:cNvSpPr/>
            <p:nvPr/>
          </p:nvSpPr>
          <p:spPr>
            <a:xfrm>
              <a:off x="-3145950" y="1010075"/>
              <a:ext cx="269700" cy="175650"/>
            </a:xfrm>
            <a:custGeom>
              <a:rect b="b" l="l" r="r" t="t"/>
              <a:pathLst>
                <a:path extrusionOk="0" h="7026" w="10788">
                  <a:moveTo>
                    <a:pt x="656" y="1"/>
                  </a:moveTo>
                  <a:cubicBezTo>
                    <a:pt x="287" y="1"/>
                    <a:pt x="1" y="298"/>
                    <a:pt x="1" y="655"/>
                  </a:cubicBezTo>
                  <a:lnTo>
                    <a:pt x="1" y="6370"/>
                  </a:lnTo>
                  <a:cubicBezTo>
                    <a:pt x="1" y="6739"/>
                    <a:pt x="299" y="7025"/>
                    <a:pt x="656" y="7025"/>
                  </a:cubicBezTo>
                  <a:lnTo>
                    <a:pt x="10133" y="7025"/>
                  </a:lnTo>
                  <a:cubicBezTo>
                    <a:pt x="10490" y="7025"/>
                    <a:pt x="10776" y="6728"/>
                    <a:pt x="10788" y="6370"/>
                  </a:cubicBezTo>
                  <a:lnTo>
                    <a:pt x="10788" y="655"/>
                  </a:lnTo>
                  <a:cubicBezTo>
                    <a:pt x="10788" y="286"/>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06"/>
            <p:cNvSpPr/>
            <p:nvPr/>
          </p:nvSpPr>
          <p:spPr>
            <a:xfrm>
              <a:off x="-3333750" y="1181825"/>
              <a:ext cx="645025" cy="1697850"/>
            </a:xfrm>
            <a:custGeom>
              <a:rect b="b" l="l" r="r" t="t"/>
              <a:pathLst>
                <a:path extrusionOk="0" h="67914" w="25801">
                  <a:moveTo>
                    <a:pt x="8596" y="0"/>
                  </a:moveTo>
                  <a:lnTo>
                    <a:pt x="8596" y="512"/>
                  </a:lnTo>
                  <a:cubicBezTo>
                    <a:pt x="8596" y="941"/>
                    <a:pt x="8346" y="1822"/>
                    <a:pt x="7941" y="1989"/>
                  </a:cubicBezTo>
                  <a:cubicBezTo>
                    <a:pt x="3274" y="3929"/>
                    <a:pt x="0" y="8537"/>
                    <a:pt x="0" y="13907"/>
                  </a:cubicBezTo>
                  <a:lnTo>
                    <a:pt x="0" y="62627"/>
                  </a:lnTo>
                  <a:cubicBezTo>
                    <a:pt x="0" y="65544"/>
                    <a:pt x="2369" y="67902"/>
                    <a:pt x="5263" y="67902"/>
                  </a:cubicBezTo>
                  <a:lnTo>
                    <a:pt x="20538" y="67902"/>
                  </a:lnTo>
                  <a:lnTo>
                    <a:pt x="20538" y="67914"/>
                  </a:lnTo>
                  <a:cubicBezTo>
                    <a:pt x="23455" y="67914"/>
                    <a:pt x="25801" y="65544"/>
                    <a:pt x="25801" y="62651"/>
                  </a:cubicBezTo>
                  <a:lnTo>
                    <a:pt x="25801" y="13907"/>
                  </a:lnTo>
                  <a:cubicBezTo>
                    <a:pt x="25801" y="8537"/>
                    <a:pt x="22527" y="3929"/>
                    <a:pt x="17859" y="1989"/>
                  </a:cubicBezTo>
                  <a:cubicBezTo>
                    <a:pt x="17455" y="1822"/>
                    <a:pt x="17205" y="929"/>
                    <a:pt x="17205" y="512"/>
                  </a:cubicBezTo>
                  <a:lnTo>
                    <a:pt x="17205"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3" name="Google Shape;5973;p106"/>
          <p:cNvGrpSpPr/>
          <p:nvPr/>
        </p:nvGrpSpPr>
        <p:grpSpPr>
          <a:xfrm flipH="1" rot="832836">
            <a:off x="1550160" y="3827645"/>
            <a:ext cx="442869" cy="748912"/>
            <a:chOff x="4774877" y="116629"/>
            <a:chExt cx="576785" cy="975095"/>
          </a:xfrm>
        </p:grpSpPr>
        <p:sp>
          <p:nvSpPr>
            <p:cNvPr id="5974" name="Google Shape;5974;p106"/>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06"/>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06"/>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06"/>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06"/>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06"/>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0" name="Google Shape;5980;p106"/>
          <p:cNvGrpSpPr/>
          <p:nvPr/>
        </p:nvGrpSpPr>
        <p:grpSpPr>
          <a:xfrm flipH="1" rot="832836">
            <a:off x="1860960" y="426670"/>
            <a:ext cx="442869" cy="748912"/>
            <a:chOff x="4774877" y="116629"/>
            <a:chExt cx="576785" cy="975095"/>
          </a:xfrm>
        </p:grpSpPr>
        <p:sp>
          <p:nvSpPr>
            <p:cNvPr id="5981" name="Google Shape;5981;p106"/>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06"/>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06"/>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06"/>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06"/>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06"/>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106"/>
          <p:cNvGrpSpPr/>
          <p:nvPr/>
        </p:nvGrpSpPr>
        <p:grpSpPr>
          <a:xfrm rot="-3060888">
            <a:off x="2838135" y="1261388"/>
            <a:ext cx="342087" cy="481790"/>
            <a:chOff x="1554950" y="3841075"/>
            <a:chExt cx="389950" cy="549200"/>
          </a:xfrm>
        </p:grpSpPr>
        <p:sp>
          <p:nvSpPr>
            <p:cNvPr id="5988" name="Google Shape;5988;p106"/>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06"/>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06"/>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06"/>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06"/>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06"/>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06"/>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106"/>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6" name="Google Shape;5996;p106"/>
          <p:cNvGrpSpPr/>
          <p:nvPr/>
        </p:nvGrpSpPr>
        <p:grpSpPr>
          <a:xfrm rot="7739112">
            <a:off x="553185" y="3466126"/>
            <a:ext cx="342087" cy="481790"/>
            <a:chOff x="1554950" y="3841075"/>
            <a:chExt cx="389950" cy="549200"/>
          </a:xfrm>
        </p:grpSpPr>
        <p:sp>
          <p:nvSpPr>
            <p:cNvPr id="5997" name="Google Shape;5997;p106"/>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06"/>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06"/>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06"/>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06"/>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06"/>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06"/>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06"/>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5" name="Google Shape;6005;p106"/>
          <p:cNvSpPr/>
          <p:nvPr/>
        </p:nvSpPr>
        <p:spPr>
          <a:xfrm>
            <a:off x="4008212" y="454837"/>
            <a:ext cx="589800" cy="589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06"/>
          <p:cNvSpPr/>
          <p:nvPr/>
        </p:nvSpPr>
        <p:spPr>
          <a:xfrm>
            <a:off x="6311119" y="454837"/>
            <a:ext cx="589800" cy="589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06"/>
          <p:cNvSpPr/>
          <p:nvPr/>
        </p:nvSpPr>
        <p:spPr>
          <a:xfrm>
            <a:off x="4008212" y="1886837"/>
            <a:ext cx="589800" cy="589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06"/>
          <p:cNvSpPr/>
          <p:nvPr/>
        </p:nvSpPr>
        <p:spPr>
          <a:xfrm>
            <a:off x="6311119" y="1886837"/>
            <a:ext cx="589800" cy="589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06"/>
          <p:cNvSpPr/>
          <p:nvPr/>
        </p:nvSpPr>
        <p:spPr>
          <a:xfrm>
            <a:off x="4008212" y="3318837"/>
            <a:ext cx="589800" cy="589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06"/>
          <p:cNvSpPr/>
          <p:nvPr/>
        </p:nvSpPr>
        <p:spPr>
          <a:xfrm>
            <a:off x="6311119" y="3318837"/>
            <a:ext cx="589800" cy="589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106"/>
          <p:cNvSpPr/>
          <p:nvPr/>
        </p:nvSpPr>
        <p:spPr>
          <a:xfrm>
            <a:off x="4139104" y="618076"/>
            <a:ext cx="328016" cy="328016"/>
          </a:xfrm>
          <a:custGeom>
            <a:rect b="b" l="l" r="r" t="t"/>
            <a:pathLst>
              <a:path extrusionOk="0" h="13693" w="13693">
                <a:moveTo>
                  <a:pt x="6847" y="1738"/>
                </a:moveTo>
                <a:lnTo>
                  <a:pt x="8287" y="3989"/>
                </a:lnTo>
                <a:lnTo>
                  <a:pt x="8454" y="3274"/>
                </a:lnTo>
                <a:lnTo>
                  <a:pt x="9240" y="3441"/>
                </a:lnTo>
                <a:lnTo>
                  <a:pt x="8799" y="5489"/>
                </a:lnTo>
                <a:lnTo>
                  <a:pt x="6739" y="5048"/>
                </a:lnTo>
                <a:lnTo>
                  <a:pt x="6906" y="4251"/>
                </a:lnTo>
                <a:lnTo>
                  <a:pt x="7621" y="4405"/>
                </a:lnTo>
                <a:lnTo>
                  <a:pt x="6847" y="3215"/>
                </a:lnTo>
                <a:lnTo>
                  <a:pt x="6430" y="3870"/>
                </a:lnTo>
                <a:lnTo>
                  <a:pt x="5739" y="3441"/>
                </a:lnTo>
                <a:lnTo>
                  <a:pt x="6847" y="1738"/>
                </a:lnTo>
                <a:close/>
                <a:moveTo>
                  <a:pt x="5763" y="4215"/>
                </a:moveTo>
                <a:lnTo>
                  <a:pt x="6228" y="6263"/>
                </a:lnTo>
                <a:lnTo>
                  <a:pt x="5430" y="6441"/>
                </a:lnTo>
                <a:lnTo>
                  <a:pt x="5275" y="5727"/>
                </a:lnTo>
                <a:cubicBezTo>
                  <a:pt x="5049" y="6084"/>
                  <a:pt x="4775" y="6513"/>
                  <a:pt x="4561" y="6846"/>
                </a:cubicBezTo>
                <a:lnTo>
                  <a:pt x="5644" y="6846"/>
                </a:lnTo>
                <a:lnTo>
                  <a:pt x="5644" y="7644"/>
                </a:lnTo>
                <a:lnTo>
                  <a:pt x="3108" y="7644"/>
                </a:lnTo>
                <a:lnTo>
                  <a:pt x="4596" y="5298"/>
                </a:lnTo>
                <a:lnTo>
                  <a:pt x="3882" y="5465"/>
                </a:lnTo>
                <a:lnTo>
                  <a:pt x="3703" y="4667"/>
                </a:lnTo>
                <a:lnTo>
                  <a:pt x="5763" y="4215"/>
                </a:lnTo>
                <a:close/>
                <a:moveTo>
                  <a:pt x="7775" y="5763"/>
                </a:moveTo>
                <a:lnTo>
                  <a:pt x="8335" y="6322"/>
                </a:lnTo>
                <a:lnTo>
                  <a:pt x="7811" y="6846"/>
                </a:lnTo>
                <a:lnTo>
                  <a:pt x="9168" y="6846"/>
                </a:lnTo>
                <a:lnTo>
                  <a:pt x="8799" y="6251"/>
                </a:lnTo>
                <a:lnTo>
                  <a:pt x="9466" y="5822"/>
                </a:lnTo>
                <a:lnTo>
                  <a:pt x="10645" y="7644"/>
                </a:lnTo>
                <a:lnTo>
                  <a:pt x="7823" y="7644"/>
                </a:lnTo>
                <a:lnTo>
                  <a:pt x="8335" y="8168"/>
                </a:lnTo>
                <a:lnTo>
                  <a:pt x="7775" y="8739"/>
                </a:lnTo>
                <a:lnTo>
                  <a:pt x="6287" y="7251"/>
                </a:lnTo>
                <a:lnTo>
                  <a:pt x="7775" y="5763"/>
                </a:lnTo>
                <a:close/>
                <a:moveTo>
                  <a:pt x="1" y="0"/>
                </a:moveTo>
                <a:lnTo>
                  <a:pt x="1" y="798"/>
                </a:lnTo>
                <a:lnTo>
                  <a:pt x="810" y="798"/>
                </a:lnTo>
                <a:lnTo>
                  <a:pt x="810" y="9644"/>
                </a:lnTo>
                <a:lnTo>
                  <a:pt x="1" y="9644"/>
                </a:lnTo>
                <a:lnTo>
                  <a:pt x="1" y="10442"/>
                </a:lnTo>
                <a:lnTo>
                  <a:pt x="6442" y="10442"/>
                </a:lnTo>
                <a:lnTo>
                  <a:pt x="6442" y="11359"/>
                </a:lnTo>
                <a:cubicBezTo>
                  <a:pt x="5989" y="11514"/>
                  <a:pt x="5644" y="11966"/>
                  <a:pt x="5644" y="12490"/>
                </a:cubicBezTo>
                <a:cubicBezTo>
                  <a:pt x="5644" y="13157"/>
                  <a:pt x="6180" y="13692"/>
                  <a:pt x="6847" y="13692"/>
                </a:cubicBezTo>
                <a:cubicBezTo>
                  <a:pt x="7513" y="13692"/>
                  <a:pt x="8049" y="13157"/>
                  <a:pt x="8049" y="12490"/>
                </a:cubicBezTo>
                <a:cubicBezTo>
                  <a:pt x="8049" y="11966"/>
                  <a:pt x="7716" y="11514"/>
                  <a:pt x="7251" y="11359"/>
                </a:cubicBezTo>
                <a:lnTo>
                  <a:pt x="7251" y="10442"/>
                </a:lnTo>
                <a:lnTo>
                  <a:pt x="13693" y="10442"/>
                </a:lnTo>
                <a:lnTo>
                  <a:pt x="13693" y="9644"/>
                </a:lnTo>
                <a:lnTo>
                  <a:pt x="12883" y="9644"/>
                </a:lnTo>
                <a:lnTo>
                  <a:pt x="12883" y="798"/>
                </a:lnTo>
                <a:lnTo>
                  <a:pt x="13693" y="798"/>
                </a:lnTo>
                <a:lnTo>
                  <a:pt x="1369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2" name="Google Shape;6012;p106"/>
          <p:cNvGrpSpPr/>
          <p:nvPr/>
        </p:nvGrpSpPr>
        <p:grpSpPr>
          <a:xfrm>
            <a:off x="6442019" y="3449692"/>
            <a:ext cx="328016" cy="302360"/>
            <a:chOff x="6539500" y="2059300"/>
            <a:chExt cx="342325" cy="315550"/>
          </a:xfrm>
        </p:grpSpPr>
        <p:sp>
          <p:nvSpPr>
            <p:cNvPr id="6013" name="Google Shape;6013;p106"/>
            <p:cNvSpPr/>
            <p:nvPr/>
          </p:nvSpPr>
          <p:spPr>
            <a:xfrm>
              <a:off x="6539500" y="2154275"/>
              <a:ext cx="221475" cy="100325"/>
            </a:xfrm>
            <a:custGeom>
              <a:rect b="b" l="l" r="r" t="t"/>
              <a:pathLst>
                <a:path extrusionOk="0" h="4013" w="8859">
                  <a:moveTo>
                    <a:pt x="4346" y="0"/>
                  </a:moveTo>
                  <a:lnTo>
                    <a:pt x="2739" y="798"/>
                  </a:lnTo>
                  <a:lnTo>
                    <a:pt x="0" y="798"/>
                  </a:lnTo>
                  <a:lnTo>
                    <a:pt x="0" y="4012"/>
                  </a:lnTo>
                  <a:lnTo>
                    <a:pt x="2870" y="4012"/>
                  </a:lnTo>
                  <a:cubicBezTo>
                    <a:pt x="4287" y="4012"/>
                    <a:pt x="5441" y="2953"/>
                    <a:pt x="5644" y="1607"/>
                  </a:cubicBezTo>
                  <a:lnTo>
                    <a:pt x="8859" y="1607"/>
                  </a:lnTo>
                  <a:lnTo>
                    <a:pt x="88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06"/>
            <p:cNvSpPr/>
            <p:nvPr/>
          </p:nvSpPr>
          <p:spPr>
            <a:xfrm>
              <a:off x="6824650" y="2194450"/>
              <a:ext cx="37225" cy="30075"/>
            </a:xfrm>
            <a:custGeom>
              <a:rect b="b" l="l" r="r" t="t"/>
              <a:pathLst>
                <a:path extrusionOk="0" h="1203" w="1489">
                  <a:moveTo>
                    <a:pt x="489" y="0"/>
                  </a:moveTo>
                  <a:cubicBezTo>
                    <a:pt x="370" y="429"/>
                    <a:pt x="203" y="834"/>
                    <a:pt x="1" y="1203"/>
                  </a:cubicBezTo>
                  <a:lnTo>
                    <a:pt x="1489" y="1203"/>
                  </a:lnTo>
                  <a:lnTo>
                    <a:pt x="148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06"/>
            <p:cNvSpPr/>
            <p:nvPr/>
          </p:nvSpPr>
          <p:spPr>
            <a:xfrm>
              <a:off x="6785350" y="2244450"/>
              <a:ext cx="96475" cy="30400"/>
            </a:xfrm>
            <a:custGeom>
              <a:rect b="b" l="l" r="r" t="t"/>
              <a:pathLst>
                <a:path extrusionOk="0" h="1216" w="3859">
                  <a:moveTo>
                    <a:pt x="1061" y="1"/>
                  </a:moveTo>
                  <a:cubicBezTo>
                    <a:pt x="703" y="501"/>
                    <a:pt x="322" y="917"/>
                    <a:pt x="1" y="1215"/>
                  </a:cubicBezTo>
                  <a:lnTo>
                    <a:pt x="3859" y="1215"/>
                  </a:lnTo>
                  <a:lnTo>
                    <a:pt x="385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06"/>
            <p:cNvSpPr/>
            <p:nvPr/>
          </p:nvSpPr>
          <p:spPr>
            <a:xfrm>
              <a:off x="6539500" y="2236425"/>
              <a:ext cx="322375" cy="138425"/>
            </a:xfrm>
            <a:custGeom>
              <a:rect b="b" l="l" r="r" t="t"/>
              <a:pathLst>
                <a:path extrusionOk="0" h="5537" w="12895">
                  <a:moveTo>
                    <a:pt x="5811" y="0"/>
                  </a:moveTo>
                  <a:cubicBezTo>
                    <a:pt x="5156" y="917"/>
                    <a:pt x="4060" y="1512"/>
                    <a:pt x="2870" y="1512"/>
                  </a:cubicBezTo>
                  <a:lnTo>
                    <a:pt x="0" y="1512"/>
                  </a:lnTo>
                  <a:lnTo>
                    <a:pt x="0" y="4727"/>
                  </a:lnTo>
                  <a:lnTo>
                    <a:pt x="2739" y="4727"/>
                  </a:lnTo>
                  <a:lnTo>
                    <a:pt x="4346" y="5537"/>
                  </a:lnTo>
                  <a:lnTo>
                    <a:pt x="11252" y="5537"/>
                  </a:lnTo>
                  <a:lnTo>
                    <a:pt x="11252" y="4322"/>
                  </a:lnTo>
                  <a:lnTo>
                    <a:pt x="6846" y="4322"/>
                  </a:lnTo>
                  <a:lnTo>
                    <a:pt x="6846" y="3524"/>
                  </a:lnTo>
                  <a:lnTo>
                    <a:pt x="12895" y="3524"/>
                  </a:lnTo>
                  <a:lnTo>
                    <a:pt x="12895" y="2322"/>
                  </a:lnTo>
                  <a:lnTo>
                    <a:pt x="8859" y="2322"/>
                  </a:lnTo>
                  <a:lnTo>
                    <a:pt x="8454" y="2620"/>
                  </a:lnTo>
                  <a:lnTo>
                    <a:pt x="7739" y="2084"/>
                  </a:lnTo>
                  <a:cubicBezTo>
                    <a:pt x="7561" y="1953"/>
                    <a:pt x="6584" y="1167"/>
                    <a:pt x="58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06"/>
            <p:cNvSpPr/>
            <p:nvPr/>
          </p:nvSpPr>
          <p:spPr>
            <a:xfrm>
              <a:off x="6760950" y="2059300"/>
              <a:ext cx="60150" cy="210175"/>
            </a:xfrm>
            <a:custGeom>
              <a:rect b="b" l="l" r="r" t="t"/>
              <a:pathLst>
                <a:path extrusionOk="0" h="8407" w="2406">
                  <a:moveTo>
                    <a:pt x="1" y="1"/>
                  </a:moveTo>
                  <a:lnTo>
                    <a:pt x="1" y="2989"/>
                  </a:lnTo>
                  <a:lnTo>
                    <a:pt x="798" y="2989"/>
                  </a:lnTo>
                  <a:lnTo>
                    <a:pt x="798" y="6204"/>
                  </a:lnTo>
                  <a:lnTo>
                    <a:pt x="1" y="6204"/>
                  </a:lnTo>
                  <a:lnTo>
                    <a:pt x="1" y="8407"/>
                  </a:lnTo>
                  <a:cubicBezTo>
                    <a:pt x="560" y="7942"/>
                    <a:pt x="2406" y="6264"/>
                    <a:pt x="2406" y="4216"/>
                  </a:cubicBezTo>
                  <a:cubicBezTo>
                    <a:pt x="2406" y="2156"/>
                    <a:pt x="560" y="46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06"/>
            <p:cNvSpPr/>
            <p:nvPr/>
          </p:nvSpPr>
          <p:spPr>
            <a:xfrm>
              <a:off x="6685650" y="2059300"/>
              <a:ext cx="55075" cy="74750"/>
            </a:xfrm>
            <a:custGeom>
              <a:rect b="b" l="l" r="r" t="t"/>
              <a:pathLst>
                <a:path extrusionOk="0" h="2990" w="2203">
                  <a:moveTo>
                    <a:pt x="2203" y="1"/>
                  </a:moveTo>
                  <a:cubicBezTo>
                    <a:pt x="1762" y="358"/>
                    <a:pt x="512" y="1501"/>
                    <a:pt x="0" y="2989"/>
                  </a:cubicBezTo>
                  <a:lnTo>
                    <a:pt x="2203" y="2989"/>
                  </a:lnTo>
                  <a:lnTo>
                    <a:pt x="22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06"/>
            <p:cNvSpPr/>
            <p:nvPr/>
          </p:nvSpPr>
          <p:spPr>
            <a:xfrm>
              <a:off x="6695475" y="2214400"/>
              <a:ext cx="45250" cy="55075"/>
            </a:xfrm>
            <a:custGeom>
              <a:rect b="b" l="l" r="r" t="t"/>
              <a:pathLst>
                <a:path extrusionOk="0" h="2203" w="1810">
                  <a:moveTo>
                    <a:pt x="24" y="0"/>
                  </a:moveTo>
                  <a:cubicBezTo>
                    <a:pt x="12" y="36"/>
                    <a:pt x="0" y="48"/>
                    <a:pt x="0" y="72"/>
                  </a:cubicBezTo>
                  <a:cubicBezTo>
                    <a:pt x="596" y="1131"/>
                    <a:pt x="1453" y="1905"/>
                    <a:pt x="1810" y="2203"/>
                  </a:cubicBezTo>
                  <a:lnTo>
                    <a:pt x="18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106"/>
          <p:cNvGrpSpPr/>
          <p:nvPr/>
        </p:nvGrpSpPr>
        <p:grpSpPr>
          <a:xfrm>
            <a:off x="4139247" y="3452469"/>
            <a:ext cx="327728" cy="303486"/>
            <a:chOff x="5964725" y="2058425"/>
            <a:chExt cx="342025" cy="316725"/>
          </a:xfrm>
        </p:grpSpPr>
        <p:sp>
          <p:nvSpPr>
            <p:cNvPr id="6021" name="Google Shape;6021;p106"/>
            <p:cNvSpPr/>
            <p:nvPr/>
          </p:nvSpPr>
          <p:spPr>
            <a:xfrm>
              <a:off x="5964725" y="2196825"/>
              <a:ext cx="141100" cy="151225"/>
            </a:xfrm>
            <a:custGeom>
              <a:rect b="b" l="l" r="r" t="t"/>
              <a:pathLst>
                <a:path extrusionOk="0" h="6049" w="5644">
                  <a:moveTo>
                    <a:pt x="4096" y="1"/>
                  </a:moveTo>
                  <a:lnTo>
                    <a:pt x="2048" y="536"/>
                  </a:lnTo>
                  <a:lnTo>
                    <a:pt x="2263" y="1310"/>
                  </a:lnTo>
                  <a:lnTo>
                    <a:pt x="2941" y="1132"/>
                  </a:lnTo>
                  <a:lnTo>
                    <a:pt x="0" y="6049"/>
                  </a:lnTo>
                  <a:lnTo>
                    <a:pt x="5644" y="6049"/>
                  </a:lnTo>
                  <a:lnTo>
                    <a:pt x="5644" y="5239"/>
                  </a:lnTo>
                  <a:lnTo>
                    <a:pt x="1381" y="5239"/>
                  </a:lnTo>
                  <a:lnTo>
                    <a:pt x="3656" y="1513"/>
                  </a:lnTo>
                  <a:lnTo>
                    <a:pt x="3858" y="2239"/>
                  </a:lnTo>
                  <a:lnTo>
                    <a:pt x="4632" y="2025"/>
                  </a:lnTo>
                  <a:lnTo>
                    <a:pt x="40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06"/>
            <p:cNvSpPr/>
            <p:nvPr/>
          </p:nvSpPr>
          <p:spPr>
            <a:xfrm>
              <a:off x="6121300" y="2228675"/>
              <a:ext cx="185450" cy="146475"/>
            </a:xfrm>
            <a:custGeom>
              <a:rect b="b" l="l" r="r" t="t"/>
              <a:pathLst>
                <a:path extrusionOk="0" h="5859" w="7418">
                  <a:moveTo>
                    <a:pt x="4536" y="1"/>
                  </a:moveTo>
                  <a:lnTo>
                    <a:pt x="3846" y="394"/>
                  </a:lnTo>
                  <a:lnTo>
                    <a:pt x="6025" y="3965"/>
                  </a:lnTo>
                  <a:lnTo>
                    <a:pt x="1536" y="3965"/>
                  </a:lnTo>
                  <a:lnTo>
                    <a:pt x="2060" y="3453"/>
                  </a:lnTo>
                  <a:lnTo>
                    <a:pt x="1488" y="2882"/>
                  </a:lnTo>
                  <a:lnTo>
                    <a:pt x="0" y="4370"/>
                  </a:lnTo>
                  <a:lnTo>
                    <a:pt x="1488" y="5858"/>
                  </a:lnTo>
                  <a:lnTo>
                    <a:pt x="2060" y="5299"/>
                  </a:lnTo>
                  <a:lnTo>
                    <a:pt x="1536" y="4775"/>
                  </a:lnTo>
                  <a:lnTo>
                    <a:pt x="7418" y="4775"/>
                  </a:lnTo>
                  <a:lnTo>
                    <a:pt x="45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06"/>
            <p:cNvSpPr/>
            <p:nvPr/>
          </p:nvSpPr>
          <p:spPr>
            <a:xfrm>
              <a:off x="6066225" y="2058425"/>
              <a:ext cx="165525" cy="160750"/>
            </a:xfrm>
            <a:custGeom>
              <a:rect b="b" l="l" r="r" t="t"/>
              <a:pathLst>
                <a:path extrusionOk="0" h="6430" w="6621">
                  <a:moveTo>
                    <a:pt x="2751" y="0"/>
                  </a:moveTo>
                  <a:lnTo>
                    <a:pt x="0" y="4763"/>
                  </a:lnTo>
                  <a:lnTo>
                    <a:pt x="703" y="5168"/>
                  </a:lnTo>
                  <a:lnTo>
                    <a:pt x="2798" y="1536"/>
                  </a:lnTo>
                  <a:cubicBezTo>
                    <a:pt x="3334" y="2477"/>
                    <a:pt x="4358" y="4251"/>
                    <a:pt x="4977" y="5299"/>
                  </a:cubicBezTo>
                  <a:lnTo>
                    <a:pt x="4263" y="5108"/>
                  </a:lnTo>
                  <a:lnTo>
                    <a:pt x="4049" y="5882"/>
                  </a:lnTo>
                  <a:lnTo>
                    <a:pt x="6073" y="6430"/>
                  </a:lnTo>
                  <a:lnTo>
                    <a:pt x="6620" y="4406"/>
                  </a:lnTo>
                  <a:lnTo>
                    <a:pt x="5846" y="4215"/>
                  </a:lnTo>
                  <a:lnTo>
                    <a:pt x="5656" y="4929"/>
                  </a:lnTo>
                  <a:lnTo>
                    <a:pt x="275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06"/>
            <p:cNvSpPr/>
            <p:nvPr/>
          </p:nvSpPr>
          <p:spPr>
            <a:xfrm>
              <a:off x="6095400" y="2177175"/>
              <a:ext cx="80375" cy="120575"/>
            </a:xfrm>
            <a:custGeom>
              <a:rect b="b" l="l" r="r" t="t"/>
              <a:pathLst>
                <a:path extrusionOk="0" h="4823" w="3215">
                  <a:moveTo>
                    <a:pt x="1608" y="1"/>
                  </a:moveTo>
                  <a:cubicBezTo>
                    <a:pt x="334" y="2370"/>
                    <a:pt x="0" y="2501"/>
                    <a:pt x="0" y="3216"/>
                  </a:cubicBezTo>
                  <a:cubicBezTo>
                    <a:pt x="0" y="4097"/>
                    <a:pt x="715" y="4823"/>
                    <a:pt x="1608" y="4823"/>
                  </a:cubicBezTo>
                  <a:cubicBezTo>
                    <a:pt x="2477" y="4823"/>
                    <a:pt x="3215" y="4108"/>
                    <a:pt x="3215" y="3216"/>
                  </a:cubicBezTo>
                  <a:cubicBezTo>
                    <a:pt x="3215" y="2501"/>
                    <a:pt x="2870" y="2370"/>
                    <a:pt x="16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106"/>
          <p:cNvGrpSpPr/>
          <p:nvPr/>
        </p:nvGrpSpPr>
        <p:grpSpPr>
          <a:xfrm>
            <a:off x="6500494" y="2017730"/>
            <a:ext cx="211068" cy="328016"/>
            <a:chOff x="5511100" y="2045925"/>
            <a:chExt cx="220275" cy="342325"/>
          </a:xfrm>
        </p:grpSpPr>
        <p:sp>
          <p:nvSpPr>
            <p:cNvPr id="6026" name="Google Shape;6026;p106"/>
            <p:cNvSpPr/>
            <p:nvPr/>
          </p:nvSpPr>
          <p:spPr>
            <a:xfrm>
              <a:off x="5541150" y="2045925"/>
              <a:ext cx="160775" cy="102125"/>
            </a:xfrm>
            <a:custGeom>
              <a:rect b="b" l="l" r="r" t="t"/>
              <a:pathLst>
                <a:path extrusionOk="0" h="4085" w="6431">
                  <a:moveTo>
                    <a:pt x="1" y="0"/>
                  </a:moveTo>
                  <a:lnTo>
                    <a:pt x="1" y="798"/>
                  </a:lnTo>
                  <a:cubicBezTo>
                    <a:pt x="1" y="2131"/>
                    <a:pt x="1096" y="3215"/>
                    <a:pt x="2418" y="3215"/>
                  </a:cubicBezTo>
                  <a:lnTo>
                    <a:pt x="2823" y="3215"/>
                  </a:lnTo>
                  <a:lnTo>
                    <a:pt x="2823" y="4084"/>
                  </a:lnTo>
                  <a:cubicBezTo>
                    <a:pt x="2954" y="4072"/>
                    <a:pt x="3084" y="4072"/>
                    <a:pt x="3215" y="4072"/>
                  </a:cubicBezTo>
                  <a:cubicBezTo>
                    <a:pt x="3358" y="4072"/>
                    <a:pt x="3489" y="4084"/>
                    <a:pt x="3620" y="4084"/>
                  </a:cubicBezTo>
                  <a:lnTo>
                    <a:pt x="3620" y="3215"/>
                  </a:lnTo>
                  <a:lnTo>
                    <a:pt x="4025" y="3215"/>
                  </a:lnTo>
                  <a:cubicBezTo>
                    <a:pt x="5347" y="3215"/>
                    <a:pt x="6430" y="2131"/>
                    <a:pt x="6430" y="798"/>
                  </a:cubicBezTo>
                  <a:lnTo>
                    <a:pt x="6430" y="0"/>
                  </a:lnTo>
                  <a:lnTo>
                    <a:pt x="5597" y="0"/>
                  </a:lnTo>
                  <a:cubicBezTo>
                    <a:pt x="4751" y="0"/>
                    <a:pt x="3977" y="441"/>
                    <a:pt x="3549" y="1191"/>
                  </a:cubicBezTo>
                  <a:lnTo>
                    <a:pt x="3204" y="1774"/>
                  </a:lnTo>
                  <a:lnTo>
                    <a:pt x="2858" y="1191"/>
                  </a:lnTo>
                  <a:cubicBezTo>
                    <a:pt x="2418" y="441"/>
                    <a:pt x="1656" y="0"/>
                    <a:pt x="8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06"/>
            <p:cNvSpPr/>
            <p:nvPr/>
          </p:nvSpPr>
          <p:spPr>
            <a:xfrm>
              <a:off x="5511100" y="2248025"/>
              <a:ext cx="61925" cy="60150"/>
            </a:xfrm>
            <a:custGeom>
              <a:rect b="b" l="l" r="r" t="t"/>
              <a:pathLst>
                <a:path extrusionOk="0" h="2406" w="2477">
                  <a:moveTo>
                    <a:pt x="167" y="1"/>
                  </a:moveTo>
                  <a:cubicBezTo>
                    <a:pt x="60" y="382"/>
                    <a:pt x="0" y="786"/>
                    <a:pt x="0" y="1203"/>
                  </a:cubicBezTo>
                  <a:cubicBezTo>
                    <a:pt x="0" y="1620"/>
                    <a:pt x="60" y="2025"/>
                    <a:pt x="167" y="2406"/>
                  </a:cubicBezTo>
                  <a:lnTo>
                    <a:pt x="2477" y="2406"/>
                  </a:lnTo>
                  <a:cubicBezTo>
                    <a:pt x="2429" y="1989"/>
                    <a:pt x="2417" y="1584"/>
                    <a:pt x="2417" y="1203"/>
                  </a:cubicBezTo>
                  <a:cubicBezTo>
                    <a:pt x="2393" y="810"/>
                    <a:pt x="2429" y="393"/>
                    <a:pt x="24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06"/>
            <p:cNvSpPr/>
            <p:nvPr/>
          </p:nvSpPr>
          <p:spPr>
            <a:xfrm>
              <a:off x="5595625" y="2327800"/>
              <a:ext cx="51225" cy="60450"/>
            </a:xfrm>
            <a:custGeom>
              <a:rect b="b" l="l" r="r" t="t"/>
              <a:pathLst>
                <a:path extrusionOk="0" h="2418" w="2049">
                  <a:moveTo>
                    <a:pt x="1" y="0"/>
                  </a:moveTo>
                  <a:cubicBezTo>
                    <a:pt x="239" y="1370"/>
                    <a:pt x="679" y="2417"/>
                    <a:pt x="1025" y="2417"/>
                  </a:cubicBezTo>
                  <a:cubicBezTo>
                    <a:pt x="1370" y="2417"/>
                    <a:pt x="1798" y="1370"/>
                    <a:pt x="20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06"/>
            <p:cNvSpPr/>
            <p:nvPr/>
          </p:nvSpPr>
          <p:spPr>
            <a:xfrm>
              <a:off x="5669750" y="2248025"/>
              <a:ext cx="61625" cy="60150"/>
            </a:xfrm>
            <a:custGeom>
              <a:rect b="b" l="l" r="r" t="t"/>
              <a:pathLst>
                <a:path extrusionOk="0" h="2406" w="2465">
                  <a:moveTo>
                    <a:pt x="0" y="1"/>
                  </a:moveTo>
                  <a:cubicBezTo>
                    <a:pt x="36" y="417"/>
                    <a:pt x="60" y="810"/>
                    <a:pt x="60" y="1203"/>
                  </a:cubicBezTo>
                  <a:cubicBezTo>
                    <a:pt x="60" y="1572"/>
                    <a:pt x="24" y="1989"/>
                    <a:pt x="0" y="2406"/>
                  </a:cubicBezTo>
                  <a:lnTo>
                    <a:pt x="2298" y="2406"/>
                  </a:lnTo>
                  <a:cubicBezTo>
                    <a:pt x="2405" y="2025"/>
                    <a:pt x="2465" y="1620"/>
                    <a:pt x="2465" y="1203"/>
                  </a:cubicBezTo>
                  <a:cubicBezTo>
                    <a:pt x="2465" y="786"/>
                    <a:pt x="2405" y="370"/>
                    <a:pt x="22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06"/>
            <p:cNvSpPr/>
            <p:nvPr/>
          </p:nvSpPr>
          <p:spPr>
            <a:xfrm>
              <a:off x="5649500" y="2171225"/>
              <a:ext cx="69675" cy="56275"/>
            </a:xfrm>
            <a:custGeom>
              <a:rect b="b" l="l" r="r" t="t"/>
              <a:pathLst>
                <a:path extrusionOk="0" h="2251" w="2787">
                  <a:moveTo>
                    <a:pt x="1" y="1"/>
                  </a:moveTo>
                  <a:cubicBezTo>
                    <a:pt x="310" y="596"/>
                    <a:pt x="548" y="1418"/>
                    <a:pt x="691" y="2251"/>
                  </a:cubicBezTo>
                  <a:lnTo>
                    <a:pt x="2787" y="2251"/>
                  </a:lnTo>
                  <a:cubicBezTo>
                    <a:pt x="2239" y="1168"/>
                    <a:pt x="1227" y="334"/>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06"/>
            <p:cNvSpPr/>
            <p:nvPr/>
          </p:nvSpPr>
          <p:spPr>
            <a:xfrm>
              <a:off x="5591175" y="2248025"/>
              <a:ext cx="60150" cy="60150"/>
            </a:xfrm>
            <a:custGeom>
              <a:rect b="b" l="l" r="r" t="t"/>
              <a:pathLst>
                <a:path extrusionOk="0" h="2406" w="2406">
                  <a:moveTo>
                    <a:pt x="60" y="1"/>
                  </a:moveTo>
                  <a:cubicBezTo>
                    <a:pt x="12" y="382"/>
                    <a:pt x="0" y="798"/>
                    <a:pt x="0" y="1203"/>
                  </a:cubicBezTo>
                  <a:cubicBezTo>
                    <a:pt x="0" y="1608"/>
                    <a:pt x="24" y="2001"/>
                    <a:pt x="60" y="2406"/>
                  </a:cubicBezTo>
                  <a:lnTo>
                    <a:pt x="2334" y="2406"/>
                  </a:lnTo>
                  <a:cubicBezTo>
                    <a:pt x="2381" y="2025"/>
                    <a:pt x="2393" y="1608"/>
                    <a:pt x="2393" y="1203"/>
                  </a:cubicBezTo>
                  <a:cubicBezTo>
                    <a:pt x="2405" y="786"/>
                    <a:pt x="2381" y="382"/>
                    <a:pt x="2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06"/>
            <p:cNvSpPr/>
            <p:nvPr/>
          </p:nvSpPr>
          <p:spPr>
            <a:xfrm>
              <a:off x="5523000" y="2327800"/>
              <a:ext cx="69675" cy="56275"/>
            </a:xfrm>
            <a:custGeom>
              <a:rect b="b" l="l" r="r" t="t"/>
              <a:pathLst>
                <a:path extrusionOk="0" h="2251" w="2787">
                  <a:moveTo>
                    <a:pt x="0" y="0"/>
                  </a:moveTo>
                  <a:cubicBezTo>
                    <a:pt x="572" y="1108"/>
                    <a:pt x="1584" y="1929"/>
                    <a:pt x="2787" y="2251"/>
                  </a:cubicBezTo>
                  <a:cubicBezTo>
                    <a:pt x="2477" y="1655"/>
                    <a:pt x="2251" y="858"/>
                    <a:pt x="20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06"/>
            <p:cNvSpPr/>
            <p:nvPr/>
          </p:nvSpPr>
          <p:spPr>
            <a:xfrm>
              <a:off x="5649500" y="2327800"/>
              <a:ext cx="69675" cy="56275"/>
            </a:xfrm>
            <a:custGeom>
              <a:rect b="b" l="l" r="r" t="t"/>
              <a:pathLst>
                <a:path extrusionOk="0" h="2251" w="2787">
                  <a:moveTo>
                    <a:pt x="691" y="0"/>
                  </a:moveTo>
                  <a:cubicBezTo>
                    <a:pt x="536" y="858"/>
                    <a:pt x="310" y="1655"/>
                    <a:pt x="1" y="2251"/>
                  </a:cubicBezTo>
                  <a:cubicBezTo>
                    <a:pt x="1227" y="1929"/>
                    <a:pt x="2215" y="1096"/>
                    <a:pt x="2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06"/>
            <p:cNvSpPr/>
            <p:nvPr/>
          </p:nvSpPr>
          <p:spPr>
            <a:xfrm>
              <a:off x="5595625" y="2167650"/>
              <a:ext cx="50925" cy="60150"/>
            </a:xfrm>
            <a:custGeom>
              <a:rect b="b" l="l" r="r" t="t"/>
              <a:pathLst>
                <a:path extrusionOk="0" h="2406" w="2037">
                  <a:moveTo>
                    <a:pt x="1025" y="1"/>
                  </a:moveTo>
                  <a:cubicBezTo>
                    <a:pt x="679" y="1"/>
                    <a:pt x="251" y="1037"/>
                    <a:pt x="1" y="2406"/>
                  </a:cubicBezTo>
                  <a:lnTo>
                    <a:pt x="2037" y="2406"/>
                  </a:lnTo>
                  <a:cubicBezTo>
                    <a:pt x="1798" y="1037"/>
                    <a:pt x="1358" y="1"/>
                    <a:pt x="10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06"/>
            <p:cNvSpPr/>
            <p:nvPr/>
          </p:nvSpPr>
          <p:spPr>
            <a:xfrm>
              <a:off x="5523000" y="2171525"/>
              <a:ext cx="69675" cy="56275"/>
            </a:xfrm>
            <a:custGeom>
              <a:rect b="b" l="l" r="r" t="t"/>
              <a:pathLst>
                <a:path extrusionOk="0" h="2251" w="2787">
                  <a:moveTo>
                    <a:pt x="2787" y="1"/>
                  </a:moveTo>
                  <a:lnTo>
                    <a:pt x="2787" y="1"/>
                  </a:lnTo>
                  <a:cubicBezTo>
                    <a:pt x="1584" y="322"/>
                    <a:pt x="572" y="1156"/>
                    <a:pt x="0" y="2251"/>
                  </a:cubicBezTo>
                  <a:lnTo>
                    <a:pt x="2096" y="2251"/>
                  </a:lnTo>
                  <a:cubicBezTo>
                    <a:pt x="2251" y="1406"/>
                    <a:pt x="2477" y="596"/>
                    <a:pt x="27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6" name="Google Shape;6036;p106"/>
          <p:cNvSpPr/>
          <p:nvPr/>
        </p:nvSpPr>
        <p:spPr>
          <a:xfrm>
            <a:off x="6500341" y="585730"/>
            <a:ext cx="211355" cy="328016"/>
          </a:xfrm>
          <a:custGeom>
            <a:rect b="b" l="l" r="r" t="t"/>
            <a:pathLst>
              <a:path extrusionOk="0" h="13693" w="8823">
                <a:moveTo>
                  <a:pt x="6406" y="798"/>
                </a:moveTo>
                <a:lnTo>
                  <a:pt x="6406" y="3215"/>
                </a:lnTo>
                <a:lnTo>
                  <a:pt x="4822" y="3215"/>
                </a:lnTo>
                <a:lnTo>
                  <a:pt x="4822" y="2405"/>
                </a:lnTo>
                <a:lnTo>
                  <a:pt x="5620" y="2405"/>
                </a:lnTo>
                <a:lnTo>
                  <a:pt x="5620" y="1608"/>
                </a:lnTo>
                <a:lnTo>
                  <a:pt x="3215" y="1608"/>
                </a:lnTo>
                <a:lnTo>
                  <a:pt x="3215" y="2405"/>
                </a:lnTo>
                <a:lnTo>
                  <a:pt x="4013" y="2405"/>
                </a:lnTo>
                <a:lnTo>
                  <a:pt x="4013" y="3215"/>
                </a:lnTo>
                <a:lnTo>
                  <a:pt x="2405" y="3215"/>
                </a:lnTo>
                <a:lnTo>
                  <a:pt x="2405" y="798"/>
                </a:lnTo>
                <a:close/>
                <a:moveTo>
                  <a:pt x="4751" y="5834"/>
                </a:moveTo>
                <a:lnTo>
                  <a:pt x="5906" y="7751"/>
                </a:lnTo>
                <a:lnTo>
                  <a:pt x="5942" y="7584"/>
                </a:lnTo>
                <a:lnTo>
                  <a:pt x="6727" y="7787"/>
                </a:lnTo>
                <a:lnTo>
                  <a:pt x="6346" y="9275"/>
                </a:lnTo>
                <a:lnTo>
                  <a:pt x="4858" y="8894"/>
                </a:lnTo>
                <a:lnTo>
                  <a:pt x="5049" y="8120"/>
                </a:lnTo>
                <a:lnTo>
                  <a:pt x="5215" y="8168"/>
                </a:lnTo>
                <a:lnTo>
                  <a:pt x="4072" y="6251"/>
                </a:lnTo>
                <a:lnTo>
                  <a:pt x="4751" y="5834"/>
                </a:lnTo>
                <a:close/>
                <a:moveTo>
                  <a:pt x="3929" y="6799"/>
                </a:moveTo>
                <a:lnTo>
                  <a:pt x="4298" y="8287"/>
                </a:lnTo>
                <a:lnTo>
                  <a:pt x="3525" y="8477"/>
                </a:lnTo>
                <a:lnTo>
                  <a:pt x="3477" y="8323"/>
                </a:lnTo>
                <a:lnTo>
                  <a:pt x="2334" y="10240"/>
                </a:lnTo>
                <a:lnTo>
                  <a:pt x="1631" y="9823"/>
                </a:lnTo>
                <a:lnTo>
                  <a:pt x="2786" y="7906"/>
                </a:lnTo>
                <a:lnTo>
                  <a:pt x="2632" y="7942"/>
                </a:lnTo>
                <a:lnTo>
                  <a:pt x="2441" y="7168"/>
                </a:lnTo>
                <a:lnTo>
                  <a:pt x="3929" y="6799"/>
                </a:lnTo>
                <a:close/>
                <a:moveTo>
                  <a:pt x="4132" y="8954"/>
                </a:moveTo>
                <a:lnTo>
                  <a:pt x="4703" y="9525"/>
                </a:lnTo>
                <a:lnTo>
                  <a:pt x="4584" y="9644"/>
                </a:lnTo>
                <a:lnTo>
                  <a:pt x="6811" y="9644"/>
                </a:lnTo>
                <a:lnTo>
                  <a:pt x="6811" y="10442"/>
                </a:lnTo>
                <a:lnTo>
                  <a:pt x="4584" y="10442"/>
                </a:lnTo>
                <a:lnTo>
                  <a:pt x="4703" y="10561"/>
                </a:lnTo>
                <a:lnTo>
                  <a:pt x="4132" y="11133"/>
                </a:lnTo>
                <a:lnTo>
                  <a:pt x="3048" y="10049"/>
                </a:lnTo>
                <a:lnTo>
                  <a:pt x="4132" y="8954"/>
                </a:lnTo>
                <a:close/>
                <a:moveTo>
                  <a:pt x="798" y="0"/>
                </a:moveTo>
                <a:lnTo>
                  <a:pt x="798" y="798"/>
                </a:lnTo>
                <a:lnTo>
                  <a:pt x="1608" y="798"/>
                </a:lnTo>
                <a:lnTo>
                  <a:pt x="1608" y="3215"/>
                </a:lnTo>
                <a:lnTo>
                  <a:pt x="0" y="4822"/>
                </a:lnTo>
                <a:lnTo>
                  <a:pt x="0" y="12085"/>
                </a:lnTo>
                <a:lnTo>
                  <a:pt x="1608" y="13692"/>
                </a:lnTo>
                <a:lnTo>
                  <a:pt x="7216" y="13692"/>
                </a:lnTo>
                <a:lnTo>
                  <a:pt x="8823" y="12085"/>
                </a:lnTo>
                <a:lnTo>
                  <a:pt x="8823" y="4822"/>
                </a:lnTo>
                <a:lnTo>
                  <a:pt x="7216" y="3215"/>
                </a:lnTo>
                <a:lnTo>
                  <a:pt x="7216" y="798"/>
                </a:lnTo>
                <a:lnTo>
                  <a:pt x="8013" y="798"/>
                </a:lnTo>
                <a:lnTo>
                  <a:pt x="80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06"/>
          <p:cNvSpPr/>
          <p:nvPr/>
        </p:nvSpPr>
        <p:spPr>
          <a:xfrm>
            <a:off x="4138960" y="2017586"/>
            <a:ext cx="328303" cy="328303"/>
          </a:xfrm>
          <a:custGeom>
            <a:rect b="b" l="l" r="r" t="t"/>
            <a:pathLst>
              <a:path extrusionOk="0" h="13705" w="13705">
                <a:moveTo>
                  <a:pt x="6859" y="2441"/>
                </a:moveTo>
                <a:cubicBezTo>
                  <a:pt x="9288" y="2441"/>
                  <a:pt x="11264" y="4417"/>
                  <a:pt x="11264" y="6846"/>
                </a:cubicBezTo>
                <a:cubicBezTo>
                  <a:pt x="11264" y="9132"/>
                  <a:pt x="9514" y="11025"/>
                  <a:pt x="7263" y="11240"/>
                </a:cubicBezTo>
                <a:lnTo>
                  <a:pt x="7263" y="8858"/>
                </a:lnTo>
                <a:lnTo>
                  <a:pt x="7668" y="8858"/>
                </a:lnTo>
                <a:cubicBezTo>
                  <a:pt x="8335" y="8858"/>
                  <a:pt x="8871" y="8323"/>
                  <a:pt x="8871" y="7644"/>
                </a:cubicBezTo>
                <a:lnTo>
                  <a:pt x="8871" y="5644"/>
                </a:lnTo>
                <a:lnTo>
                  <a:pt x="8073" y="5644"/>
                </a:lnTo>
                <a:lnTo>
                  <a:pt x="8073" y="4036"/>
                </a:lnTo>
                <a:lnTo>
                  <a:pt x="7263" y="4036"/>
                </a:lnTo>
                <a:lnTo>
                  <a:pt x="7263" y="5644"/>
                </a:lnTo>
                <a:lnTo>
                  <a:pt x="6454" y="5644"/>
                </a:lnTo>
                <a:lnTo>
                  <a:pt x="6454" y="4036"/>
                </a:lnTo>
                <a:lnTo>
                  <a:pt x="5656" y="4036"/>
                </a:lnTo>
                <a:lnTo>
                  <a:pt x="5656" y="5644"/>
                </a:lnTo>
                <a:lnTo>
                  <a:pt x="4846" y="5644"/>
                </a:lnTo>
                <a:lnTo>
                  <a:pt x="4846" y="7644"/>
                </a:lnTo>
                <a:cubicBezTo>
                  <a:pt x="4846" y="8323"/>
                  <a:pt x="5382" y="8858"/>
                  <a:pt x="6061" y="8858"/>
                </a:cubicBezTo>
                <a:lnTo>
                  <a:pt x="6454" y="8858"/>
                </a:lnTo>
                <a:lnTo>
                  <a:pt x="6454" y="11240"/>
                </a:lnTo>
                <a:cubicBezTo>
                  <a:pt x="4215" y="11025"/>
                  <a:pt x="2453" y="9132"/>
                  <a:pt x="2453" y="6846"/>
                </a:cubicBezTo>
                <a:cubicBezTo>
                  <a:pt x="2453" y="4417"/>
                  <a:pt x="4430" y="2441"/>
                  <a:pt x="6859" y="2441"/>
                </a:cubicBezTo>
                <a:close/>
                <a:moveTo>
                  <a:pt x="5763" y="0"/>
                </a:moveTo>
                <a:lnTo>
                  <a:pt x="5430" y="1000"/>
                </a:lnTo>
                <a:cubicBezTo>
                  <a:pt x="4823" y="1143"/>
                  <a:pt x="4251" y="1381"/>
                  <a:pt x="3715" y="1715"/>
                </a:cubicBezTo>
                <a:lnTo>
                  <a:pt x="2799" y="1250"/>
                </a:lnTo>
                <a:lnTo>
                  <a:pt x="1251" y="2798"/>
                </a:lnTo>
                <a:lnTo>
                  <a:pt x="1715" y="3715"/>
                </a:lnTo>
                <a:cubicBezTo>
                  <a:pt x="1382" y="4251"/>
                  <a:pt x="1144" y="4834"/>
                  <a:pt x="1001" y="5429"/>
                </a:cubicBezTo>
                <a:lnTo>
                  <a:pt x="1" y="5763"/>
                </a:lnTo>
                <a:lnTo>
                  <a:pt x="1" y="7942"/>
                </a:lnTo>
                <a:lnTo>
                  <a:pt x="1001" y="8275"/>
                </a:lnTo>
                <a:cubicBezTo>
                  <a:pt x="1144" y="8882"/>
                  <a:pt x="1382" y="9442"/>
                  <a:pt x="1715" y="9990"/>
                </a:cubicBezTo>
                <a:lnTo>
                  <a:pt x="1251" y="10906"/>
                </a:lnTo>
                <a:lnTo>
                  <a:pt x="2799" y="12454"/>
                </a:lnTo>
                <a:lnTo>
                  <a:pt x="3715" y="11990"/>
                </a:lnTo>
                <a:cubicBezTo>
                  <a:pt x="4251" y="12323"/>
                  <a:pt x="4835" y="12561"/>
                  <a:pt x="5430" y="12704"/>
                </a:cubicBezTo>
                <a:lnTo>
                  <a:pt x="5763" y="13704"/>
                </a:lnTo>
                <a:lnTo>
                  <a:pt x="7942" y="13704"/>
                </a:lnTo>
                <a:lnTo>
                  <a:pt x="8275" y="12704"/>
                </a:lnTo>
                <a:cubicBezTo>
                  <a:pt x="8883" y="12561"/>
                  <a:pt x="9454" y="12323"/>
                  <a:pt x="9990" y="11990"/>
                </a:cubicBezTo>
                <a:lnTo>
                  <a:pt x="10907" y="12454"/>
                </a:lnTo>
                <a:lnTo>
                  <a:pt x="12455" y="10906"/>
                </a:lnTo>
                <a:lnTo>
                  <a:pt x="12002" y="9990"/>
                </a:lnTo>
                <a:cubicBezTo>
                  <a:pt x="12324" y="9442"/>
                  <a:pt x="12562" y="8870"/>
                  <a:pt x="12717" y="8275"/>
                </a:cubicBezTo>
                <a:lnTo>
                  <a:pt x="13705" y="7942"/>
                </a:lnTo>
                <a:lnTo>
                  <a:pt x="13705" y="5763"/>
                </a:lnTo>
                <a:lnTo>
                  <a:pt x="12717" y="5429"/>
                </a:lnTo>
                <a:cubicBezTo>
                  <a:pt x="12562" y="4822"/>
                  <a:pt x="12324" y="4239"/>
                  <a:pt x="12002" y="3715"/>
                </a:cubicBezTo>
                <a:lnTo>
                  <a:pt x="12455" y="2798"/>
                </a:lnTo>
                <a:lnTo>
                  <a:pt x="10907" y="1250"/>
                </a:lnTo>
                <a:lnTo>
                  <a:pt x="9990" y="1715"/>
                </a:lnTo>
                <a:cubicBezTo>
                  <a:pt x="9454" y="1381"/>
                  <a:pt x="8871" y="1143"/>
                  <a:pt x="8275" y="1000"/>
                </a:cubicBezTo>
                <a:lnTo>
                  <a:pt x="79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955"/>
                                        </p:tgtEl>
                                        <p:attrNameLst>
                                          <p:attrName>style.visibility</p:attrName>
                                        </p:attrNameLst>
                                      </p:cBhvr>
                                      <p:to>
                                        <p:strVal val="visible"/>
                                      </p:to>
                                    </p:set>
                                    <p:animEffect filter="fade" transition="in">
                                      <p:cBhvr>
                                        <p:cTn dur="1000"/>
                                        <p:tgtEl>
                                          <p:spTgt spid="595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957"/>
                                        </p:tgtEl>
                                        <p:attrNameLst>
                                          <p:attrName>style.visibility</p:attrName>
                                        </p:attrNameLst>
                                      </p:cBhvr>
                                      <p:to>
                                        <p:strVal val="visible"/>
                                      </p:to>
                                    </p:set>
                                    <p:animEffect filter="fade" transition="in">
                                      <p:cBhvr>
                                        <p:cTn dur="1000"/>
                                        <p:tgtEl>
                                          <p:spTgt spid="595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961"/>
                                        </p:tgtEl>
                                        <p:attrNameLst>
                                          <p:attrName>style.visibility</p:attrName>
                                        </p:attrNameLst>
                                      </p:cBhvr>
                                      <p:to>
                                        <p:strVal val="visible"/>
                                      </p:to>
                                    </p:set>
                                    <p:animEffect filter="fade" transition="in">
                                      <p:cBhvr>
                                        <p:cTn dur="1000"/>
                                        <p:tgtEl>
                                          <p:spTgt spid="596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959"/>
                                        </p:tgtEl>
                                        <p:attrNameLst>
                                          <p:attrName>style.visibility</p:attrName>
                                        </p:attrNameLst>
                                      </p:cBhvr>
                                      <p:to>
                                        <p:strVal val="visible"/>
                                      </p:to>
                                    </p:set>
                                    <p:animEffect filter="fade" transition="in">
                                      <p:cBhvr>
                                        <p:cTn dur="1000"/>
                                        <p:tgtEl>
                                          <p:spTgt spid="595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965"/>
                                        </p:tgtEl>
                                        <p:attrNameLst>
                                          <p:attrName>style.visibility</p:attrName>
                                        </p:attrNameLst>
                                      </p:cBhvr>
                                      <p:to>
                                        <p:strVal val="visible"/>
                                      </p:to>
                                    </p:set>
                                    <p:animEffect filter="fade" transition="in">
                                      <p:cBhvr>
                                        <p:cTn dur="1000"/>
                                        <p:tgtEl>
                                          <p:spTgt spid="596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963"/>
                                        </p:tgtEl>
                                        <p:attrNameLst>
                                          <p:attrName>style.visibility</p:attrName>
                                        </p:attrNameLst>
                                      </p:cBhvr>
                                      <p:to>
                                        <p:strVal val="visible"/>
                                      </p:to>
                                    </p:set>
                                    <p:animEffect filter="fade" transition="in">
                                      <p:cBhvr>
                                        <p:cTn dur="1000"/>
                                        <p:tgtEl>
                                          <p:spTgt spid="596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41" name="Shape 6041"/>
        <p:cNvGrpSpPr/>
        <p:nvPr/>
      </p:nvGrpSpPr>
      <p:grpSpPr>
        <a:xfrm>
          <a:off x="0" y="0"/>
          <a:ext cx="0" cy="0"/>
          <a:chOff x="0" y="0"/>
          <a:chExt cx="0" cy="0"/>
        </a:xfrm>
      </p:grpSpPr>
      <p:sp>
        <p:nvSpPr>
          <p:cNvPr id="6042" name="Google Shape;6042;p107"/>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TEAMWORK MAKES THE DREAM WORK</a:t>
            </a:r>
            <a:endParaRPr/>
          </a:p>
        </p:txBody>
      </p:sp>
      <p:sp>
        <p:nvSpPr>
          <p:cNvPr id="6043" name="Google Shape;6043;p107"/>
          <p:cNvSpPr txBox="1"/>
          <p:nvPr>
            <p:ph idx="1" type="subTitle"/>
          </p:nvPr>
        </p:nvSpPr>
        <p:spPr>
          <a:xfrm>
            <a:off x="713400" y="3823384"/>
            <a:ext cx="2480700" cy="67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6044" name="Google Shape;6044;p107"/>
          <p:cNvSpPr txBox="1"/>
          <p:nvPr>
            <p:ph idx="2" type="title"/>
          </p:nvPr>
        </p:nvSpPr>
        <p:spPr>
          <a:xfrm>
            <a:off x="716100" y="3505500"/>
            <a:ext cx="24780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AMAZING ANNE</a:t>
            </a:r>
            <a:endParaRPr/>
          </a:p>
        </p:txBody>
      </p:sp>
      <p:sp>
        <p:nvSpPr>
          <p:cNvPr id="6045" name="Google Shape;6045;p107"/>
          <p:cNvSpPr txBox="1"/>
          <p:nvPr>
            <p:ph idx="3" type="subTitle"/>
          </p:nvPr>
        </p:nvSpPr>
        <p:spPr>
          <a:xfrm>
            <a:off x="3331750" y="3823377"/>
            <a:ext cx="2480700" cy="67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6046" name="Google Shape;6046;p107"/>
          <p:cNvSpPr txBox="1"/>
          <p:nvPr>
            <p:ph idx="4" type="title"/>
          </p:nvPr>
        </p:nvSpPr>
        <p:spPr>
          <a:xfrm>
            <a:off x="3334438" y="3505500"/>
            <a:ext cx="24780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CURIOUS CHARLIE</a:t>
            </a:r>
            <a:endParaRPr/>
          </a:p>
        </p:txBody>
      </p:sp>
      <p:sp>
        <p:nvSpPr>
          <p:cNvPr id="6047" name="Google Shape;6047;p107"/>
          <p:cNvSpPr txBox="1"/>
          <p:nvPr>
            <p:ph idx="5" type="subTitle"/>
          </p:nvPr>
        </p:nvSpPr>
        <p:spPr>
          <a:xfrm>
            <a:off x="5950081" y="3823377"/>
            <a:ext cx="2480700" cy="67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6048" name="Google Shape;6048;p107"/>
          <p:cNvSpPr txBox="1"/>
          <p:nvPr>
            <p:ph idx="6" type="title"/>
          </p:nvPr>
        </p:nvSpPr>
        <p:spPr>
          <a:xfrm>
            <a:off x="5952775" y="3505500"/>
            <a:ext cx="24780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BRILLIANT BIRDY</a:t>
            </a:r>
            <a:endParaRPr/>
          </a:p>
        </p:txBody>
      </p:sp>
      <p:pic>
        <p:nvPicPr>
          <p:cNvPr id="6049" name="Google Shape;6049;p107"/>
          <p:cNvPicPr preferRelativeResize="0"/>
          <p:nvPr/>
        </p:nvPicPr>
        <p:blipFill>
          <a:blip r:embed="rId3">
            <a:alphaModFix/>
          </a:blip>
          <a:stretch>
            <a:fillRect/>
          </a:stretch>
        </p:blipFill>
        <p:spPr>
          <a:xfrm>
            <a:off x="3633688" y="1473525"/>
            <a:ext cx="1879500" cy="1879500"/>
          </a:xfrm>
          <a:prstGeom prst="ellipse">
            <a:avLst/>
          </a:prstGeom>
          <a:noFill/>
          <a:ln>
            <a:noFill/>
          </a:ln>
        </p:spPr>
      </p:pic>
      <p:pic>
        <p:nvPicPr>
          <p:cNvPr id="6050" name="Google Shape;6050;p107"/>
          <p:cNvPicPr preferRelativeResize="0"/>
          <p:nvPr/>
        </p:nvPicPr>
        <p:blipFill>
          <a:blip r:embed="rId4">
            <a:alphaModFix/>
          </a:blip>
          <a:stretch>
            <a:fillRect/>
          </a:stretch>
        </p:blipFill>
        <p:spPr>
          <a:xfrm>
            <a:off x="6250675" y="1473525"/>
            <a:ext cx="1879500" cy="1879500"/>
          </a:xfrm>
          <a:prstGeom prst="ellipse">
            <a:avLst/>
          </a:prstGeom>
          <a:noFill/>
          <a:ln>
            <a:noFill/>
          </a:ln>
        </p:spPr>
      </p:pic>
      <p:pic>
        <p:nvPicPr>
          <p:cNvPr id="6051" name="Google Shape;6051;p107"/>
          <p:cNvPicPr preferRelativeResize="0"/>
          <p:nvPr/>
        </p:nvPicPr>
        <p:blipFill>
          <a:blip r:embed="rId5">
            <a:alphaModFix/>
          </a:blip>
          <a:stretch>
            <a:fillRect/>
          </a:stretch>
        </p:blipFill>
        <p:spPr>
          <a:xfrm>
            <a:off x="1015350" y="1473525"/>
            <a:ext cx="1879500" cy="1879500"/>
          </a:xfrm>
          <a:prstGeom prst="ellipse">
            <a:avLst/>
          </a:prstGeom>
          <a:noFill/>
          <a:ln>
            <a:noFill/>
          </a:ln>
        </p:spPr>
      </p:pic>
      <p:grpSp>
        <p:nvGrpSpPr>
          <p:cNvPr id="6052" name="Google Shape;6052;p107"/>
          <p:cNvGrpSpPr/>
          <p:nvPr/>
        </p:nvGrpSpPr>
        <p:grpSpPr>
          <a:xfrm flipH="1" rot="832836">
            <a:off x="2667835" y="2373620"/>
            <a:ext cx="442869" cy="748912"/>
            <a:chOff x="4774877" y="116629"/>
            <a:chExt cx="576785" cy="975095"/>
          </a:xfrm>
        </p:grpSpPr>
        <p:sp>
          <p:nvSpPr>
            <p:cNvPr id="6053" name="Google Shape;6053;p107"/>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07"/>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07"/>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07"/>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07"/>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07"/>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9" name="Google Shape;6059;p107"/>
          <p:cNvGrpSpPr/>
          <p:nvPr/>
        </p:nvGrpSpPr>
        <p:grpSpPr>
          <a:xfrm rot="-832652">
            <a:off x="5586402" y="1404921"/>
            <a:ext cx="388856" cy="657601"/>
            <a:chOff x="4774877" y="116629"/>
            <a:chExt cx="576785" cy="975095"/>
          </a:xfrm>
        </p:grpSpPr>
        <p:sp>
          <p:nvSpPr>
            <p:cNvPr id="6060" name="Google Shape;6060;p107"/>
            <p:cNvSpPr/>
            <p:nvPr/>
          </p:nvSpPr>
          <p:spPr>
            <a:xfrm>
              <a:off x="4778386" y="120783"/>
              <a:ext cx="573275" cy="970942"/>
            </a:xfrm>
            <a:custGeom>
              <a:rect b="b" l="l" r="r" t="t"/>
              <a:pathLst>
                <a:path extrusionOk="0" h="16598" w="9800">
                  <a:moveTo>
                    <a:pt x="36" y="1"/>
                  </a:moveTo>
                  <a:cubicBezTo>
                    <a:pt x="36" y="1"/>
                    <a:pt x="0" y="7728"/>
                    <a:pt x="1239" y="10859"/>
                  </a:cubicBezTo>
                  <a:cubicBezTo>
                    <a:pt x="2350" y="13681"/>
                    <a:pt x="8363" y="16598"/>
                    <a:pt x="9583" y="16598"/>
                  </a:cubicBezTo>
                  <a:cubicBezTo>
                    <a:pt x="9722" y="16598"/>
                    <a:pt x="9799" y="16560"/>
                    <a:pt x="9799" y="16479"/>
                  </a:cubicBezTo>
                  <a:cubicBezTo>
                    <a:pt x="9787" y="15681"/>
                    <a:pt x="9644" y="7788"/>
                    <a:pt x="7608" y="5502"/>
                  </a:cubicBezTo>
                  <a:cubicBezTo>
                    <a:pt x="5573" y="3240"/>
                    <a:pt x="36" y="1"/>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07"/>
            <p:cNvSpPr/>
            <p:nvPr/>
          </p:nvSpPr>
          <p:spPr>
            <a:xfrm>
              <a:off x="4774877" y="116629"/>
              <a:ext cx="553796" cy="957721"/>
            </a:xfrm>
            <a:custGeom>
              <a:rect b="b" l="l" r="r" t="t"/>
              <a:pathLst>
                <a:path extrusionOk="0" h="16372" w="9467">
                  <a:moveTo>
                    <a:pt x="179" y="1"/>
                  </a:moveTo>
                  <a:lnTo>
                    <a:pt x="1" y="131"/>
                  </a:lnTo>
                  <a:cubicBezTo>
                    <a:pt x="60" y="215"/>
                    <a:pt x="6787" y="8656"/>
                    <a:pt x="9252" y="16372"/>
                  </a:cubicBezTo>
                  <a:lnTo>
                    <a:pt x="9466" y="16312"/>
                  </a:lnTo>
                  <a:cubicBezTo>
                    <a:pt x="7002" y="8549"/>
                    <a:pt x="263" y="84"/>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07"/>
            <p:cNvSpPr/>
            <p:nvPr/>
          </p:nvSpPr>
          <p:spPr>
            <a:xfrm>
              <a:off x="4793713" y="469720"/>
              <a:ext cx="369880" cy="232001"/>
            </a:xfrm>
            <a:custGeom>
              <a:rect b="b" l="l" r="r" t="t"/>
              <a:pathLst>
                <a:path extrusionOk="0" h="3966" w="6323">
                  <a:moveTo>
                    <a:pt x="84" y="1"/>
                  </a:moveTo>
                  <a:lnTo>
                    <a:pt x="0" y="215"/>
                  </a:lnTo>
                  <a:cubicBezTo>
                    <a:pt x="36" y="239"/>
                    <a:pt x="4560" y="2073"/>
                    <a:pt x="6144" y="3966"/>
                  </a:cubicBezTo>
                  <a:lnTo>
                    <a:pt x="6323" y="3811"/>
                  </a:lnTo>
                  <a:cubicBezTo>
                    <a:pt x="4715" y="1882"/>
                    <a:pt x="274" y="72"/>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07"/>
            <p:cNvSpPr/>
            <p:nvPr/>
          </p:nvSpPr>
          <p:spPr>
            <a:xfrm>
              <a:off x="5093220" y="338101"/>
              <a:ext cx="52940" cy="329516"/>
            </a:xfrm>
            <a:custGeom>
              <a:rect b="b" l="l" r="r" t="t"/>
              <a:pathLst>
                <a:path extrusionOk="0" h="5633" w="905">
                  <a:moveTo>
                    <a:pt x="95" y="1"/>
                  </a:moveTo>
                  <a:cubicBezTo>
                    <a:pt x="95" y="179"/>
                    <a:pt x="0" y="4287"/>
                    <a:pt x="714" y="5632"/>
                  </a:cubicBezTo>
                  <a:lnTo>
                    <a:pt x="905" y="5513"/>
                  </a:lnTo>
                  <a:cubicBezTo>
                    <a:pt x="214" y="4227"/>
                    <a:pt x="321" y="48"/>
                    <a:pt x="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07"/>
            <p:cNvSpPr/>
            <p:nvPr/>
          </p:nvSpPr>
          <p:spPr>
            <a:xfrm>
              <a:off x="4878651" y="800582"/>
              <a:ext cx="404042" cy="156071"/>
            </a:xfrm>
            <a:custGeom>
              <a:rect b="b" l="l" r="r" t="t"/>
              <a:pathLst>
                <a:path extrusionOk="0" h="2668" w="6907">
                  <a:moveTo>
                    <a:pt x="1" y="0"/>
                  </a:moveTo>
                  <a:lnTo>
                    <a:pt x="1" y="227"/>
                  </a:lnTo>
                  <a:cubicBezTo>
                    <a:pt x="49" y="227"/>
                    <a:pt x="4418" y="370"/>
                    <a:pt x="6764" y="2667"/>
                  </a:cubicBezTo>
                  <a:lnTo>
                    <a:pt x="6907" y="2501"/>
                  </a:lnTo>
                  <a:cubicBezTo>
                    <a:pt x="4513" y="155"/>
                    <a:pt x="4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07"/>
            <p:cNvSpPr/>
            <p:nvPr/>
          </p:nvSpPr>
          <p:spPr>
            <a:xfrm>
              <a:off x="5211619" y="508036"/>
              <a:ext cx="59258" cy="383861"/>
            </a:xfrm>
            <a:custGeom>
              <a:rect b="b" l="l" r="r" t="t"/>
              <a:pathLst>
                <a:path extrusionOk="0" h="6562" w="1013">
                  <a:moveTo>
                    <a:pt x="786" y="1"/>
                  </a:moveTo>
                  <a:cubicBezTo>
                    <a:pt x="750" y="191"/>
                    <a:pt x="0" y="4680"/>
                    <a:pt x="679" y="6561"/>
                  </a:cubicBezTo>
                  <a:lnTo>
                    <a:pt x="905" y="6490"/>
                  </a:lnTo>
                  <a:cubicBezTo>
                    <a:pt x="226" y="4656"/>
                    <a:pt x="988" y="96"/>
                    <a:pt x="1012" y="48"/>
                  </a:cubicBez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6" name="Google Shape;6066;p107"/>
          <p:cNvGrpSpPr/>
          <p:nvPr/>
        </p:nvGrpSpPr>
        <p:grpSpPr>
          <a:xfrm flipH="1" rot="3540900">
            <a:off x="6080835" y="2699054"/>
            <a:ext cx="399587" cy="524814"/>
            <a:chOff x="1984450" y="1119863"/>
            <a:chExt cx="166125" cy="218175"/>
          </a:xfrm>
        </p:grpSpPr>
        <p:sp>
          <p:nvSpPr>
            <p:cNvPr id="6067" name="Google Shape;6067;p107"/>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07"/>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9" name="Google Shape;6069;p107"/>
          <p:cNvGrpSpPr/>
          <p:nvPr/>
        </p:nvGrpSpPr>
        <p:grpSpPr>
          <a:xfrm rot="-1171183">
            <a:off x="2781195" y="1367420"/>
            <a:ext cx="399588" cy="524806"/>
            <a:chOff x="1984450" y="1119863"/>
            <a:chExt cx="166125" cy="218175"/>
          </a:xfrm>
        </p:grpSpPr>
        <p:sp>
          <p:nvSpPr>
            <p:cNvPr id="6070" name="Google Shape;6070;p107"/>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07"/>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2" name="Google Shape;6072;p107"/>
          <p:cNvGrpSpPr/>
          <p:nvPr/>
        </p:nvGrpSpPr>
        <p:grpSpPr>
          <a:xfrm flipH="1" rot="-1978781">
            <a:off x="8125372" y="820716"/>
            <a:ext cx="395460" cy="1229393"/>
            <a:chOff x="-863525" y="1017825"/>
            <a:chExt cx="601300" cy="1869300"/>
          </a:xfrm>
        </p:grpSpPr>
        <p:sp>
          <p:nvSpPr>
            <p:cNvPr id="6073" name="Google Shape;6073;p107"/>
            <p:cNvSpPr/>
            <p:nvPr/>
          </p:nvSpPr>
          <p:spPr>
            <a:xfrm>
              <a:off x="-698900" y="1017825"/>
              <a:ext cx="270000" cy="175325"/>
            </a:xfrm>
            <a:custGeom>
              <a:rect b="b" l="l" r="r" t="t"/>
              <a:pathLst>
                <a:path extrusionOk="0" h="7013" w="10800">
                  <a:moveTo>
                    <a:pt x="667" y="0"/>
                  </a:moveTo>
                  <a:cubicBezTo>
                    <a:pt x="286" y="0"/>
                    <a:pt x="0" y="298"/>
                    <a:pt x="0" y="655"/>
                  </a:cubicBezTo>
                  <a:lnTo>
                    <a:pt x="0" y="6358"/>
                  </a:lnTo>
                  <a:cubicBezTo>
                    <a:pt x="0" y="6727"/>
                    <a:pt x="298" y="7013"/>
                    <a:pt x="667" y="7013"/>
                  </a:cubicBezTo>
                  <a:lnTo>
                    <a:pt x="10144" y="7013"/>
                  </a:lnTo>
                  <a:cubicBezTo>
                    <a:pt x="10501" y="7013"/>
                    <a:pt x="10799" y="6727"/>
                    <a:pt x="10799" y="6370"/>
                  </a:cubicBezTo>
                  <a:lnTo>
                    <a:pt x="10799" y="655"/>
                  </a:lnTo>
                  <a:cubicBezTo>
                    <a:pt x="10799" y="286"/>
                    <a:pt x="10501" y="0"/>
                    <a:pt x="101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07"/>
            <p:cNvSpPr/>
            <p:nvPr/>
          </p:nvSpPr>
          <p:spPr>
            <a:xfrm>
              <a:off x="-863525" y="1189275"/>
              <a:ext cx="601300" cy="1697850"/>
            </a:xfrm>
            <a:custGeom>
              <a:rect b="b" l="l" r="r" t="t"/>
              <a:pathLst>
                <a:path extrusionOk="0" h="67914" w="24052">
                  <a:moveTo>
                    <a:pt x="8002" y="0"/>
                  </a:moveTo>
                  <a:lnTo>
                    <a:pt x="8002" y="2000"/>
                  </a:lnTo>
                  <a:cubicBezTo>
                    <a:pt x="8002" y="2346"/>
                    <a:pt x="7895" y="2667"/>
                    <a:pt x="7704" y="2953"/>
                  </a:cubicBezTo>
                  <a:lnTo>
                    <a:pt x="799" y="12799"/>
                  </a:lnTo>
                  <a:cubicBezTo>
                    <a:pt x="275" y="13561"/>
                    <a:pt x="1" y="14454"/>
                    <a:pt x="1" y="15359"/>
                  </a:cubicBezTo>
                  <a:lnTo>
                    <a:pt x="1" y="24848"/>
                  </a:lnTo>
                  <a:lnTo>
                    <a:pt x="156" y="25146"/>
                  </a:lnTo>
                  <a:cubicBezTo>
                    <a:pt x="489" y="25753"/>
                    <a:pt x="656" y="26420"/>
                    <a:pt x="656" y="27111"/>
                  </a:cubicBezTo>
                  <a:lnTo>
                    <a:pt x="656" y="47827"/>
                  </a:lnTo>
                  <a:cubicBezTo>
                    <a:pt x="656" y="48280"/>
                    <a:pt x="561" y="48732"/>
                    <a:pt x="370" y="49161"/>
                  </a:cubicBezTo>
                  <a:lnTo>
                    <a:pt x="1" y="50006"/>
                  </a:lnTo>
                  <a:lnTo>
                    <a:pt x="1" y="63651"/>
                  </a:lnTo>
                  <a:lnTo>
                    <a:pt x="120" y="63651"/>
                  </a:lnTo>
                  <a:cubicBezTo>
                    <a:pt x="120" y="66008"/>
                    <a:pt x="2025" y="67913"/>
                    <a:pt x="4371" y="67913"/>
                  </a:cubicBezTo>
                  <a:cubicBezTo>
                    <a:pt x="5906" y="67913"/>
                    <a:pt x="7264" y="67092"/>
                    <a:pt x="8002" y="65877"/>
                  </a:cubicBezTo>
                  <a:cubicBezTo>
                    <a:pt x="8752" y="67092"/>
                    <a:pt x="10109" y="67913"/>
                    <a:pt x="11633" y="67913"/>
                  </a:cubicBezTo>
                  <a:cubicBezTo>
                    <a:pt x="13562" y="67913"/>
                    <a:pt x="15181" y="66651"/>
                    <a:pt x="15717" y="64901"/>
                  </a:cubicBezTo>
                  <a:cubicBezTo>
                    <a:pt x="16253" y="66651"/>
                    <a:pt x="17872" y="67913"/>
                    <a:pt x="19789" y="67913"/>
                  </a:cubicBezTo>
                  <a:cubicBezTo>
                    <a:pt x="22147" y="67913"/>
                    <a:pt x="24052" y="66008"/>
                    <a:pt x="24052" y="63651"/>
                  </a:cubicBezTo>
                  <a:lnTo>
                    <a:pt x="24052" y="50006"/>
                  </a:lnTo>
                  <a:lnTo>
                    <a:pt x="23683" y="49161"/>
                  </a:lnTo>
                  <a:cubicBezTo>
                    <a:pt x="23504" y="48744"/>
                    <a:pt x="23397" y="48280"/>
                    <a:pt x="23397" y="47827"/>
                  </a:cubicBezTo>
                  <a:lnTo>
                    <a:pt x="23397" y="27122"/>
                  </a:lnTo>
                  <a:cubicBezTo>
                    <a:pt x="23361" y="26432"/>
                    <a:pt x="23528" y="25753"/>
                    <a:pt x="23849" y="25158"/>
                  </a:cubicBezTo>
                  <a:lnTo>
                    <a:pt x="24016" y="24860"/>
                  </a:lnTo>
                  <a:lnTo>
                    <a:pt x="24016" y="15383"/>
                  </a:lnTo>
                  <a:cubicBezTo>
                    <a:pt x="24016" y="14454"/>
                    <a:pt x="23730" y="13561"/>
                    <a:pt x="23218" y="12823"/>
                  </a:cubicBezTo>
                  <a:lnTo>
                    <a:pt x="16313" y="2965"/>
                  </a:lnTo>
                  <a:cubicBezTo>
                    <a:pt x="16110" y="2679"/>
                    <a:pt x="16015" y="2357"/>
                    <a:pt x="16015" y="2012"/>
                  </a:cubicBezTo>
                  <a:lnTo>
                    <a:pt x="16015"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044"/>
                                        </p:tgtEl>
                                        <p:attrNameLst>
                                          <p:attrName>style.visibility</p:attrName>
                                        </p:attrNameLst>
                                      </p:cBhvr>
                                      <p:to>
                                        <p:strVal val="visible"/>
                                      </p:to>
                                    </p:set>
                                    <p:animEffect filter="fade" transition="in">
                                      <p:cBhvr>
                                        <p:cTn dur="1000"/>
                                        <p:tgtEl>
                                          <p:spTgt spid="6044"/>
                                        </p:tgtEl>
                                      </p:cBhvr>
                                    </p:animEffect>
                                  </p:childTnLst>
                                </p:cTn>
                              </p:par>
                              <p:par>
                                <p:cTn fill="hold" nodeType="withEffect" presetClass="entr" presetID="10" presetSubtype="0">
                                  <p:stCondLst>
                                    <p:cond delay="0"/>
                                  </p:stCondLst>
                                  <p:childTnLst>
                                    <p:set>
                                      <p:cBhvr>
                                        <p:cTn dur="1" fill="hold">
                                          <p:stCondLst>
                                            <p:cond delay="0"/>
                                          </p:stCondLst>
                                        </p:cTn>
                                        <p:tgtEl>
                                          <p:spTgt spid="6051"/>
                                        </p:tgtEl>
                                        <p:attrNameLst>
                                          <p:attrName>style.visibility</p:attrName>
                                        </p:attrNameLst>
                                      </p:cBhvr>
                                      <p:to>
                                        <p:strVal val="visible"/>
                                      </p:to>
                                    </p:set>
                                    <p:animEffect filter="fade" transition="in">
                                      <p:cBhvr>
                                        <p:cTn dur="1000"/>
                                        <p:tgtEl>
                                          <p:spTgt spid="6051"/>
                                        </p:tgtEl>
                                      </p:cBhvr>
                                    </p:animEffect>
                                  </p:childTnLst>
                                </p:cTn>
                              </p:par>
                              <p:par>
                                <p:cTn fill="hold" nodeType="withEffect" presetClass="entr" presetID="10" presetSubtype="0">
                                  <p:stCondLst>
                                    <p:cond delay="0"/>
                                  </p:stCondLst>
                                  <p:childTnLst>
                                    <p:set>
                                      <p:cBhvr>
                                        <p:cTn dur="1" fill="hold">
                                          <p:stCondLst>
                                            <p:cond delay="0"/>
                                          </p:stCondLst>
                                        </p:cTn>
                                        <p:tgtEl>
                                          <p:spTgt spid="6043"/>
                                        </p:tgtEl>
                                        <p:attrNameLst>
                                          <p:attrName>style.visibility</p:attrName>
                                        </p:attrNameLst>
                                      </p:cBhvr>
                                      <p:to>
                                        <p:strVal val="visible"/>
                                      </p:to>
                                    </p:set>
                                    <p:animEffect filter="fade" transition="in">
                                      <p:cBhvr>
                                        <p:cTn dur="1000"/>
                                        <p:tgtEl>
                                          <p:spTgt spid="6043"/>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052"/>
                                        </p:tgtEl>
                                        <p:attrNameLst>
                                          <p:attrName>style.visibility</p:attrName>
                                        </p:attrNameLst>
                                      </p:cBhvr>
                                      <p:to>
                                        <p:strVal val="visible"/>
                                      </p:to>
                                    </p:set>
                                    <p:animEffect filter="fade" transition="in">
                                      <p:cBhvr>
                                        <p:cTn dur="1000"/>
                                        <p:tgtEl>
                                          <p:spTgt spid="6052"/>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6069"/>
                                        </p:tgtEl>
                                        <p:attrNameLst>
                                          <p:attrName>style.visibility</p:attrName>
                                        </p:attrNameLst>
                                      </p:cBhvr>
                                      <p:to>
                                        <p:strVal val="visible"/>
                                      </p:to>
                                    </p:set>
                                    <p:animEffect filter="fade" transition="in">
                                      <p:cBhvr>
                                        <p:cTn dur="1000"/>
                                        <p:tgtEl>
                                          <p:spTgt spid="606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046"/>
                                        </p:tgtEl>
                                        <p:attrNameLst>
                                          <p:attrName>style.visibility</p:attrName>
                                        </p:attrNameLst>
                                      </p:cBhvr>
                                      <p:to>
                                        <p:strVal val="visible"/>
                                      </p:to>
                                    </p:set>
                                    <p:animEffect filter="fade" transition="in">
                                      <p:cBhvr>
                                        <p:cTn dur="1000"/>
                                        <p:tgtEl>
                                          <p:spTgt spid="6046"/>
                                        </p:tgtEl>
                                      </p:cBhvr>
                                    </p:animEffect>
                                  </p:childTnLst>
                                </p:cTn>
                              </p:par>
                              <p:par>
                                <p:cTn fill="hold" nodeType="withEffect" presetClass="entr" presetID="10" presetSubtype="0">
                                  <p:stCondLst>
                                    <p:cond delay="0"/>
                                  </p:stCondLst>
                                  <p:childTnLst>
                                    <p:set>
                                      <p:cBhvr>
                                        <p:cTn dur="1" fill="hold">
                                          <p:stCondLst>
                                            <p:cond delay="0"/>
                                          </p:stCondLst>
                                        </p:cTn>
                                        <p:tgtEl>
                                          <p:spTgt spid="6049"/>
                                        </p:tgtEl>
                                        <p:attrNameLst>
                                          <p:attrName>style.visibility</p:attrName>
                                        </p:attrNameLst>
                                      </p:cBhvr>
                                      <p:to>
                                        <p:strVal val="visible"/>
                                      </p:to>
                                    </p:set>
                                    <p:animEffect filter="fade" transition="in">
                                      <p:cBhvr>
                                        <p:cTn dur="1000"/>
                                        <p:tgtEl>
                                          <p:spTgt spid="6049"/>
                                        </p:tgtEl>
                                      </p:cBhvr>
                                    </p:animEffect>
                                  </p:childTnLst>
                                </p:cTn>
                              </p:par>
                              <p:par>
                                <p:cTn fill="hold" nodeType="withEffect" presetClass="entr" presetID="10" presetSubtype="0">
                                  <p:stCondLst>
                                    <p:cond delay="0"/>
                                  </p:stCondLst>
                                  <p:childTnLst>
                                    <p:set>
                                      <p:cBhvr>
                                        <p:cTn dur="1" fill="hold">
                                          <p:stCondLst>
                                            <p:cond delay="0"/>
                                          </p:stCondLst>
                                        </p:cTn>
                                        <p:tgtEl>
                                          <p:spTgt spid="6045"/>
                                        </p:tgtEl>
                                        <p:attrNameLst>
                                          <p:attrName>style.visibility</p:attrName>
                                        </p:attrNameLst>
                                      </p:cBhvr>
                                      <p:to>
                                        <p:strVal val="visible"/>
                                      </p:to>
                                    </p:set>
                                    <p:animEffect filter="fade" transition="in">
                                      <p:cBhvr>
                                        <p:cTn dur="1000"/>
                                        <p:tgtEl>
                                          <p:spTgt spid="6045"/>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059"/>
                                        </p:tgtEl>
                                        <p:attrNameLst>
                                          <p:attrName>style.visibility</p:attrName>
                                        </p:attrNameLst>
                                      </p:cBhvr>
                                      <p:to>
                                        <p:strVal val="visible"/>
                                      </p:to>
                                    </p:set>
                                    <p:animEffect filter="fade" transition="in">
                                      <p:cBhvr>
                                        <p:cTn dur="1000"/>
                                        <p:tgtEl>
                                          <p:spTgt spid="605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048"/>
                                        </p:tgtEl>
                                        <p:attrNameLst>
                                          <p:attrName>style.visibility</p:attrName>
                                        </p:attrNameLst>
                                      </p:cBhvr>
                                      <p:to>
                                        <p:strVal val="visible"/>
                                      </p:to>
                                    </p:set>
                                    <p:animEffect filter="fade" transition="in">
                                      <p:cBhvr>
                                        <p:cTn dur="1000"/>
                                        <p:tgtEl>
                                          <p:spTgt spid="6048"/>
                                        </p:tgtEl>
                                      </p:cBhvr>
                                    </p:animEffect>
                                  </p:childTnLst>
                                </p:cTn>
                              </p:par>
                              <p:par>
                                <p:cTn fill="hold" nodeType="withEffect" presetClass="entr" presetID="10" presetSubtype="0">
                                  <p:stCondLst>
                                    <p:cond delay="0"/>
                                  </p:stCondLst>
                                  <p:childTnLst>
                                    <p:set>
                                      <p:cBhvr>
                                        <p:cTn dur="1" fill="hold">
                                          <p:stCondLst>
                                            <p:cond delay="0"/>
                                          </p:stCondLst>
                                        </p:cTn>
                                        <p:tgtEl>
                                          <p:spTgt spid="6050"/>
                                        </p:tgtEl>
                                        <p:attrNameLst>
                                          <p:attrName>style.visibility</p:attrName>
                                        </p:attrNameLst>
                                      </p:cBhvr>
                                      <p:to>
                                        <p:strVal val="visible"/>
                                      </p:to>
                                    </p:set>
                                    <p:animEffect filter="fade" transition="in">
                                      <p:cBhvr>
                                        <p:cTn dur="1000"/>
                                        <p:tgtEl>
                                          <p:spTgt spid="6050"/>
                                        </p:tgtEl>
                                      </p:cBhvr>
                                    </p:animEffect>
                                  </p:childTnLst>
                                </p:cTn>
                              </p:par>
                              <p:par>
                                <p:cTn fill="hold" nodeType="withEffect" presetClass="entr" presetID="10" presetSubtype="0">
                                  <p:stCondLst>
                                    <p:cond delay="0"/>
                                  </p:stCondLst>
                                  <p:childTnLst>
                                    <p:set>
                                      <p:cBhvr>
                                        <p:cTn dur="1" fill="hold">
                                          <p:stCondLst>
                                            <p:cond delay="0"/>
                                          </p:stCondLst>
                                        </p:cTn>
                                        <p:tgtEl>
                                          <p:spTgt spid="6047"/>
                                        </p:tgtEl>
                                        <p:attrNameLst>
                                          <p:attrName>style.visibility</p:attrName>
                                        </p:attrNameLst>
                                      </p:cBhvr>
                                      <p:to>
                                        <p:strVal val="visible"/>
                                      </p:to>
                                    </p:set>
                                    <p:animEffect filter="fade" transition="in">
                                      <p:cBhvr>
                                        <p:cTn dur="1000"/>
                                        <p:tgtEl>
                                          <p:spTgt spid="6047"/>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066"/>
                                        </p:tgtEl>
                                        <p:attrNameLst>
                                          <p:attrName>style.visibility</p:attrName>
                                        </p:attrNameLst>
                                      </p:cBhvr>
                                      <p:to>
                                        <p:strVal val="visible"/>
                                      </p:to>
                                    </p:set>
                                    <p:animEffect filter="fade" transition="in">
                                      <p:cBhvr>
                                        <p:cTn dur="1000"/>
                                        <p:tgtEl>
                                          <p:spTgt spid="606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8" name="Shape 6078"/>
        <p:cNvGrpSpPr/>
        <p:nvPr/>
      </p:nvGrpSpPr>
      <p:grpSpPr>
        <a:xfrm>
          <a:off x="0" y="0"/>
          <a:ext cx="0" cy="0"/>
          <a:chOff x="0" y="0"/>
          <a:chExt cx="0" cy="0"/>
        </a:xfrm>
      </p:grpSpPr>
      <p:sp>
        <p:nvSpPr>
          <p:cNvPr id="6079" name="Google Shape;6079;p108"/>
          <p:cNvSpPr/>
          <p:nvPr/>
        </p:nvSpPr>
        <p:spPr>
          <a:xfrm rot="2052235">
            <a:off x="6039124" y="558853"/>
            <a:ext cx="1831018" cy="1308585"/>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08"/>
          <p:cNvSpPr/>
          <p:nvPr/>
        </p:nvSpPr>
        <p:spPr>
          <a:xfrm rot="-1557883">
            <a:off x="550223" y="1235665"/>
            <a:ext cx="1296710" cy="926788"/>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08"/>
          <p:cNvSpPr/>
          <p:nvPr/>
        </p:nvSpPr>
        <p:spPr>
          <a:xfrm>
            <a:off x="4673613" y="2210625"/>
            <a:ext cx="3018000" cy="2254500"/>
          </a:xfrm>
          <a:prstGeom prst="roundRect">
            <a:avLst>
              <a:gd fmla="val 2388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08"/>
          <p:cNvSpPr/>
          <p:nvPr/>
        </p:nvSpPr>
        <p:spPr>
          <a:xfrm>
            <a:off x="1452388" y="2210625"/>
            <a:ext cx="3018000" cy="2254500"/>
          </a:xfrm>
          <a:prstGeom prst="roundRect">
            <a:avLst>
              <a:gd fmla="val 2388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08"/>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MEET OUR TEAM</a:t>
            </a:r>
            <a:endParaRPr/>
          </a:p>
        </p:txBody>
      </p:sp>
      <p:sp>
        <p:nvSpPr>
          <p:cNvPr id="6084" name="Google Shape;6084;p108"/>
          <p:cNvSpPr txBox="1"/>
          <p:nvPr>
            <p:ph idx="1" type="subTitle"/>
          </p:nvPr>
        </p:nvSpPr>
        <p:spPr>
          <a:xfrm>
            <a:off x="1787713" y="3520055"/>
            <a:ext cx="2339700" cy="67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6085" name="Google Shape;6085;p108"/>
          <p:cNvSpPr txBox="1"/>
          <p:nvPr>
            <p:ph idx="2" type="subTitle"/>
          </p:nvPr>
        </p:nvSpPr>
        <p:spPr>
          <a:xfrm>
            <a:off x="5019960" y="3520055"/>
            <a:ext cx="2325300" cy="67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6086" name="Google Shape;6086;p108"/>
          <p:cNvSpPr txBox="1"/>
          <p:nvPr>
            <p:ph idx="3" type="title"/>
          </p:nvPr>
        </p:nvSpPr>
        <p:spPr>
          <a:xfrm>
            <a:off x="1790260" y="3202175"/>
            <a:ext cx="23373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6087" name="Google Shape;6087;p108"/>
          <p:cNvSpPr txBox="1"/>
          <p:nvPr>
            <p:ph idx="4" type="title"/>
          </p:nvPr>
        </p:nvSpPr>
        <p:spPr>
          <a:xfrm>
            <a:off x="5008075" y="3202175"/>
            <a:ext cx="23373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TIMMY JIMMY</a:t>
            </a:r>
            <a:endParaRPr/>
          </a:p>
        </p:txBody>
      </p:sp>
      <p:pic>
        <p:nvPicPr>
          <p:cNvPr id="6088" name="Google Shape;6088;p108"/>
          <p:cNvPicPr preferRelativeResize="0"/>
          <p:nvPr/>
        </p:nvPicPr>
        <p:blipFill>
          <a:blip r:embed="rId3">
            <a:alphaModFix/>
          </a:blip>
          <a:stretch>
            <a:fillRect/>
          </a:stretch>
        </p:blipFill>
        <p:spPr>
          <a:xfrm>
            <a:off x="5272863" y="1145450"/>
            <a:ext cx="1819500" cy="1819500"/>
          </a:xfrm>
          <a:prstGeom prst="ellipse">
            <a:avLst/>
          </a:prstGeom>
          <a:noFill/>
          <a:ln>
            <a:noFill/>
          </a:ln>
        </p:spPr>
      </p:pic>
      <p:pic>
        <p:nvPicPr>
          <p:cNvPr id="6089" name="Google Shape;6089;p108"/>
          <p:cNvPicPr preferRelativeResize="0"/>
          <p:nvPr/>
        </p:nvPicPr>
        <p:blipFill>
          <a:blip r:embed="rId4">
            <a:alphaModFix/>
          </a:blip>
          <a:stretch>
            <a:fillRect/>
          </a:stretch>
        </p:blipFill>
        <p:spPr>
          <a:xfrm>
            <a:off x="2049200" y="1230188"/>
            <a:ext cx="1819500" cy="1819500"/>
          </a:xfrm>
          <a:prstGeom prst="ellipse">
            <a:avLst/>
          </a:prstGeom>
          <a:noFill/>
          <a:ln>
            <a:noFill/>
          </a:ln>
        </p:spPr>
      </p:pic>
      <p:grpSp>
        <p:nvGrpSpPr>
          <p:cNvPr id="6090" name="Google Shape;6090;p108"/>
          <p:cNvGrpSpPr/>
          <p:nvPr/>
        </p:nvGrpSpPr>
        <p:grpSpPr>
          <a:xfrm flipH="1" rot="-529132">
            <a:off x="1181972" y="3100874"/>
            <a:ext cx="410907" cy="1193119"/>
            <a:chOff x="6512944" y="2975654"/>
            <a:chExt cx="1594853" cy="4630848"/>
          </a:xfrm>
        </p:grpSpPr>
        <p:grpSp>
          <p:nvGrpSpPr>
            <p:cNvPr id="6091" name="Google Shape;6091;p108"/>
            <p:cNvGrpSpPr/>
            <p:nvPr/>
          </p:nvGrpSpPr>
          <p:grpSpPr>
            <a:xfrm>
              <a:off x="6512944" y="2975654"/>
              <a:ext cx="1594853" cy="4630848"/>
              <a:chOff x="1460575" y="5630575"/>
              <a:chExt cx="645350" cy="1873775"/>
            </a:xfrm>
          </p:grpSpPr>
          <p:sp>
            <p:nvSpPr>
              <p:cNvPr id="6092" name="Google Shape;6092;p108"/>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08"/>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4" name="Google Shape;6094;p108"/>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5" name="Google Shape;6095;p108"/>
          <p:cNvGrpSpPr/>
          <p:nvPr/>
        </p:nvGrpSpPr>
        <p:grpSpPr>
          <a:xfrm flipH="1" rot="1859656">
            <a:off x="4319178" y="1513283"/>
            <a:ext cx="410984" cy="1193341"/>
            <a:chOff x="6512944" y="2975654"/>
            <a:chExt cx="1594853" cy="4630848"/>
          </a:xfrm>
        </p:grpSpPr>
        <p:grpSp>
          <p:nvGrpSpPr>
            <p:cNvPr id="6096" name="Google Shape;6096;p108"/>
            <p:cNvGrpSpPr/>
            <p:nvPr/>
          </p:nvGrpSpPr>
          <p:grpSpPr>
            <a:xfrm>
              <a:off x="6512944" y="2975654"/>
              <a:ext cx="1594853" cy="4630848"/>
              <a:chOff x="1460575" y="5630575"/>
              <a:chExt cx="645350" cy="1873775"/>
            </a:xfrm>
          </p:grpSpPr>
          <p:sp>
            <p:nvSpPr>
              <p:cNvPr id="6097" name="Google Shape;6097;p108"/>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08"/>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9" name="Google Shape;6099;p108"/>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0" name="Google Shape;6100;p108"/>
          <p:cNvGrpSpPr/>
          <p:nvPr/>
        </p:nvGrpSpPr>
        <p:grpSpPr>
          <a:xfrm flipH="1" rot="-1861486">
            <a:off x="7646349" y="2003544"/>
            <a:ext cx="410929" cy="1193182"/>
            <a:chOff x="6512944" y="2975654"/>
            <a:chExt cx="1594853" cy="4630848"/>
          </a:xfrm>
        </p:grpSpPr>
        <p:grpSp>
          <p:nvGrpSpPr>
            <p:cNvPr id="6101" name="Google Shape;6101;p108"/>
            <p:cNvGrpSpPr/>
            <p:nvPr/>
          </p:nvGrpSpPr>
          <p:grpSpPr>
            <a:xfrm>
              <a:off x="6512944" y="2975654"/>
              <a:ext cx="1594853" cy="4630848"/>
              <a:chOff x="1460575" y="5630575"/>
              <a:chExt cx="645350" cy="1873775"/>
            </a:xfrm>
          </p:grpSpPr>
          <p:sp>
            <p:nvSpPr>
              <p:cNvPr id="6102" name="Google Shape;6102;p108"/>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08"/>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4" name="Google Shape;6104;p108"/>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5" name="Google Shape;6105;p108"/>
          <p:cNvGrpSpPr/>
          <p:nvPr/>
        </p:nvGrpSpPr>
        <p:grpSpPr>
          <a:xfrm rot="-8701383">
            <a:off x="690341" y="-820534"/>
            <a:ext cx="894180" cy="2596359"/>
            <a:chOff x="6512944" y="2975654"/>
            <a:chExt cx="1594853" cy="4630848"/>
          </a:xfrm>
        </p:grpSpPr>
        <p:grpSp>
          <p:nvGrpSpPr>
            <p:cNvPr id="6106" name="Google Shape;6106;p108"/>
            <p:cNvGrpSpPr/>
            <p:nvPr/>
          </p:nvGrpSpPr>
          <p:grpSpPr>
            <a:xfrm>
              <a:off x="6512944" y="2975654"/>
              <a:ext cx="1594853" cy="4630848"/>
              <a:chOff x="1460575" y="5630575"/>
              <a:chExt cx="645350" cy="1873775"/>
            </a:xfrm>
          </p:grpSpPr>
          <p:sp>
            <p:nvSpPr>
              <p:cNvPr id="6107" name="Google Shape;6107;p108"/>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08"/>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9" name="Google Shape;6109;p108"/>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108"/>
          <p:cNvGrpSpPr/>
          <p:nvPr/>
        </p:nvGrpSpPr>
        <p:grpSpPr>
          <a:xfrm rot="1372190">
            <a:off x="7753506" y="3317747"/>
            <a:ext cx="894194" cy="2596398"/>
            <a:chOff x="6512944" y="2975654"/>
            <a:chExt cx="1594853" cy="4630848"/>
          </a:xfrm>
        </p:grpSpPr>
        <p:grpSp>
          <p:nvGrpSpPr>
            <p:cNvPr id="6111" name="Google Shape;6111;p108"/>
            <p:cNvGrpSpPr/>
            <p:nvPr/>
          </p:nvGrpSpPr>
          <p:grpSpPr>
            <a:xfrm>
              <a:off x="6512944" y="2975654"/>
              <a:ext cx="1594853" cy="4630848"/>
              <a:chOff x="1460575" y="5630575"/>
              <a:chExt cx="645350" cy="1873775"/>
            </a:xfrm>
          </p:grpSpPr>
          <p:sp>
            <p:nvSpPr>
              <p:cNvPr id="6112" name="Google Shape;6112;p108"/>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08"/>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4" name="Google Shape;6114;p108"/>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5" name="Google Shape;6115;p108"/>
          <p:cNvGrpSpPr/>
          <p:nvPr/>
        </p:nvGrpSpPr>
        <p:grpSpPr>
          <a:xfrm flipH="1" rot="-697830">
            <a:off x="7166200" y="3798757"/>
            <a:ext cx="896455" cy="1547248"/>
            <a:chOff x="2864350" y="1741813"/>
            <a:chExt cx="396500" cy="684350"/>
          </a:xfrm>
        </p:grpSpPr>
        <p:sp>
          <p:nvSpPr>
            <p:cNvPr id="6116" name="Google Shape;6116;p108"/>
            <p:cNvSpPr/>
            <p:nvPr/>
          </p:nvSpPr>
          <p:spPr>
            <a:xfrm>
              <a:off x="2971500" y="1792438"/>
              <a:ext cx="190225" cy="633725"/>
            </a:xfrm>
            <a:custGeom>
              <a:rect b="b" l="l" r="r" t="t"/>
              <a:pathLst>
                <a:path extrusionOk="0" h="25349" w="7609">
                  <a:moveTo>
                    <a:pt x="1727" y="0"/>
                  </a:moveTo>
                  <a:cubicBezTo>
                    <a:pt x="1667" y="0"/>
                    <a:pt x="1632" y="48"/>
                    <a:pt x="1608" y="107"/>
                  </a:cubicBezTo>
                  <a:cubicBezTo>
                    <a:pt x="1596" y="238"/>
                    <a:pt x="0" y="13407"/>
                    <a:pt x="7382" y="25289"/>
                  </a:cubicBezTo>
                  <a:cubicBezTo>
                    <a:pt x="7406" y="25325"/>
                    <a:pt x="7430" y="25348"/>
                    <a:pt x="7478" y="25348"/>
                  </a:cubicBezTo>
                  <a:cubicBezTo>
                    <a:pt x="7501" y="25348"/>
                    <a:pt x="7525" y="25348"/>
                    <a:pt x="7549" y="25301"/>
                  </a:cubicBezTo>
                  <a:cubicBezTo>
                    <a:pt x="7597" y="25277"/>
                    <a:pt x="7609" y="25217"/>
                    <a:pt x="7585" y="25158"/>
                  </a:cubicBezTo>
                  <a:cubicBezTo>
                    <a:pt x="239" y="13347"/>
                    <a:pt x="1822" y="250"/>
                    <a:pt x="1834" y="119"/>
                  </a:cubicBezTo>
                  <a:cubicBezTo>
                    <a:pt x="1834" y="60"/>
                    <a:pt x="1786" y="12"/>
                    <a:pt x="17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08"/>
            <p:cNvSpPr/>
            <p:nvPr/>
          </p:nvSpPr>
          <p:spPr>
            <a:xfrm>
              <a:off x="3127425" y="2229563"/>
              <a:ext cx="133425" cy="189450"/>
            </a:xfrm>
            <a:custGeom>
              <a:rect b="b" l="l" r="r" t="t"/>
              <a:pathLst>
                <a:path extrusionOk="0" h="7578" w="5337">
                  <a:moveTo>
                    <a:pt x="2359" y="0"/>
                  </a:moveTo>
                  <a:cubicBezTo>
                    <a:pt x="0" y="0"/>
                    <a:pt x="1133" y="7578"/>
                    <a:pt x="1133" y="7578"/>
                  </a:cubicBezTo>
                  <a:cubicBezTo>
                    <a:pt x="1133" y="7578"/>
                    <a:pt x="5336" y="613"/>
                    <a:pt x="2622" y="29"/>
                  </a:cubicBezTo>
                  <a:cubicBezTo>
                    <a:pt x="2530" y="10"/>
                    <a:pt x="2442" y="0"/>
                    <a:pt x="23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08"/>
            <p:cNvSpPr/>
            <p:nvPr/>
          </p:nvSpPr>
          <p:spPr>
            <a:xfrm>
              <a:off x="2951250" y="2331613"/>
              <a:ext cx="205425" cy="87400"/>
            </a:xfrm>
            <a:custGeom>
              <a:rect b="b" l="l" r="r" t="t"/>
              <a:pathLst>
                <a:path extrusionOk="0" h="3496" w="8217">
                  <a:moveTo>
                    <a:pt x="2148" y="0"/>
                  </a:moveTo>
                  <a:cubicBezTo>
                    <a:pt x="1646" y="0"/>
                    <a:pt x="1253" y="201"/>
                    <a:pt x="1049" y="698"/>
                  </a:cubicBezTo>
                  <a:cubicBezTo>
                    <a:pt x="1" y="3258"/>
                    <a:pt x="8216" y="3496"/>
                    <a:pt x="8216" y="3496"/>
                  </a:cubicBezTo>
                  <a:cubicBezTo>
                    <a:pt x="8216" y="3496"/>
                    <a:pt x="4240" y="0"/>
                    <a:pt x="21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108"/>
            <p:cNvSpPr/>
            <p:nvPr/>
          </p:nvSpPr>
          <p:spPr>
            <a:xfrm>
              <a:off x="3085500" y="2085338"/>
              <a:ext cx="130400" cy="182775"/>
            </a:xfrm>
            <a:custGeom>
              <a:rect b="b" l="l" r="r" t="t"/>
              <a:pathLst>
                <a:path extrusionOk="0" h="7311" w="5216">
                  <a:moveTo>
                    <a:pt x="2216" y="1"/>
                  </a:moveTo>
                  <a:cubicBezTo>
                    <a:pt x="43" y="1"/>
                    <a:pt x="1" y="7310"/>
                    <a:pt x="1" y="7310"/>
                  </a:cubicBezTo>
                  <a:cubicBezTo>
                    <a:pt x="1" y="7310"/>
                    <a:pt x="5215" y="1071"/>
                    <a:pt x="2632" y="83"/>
                  </a:cubicBezTo>
                  <a:cubicBezTo>
                    <a:pt x="2485" y="27"/>
                    <a:pt x="2347" y="1"/>
                    <a:pt x="22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08"/>
            <p:cNvSpPr/>
            <p:nvPr/>
          </p:nvSpPr>
          <p:spPr>
            <a:xfrm>
              <a:off x="2884275" y="2158213"/>
              <a:ext cx="201850" cy="110200"/>
            </a:xfrm>
            <a:custGeom>
              <a:rect b="b" l="l" r="r" t="t"/>
              <a:pathLst>
                <a:path extrusionOk="0" h="4408" w="8074">
                  <a:moveTo>
                    <a:pt x="2377" y="1"/>
                  </a:moveTo>
                  <a:cubicBezTo>
                    <a:pt x="1994" y="1"/>
                    <a:pt x="1670" y="160"/>
                    <a:pt x="1442" y="538"/>
                  </a:cubicBezTo>
                  <a:cubicBezTo>
                    <a:pt x="1" y="2907"/>
                    <a:pt x="8073" y="4407"/>
                    <a:pt x="8073" y="4407"/>
                  </a:cubicBezTo>
                  <a:cubicBezTo>
                    <a:pt x="8073" y="4407"/>
                    <a:pt x="4398" y="1"/>
                    <a:pt x="23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08"/>
            <p:cNvSpPr/>
            <p:nvPr/>
          </p:nvSpPr>
          <p:spPr>
            <a:xfrm>
              <a:off x="3031025" y="1940138"/>
              <a:ext cx="136950" cy="148175"/>
            </a:xfrm>
            <a:custGeom>
              <a:rect b="b" l="l" r="r" t="t"/>
              <a:pathLst>
                <a:path extrusionOk="0" h="5927" w="5478">
                  <a:moveTo>
                    <a:pt x="2933" y="1"/>
                  </a:moveTo>
                  <a:cubicBezTo>
                    <a:pt x="1144" y="1"/>
                    <a:pt x="1" y="5927"/>
                    <a:pt x="1" y="5927"/>
                  </a:cubicBezTo>
                  <a:cubicBezTo>
                    <a:pt x="1" y="5927"/>
                    <a:pt x="5478" y="1414"/>
                    <a:pt x="3430" y="152"/>
                  </a:cubicBezTo>
                  <a:cubicBezTo>
                    <a:pt x="3259" y="48"/>
                    <a:pt x="3094" y="1"/>
                    <a:pt x="29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08"/>
            <p:cNvSpPr/>
            <p:nvPr/>
          </p:nvSpPr>
          <p:spPr>
            <a:xfrm>
              <a:off x="2864350" y="1970563"/>
              <a:ext cx="167600" cy="118050"/>
            </a:xfrm>
            <a:custGeom>
              <a:rect b="b" l="l" r="r" t="t"/>
              <a:pathLst>
                <a:path extrusionOk="0" h="4722" w="6704">
                  <a:moveTo>
                    <a:pt x="2321" y="1"/>
                  </a:moveTo>
                  <a:cubicBezTo>
                    <a:pt x="2069" y="1"/>
                    <a:pt x="1835" y="100"/>
                    <a:pt x="1631" y="328"/>
                  </a:cubicBezTo>
                  <a:cubicBezTo>
                    <a:pt x="0" y="2138"/>
                    <a:pt x="6703" y="4722"/>
                    <a:pt x="6703" y="4722"/>
                  </a:cubicBezTo>
                  <a:cubicBezTo>
                    <a:pt x="6703" y="4722"/>
                    <a:pt x="4062" y="1"/>
                    <a:pt x="23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08"/>
            <p:cNvSpPr/>
            <p:nvPr/>
          </p:nvSpPr>
          <p:spPr>
            <a:xfrm>
              <a:off x="3014350" y="1802463"/>
              <a:ext cx="111350" cy="120375"/>
            </a:xfrm>
            <a:custGeom>
              <a:rect b="b" l="l" r="r" t="t"/>
              <a:pathLst>
                <a:path extrusionOk="0" h="4815" w="4454">
                  <a:moveTo>
                    <a:pt x="2366" y="0"/>
                  </a:moveTo>
                  <a:cubicBezTo>
                    <a:pt x="934" y="0"/>
                    <a:pt x="1" y="4814"/>
                    <a:pt x="1" y="4814"/>
                  </a:cubicBezTo>
                  <a:cubicBezTo>
                    <a:pt x="1" y="4814"/>
                    <a:pt x="4454" y="1147"/>
                    <a:pt x="2763" y="123"/>
                  </a:cubicBezTo>
                  <a:cubicBezTo>
                    <a:pt x="2627" y="39"/>
                    <a:pt x="2495" y="0"/>
                    <a:pt x="23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08"/>
            <p:cNvSpPr/>
            <p:nvPr/>
          </p:nvSpPr>
          <p:spPr>
            <a:xfrm>
              <a:off x="2878925" y="1827313"/>
              <a:ext cx="136350" cy="95800"/>
            </a:xfrm>
            <a:custGeom>
              <a:rect b="b" l="l" r="r" t="t"/>
              <a:pathLst>
                <a:path extrusionOk="0" h="3832" w="5454">
                  <a:moveTo>
                    <a:pt x="1890" y="1"/>
                  </a:moveTo>
                  <a:cubicBezTo>
                    <a:pt x="1682" y="1"/>
                    <a:pt x="1490" y="83"/>
                    <a:pt x="1322" y="272"/>
                  </a:cubicBezTo>
                  <a:cubicBezTo>
                    <a:pt x="1" y="1736"/>
                    <a:pt x="5454" y="3832"/>
                    <a:pt x="5454" y="3832"/>
                  </a:cubicBezTo>
                  <a:cubicBezTo>
                    <a:pt x="5454" y="3832"/>
                    <a:pt x="3307" y="1"/>
                    <a:pt x="18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08"/>
            <p:cNvSpPr/>
            <p:nvPr/>
          </p:nvSpPr>
          <p:spPr>
            <a:xfrm>
              <a:off x="2990250" y="1741813"/>
              <a:ext cx="54500" cy="53925"/>
            </a:xfrm>
            <a:custGeom>
              <a:rect b="b" l="l" r="r" t="t"/>
              <a:pathLst>
                <a:path extrusionOk="0" h="2157" w="2180">
                  <a:moveTo>
                    <a:pt x="1109" y="1"/>
                  </a:moveTo>
                  <a:cubicBezTo>
                    <a:pt x="524" y="1"/>
                    <a:pt x="48" y="461"/>
                    <a:pt x="12" y="1049"/>
                  </a:cubicBezTo>
                  <a:cubicBezTo>
                    <a:pt x="1" y="1644"/>
                    <a:pt x="453" y="2144"/>
                    <a:pt x="1048" y="2156"/>
                  </a:cubicBezTo>
                  <a:cubicBezTo>
                    <a:pt x="1063" y="2157"/>
                    <a:pt x="1078" y="2157"/>
                    <a:pt x="1092" y="2157"/>
                  </a:cubicBezTo>
                  <a:cubicBezTo>
                    <a:pt x="1668" y="2157"/>
                    <a:pt x="2156" y="1701"/>
                    <a:pt x="2167" y="1120"/>
                  </a:cubicBezTo>
                  <a:cubicBezTo>
                    <a:pt x="2179" y="525"/>
                    <a:pt x="1727" y="13"/>
                    <a:pt x="1132" y="1"/>
                  </a:cubicBezTo>
                  <a:cubicBezTo>
                    <a:pt x="1124" y="1"/>
                    <a:pt x="1117" y="1"/>
                    <a:pt x="1109"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08"/>
            <p:cNvSpPr/>
            <p:nvPr/>
          </p:nvSpPr>
          <p:spPr>
            <a:xfrm>
              <a:off x="2939350" y="1832313"/>
              <a:ext cx="126825" cy="93775"/>
            </a:xfrm>
            <a:custGeom>
              <a:rect b="b" l="l" r="r" t="t"/>
              <a:pathLst>
                <a:path extrusionOk="0" h="3751" w="5073">
                  <a:moveTo>
                    <a:pt x="4951" y="1"/>
                  </a:moveTo>
                  <a:cubicBezTo>
                    <a:pt x="4912" y="1"/>
                    <a:pt x="4871" y="19"/>
                    <a:pt x="4846" y="60"/>
                  </a:cubicBezTo>
                  <a:lnTo>
                    <a:pt x="3001" y="3453"/>
                  </a:lnTo>
                  <a:lnTo>
                    <a:pt x="191" y="953"/>
                  </a:lnTo>
                  <a:cubicBezTo>
                    <a:pt x="169" y="936"/>
                    <a:pt x="142" y="928"/>
                    <a:pt x="114" y="928"/>
                  </a:cubicBezTo>
                  <a:cubicBezTo>
                    <a:pt x="82" y="928"/>
                    <a:pt x="50" y="939"/>
                    <a:pt x="24" y="965"/>
                  </a:cubicBezTo>
                  <a:cubicBezTo>
                    <a:pt x="1" y="1013"/>
                    <a:pt x="1" y="1084"/>
                    <a:pt x="36" y="1132"/>
                  </a:cubicBezTo>
                  <a:lnTo>
                    <a:pt x="2953" y="3715"/>
                  </a:lnTo>
                  <a:cubicBezTo>
                    <a:pt x="2977" y="3739"/>
                    <a:pt x="3001" y="3751"/>
                    <a:pt x="3037" y="3751"/>
                  </a:cubicBezTo>
                  <a:cubicBezTo>
                    <a:pt x="3037" y="3751"/>
                    <a:pt x="3049" y="3751"/>
                    <a:pt x="3049" y="3739"/>
                  </a:cubicBezTo>
                  <a:cubicBezTo>
                    <a:pt x="3072" y="3715"/>
                    <a:pt x="3108" y="3703"/>
                    <a:pt x="3120" y="3680"/>
                  </a:cubicBezTo>
                  <a:lnTo>
                    <a:pt x="5037" y="155"/>
                  </a:lnTo>
                  <a:cubicBezTo>
                    <a:pt x="5073" y="120"/>
                    <a:pt x="5061" y="36"/>
                    <a:pt x="5001" y="12"/>
                  </a:cubicBezTo>
                  <a:cubicBezTo>
                    <a:pt x="4986" y="5"/>
                    <a:pt x="4969" y="1"/>
                    <a:pt x="49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08"/>
            <p:cNvSpPr/>
            <p:nvPr/>
          </p:nvSpPr>
          <p:spPr>
            <a:xfrm>
              <a:off x="3029250" y="1990363"/>
              <a:ext cx="66100" cy="99750"/>
            </a:xfrm>
            <a:custGeom>
              <a:rect b="b" l="l" r="r" t="t"/>
              <a:pathLst>
                <a:path extrusionOk="0" h="3990" w="2644">
                  <a:moveTo>
                    <a:pt x="2465" y="1"/>
                  </a:moveTo>
                  <a:lnTo>
                    <a:pt x="0" y="3858"/>
                  </a:lnTo>
                  <a:lnTo>
                    <a:pt x="191" y="3989"/>
                  </a:lnTo>
                  <a:lnTo>
                    <a:pt x="2643" y="120"/>
                  </a:lnTo>
                  <a:lnTo>
                    <a:pt x="24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08"/>
            <p:cNvSpPr/>
            <p:nvPr/>
          </p:nvSpPr>
          <p:spPr>
            <a:xfrm>
              <a:off x="2938750" y="2010988"/>
              <a:ext cx="96475" cy="80300"/>
            </a:xfrm>
            <a:custGeom>
              <a:rect b="b" l="l" r="r" t="t"/>
              <a:pathLst>
                <a:path extrusionOk="0" h="3212" w="3859">
                  <a:moveTo>
                    <a:pt x="145" y="0"/>
                  </a:moveTo>
                  <a:cubicBezTo>
                    <a:pt x="110" y="0"/>
                    <a:pt x="77" y="16"/>
                    <a:pt x="48" y="45"/>
                  </a:cubicBezTo>
                  <a:cubicBezTo>
                    <a:pt x="1" y="104"/>
                    <a:pt x="25" y="164"/>
                    <a:pt x="60" y="200"/>
                  </a:cubicBezTo>
                  <a:lnTo>
                    <a:pt x="3656" y="3176"/>
                  </a:lnTo>
                  <a:cubicBezTo>
                    <a:pt x="3680" y="3188"/>
                    <a:pt x="3692" y="3212"/>
                    <a:pt x="3727" y="3212"/>
                  </a:cubicBezTo>
                  <a:cubicBezTo>
                    <a:pt x="3751" y="3212"/>
                    <a:pt x="3787" y="3200"/>
                    <a:pt x="3811" y="3164"/>
                  </a:cubicBezTo>
                  <a:cubicBezTo>
                    <a:pt x="3858" y="3105"/>
                    <a:pt x="3846" y="3045"/>
                    <a:pt x="3799" y="2998"/>
                  </a:cubicBezTo>
                  <a:lnTo>
                    <a:pt x="215" y="21"/>
                  </a:lnTo>
                  <a:cubicBezTo>
                    <a:pt x="192" y="7"/>
                    <a:pt x="168" y="0"/>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08"/>
            <p:cNvSpPr/>
            <p:nvPr/>
          </p:nvSpPr>
          <p:spPr>
            <a:xfrm>
              <a:off x="2961675" y="2144188"/>
              <a:ext cx="169100" cy="126000"/>
            </a:xfrm>
            <a:custGeom>
              <a:rect b="b" l="l" r="r" t="t"/>
              <a:pathLst>
                <a:path extrusionOk="0" h="5040" w="6764">
                  <a:moveTo>
                    <a:pt x="6629" y="1"/>
                  </a:moveTo>
                  <a:cubicBezTo>
                    <a:pt x="6585" y="1"/>
                    <a:pt x="6542" y="32"/>
                    <a:pt x="6525" y="75"/>
                  </a:cubicBezTo>
                  <a:lnTo>
                    <a:pt x="4739" y="4778"/>
                  </a:lnTo>
                  <a:lnTo>
                    <a:pt x="179" y="2003"/>
                  </a:lnTo>
                  <a:cubicBezTo>
                    <a:pt x="164" y="1996"/>
                    <a:pt x="147" y="1992"/>
                    <a:pt x="129" y="1992"/>
                  </a:cubicBezTo>
                  <a:cubicBezTo>
                    <a:pt x="90" y="1992"/>
                    <a:pt x="49" y="2010"/>
                    <a:pt x="24" y="2051"/>
                  </a:cubicBezTo>
                  <a:cubicBezTo>
                    <a:pt x="1" y="2099"/>
                    <a:pt x="12" y="2170"/>
                    <a:pt x="72" y="2194"/>
                  </a:cubicBezTo>
                  <a:lnTo>
                    <a:pt x="4763" y="5028"/>
                  </a:lnTo>
                  <a:cubicBezTo>
                    <a:pt x="4775" y="5040"/>
                    <a:pt x="4799" y="5040"/>
                    <a:pt x="4823" y="5040"/>
                  </a:cubicBezTo>
                  <a:lnTo>
                    <a:pt x="4834" y="5040"/>
                  </a:lnTo>
                  <a:cubicBezTo>
                    <a:pt x="4882" y="5040"/>
                    <a:pt x="4894" y="5004"/>
                    <a:pt x="4906" y="4980"/>
                  </a:cubicBezTo>
                  <a:lnTo>
                    <a:pt x="6739" y="158"/>
                  </a:lnTo>
                  <a:cubicBezTo>
                    <a:pt x="6763" y="99"/>
                    <a:pt x="6739" y="27"/>
                    <a:pt x="6680" y="15"/>
                  </a:cubicBezTo>
                  <a:cubicBezTo>
                    <a:pt x="6664" y="5"/>
                    <a:pt x="6646" y="1"/>
                    <a:pt x="66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08"/>
            <p:cNvSpPr/>
            <p:nvPr/>
          </p:nvSpPr>
          <p:spPr>
            <a:xfrm>
              <a:off x="3153675" y="2283513"/>
              <a:ext cx="31875" cy="138475"/>
            </a:xfrm>
            <a:custGeom>
              <a:rect b="b" l="l" r="r" t="t"/>
              <a:pathLst>
                <a:path extrusionOk="0" h="5539" w="1275">
                  <a:moveTo>
                    <a:pt x="1148" y="1"/>
                  </a:moveTo>
                  <a:cubicBezTo>
                    <a:pt x="1095" y="1"/>
                    <a:pt x="1047" y="44"/>
                    <a:pt x="1036" y="98"/>
                  </a:cubicBezTo>
                  <a:lnTo>
                    <a:pt x="12" y="5408"/>
                  </a:lnTo>
                  <a:cubicBezTo>
                    <a:pt x="0" y="5467"/>
                    <a:pt x="36" y="5527"/>
                    <a:pt x="95" y="5539"/>
                  </a:cubicBezTo>
                  <a:lnTo>
                    <a:pt x="119" y="5539"/>
                  </a:lnTo>
                  <a:cubicBezTo>
                    <a:pt x="167" y="5539"/>
                    <a:pt x="214" y="5491"/>
                    <a:pt x="238" y="5455"/>
                  </a:cubicBezTo>
                  <a:lnTo>
                    <a:pt x="1262" y="133"/>
                  </a:lnTo>
                  <a:cubicBezTo>
                    <a:pt x="1274" y="74"/>
                    <a:pt x="1226" y="14"/>
                    <a:pt x="1167" y="2"/>
                  </a:cubicBezTo>
                  <a:cubicBezTo>
                    <a:pt x="1161" y="1"/>
                    <a:pt x="1154" y="1"/>
                    <a:pt x="11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08"/>
            <p:cNvSpPr/>
            <p:nvPr/>
          </p:nvSpPr>
          <p:spPr>
            <a:xfrm>
              <a:off x="3014075" y="2362738"/>
              <a:ext cx="131575" cy="54500"/>
            </a:xfrm>
            <a:custGeom>
              <a:rect b="b" l="l" r="r" t="t"/>
              <a:pathLst>
                <a:path extrusionOk="0" h="2180" w="5263">
                  <a:moveTo>
                    <a:pt x="71" y="0"/>
                  </a:moveTo>
                  <a:lnTo>
                    <a:pt x="0" y="203"/>
                  </a:lnTo>
                  <a:lnTo>
                    <a:pt x="5179" y="2179"/>
                  </a:lnTo>
                  <a:lnTo>
                    <a:pt x="5263" y="1977"/>
                  </a:lnTo>
                  <a:lnTo>
                    <a:pt x="7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2" name="Google Shape;6132;p108"/>
          <p:cNvGrpSpPr/>
          <p:nvPr/>
        </p:nvGrpSpPr>
        <p:grpSpPr>
          <a:xfrm rot="-5665238">
            <a:off x="1612137" y="1241040"/>
            <a:ext cx="399590" cy="524810"/>
            <a:chOff x="1984450" y="1119863"/>
            <a:chExt cx="166125" cy="218175"/>
          </a:xfrm>
        </p:grpSpPr>
        <p:sp>
          <p:nvSpPr>
            <p:cNvPr id="6133" name="Google Shape;6133;p108"/>
            <p:cNvSpPr/>
            <p:nvPr/>
          </p:nvSpPr>
          <p:spPr>
            <a:xfrm>
              <a:off x="1984450" y="1119863"/>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08"/>
            <p:cNvSpPr/>
            <p:nvPr/>
          </p:nvSpPr>
          <p:spPr>
            <a:xfrm>
              <a:off x="2049350" y="1165363"/>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5" name="Google Shape;6135;p108"/>
          <p:cNvGrpSpPr/>
          <p:nvPr/>
        </p:nvGrpSpPr>
        <p:grpSpPr>
          <a:xfrm rot="2523835">
            <a:off x="-1406" y="1488978"/>
            <a:ext cx="1212232" cy="1980835"/>
            <a:chOff x="4838975" y="1909000"/>
            <a:chExt cx="479850" cy="784050"/>
          </a:xfrm>
        </p:grpSpPr>
        <p:sp>
          <p:nvSpPr>
            <p:cNvPr id="6136" name="Google Shape;6136;p108"/>
            <p:cNvSpPr/>
            <p:nvPr/>
          </p:nvSpPr>
          <p:spPr>
            <a:xfrm>
              <a:off x="4998825" y="1909600"/>
              <a:ext cx="129800" cy="216400"/>
            </a:xfrm>
            <a:custGeom>
              <a:rect b="b" l="l" r="r" t="t"/>
              <a:pathLst>
                <a:path extrusionOk="0" h="8656" w="5192">
                  <a:moveTo>
                    <a:pt x="1906" y="0"/>
                  </a:moveTo>
                  <a:cubicBezTo>
                    <a:pt x="1906" y="0"/>
                    <a:pt x="1" y="4620"/>
                    <a:pt x="584" y="6465"/>
                  </a:cubicBezTo>
                  <a:cubicBezTo>
                    <a:pt x="1155" y="8311"/>
                    <a:pt x="3227" y="8656"/>
                    <a:pt x="3227" y="8656"/>
                  </a:cubicBezTo>
                  <a:cubicBezTo>
                    <a:pt x="3227" y="8656"/>
                    <a:pt x="5192" y="6370"/>
                    <a:pt x="4989" y="5001"/>
                  </a:cubicBezTo>
                  <a:cubicBezTo>
                    <a:pt x="4775" y="3655"/>
                    <a:pt x="1906" y="0"/>
                    <a:pt x="19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08"/>
            <p:cNvSpPr/>
            <p:nvPr/>
          </p:nvSpPr>
          <p:spPr>
            <a:xfrm>
              <a:off x="5005375" y="1909000"/>
              <a:ext cx="128600" cy="784050"/>
            </a:xfrm>
            <a:custGeom>
              <a:rect b="b" l="l" r="r" t="t"/>
              <a:pathLst>
                <a:path extrusionOk="0" h="31362" w="5144">
                  <a:moveTo>
                    <a:pt x="1751" y="0"/>
                  </a:moveTo>
                  <a:lnTo>
                    <a:pt x="1525" y="48"/>
                  </a:lnTo>
                  <a:cubicBezTo>
                    <a:pt x="1536" y="107"/>
                    <a:pt x="2727" y="5418"/>
                    <a:pt x="2906" y="7096"/>
                  </a:cubicBezTo>
                  <a:cubicBezTo>
                    <a:pt x="2941" y="7263"/>
                    <a:pt x="4918" y="23039"/>
                    <a:pt x="1" y="31242"/>
                  </a:cubicBezTo>
                  <a:lnTo>
                    <a:pt x="191" y="31361"/>
                  </a:lnTo>
                  <a:cubicBezTo>
                    <a:pt x="5144" y="23086"/>
                    <a:pt x="3144" y="7227"/>
                    <a:pt x="3132" y="7073"/>
                  </a:cubicBezTo>
                  <a:cubicBezTo>
                    <a:pt x="2953" y="5382"/>
                    <a:pt x="1763" y="60"/>
                    <a:pt x="17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108"/>
            <p:cNvSpPr/>
            <p:nvPr/>
          </p:nvSpPr>
          <p:spPr>
            <a:xfrm>
              <a:off x="4838975" y="2365475"/>
              <a:ext cx="219400" cy="231425"/>
            </a:xfrm>
            <a:custGeom>
              <a:rect b="b" l="l" r="r" t="t"/>
              <a:pathLst>
                <a:path extrusionOk="0" h="9257" w="8776">
                  <a:moveTo>
                    <a:pt x="188" y="1"/>
                  </a:moveTo>
                  <a:cubicBezTo>
                    <a:pt x="173" y="1"/>
                    <a:pt x="162" y="2"/>
                    <a:pt x="156" y="5"/>
                  </a:cubicBezTo>
                  <a:cubicBezTo>
                    <a:pt x="1" y="65"/>
                    <a:pt x="1811" y="3911"/>
                    <a:pt x="3501" y="6554"/>
                  </a:cubicBezTo>
                  <a:cubicBezTo>
                    <a:pt x="5204" y="9185"/>
                    <a:pt x="8419" y="9257"/>
                    <a:pt x="8419" y="9257"/>
                  </a:cubicBezTo>
                  <a:cubicBezTo>
                    <a:pt x="8776" y="6804"/>
                    <a:pt x="7228" y="3315"/>
                    <a:pt x="5573" y="2160"/>
                  </a:cubicBezTo>
                  <a:cubicBezTo>
                    <a:pt x="3979" y="1037"/>
                    <a:pt x="584" y="1"/>
                    <a:pt x="1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108"/>
            <p:cNvSpPr/>
            <p:nvPr/>
          </p:nvSpPr>
          <p:spPr>
            <a:xfrm>
              <a:off x="4896425" y="2110200"/>
              <a:ext cx="190825" cy="278650"/>
            </a:xfrm>
            <a:custGeom>
              <a:rect b="b" l="l" r="r" t="t"/>
              <a:pathLst>
                <a:path extrusionOk="0" h="11146" w="7633">
                  <a:moveTo>
                    <a:pt x="1" y="1"/>
                  </a:moveTo>
                  <a:cubicBezTo>
                    <a:pt x="1" y="1"/>
                    <a:pt x="1489" y="5156"/>
                    <a:pt x="2715" y="7299"/>
                  </a:cubicBezTo>
                  <a:cubicBezTo>
                    <a:pt x="3930" y="9454"/>
                    <a:pt x="7633" y="11145"/>
                    <a:pt x="7633" y="11145"/>
                  </a:cubicBezTo>
                  <a:cubicBezTo>
                    <a:pt x="7633" y="11145"/>
                    <a:pt x="7430" y="6585"/>
                    <a:pt x="6180" y="4275"/>
                  </a:cubicBezTo>
                  <a:cubicBezTo>
                    <a:pt x="4930" y="1966"/>
                    <a:pt x="1"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08"/>
            <p:cNvSpPr/>
            <p:nvPr/>
          </p:nvSpPr>
          <p:spPr>
            <a:xfrm>
              <a:off x="5089600" y="2034300"/>
              <a:ext cx="146175" cy="208700"/>
            </a:xfrm>
            <a:custGeom>
              <a:rect b="b" l="l" r="r" t="t"/>
              <a:pathLst>
                <a:path extrusionOk="0" h="8348" w="5847">
                  <a:moveTo>
                    <a:pt x="5646" y="0"/>
                  </a:moveTo>
                  <a:cubicBezTo>
                    <a:pt x="5290" y="0"/>
                    <a:pt x="2667" y="1905"/>
                    <a:pt x="1358" y="3668"/>
                  </a:cubicBezTo>
                  <a:cubicBezTo>
                    <a:pt x="1" y="5525"/>
                    <a:pt x="180" y="8347"/>
                    <a:pt x="180" y="8347"/>
                  </a:cubicBezTo>
                  <a:cubicBezTo>
                    <a:pt x="3406" y="7871"/>
                    <a:pt x="5061" y="5109"/>
                    <a:pt x="5371" y="3668"/>
                  </a:cubicBezTo>
                  <a:cubicBezTo>
                    <a:pt x="5680" y="2215"/>
                    <a:pt x="5847" y="215"/>
                    <a:pt x="5680" y="13"/>
                  </a:cubicBezTo>
                  <a:cubicBezTo>
                    <a:pt x="5674" y="4"/>
                    <a:pt x="5662" y="0"/>
                    <a:pt x="56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08"/>
            <p:cNvSpPr/>
            <p:nvPr/>
          </p:nvSpPr>
          <p:spPr>
            <a:xfrm>
              <a:off x="5081875" y="2257850"/>
              <a:ext cx="235175" cy="186650"/>
            </a:xfrm>
            <a:custGeom>
              <a:rect b="b" l="l" r="r" t="t"/>
              <a:pathLst>
                <a:path extrusionOk="0" h="7466" w="9407">
                  <a:moveTo>
                    <a:pt x="9406" y="0"/>
                  </a:moveTo>
                  <a:cubicBezTo>
                    <a:pt x="9406" y="0"/>
                    <a:pt x="6692" y="572"/>
                    <a:pt x="3941" y="2001"/>
                  </a:cubicBezTo>
                  <a:cubicBezTo>
                    <a:pt x="1167" y="3429"/>
                    <a:pt x="0" y="7466"/>
                    <a:pt x="0" y="7466"/>
                  </a:cubicBezTo>
                  <a:cubicBezTo>
                    <a:pt x="0" y="7466"/>
                    <a:pt x="4501" y="6942"/>
                    <a:pt x="6727" y="5227"/>
                  </a:cubicBezTo>
                  <a:cubicBezTo>
                    <a:pt x="8954" y="3537"/>
                    <a:pt x="9406" y="1"/>
                    <a:pt x="9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08"/>
            <p:cNvSpPr/>
            <p:nvPr/>
          </p:nvSpPr>
          <p:spPr>
            <a:xfrm>
              <a:off x="5019675" y="2508400"/>
              <a:ext cx="267000" cy="157350"/>
            </a:xfrm>
            <a:custGeom>
              <a:rect b="b" l="l" r="r" t="t"/>
              <a:pathLst>
                <a:path extrusionOk="0" h="6294" w="10680">
                  <a:moveTo>
                    <a:pt x="10465" y="1"/>
                  </a:moveTo>
                  <a:cubicBezTo>
                    <a:pt x="9676" y="1"/>
                    <a:pt x="6857" y="95"/>
                    <a:pt x="4417" y="1361"/>
                  </a:cubicBezTo>
                  <a:cubicBezTo>
                    <a:pt x="1548" y="2837"/>
                    <a:pt x="0" y="6111"/>
                    <a:pt x="167" y="6147"/>
                  </a:cubicBezTo>
                  <a:cubicBezTo>
                    <a:pt x="835" y="6249"/>
                    <a:pt x="1447" y="6294"/>
                    <a:pt x="2009" y="6294"/>
                  </a:cubicBezTo>
                  <a:cubicBezTo>
                    <a:pt x="5533" y="6294"/>
                    <a:pt x="7056" y="4505"/>
                    <a:pt x="7703" y="3540"/>
                  </a:cubicBezTo>
                  <a:cubicBezTo>
                    <a:pt x="8453" y="2420"/>
                    <a:pt x="10680" y="3"/>
                    <a:pt x="10680" y="3"/>
                  </a:cubicBezTo>
                  <a:cubicBezTo>
                    <a:pt x="10680" y="3"/>
                    <a:pt x="10604" y="1"/>
                    <a:pt x="104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08"/>
            <p:cNvSpPr/>
            <p:nvPr/>
          </p:nvSpPr>
          <p:spPr>
            <a:xfrm>
              <a:off x="4841375" y="2363225"/>
              <a:ext cx="210750" cy="235175"/>
            </a:xfrm>
            <a:custGeom>
              <a:rect b="b" l="l" r="r" t="t"/>
              <a:pathLst>
                <a:path extrusionOk="0" h="9407" w="8430">
                  <a:moveTo>
                    <a:pt x="131" y="0"/>
                  </a:moveTo>
                  <a:lnTo>
                    <a:pt x="0" y="179"/>
                  </a:lnTo>
                  <a:cubicBezTo>
                    <a:pt x="60" y="215"/>
                    <a:pt x="5156" y="4001"/>
                    <a:pt x="8227" y="9406"/>
                  </a:cubicBezTo>
                  <a:lnTo>
                    <a:pt x="8430" y="9299"/>
                  </a:lnTo>
                  <a:cubicBezTo>
                    <a:pt x="5310" y="3858"/>
                    <a:pt x="179" y="48"/>
                    <a:pt x="1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08"/>
            <p:cNvSpPr/>
            <p:nvPr/>
          </p:nvSpPr>
          <p:spPr>
            <a:xfrm>
              <a:off x="5024725" y="2505500"/>
              <a:ext cx="261650" cy="152425"/>
            </a:xfrm>
            <a:custGeom>
              <a:rect b="b" l="l" r="r" t="t"/>
              <a:pathLst>
                <a:path extrusionOk="0" h="6097" w="10466">
                  <a:moveTo>
                    <a:pt x="10442" y="0"/>
                  </a:moveTo>
                  <a:cubicBezTo>
                    <a:pt x="4334" y="786"/>
                    <a:pt x="48" y="5906"/>
                    <a:pt x="0" y="5954"/>
                  </a:cubicBezTo>
                  <a:lnTo>
                    <a:pt x="179" y="6096"/>
                  </a:lnTo>
                  <a:cubicBezTo>
                    <a:pt x="227" y="6037"/>
                    <a:pt x="4465" y="989"/>
                    <a:pt x="10466" y="215"/>
                  </a:cubicBezTo>
                  <a:lnTo>
                    <a:pt x="104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08"/>
            <p:cNvSpPr/>
            <p:nvPr/>
          </p:nvSpPr>
          <p:spPr>
            <a:xfrm>
              <a:off x="4894050" y="2108125"/>
              <a:ext cx="195875" cy="281600"/>
            </a:xfrm>
            <a:custGeom>
              <a:rect b="b" l="l" r="r" t="t"/>
              <a:pathLst>
                <a:path extrusionOk="0" h="11264" w="7835">
                  <a:moveTo>
                    <a:pt x="167" y="1"/>
                  </a:moveTo>
                  <a:lnTo>
                    <a:pt x="1" y="143"/>
                  </a:lnTo>
                  <a:cubicBezTo>
                    <a:pt x="72" y="203"/>
                    <a:pt x="5620" y="6085"/>
                    <a:pt x="7621" y="11264"/>
                  </a:cubicBezTo>
                  <a:lnTo>
                    <a:pt x="7835" y="11169"/>
                  </a:lnTo>
                  <a:cubicBezTo>
                    <a:pt x="5811" y="5966"/>
                    <a:pt x="227" y="60"/>
                    <a:pt x="1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08"/>
            <p:cNvSpPr/>
            <p:nvPr/>
          </p:nvSpPr>
          <p:spPr>
            <a:xfrm>
              <a:off x="5080375" y="2256050"/>
              <a:ext cx="238450" cy="190825"/>
            </a:xfrm>
            <a:custGeom>
              <a:rect b="b" l="l" r="r" t="t"/>
              <a:pathLst>
                <a:path extrusionOk="0" h="7633" w="9538">
                  <a:moveTo>
                    <a:pt x="9371" y="1"/>
                  </a:moveTo>
                  <a:cubicBezTo>
                    <a:pt x="6073" y="3632"/>
                    <a:pt x="60" y="7395"/>
                    <a:pt x="1" y="7442"/>
                  </a:cubicBezTo>
                  <a:lnTo>
                    <a:pt x="120" y="7633"/>
                  </a:lnTo>
                  <a:cubicBezTo>
                    <a:pt x="168" y="7597"/>
                    <a:pt x="6216" y="3811"/>
                    <a:pt x="9538" y="156"/>
                  </a:cubicBezTo>
                  <a:lnTo>
                    <a:pt x="937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08"/>
            <p:cNvSpPr/>
            <p:nvPr/>
          </p:nvSpPr>
          <p:spPr>
            <a:xfrm>
              <a:off x="5091100" y="2032825"/>
              <a:ext cx="142600" cy="202125"/>
            </a:xfrm>
            <a:custGeom>
              <a:rect b="b" l="l" r="r" t="t"/>
              <a:pathLst>
                <a:path extrusionOk="0" h="8085" w="5704">
                  <a:moveTo>
                    <a:pt x="5561" y="0"/>
                  </a:moveTo>
                  <a:cubicBezTo>
                    <a:pt x="2322" y="2548"/>
                    <a:pt x="24" y="7930"/>
                    <a:pt x="1" y="7989"/>
                  </a:cubicBezTo>
                  <a:lnTo>
                    <a:pt x="203" y="8085"/>
                  </a:lnTo>
                  <a:cubicBezTo>
                    <a:pt x="239" y="8025"/>
                    <a:pt x="2513" y="2679"/>
                    <a:pt x="5704" y="179"/>
                  </a:cubicBezTo>
                  <a:lnTo>
                    <a:pt x="55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084"/>
                                        </p:tgtEl>
                                        <p:attrNameLst>
                                          <p:attrName>style.visibility</p:attrName>
                                        </p:attrNameLst>
                                      </p:cBhvr>
                                      <p:to>
                                        <p:strVal val="visible"/>
                                      </p:to>
                                    </p:set>
                                    <p:animEffect filter="fade" transition="in">
                                      <p:cBhvr>
                                        <p:cTn dur="1000"/>
                                        <p:tgtEl>
                                          <p:spTgt spid="6084"/>
                                        </p:tgtEl>
                                      </p:cBhvr>
                                    </p:animEffect>
                                  </p:childTnLst>
                                </p:cTn>
                              </p:par>
                              <p:par>
                                <p:cTn fill="hold" nodeType="withEffect" presetClass="entr" presetID="10" presetSubtype="0">
                                  <p:stCondLst>
                                    <p:cond delay="0"/>
                                  </p:stCondLst>
                                  <p:childTnLst>
                                    <p:set>
                                      <p:cBhvr>
                                        <p:cTn dur="1" fill="hold">
                                          <p:stCondLst>
                                            <p:cond delay="0"/>
                                          </p:stCondLst>
                                        </p:cTn>
                                        <p:tgtEl>
                                          <p:spTgt spid="6086"/>
                                        </p:tgtEl>
                                        <p:attrNameLst>
                                          <p:attrName>style.visibility</p:attrName>
                                        </p:attrNameLst>
                                      </p:cBhvr>
                                      <p:to>
                                        <p:strVal val="visible"/>
                                      </p:to>
                                    </p:set>
                                    <p:animEffect filter="fade" transition="in">
                                      <p:cBhvr>
                                        <p:cTn dur="1000"/>
                                        <p:tgtEl>
                                          <p:spTgt spid="6086"/>
                                        </p:tgtEl>
                                      </p:cBhvr>
                                    </p:animEffect>
                                  </p:childTnLst>
                                </p:cTn>
                              </p:par>
                              <p:par>
                                <p:cTn fill="hold" nodeType="withEffect" presetClass="entr" presetID="10" presetSubtype="0">
                                  <p:stCondLst>
                                    <p:cond delay="0"/>
                                  </p:stCondLst>
                                  <p:childTnLst>
                                    <p:set>
                                      <p:cBhvr>
                                        <p:cTn dur="1" fill="hold">
                                          <p:stCondLst>
                                            <p:cond delay="0"/>
                                          </p:stCondLst>
                                        </p:cTn>
                                        <p:tgtEl>
                                          <p:spTgt spid="6089"/>
                                        </p:tgtEl>
                                        <p:attrNameLst>
                                          <p:attrName>style.visibility</p:attrName>
                                        </p:attrNameLst>
                                      </p:cBhvr>
                                      <p:to>
                                        <p:strVal val="visible"/>
                                      </p:to>
                                    </p:set>
                                    <p:animEffect filter="fade" transition="in">
                                      <p:cBhvr>
                                        <p:cTn dur="1000"/>
                                        <p:tgtEl>
                                          <p:spTgt spid="6089"/>
                                        </p:tgtEl>
                                      </p:cBhvr>
                                    </p:animEffect>
                                  </p:childTnLst>
                                </p:cTn>
                              </p:par>
                              <p:par>
                                <p:cTn fill="hold" nodeType="withEffect" presetClass="entr" presetID="10" presetSubtype="0">
                                  <p:stCondLst>
                                    <p:cond delay="0"/>
                                  </p:stCondLst>
                                  <p:childTnLst>
                                    <p:set>
                                      <p:cBhvr>
                                        <p:cTn dur="1" fill="hold">
                                          <p:stCondLst>
                                            <p:cond delay="0"/>
                                          </p:stCondLst>
                                        </p:cTn>
                                        <p:tgtEl>
                                          <p:spTgt spid="6082"/>
                                        </p:tgtEl>
                                        <p:attrNameLst>
                                          <p:attrName>style.visibility</p:attrName>
                                        </p:attrNameLst>
                                      </p:cBhvr>
                                      <p:to>
                                        <p:strVal val="visible"/>
                                      </p:to>
                                    </p:set>
                                    <p:animEffect filter="fade" transition="in">
                                      <p:cBhvr>
                                        <p:cTn dur="1000"/>
                                        <p:tgtEl>
                                          <p:spTgt spid="608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090"/>
                                        </p:tgtEl>
                                        <p:attrNameLst>
                                          <p:attrName>style.visibility</p:attrName>
                                        </p:attrNameLst>
                                      </p:cBhvr>
                                      <p:to>
                                        <p:strVal val="visible"/>
                                      </p:to>
                                    </p:set>
                                    <p:animEffect filter="fade" transition="in">
                                      <p:cBhvr>
                                        <p:cTn dur="1000"/>
                                        <p:tgtEl>
                                          <p:spTgt spid="6090"/>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6095"/>
                                        </p:tgtEl>
                                        <p:attrNameLst>
                                          <p:attrName>style.visibility</p:attrName>
                                        </p:attrNameLst>
                                      </p:cBhvr>
                                      <p:to>
                                        <p:strVal val="visible"/>
                                      </p:to>
                                    </p:set>
                                    <p:animEffect filter="fade" transition="in">
                                      <p:cBhvr>
                                        <p:cTn dur="1000"/>
                                        <p:tgtEl>
                                          <p:spTgt spid="609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085"/>
                                        </p:tgtEl>
                                        <p:attrNameLst>
                                          <p:attrName>style.visibility</p:attrName>
                                        </p:attrNameLst>
                                      </p:cBhvr>
                                      <p:to>
                                        <p:strVal val="visible"/>
                                      </p:to>
                                    </p:set>
                                    <p:animEffect filter="fade" transition="in">
                                      <p:cBhvr>
                                        <p:cTn dur="1000"/>
                                        <p:tgtEl>
                                          <p:spTgt spid="6085"/>
                                        </p:tgtEl>
                                      </p:cBhvr>
                                    </p:animEffect>
                                  </p:childTnLst>
                                </p:cTn>
                              </p:par>
                              <p:par>
                                <p:cTn fill="hold" nodeType="withEffect" presetClass="entr" presetID="10" presetSubtype="0">
                                  <p:stCondLst>
                                    <p:cond delay="0"/>
                                  </p:stCondLst>
                                  <p:childTnLst>
                                    <p:set>
                                      <p:cBhvr>
                                        <p:cTn dur="1" fill="hold">
                                          <p:stCondLst>
                                            <p:cond delay="0"/>
                                          </p:stCondLst>
                                        </p:cTn>
                                        <p:tgtEl>
                                          <p:spTgt spid="6087"/>
                                        </p:tgtEl>
                                        <p:attrNameLst>
                                          <p:attrName>style.visibility</p:attrName>
                                        </p:attrNameLst>
                                      </p:cBhvr>
                                      <p:to>
                                        <p:strVal val="visible"/>
                                      </p:to>
                                    </p:set>
                                    <p:animEffect filter="fade" transition="in">
                                      <p:cBhvr>
                                        <p:cTn dur="1000"/>
                                        <p:tgtEl>
                                          <p:spTgt spid="6087"/>
                                        </p:tgtEl>
                                      </p:cBhvr>
                                    </p:animEffect>
                                  </p:childTnLst>
                                </p:cTn>
                              </p:par>
                              <p:par>
                                <p:cTn fill="hold" nodeType="withEffect" presetClass="entr" presetID="10" presetSubtype="0">
                                  <p:stCondLst>
                                    <p:cond delay="0"/>
                                  </p:stCondLst>
                                  <p:childTnLst>
                                    <p:set>
                                      <p:cBhvr>
                                        <p:cTn dur="1" fill="hold">
                                          <p:stCondLst>
                                            <p:cond delay="0"/>
                                          </p:stCondLst>
                                        </p:cTn>
                                        <p:tgtEl>
                                          <p:spTgt spid="6088"/>
                                        </p:tgtEl>
                                        <p:attrNameLst>
                                          <p:attrName>style.visibility</p:attrName>
                                        </p:attrNameLst>
                                      </p:cBhvr>
                                      <p:to>
                                        <p:strVal val="visible"/>
                                      </p:to>
                                    </p:set>
                                    <p:animEffect filter="fade" transition="in">
                                      <p:cBhvr>
                                        <p:cTn dur="1000"/>
                                        <p:tgtEl>
                                          <p:spTgt spid="6088"/>
                                        </p:tgtEl>
                                      </p:cBhvr>
                                    </p:animEffect>
                                  </p:childTnLst>
                                </p:cTn>
                              </p:par>
                              <p:par>
                                <p:cTn fill="hold" nodeType="withEffect" presetClass="entr" presetID="10" presetSubtype="0">
                                  <p:stCondLst>
                                    <p:cond delay="0"/>
                                  </p:stCondLst>
                                  <p:childTnLst>
                                    <p:set>
                                      <p:cBhvr>
                                        <p:cTn dur="1" fill="hold">
                                          <p:stCondLst>
                                            <p:cond delay="0"/>
                                          </p:stCondLst>
                                        </p:cTn>
                                        <p:tgtEl>
                                          <p:spTgt spid="6081"/>
                                        </p:tgtEl>
                                        <p:attrNameLst>
                                          <p:attrName>style.visibility</p:attrName>
                                        </p:attrNameLst>
                                      </p:cBhvr>
                                      <p:to>
                                        <p:strVal val="visible"/>
                                      </p:to>
                                    </p:set>
                                    <p:animEffect filter="fade" transition="in">
                                      <p:cBhvr>
                                        <p:cTn dur="1000"/>
                                        <p:tgtEl>
                                          <p:spTgt spid="6081"/>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079"/>
                                        </p:tgtEl>
                                        <p:attrNameLst>
                                          <p:attrName>style.visibility</p:attrName>
                                        </p:attrNameLst>
                                      </p:cBhvr>
                                      <p:to>
                                        <p:strVal val="visible"/>
                                      </p:to>
                                    </p:set>
                                    <p:animEffect filter="fade" transition="in">
                                      <p:cBhvr>
                                        <p:cTn dur="1000"/>
                                        <p:tgtEl>
                                          <p:spTgt spid="6079"/>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6100"/>
                                        </p:tgtEl>
                                        <p:attrNameLst>
                                          <p:attrName>style.visibility</p:attrName>
                                        </p:attrNameLst>
                                      </p:cBhvr>
                                      <p:to>
                                        <p:strVal val="visible"/>
                                      </p:to>
                                    </p:set>
                                    <p:animEffect filter="fade" transition="in">
                                      <p:cBhvr>
                                        <p:cTn dur="1000"/>
                                        <p:tgtEl>
                                          <p:spTgt spid="610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1" name="Shape 6151"/>
        <p:cNvGrpSpPr/>
        <p:nvPr/>
      </p:nvGrpSpPr>
      <p:grpSpPr>
        <a:xfrm>
          <a:off x="0" y="0"/>
          <a:ext cx="0" cy="0"/>
          <a:chOff x="0" y="0"/>
          <a:chExt cx="0" cy="0"/>
        </a:xfrm>
      </p:grpSpPr>
      <p:grpSp>
        <p:nvGrpSpPr>
          <p:cNvPr id="6152" name="Google Shape;6152;p109"/>
          <p:cNvGrpSpPr/>
          <p:nvPr/>
        </p:nvGrpSpPr>
        <p:grpSpPr>
          <a:xfrm rot="5400000">
            <a:off x="4201288" y="-563706"/>
            <a:ext cx="1110842" cy="3460816"/>
            <a:chOff x="5131575" y="5566000"/>
            <a:chExt cx="601300" cy="1873750"/>
          </a:xfrm>
        </p:grpSpPr>
        <p:sp>
          <p:nvSpPr>
            <p:cNvPr id="6153" name="Google Shape;6153;p109"/>
            <p:cNvSpPr/>
            <p:nvPr/>
          </p:nvSpPr>
          <p:spPr>
            <a:xfrm>
              <a:off x="5296475" y="5566000"/>
              <a:ext cx="269700" cy="175625"/>
            </a:xfrm>
            <a:custGeom>
              <a:rect b="b" l="l" r="r" t="t"/>
              <a:pathLst>
                <a:path extrusionOk="0" h="7025" w="10788">
                  <a:moveTo>
                    <a:pt x="644" y="0"/>
                  </a:moveTo>
                  <a:cubicBezTo>
                    <a:pt x="275" y="0"/>
                    <a:pt x="1" y="298"/>
                    <a:pt x="1" y="655"/>
                  </a:cubicBezTo>
                  <a:lnTo>
                    <a:pt x="1" y="6370"/>
                  </a:lnTo>
                  <a:cubicBezTo>
                    <a:pt x="1" y="6739"/>
                    <a:pt x="298" y="7025"/>
                    <a:pt x="644" y="7025"/>
                  </a:cubicBezTo>
                  <a:lnTo>
                    <a:pt x="10133" y="7025"/>
                  </a:lnTo>
                  <a:cubicBezTo>
                    <a:pt x="10490" y="7025"/>
                    <a:pt x="10788" y="6739"/>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09"/>
            <p:cNvSpPr/>
            <p:nvPr/>
          </p:nvSpPr>
          <p:spPr>
            <a:xfrm>
              <a:off x="5131575" y="5741900"/>
              <a:ext cx="601300" cy="1697850"/>
            </a:xfrm>
            <a:custGeom>
              <a:rect b="b" l="l" r="r" t="t"/>
              <a:pathLst>
                <a:path extrusionOk="0" h="67914" w="24052">
                  <a:moveTo>
                    <a:pt x="8002" y="1"/>
                  </a:moveTo>
                  <a:lnTo>
                    <a:pt x="8002" y="1989"/>
                  </a:lnTo>
                  <a:cubicBezTo>
                    <a:pt x="8002" y="2334"/>
                    <a:pt x="7907" y="2668"/>
                    <a:pt x="7704" y="2941"/>
                  </a:cubicBezTo>
                  <a:lnTo>
                    <a:pt x="798" y="12800"/>
                  </a:lnTo>
                  <a:cubicBezTo>
                    <a:pt x="287" y="13562"/>
                    <a:pt x="1" y="14455"/>
                    <a:pt x="1" y="15360"/>
                  </a:cubicBezTo>
                  <a:lnTo>
                    <a:pt x="1" y="24837"/>
                  </a:lnTo>
                  <a:lnTo>
                    <a:pt x="167" y="25135"/>
                  </a:lnTo>
                  <a:cubicBezTo>
                    <a:pt x="489" y="25742"/>
                    <a:pt x="656" y="26421"/>
                    <a:pt x="656" y="27099"/>
                  </a:cubicBezTo>
                  <a:lnTo>
                    <a:pt x="656" y="47816"/>
                  </a:lnTo>
                  <a:cubicBezTo>
                    <a:pt x="656" y="48280"/>
                    <a:pt x="560" y="48733"/>
                    <a:pt x="370" y="49161"/>
                  </a:cubicBezTo>
                  <a:lnTo>
                    <a:pt x="1" y="50007"/>
                  </a:lnTo>
                  <a:lnTo>
                    <a:pt x="1" y="63651"/>
                  </a:lnTo>
                  <a:lnTo>
                    <a:pt x="120" y="63651"/>
                  </a:lnTo>
                  <a:cubicBezTo>
                    <a:pt x="120" y="66009"/>
                    <a:pt x="2025" y="67914"/>
                    <a:pt x="4370" y="67914"/>
                  </a:cubicBezTo>
                  <a:cubicBezTo>
                    <a:pt x="5906" y="67914"/>
                    <a:pt x="7264" y="67092"/>
                    <a:pt x="8002" y="65866"/>
                  </a:cubicBezTo>
                  <a:cubicBezTo>
                    <a:pt x="8752" y="67092"/>
                    <a:pt x="10109" y="67914"/>
                    <a:pt x="11633" y="67914"/>
                  </a:cubicBezTo>
                  <a:cubicBezTo>
                    <a:pt x="13562" y="67914"/>
                    <a:pt x="15181" y="66640"/>
                    <a:pt x="15717" y="64901"/>
                  </a:cubicBezTo>
                  <a:cubicBezTo>
                    <a:pt x="16253" y="66640"/>
                    <a:pt x="17872" y="67914"/>
                    <a:pt x="19789" y="67914"/>
                  </a:cubicBezTo>
                  <a:cubicBezTo>
                    <a:pt x="22146" y="67914"/>
                    <a:pt x="24051" y="66009"/>
                    <a:pt x="24051" y="63651"/>
                  </a:cubicBezTo>
                  <a:lnTo>
                    <a:pt x="24051" y="50007"/>
                  </a:lnTo>
                  <a:lnTo>
                    <a:pt x="23682" y="49161"/>
                  </a:lnTo>
                  <a:cubicBezTo>
                    <a:pt x="23504" y="48745"/>
                    <a:pt x="23397" y="48280"/>
                    <a:pt x="23397" y="47816"/>
                  </a:cubicBezTo>
                  <a:lnTo>
                    <a:pt x="23397" y="27099"/>
                  </a:lnTo>
                  <a:cubicBezTo>
                    <a:pt x="23361" y="26421"/>
                    <a:pt x="23528" y="25730"/>
                    <a:pt x="23861" y="25135"/>
                  </a:cubicBezTo>
                  <a:lnTo>
                    <a:pt x="24016" y="24837"/>
                  </a:lnTo>
                  <a:lnTo>
                    <a:pt x="24016" y="15360"/>
                  </a:lnTo>
                  <a:cubicBezTo>
                    <a:pt x="24016" y="14431"/>
                    <a:pt x="23742" y="13538"/>
                    <a:pt x="23218" y="12800"/>
                  </a:cubicBezTo>
                  <a:lnTo>
                    <a:pt x="16312" y="2941"/>
                  </a:lnTo>
                  <a:cubicBezTo>
                    <a:pt x="16122" y="2668"/>
                    <a:pt x="16015" y="2334"/>
                    <a:pt x="16015" y="1989"/>
                  </a:cubicBezTo>
                  <a:lnTo>
                    <a:pt x="1601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5" name="Google Shape;6155;p109"/>
          <p:cNvSpPr txBox="1"/>
          <p:nvPr>
            <p:ph type="title"/>
          </p:nvPr>
        </p:nvSpPr>
        <p:spPr>
          <a:xfrm>
            <a:off x="2949225" y="751050"/>
            <a:ext cx="3245700" cy="831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EXERCISE</a:t>
            </a:r>
            <a:endParaRPr/>
          </a:p>
        </p:txBody>
      </p:sp>
      <p:sp>
        <p:nvSpPr>
          <p:cNvPr id="6156" name="Google Shape;6156;p109"/>
          <p:cNvSpPr txBox="1"/>
          <p:nvPr>
            <p:ph idx="1" type="subTitle"/>
          </p:nvPr>
        </p:nvSpPr>
        <p:spPr>
          <a:xfrm>
            <a:off x="2536950" y="1848800"/>
            <a:ext cx="4070100" cy="67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use this slide to add an exercise or an assignment for the students</a:t>
            </a:r>
            <a:endParaRPr/>
          </a:p>
        </p:txBody>
      </p:sp>
      <p:sp>
        <p:nvSpPr>
          <p:cNvPr id="6157" name="Google Shape;6157;p109"/>
          <p:cNvSpPr txBox="1"/>
          <p:nvPr>
            <p:ph idx="2" type="body"/>
          </p:nvPr>
        </p:nvSpPr>
        <p:spPr>
          <a:xfrm>
            <a:off x="2596800" y="3188100"/>
            <a:ext cx="3950400" cy="14160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Venus has a beautiful name</a:t>
            </a:r>
            <a:endParaRPr/>
          </a:p>
          <a:p>
            <a:pPr indent="-330200" lvl="0" marL="457200" rtl="0" algn="l">
              <a:spcBef>
                <a:spcPts val="0"/>
              </a:spcBef>
              <a:spcAft>
                <a:spcPts val="0"/>
              </a:spcAft>
              <a:buSzPts val="1600"/>
              <a:buChar char="●"/>
            </a:pPr>
            <a:r>
              <a:rPr lang="en"/>
              <a:t>Venus is hotter than Mercury</a:t>
            </a:r>
            <a:endParaRPr/>
          </a:p>
          <a:p>
            <a:pPr indent="-330200" lvl="0" marL="457200" rtl="0" algn="l">
              <a:spcBef>
                <a:spcPts val="0"/>
              </a:spcBef>
              <a:spcAft>
                <a:spcPts val="0"/>
              </a:spcAft>
              <a:buSzPts val="1600"/>
              <a:buChar char="●"/>
            </a:pPr>
            <a:r>
              <a:rPr lang="en"/>
              <a:t>Venus spins clockwise on its axis</a:t>
            </a:r>
            <a:endParaRPr/>
          </a:p>
          <a:p>
            <a:pPr indent="-330200" lvl="0" marL="457200" rtl="0" algn="l">
              <a:spcBef>
                <a:spcPts val="0"/>
              </a:spcBef>
              <a:spcAft>
                <a:spcPts val="0"/>
              </a:spcAft>
              <a:buSzPts val="1600"/>
              <a:buChar char="●"/>
            </a:pPr>
            <a:r>
              <a:rPr lang="en"/>
              <a:t>It’s the second-brightest natural object in the night sky after the Moon</a:t>
            </a:r>
            <a:endParaRPr/>
          </a:p>
        </p:txBody>
      </p:sp>
      <p:sp>
        <p:nvSpPr>
          <p:cNvPr id="6158" name="Google Shape;6158;p109"/>
          <p:cNvSpPr/>
          <p:nvPr/>
        </p:nvSpPr>
        <p:spPr>
          <a:xfrm rot="4253446">
            <a:off x="7766826" y="3908828"/>
            <a:ext cx="232127" cy="47027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9" name="Google Shape;6159;p109"/>
          <p:cNvGrpSpPr/>
          <p:nvPr/>
        </p:nvGrpSpPr>
        <p:grpSpPr>
          <a:xfrm flipH="1" rot="-7739104">
            <a:off x="1625537" y="3738673"/>
            <a:ext cx="362604" cy="510695"/>
            <a:chOff x="1554950" y="3841075"/>
            <a:chExt cx="389950" cy="549200"/>
          </a:xfrm>
        </p:grpSpPr>
        <p:sp>
          <p:nvSpPr>
            <p:cNvPr id="6160" name="Google Shape;6160;p109"/>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09"/>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09"/>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09"/>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09"/>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09"/>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09"/>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09"/>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8" name="Google Shape;6168;p109"/>
          <p:cNvGrpSpPr/>
          <p:nvPr/>
        </p:nvGrpSpPr>
        <p:grpSpPr>
          <a:xfrm flipH="1" rot="-2339104">
            <a:off x="7375962" y="3197498"/>
            <a:ext cx="362604" cy="510695"/>
            <a:chOff x="1554950" y="3841075"/>
            <a:chExt cx="389950" cy="549200"/>
          </a:xfrm>
        </p:grpSpPr>
        <p:sp>
          <p:nvSpPr>
            <p:cNvPr id="6169" name="Google Shape;6169;p109"/>
            <p:cNvSpPr/>
            <p:nvPr/>
          </p:nvSpPr>
          <p:spPr>
            <a:xfrm>
              <a:off x="1554950" y="3875950"/>
              <a:ext cx="148550" cy="242200"/>
            </a:xfrm>
            <a:custGeom>
              <a:rect b="b" l="l" r="r" t="t"/>
              <a:pathLst>
                <a:path extrusionOk="0" h="9688" w="5942">
                  <a:moveTo>
                    <a:pt x="2057" y="0"/>
                  </a:moveTo>
                  <a:cubicBezTo>
                    <a:pt x="1465" y="0"/>
                    <a:pt x="885" y="319"/>
                    <a:pt x="465" y="1058"/>
                  </a:cubicBezTo>
                  <a:cubicBezTo>
                    <a:pt x="131" y="1642"/>
                    <a:pt x="24" y="2332"/>
                    <a:pt x="12" y="2999"/>
                  </a:cubicBezTo>
                  <a:cubicBezTo>
                    <a:pt x="0" y="5737"/>
                    <a:pt x="1715" y="8416"/>
                    <a:pt x="4191" y="9547"/>
                  </a:cubicBezTo>
                  <a:cubicBezTo>
                    <a:pt x="4357" y="9620"/>
                    <a:pt x="4540" y="9687"/>
                    <a:pt x="4712" y="9687"/>
                  </a:cubicBezTo>
                  <a:cubicBezTo>
                    <a:pt x="4824" y="9687"/>
                    <a:pt x="4931" y="9658"/>
                    <a:pt x="5025" y="9583"/>
                  </a:cubicBezTo>
                  <a:cubicBezTo>
                    <a:pt x="5132" y="9512"/>
                    <a:pt x="5203" y="9393"/>
                    <a:pt x="5263" y="9262"/>
                  </a:cubicBezTo>
                  <a:cubicBezTo>
                    <a:pt x="5941" y="7845"/>
                    <a:pt x="5656" y="6178"/>
                    <a:pt x="5299" y="4642"/>
                  </a:cubicBezTo>
                  <a:cubicBezTo>
                    <a:pt x="5013" y="3440"/>
                    <a:pt x="4668" y="2237"/>
                    <a:pt x="3989" y="1213"/>
                  </a:cubicBezTo>
                  <a:cubicBezTo>
                    <a:pt x="3501" y="464"/>
                    <a:pt x="2770" y="0"/>
                    <a:pt x="2057"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09"/>
            <p:cNvSpPr/>
            <p:nvPr/>
          </p:nvSpPr>
          <p:spPr>
            <a:xfrm>
              <a:off x="1717175" y="3964725"/>
              <a:ext cx="227725" cy="190050"/>
            </a:xfrm>
            <a:custGeom>
              <a:rect b="b" l="l" r="r" t="t"/>
              <a:pathLst>
                <a:path extrusionOk="0" h="7602" w="9109">
                  <a:moveTo>
                    <a:pt x="7160" y="0"/>
                  </a:moveTo>
                  <a:cubicBezTo>
                    <a:pt x="5976" y="0"/>
                    <a:pt x="4647" y="949"/>
                    <a:pt x="3858" y="1555"/>
                  </a:cubicBezTo>
                  <a:cubicBezTo>
                    <a:pt x="2334" y="2746"/>
                    <a:pt x="1084" y="4270"/>
                    <a:pt x="238" y="6008"/>
                  </a:cubicBezTo>
                  <a:cubicBezTo>
                    <a:pt x="119" y="6246"/>
                    <a:pt x="0" y="6497"/>
                    <a:pt x="60" y="6770"/>
                  </a:cubicBezTo>
                  <a:cubicBezTo>
                    <a:pt x="119" y="7032"/>
                    <a:pt x="345" y="7247"/>
                    <a:pt x="584" y="7378"/>
                  </a:cubicBezTo>
                  <a:cubicBezTo>
                    <a:pt x="882" y="7539"/>
                    <a:pt x="1202" y="7602"/>
                    <a:pt x="1530" y="7602"/>
                  </a:cubicBezTo>
                  <a:cubicBezTo>
                    <a:pt x="2000" y="7602"/>
                    <a:pt x="2485" y="7472"/>
                    <a:pt x="2941" y="7318"/>
                  </a:cubicBezTo>
                  <a:cubicBezTo>
                    <a:pt x="4429" y="6818"/>
                    <a:pt x="5822" y="6044"/>
                    <a:pt x="7037" y="5044"/>
                  </a:cubicBezTo>
                  <a:cubicBezTo>
                    <a:pt x="8108" y="4163"/>
                    <a:pt x="9108" y="2913"/>
                    <a:pt x="8930" y="1544"/>
                  </a:cubicBezTo>
                  <a:cubicBezTo>
                    <a:pt x="8894" y="1222"/>
                    <a:pt x="8775" y="889"/>
                    <a:pt x="8561" y="639"/>
                  </a:cubicBezTo>
                  <a:cubicBezTo>
                    <a:pt x="8158" y="178"/>
                    <a:pt x="7672" y="0"/>
                    <a:pt x="716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09"/>
            <p:cNvSpPr/>
            <p:nvPr/>
          </p:nvSpPr>
          <p:spPr>
            <a:xfrm>
              <a:off x="1621025" y="3841075"/>
              <a:ext cx="134850" cy="284400"/>
            </a:xfrm>
            <a:custGeom>
              <a:rect b="b" l="l" r="r" t="t"/>
              <a:pathLst>
                <a:path extrusionOk="0" h="11376" w="5394">
                  <a:moveTo>
                    <a:pt x="2755" y="0"/>
                  </a:moveTo>
                  <a:cubicBezTo>
                    <a:pt x="2745" y="0"/>
                    <a:pt x="2736" y="1"/>
                    <a:pt x="2727" y="1"/>
                  </a:cubicBezTo>
                  <a:cubicBezTo>
                    <a:pt x="2132" y="13"/>
                    <a:pt x="1584" y="358"/>
                    <a:pt x="1215" y="810"/>
                  </a:cubicBezTo>
                  <a:cubicBezTo>
                    <a:pt x="834" y="1263"/>
                    <a:pt x="631" y="1834"/>
                    <a:pt x="477" y="2406"/>
                  </a:cubicBezTo>
                  <a:cubicBezTo>
                    <a:pt x="0" y="4275"/>
                    <a:pt x="203" y="6263"/>
                    <a:pt x="810" y="8085"/>
                  </a:cubicBezTo>
                  <a:cubicBezTo>
                    <a:pt x="1167" y="9168"/>
                    <a:pt x="1703" y="10240"/>
                    <a:pt x="2548" y="11014"/>
                  </a:cubicBezTo>
                  <a:cubicBezTo>
                    <a:pt x="2757" y="11189"/>
                    <a:pt x="2986" y="11375"/>
                    <a:pt x="3253" y="11375"/>
                  </a:cubicBezTo>
                  <a:cubicBezTo>
                    <a:pt x="3276" y="11375"/>
                    <a:pt x="3299" y="11374"/>
                    <a:pt x="3322" y="11371"/>
                  </a:cubicBezTo>
                  <a:cubicBezTo>
                    <a:pt x="3787" y="11323"/>
                    <a:pt x="4013" y="10788"/>
                    <a:pt x="4132" y="10347"/>
                  </a:cubicBezTo>
                  <a:cubicBezTo>
                    <a:pt x="4703" y="8156"/>
                    <a:pt x="4977" y="5942"/>
                    <a:pt x="5227" y="3703"/>
                  </a:cubicBezTo>
                  <a:cubicBezTo>
                    <a:pt x="5393" y="2258"/>
                    <a:pt x="4510" y="0"/>
                    <a:pt x="275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09"/>
            <p:cNvSpPr/>
            <p:nvPr/>
          </p:nvSpPr>
          <p:spPr>
            <a:xfrm>
              <a:off x="1653175" y="3854550"/>
              <a:ext cx="229525" cy="291100"/>
            </a:xfrm>
            <a:custGeom>
              <a:rect b="b" l="l" r="r" t="t"/>
              <a:pathLst>
                <a:path extrusionOk="0" h="11644" w="9181">
                  <a:moveTo>
                    <a:pt x="6145" y="0"/>
                  </a:moveTo>
                  <a:cubicBezTo>
                    <a:pt x="5827" y="0"/>
                    <a:pt x="5508" y="43"/>
                    <a:pt x="5203" y="128"/>
                  </a:cubicBezTo>
                  <a:cubicBezTo>
                    <a:pt x="3929" y="474"/>
                    <a:pt x="2905" y="1414"/>
                    <a:pt x="2084" y="2438"/>
                  </a:cubicBezTo>
                  <a:cubicBezTo>
                    <a:pt x="977" y="3819"/>
                    <a:pt x="143" y="5462"/>
                    <a:pt x="60" y="7213"/>
                  </a:cubicBezTo>
                  <a:cubicBezTo>
                    <a:pt x="0" y="8665"/>
                    <a:pt x="500" y="10368"/>
                    <a:pt x="1667" y="11296"/>
                  </a:cubicBezTo>
                  <a:cubicBezTo>
                    <a:pt x="1986" y="11544"/>
                    <a:pt x="2376" y="11644"/>
                    <a:pt x="2789" y="11644"/>
                  </a:cubicBezTo>
                  <a:cubicBezTo>
                    <a:pt x="3686" y="11644"/>
                    <a:pt x="4691" y="11173"/>
                    <a:pt x="5311" y="10725"/>
                  </a:cubicBezTo>
                  <a:cubicBezTo>
                    <a:pt x="6096" y="10165"/>
                    <a:pt x="6715" y="9380"/>
                    <a:pt x="7251" y="8570"/>
                  </a:cubicBezTo>
                  <a:cubicBezTo>
                    <a:pt x="8323" y="6951"/>
                    <a:pt x="9180" y="5105"/>
                    <a:pt x="9168" y="3164"/>
                  </a:cubicBezTo>
                  <a:cubicBezTo>
                    <a:pt x="9168" y="2510"/>
                    <a:pt x="9049" y="1831"/>
                    <a:pt x="8704" y="1283"/>
                  </a:cubicBezTo>
                  <a:cubicBezTo>
                    <a:pt x="8169" y="432"/>
                    <a:pt x="7159" y="0"/>
                    <a:pt x="6145"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09"/>
            <p:cNvSpPr/>
            <p:nvPr/>
          </p:nvSpPr>
          <p:spPr>
            <a:xfrm>
              <a:off x="1559700" y="4092300"/>
              <a:ext cx="161950" cy="62975"/>
            </a:xfrm>
            <a:custGeom>
              <a:rect b="b" l="l" r="r" t="t"/>
              <a:pathLst>
                <a:path extrusionOk="0" h="2519" w="6478">
                  <a:moveTo>
                    <a:pt x="1" y="0"/>
                  </a:moveTo>
                  <a:lnTo>
                    <a:pt x="1" y="0"/>
                  </a:lnTo>
                  <a:cubicBezTo>
                    <a:pt x="287" y="977"/>
                    <a:pt x="870" y="1965"/>
                    <a:pt x="1822" y="2334"/>
                  </a:cubicBezTo>
                  <a:cubicBezTo>
                    <a:pt x="2180" y="2469"/>
                    <a:pt x="2556" y="2518"/>
                    <a:pt x="2940" y="2518"/>
                  </a:cubicBezTo>
                  <a:cubicBezTo>
                    <a:pt x="3603" y="2518"/>
                    <a:pt x="4290" y="2373"/>
                    <a:pt x="4954" y="2275"/>
                  </a:cubicBezTo>
                  <a:cubicBezTo>
                    <a:pt x="5192" y="2239"/>
                    <a:pt x="5487" y="2182"/>
                    <a:pt x="5765" y="2182"/>
                  </a:cubicBezTo>
                  <a:cubicBezTo>
                    <a:pt x="6043" y="2182"/>
                    <a:pt x="6305" y="2239"/>
                    <a:pt x="6478" y="2429"/>
                  </a:cubicBezTo>
                  <a:cubicBezTo>
                    <a:pt x="6204" y="1572"/>
                    <a:pt x="5430" y="917"/>
                    <a:pt x="4573" y="798"/>
                  </a:cubicBezTo>
                  <a:cubicBezTo>
                    <a:pt x="4458" y="784"/>
                    <a:pt x="4342" y="778"/>
                    <a:pt x="4227" y="778"/>
                  </a:cubicBezTo>
                  <a:cubicBezTo>
                    <a:pt x="3582" y="778"/>
                    <a:pt x="2931" y="965"/>
                    <a:pt x="2289" y="965"/>
                  </a:cubicBezTo>
                  <a:cubicBezTo>
                    <a:pt x="2272" y="965"/>
                    <a:pt x="2256" y="965"/>
                    <a:pt x="2239" y="965"/>
                  </a:cubicBezTo>
                  <a:cubicBezTo>
                    <a:pt x="1406" y="953"/>
                    <a:pt x="584" y="59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09"/>
            <p:cNvSpPr/>
            <p:nvPr/>
          </p:nvSpPr>
          <p:spPr>
            <a:xfrm>
              <a:off x="1707050" y="4133775"/>
              <a:ext cx="166400" cy="85700"/>
            </a:xfrm>
            <a:custGeom>
              <a:rect b="b" l="l" r="r" t="t"/>
              <a:pathLst>
                <a:path extrusionOk="0" h="3428" w="6656">
                  <a:moveTo>
                    <a:pt x="1594" y="0"/>
                  </a:moveTo>
                  <a:cubicBezTo>
                    <a:pt x="1021" y="0"/>
                    <a:pt x="449" y="179"/>
                    <a:pt x="0" y="532"/>
                  </a:cubicBezTo>
                  <a:cubicBezTo>
                    <a:pt x="143" y="501"/>
                    <a:pt x="288" y="486"/>
                    <a:pt x="433" y="486"/>
                  </a:cubicBezTo>
                  <a:cubicBezTo>
                    <a:pt x="1326" y="486"/>
                    <a:pt x="2213" y="1061"/>
                    <a:pt x="2572" y="1901"/>
                  </a:cubicBezTo>
                  <a:cubicBezTo>
                    <a:pt x="2715" y="2163"/>
                    <a:pt x="2775" y="2449"/>
                    <a:pt x="2929" y="2699"/>
                  </a:cubicBezTo>
                  <a:cubicBezTo>
                    <a:pt x="3249" y="3189"/>
                    <a:pt x="3847" y="3427"/>
                    <a:pt x="4432" y="3427"/>
                  </a:cubicBezTo>
                  <a:cubicBezTo>
                    <a:pt x="4544" y="3427"/>
                    <a:pt x="4654" y="3419"/>
                    <a:pt x="4763" y="3402"/>
                  </a:cubicBezTo>
                  <a:cubicBezTo>
                    <a:pt x="5453" y="3306"/>
                    <a:pt x="6061" y="2925"/>
                    <a:pt x="6656" y="2580"/>
                  </a:cubicBezTo>
                  <a:lnTo>
                    <a:pt x="6656" y="2580"/>
                  </a:lnTo>
                  <a:cubicBezTo>
                    <a:pt x="6512" y="2627"/>
                    <a:pt x="6365" y="2649"/>
                    <a:pt x="6218" y="2649"/>
                  </a:cubicBezTo>
                  <a:cubicBezTo>
                    <a:pt x="5619" y="2649"/>
                    <a:pt x="5009" y="2296"/>
                    <a:pt x="4560" y="1866"/>
                  </a:cubicBezTo>
                  <a:cubicBezTo>
                    <a:pt x="3989" y="1330"/>
                    <a:pt x="3513" y="675"/>
                    <a:pt x="2834" y="306"/>
                  </a:cubicBezTo>
                  <a:cubicBezTo>
                    <a:pt x="2456" y="101"/>
                    <a:pt x="2025" y="0"/>
                    <a:pt x="15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09"/>
            <p:cNvSpPr/>
            <p:nvPr/>
          </p:nvSpPr>
          <p:spPr>
            <a:xfrm>
              <a:off x="1709725" y="4007175"/>
              <a:ext cx="83975" cy="137650"/>
            </a:xfrm>
            <a:custGeom>
              <a:rect b="b" l="l" r="r" t="t"/>
              <a:pathLst>
                <a:path extrusionOk="0" h="5506" w="3359">
                  <a:moveTo>
                    <a:pt x="3358" y="0"/>
                  </a:moveTo>
                  <a:lnTo>
                    <a:pt x="3358" y="0"/>
                  </a:lnTo>
                  <a:cubicBezTo>
                    <a:pt x="2798" y="905"/>
                    <a:pt x="1679" y="1322"/>
                    <a:pt x="941" y="2096"/>
                  </a:cubicBezTo>
                  <a:cubicBezTo>
                    <a:pt x="310" y="2763"/>
                    <a:pt x="1" y="3703"/>
                    <a:pt x="48" y="4620"/>
                  </a:cubicBezTo>
                  <a:cubicBezTo>
                    <a:pt x="58" y="4811"/>
                    <a:pt x="119" y="5506"/>
                    <a:pt x="333" y="5506"/>
                  </a:cubicBezTo>
                  <a:cubicBezTo>
                    <a:pt x="372" y="5506"/>
                    <a:pt x="415" y="5483"/>
                    <a:pt x="465" y="5430"/>
                  </a:cubicBezTo>
                  <a:cubicBezTo>
                    <a:pt x="584" y="5310"/>
                    <a:pt x="620" y="4894"/>
                    <a:pt x="715" y="4727"/>
                  </a:cubicBezTo>
                  <a:cubicBezTo>
                    <a:pt x="834" y="4501"/>
                    <a:pt x="1001" y="4287"/>
                    <a:pt x="1179" y="4084"/>
                  </a:cubicBezTo>
                  <a:cubicBezTo>
                    <a:pt x="1608" y="3584"/>
                    <a:pt x="2144" y="3179"/>
                    <a:pt x="2513" y="2632"/>
                  </a:cubicBezTo>
                  <a:cubicBezTo>
                    <a:pt x="3049" y="1858"/>
                    <a:pt x="3215" y="917"/>
                    <a:pt x="3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09"/>
            <p:cNvSpPr/>
            <p:nvPr/>
          </p:nvSpPr>
          <p:spPr>
            <a:xfrm>
              <a:off x="1614175" y="4136650"/>
              <a:ext cx="113125" cy="253625"/>
            </a:xfrm>
            <a:custGeom>
              <a:rect b="b" l="l" r="r" t="t"/>
              <a:pathLst>
                <a:path extrusionOk="0" h="10145" w="4525">
                  <a:moveTo>
                    <a:pt x="4061" y="1"/>
                  </a:moveTo>
                  <a:cubicBezTo>
                    <a:pt x="3894" y="2918"/>
                    <a:pt x="2525" y="5608"/>
                    <a:pt x="1132" y="8121"/>
                  </a:cubicBezTo>
                  <a:cubicBezTo>
                    <a:pt x="775" y="8775"/>
                    <a:pt x="429" y="9347"/>
                    <a:pt x="1" y="9835"/>
                  </a:cubicBezTo>
                  <a:lnTo>
                    <a:pt x="334" y="10145"/>
                  </a:lnTo>
                  <a:cubicBezTo>
                    <a:pt x="798" y="9621"/>
                    <a:pt x="1144" y="9014"/>
                    <a:pt x="1525" y="8359"/>
                  </a:cubicBezTo>
                  <a:cubicBezTo>
                    <a:pt x="2953" y="5799"/>
                    <a:pt x="4358" y="3049"/>
                    <a:pt x="4525" y="24"/>
                  </a:cubicBezTo>
                  <a:lnTo>
                    <a:pt x="4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80" name="Shape 6180"/>
        <p:cNvGrpSpPr/>
        <p:nvPr/>
      </p:nvGrpSpPr>
      <p:grpSpPr>
        <a:xfrm>
          <a:off x="0" y="0"/>
          <a:ext cx="0" cy="0"/>
          <a:chOff x="0" y="0"/>
          <a:chExt cx="0" cy="0"/>
        </a:xfrm>
      </p:grpSpPr>
      <p:sp>
        <p:nvSpPr>
          <p:cNvPr id="6181" name="Google Shape;6181;p110"/>
          <p:cNvSpPr/>
          <p:nvPr/>
        </p:nvSpPr>
        <p:spPr>
          <a:xfrm>
            <a:off x="1104900" y="2857500"/>
            <a:ext cx="3297000" cy="733500"/>
          </a:xfrm>
          <a:prstGeom prst="roundRect">
            <a:avLst>
              <a:gd fmla="val 3765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10"/>
          <p:cNvSpPr/>
          <p:nvPr/>
        </p:nvSpPr>
        <p:spPr>
          <a:xfrm>
            <a:off x="1104900" y="1457325"/>
            <a:ext cx="6934200" cy="1228800"/>
          </a:xfrm>
          <a:prstGeom prst="roundRect">
            <a:avLst>
              <a:gd fmla="val 2015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10"/>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EXERCISE 2</a:t>
            </a:r>
            <a:endParaRPr/>
          </a:p>
        </p:txBody>
      </p:sp>
      <p:sp>
        <p:nvSpPr>
          <p:cNvPr id="6184" name="Google Shape;6184;p110"/>
          <p:cNvSpPr txBox="1"/>
          <p:nvPr>
            <p:ph idx="1" type="subTitle"/>
          </p:nvPr>
        </p:nvSpPr>
        <p:spPr>
          <a:xfrm>
            <a:off x="2362200" y="1763075"/>
            <a:ext cx="4419600" cy="67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are some examples of what we can make out of a plastic bottle. Which one is right?</a:t>
            </a:r>
            <a:endParaRPr/>
          </a:p>
        </p:txBody>
      </p:sp>
      <p:sp>
        <p:nvSpPr>
          <p:cNvPr id="6185" name="Google Shape;6185;p110"/>
          <p:cNvSpPr txBox="1"/>
          <p:nvPr>
            <p:ph idx="4294967295" type="title"/>
          </p:nvPr>
        </p:nvSpPr>
        <p:spPr>
          <a:xfrm>
            <a:off x="1962150" y="3013950"/>
            <a:ext cx="2247900" cy="4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BOTTLE TOP BAG SEAL</a:t>
            </a:r>
            <a:endParaRPr sz="1800"/>
          </a:p>
        </p:txBody>
      </p:sp>
      <p:sp>
        <p:nvSpPr>
          <p:cNvPr id="6186" name="Google Shape;6186;p110"/>
          <p:cNvSpPr/>
          <p:nvPr/>
        </p:nvSpPr>
        <p:spPr>
          <a:xfrm>
            <a:off x="1220700" y="2963775"/>
            <a:ext cx="513000" cy="512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Londrina Solid"/>
                <a:ea typeface="Londrina Solid"/>
                <a:cs typeface="Londrina Solid"/>
                <a:sym typeface="Londrina Solid"/>
              </a:rPr>
              <a:t>A</a:t>
            </a:r>
            <a:endParaRPr b="1" sz="1800">
              <a:solidFill>
                <a:schemeClr val="lt1"/>
              </a:solidFill>
              <a:latin typeface="Londrina Solid"/>
              <a:ea typeface="Londrina Solid"/>
              <a:cs typeface="Londrina Solid"/>
              <a:sym typeface="Londrina Solid"/>
            </a:endParaRPr>
          </a:p>
        </p:txBody>
      </p:sp>
      <p:sp>
        <p:nvSpPr>
          <p:cNvPr id="6187" name="Google Shape;6187;p110"/>
          <p:cNvSpPr/>
          <p:nvPr/>
        </p:nvSpPr>
        <p:spPr>
          <a:xfrm>
            <a:off x="1104900" y="3762375"/>
            <a:ext cx="3297000" cy="733500"/>
          </a:xfrm>
          <a:prstGeom prst="roundRect">
            <a:avLst>
              <a:gd fmla="val 3765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10"/>
          <p:cNvSpPr txBox="1"/>
          <p:nvPr>
            <p:ph idx="4294967295" type="title"/>
          </p:nvPr>
        </p:nvSpPr>
        <p:spPr>
          <a:xfrm>
            <a:off x="1962150" y="3918825"/>
            <a:ext cx="2247900" cy="4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800"/>
              <a:t>PLANTER</a:t>
            </a:r>
            <a:endParaRPr sz="1800"/>
          </a:p>
        </p:txBody>
      </p:sp>
      <p:sp>
        <p:nvSpPr>
          <p:cNvPr id="6189" name="Google Shape;6189;p110"/>
          <p:cNvSpPr/>
          <p:nvPr/>
        </p:nvSpPr>
        <p:spPr>
          <a:xfrm>
            <a:off x="1220700" y="3868650"/>
            <a:ext cx="513000" cy="512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Londrina Solid"/>
                <a:ea typeface="Londrina Solid"/>
                <a:cs typeface="Londrina Solid"/>
                <a:sym typeface="Londrina Solid"/>
              </a:rPr>
              <a:t>B</a:t>
            </a:r>
            <a:endParaRPr b="1" sz="1800">
              <a:solidFill>
                <a:schemeClr val="lt1"/>
              </a:solidFill>
              <a:latin typeface="Londrina Solid"/>
              <a:ea typeface="Londrina Solid"/>
              <a:cs typeface="Londrina Solid"/>
              <a:sym typeface="Londrina Solid"/>
            </a:endParaRPr>
          </a:p>
        </p:txBody>
      </p:sp>
      <p:sp>
        <p:nvSpPr>
          <p:cNvPr id="6190" name="Google Shape;6190;p110"/>
          <p:cNvSpPr/>
          <p:nvPr/>
        </p:nvSpPr>
        <p:spPr>
          <a:xfrm>
            <a:off x="4742100" y="2857500"/>
            <a:ext cx="3297000" cy="733500"/>
          </a:xfrm>
          <a:prstGeom prst="roundRect">
            <a:avLst>
              <a:gd fmla="val 3765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10"/>
          <p:cNvSpPr txBox="1"/>
          <p:nvPr>
            <p:ph idx="4294967295" type="title"/>
          </p:nvPr>
        </p:nvSpPr>
        <p:spPr>
          <a:xfrm>
            <a:off x="5599350" y="3013950"/>
            <a:ext cx="2247900" cy="4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BIRD FEEDER</a:t>
            </a:r>
            <a:endParaRPr sz="1800"/>
          </a:p>
        </p:txBody>
      </p:sp>
      <p:sp>
        <p:nvSpPr>
          <p:cNvPr id="6192" name="Google Shape;6192;p110"/>
          <p:cNvSpPr/>
          <p:nvPr/>
        </p:nvSpPr>
        <p:spPr>
          <a:xfrm>
            <a:off x="4857900" y="2963775"/>
            <a:ext cx="513000" cy="512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Londrina Solid"/>
                <a:ea typeface="Londrina Solid"/>
                <a:cs typeface="Londrina Solid"/>
                <a:sym typeface="Londrina Solid"/>
              </a:rPr>
              <a:t>C</a:t>
            </a:r>
            <a:endParaRPr b="1" sz="1800">
              <a:solidFill>
                <a:schemeClr val="lt1"/>
              </a:solidFill>
              <a:latin typeface="Londrina Solid"/>
              <a:ea typeface="Londrina Solid"/>
              <a:cs typeface="Londrina Solid"/>
              <a:sym typeface="Londrina Solid"/>
            </a:endParaRPr>
          </a:p>
        </p:txBody>
      </p:sp>
      <p:sp>
        <p:nvSpPr>
          <p:cNvPr id="6193" name="Google Shape;6193;p110"/>
          <p:cNvSpPr/>
          <p:nvPr/>
        </p:nvSpPr>
        <p:spPr>
          <a:xfrm>
            <a:off x="4742100" y="3762375"/>
            <a:ext cx="3297000" cy="733500"/>
          </a:xfrm>
          <a:prstGeom prst="roundRect">
            <a:avLst>
              <a:gd fmla="val 3765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10"/>
          <p:cNvSpPr txBox="1"/>
          <p:nvPr>
            <p:ph idx="4294967295" type="title"/>
          </p:nvPr>
        </p:nvSpPr>
        <p:spPr>
          <a:xfrm>
            <a:off x="5599350" y="3918825"/>
            <a:ext cx="2247900" cy="4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ALL ANSWERS ARE RIGHT</a:t>
            </a:r>
            <a:endParaRPr sz="1800"/>
          </a:p>
        </p:txBody>
      </p:sp>
      <p:sp>
        <p:nvSpPr>
          <p:cNvPr id="6195" name="Google Shape;6195;p110"/>
          <p:cNvSpPr/>
          <p:nvPr/>
        </p:nvSpPr>
        <p:spPr>
          <a:xfrm>
            <a:off x="4857900" y="3868650"/>
            <a:ext cx="513000" cy="512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Londrina Solid"/>
                <a:ea typeface="Londrina Solid"/>
                <a:cs typeface="Londrina Solid"/>
                <a:sym typeface="Londrina Solid"/>
              </a:rPr>
              <a:t>D</a:t>
            </a:r>
            <a:endParaRPr b="1" sz="1800">
              <a:solidFill>
                <a:schemeClr val="lt1"/>
              </a:solidFill>
              <a:latin typeface="Londrina Solid"/>
              <a:ea typeface="Londrina Solid"/>
              <a:cs typeface="Londrina Solid"/>
              <a:sym typeface="Londrina Solid"/>
            </a:endParaRPr>
          </a:p>
        </p:txBody>
      </p:sp>
      <p:grpSp>
        <p:nvGrpSpPr>
          <p:cNvPr id="6196" name="Google Shape;6196;p110"/>
          <p:cNvGrpSpPr/>
          <p:nvPr/>
        </p:nvGrpSpPr>
        <p:grpSpPr>
          <a:xfrm rot="2012821">
            <a:off x="797750" y="1103628"/>
            <a:ext cx="1076713" cy="1759379"/>
            <a:chOff x="4838975" y="1909000"/>
            <a:chExt cx="479850" cy="784050"/>
          </a:xfrm>
        </p:grpSpPr>
        <p:sp>
          <p:nvSpPr>
            <p:cNvPr id="6197" name="Google Shape;6197;p110"/>
            <p:cNvSpPr/>
            <p:nvPr/>
          </p:nvSpPr>
          <p:spPr>
            <a:xfrm>
              <a:off x="4998825" y="1909600"/>
              <a:ext cx="129800" cy="216400"/>
            </a:xfrm>
            <a:custGeom>
              <a:rect b="b" l="l" r="r" t="t"/>
              <a:pathLst>
                <a:path extrusionOk="0" h="8656" w="5192">
                  <a:moveTo>
                    <a:pt x="1906" y="0"/>
                  </a:moveTo>
                  <a:cubicBezTo>
                    <a:pt x="1906" y="0"/>
                    <a:pt x="1" y="4620"/>
                    <a:pt x="584" y="6465"/>
                  </a:cubicBezTo>
                  <a:cubicBezTo>
                    <a:pt x="1155" y="8311"/>
                    <a:pt x="3227" y="8656"/>
                    <a:pt x="3227" y="8656"/>
                  </a:cubicBezTo>
                  <a:cubicBezTo>
                    <a:pt x="3227" y="8656"/>
                    <a:pt x="5192" y="6370"/>
                    <a:pt x="4989" y="5001"/>
                  </a:cubicBezTo>
                  <a:cubicBezTo>
                    <a:pt x="4775" y="3655"/>
                    <a:pt x="1906" y="0"/>
                    <a:pt x="1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10"/>
            <p:cNvSpPr/>
            <p:nvPr/>
          </p:nvSpPr>
          <p:spPr>
            <a:xfrm>
              <a:off x="5005375" y="1909000"/>
              <a:ext cx="128600" cy="784050"/>
            </a:xfrm>
            <a:custGeom>
              <a:rect b="b" l="l" r="r" t="t"/>
              <a:pathLst>
                <a:path extrusionOk="0" h="31362" w="5144">
                  <a:moveTo>
                    <a:pt x="1751" y="0"/>
                  </a:moveTo>
                  <a:lnTo>
                    <a:pt x="1525" y="48"/>
                  </a:lnTo>
                  <a:cubicBezTo>
                    <a:pt x="1536" y="107"/>
                    <a:pt x="2727" y="5418"/>
                    <a:pt x="2906" y="7096"/>
                  </a:cubicBezTo>
                  <a:cubicBezTo>
                    <a:pt x="2941" y="7263"/>
                    <a:pt x="4918" y="23039"/>
                    <a:pt x="1" y="31242"/>
                  </a:cubicBezTo>
                  <a:lnTo>
                    <a:pt x="191" y="31361"/>
                  </a:lnTo>
                  <a:cubicBezTo>
                    <a:pt x="5144" y="23086"/>
                    <a:pt x="3144" y="7227"/>
                    <a:pt x="3132" y="7073"/>
                  </a:cubicBezTo>
                  <a:cubicBezTo>
                    <a:pt x="2953" y="5382"/>
                    <a:pt x="1763" y="60"/>
                    <a:pt x="17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10"/>
            <p:cNvSpPr/>
            <p:nvPr/>
          </p:nvSpPr>
          <p:spPr>
            <a:xfrm>
              <a:off x="4838975" y="2365475"/>
              <a:ext cx="219400" cy="231425"/>
            </a:xfrm>
            <a:custGeom>
              <a:rect b="b" l="l" r="r" t="t"/>
              <a:pathLst>
                <a:path extrusionOk="0" h="9257" w="8776">
                  <a:moveTo>
                    <a:pt x="188" y="1"/>
                  </a:moveTo>
                  <a:cubicBezTo>
                    <a:pt x="173" y="1"/>
                    <a:pt x="162" y="2"/>
                    <a:pt x="156" y="5"/>
                  </a:cubicBezTo>
                  <a:cubicBezTo>
                    <a:pt x="1" y="65"/>
                    <a:pt x="1811" y="3911"/>
                    <a:pt x="3501" y="6554"/>
                  </a:cubicBezTo>
                  <a:cubicBezTo>
                    <a:pt x="5204" y="9185"/>
                    <a:pt x="8419" y="9257"/>
                    <a:pt x="8419" y="9257"/>
                  </a:cubicBezTo>
                  <a:cubicBezTo>
                    <a:pt x="8776" y="6804"/>
                    <a:pt x="7228" y="3315"/>
                    <a:pt x="5573" y="2160"/>
                  </a:cubicBezTo>
                  <a:cubicBezTo>
                    <a:pt x="3979" y="1037"/>
                    <a:pt x="584" y="1"/>
                    <a:pt x="1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10"/>
            <p:cNvSpPr/>
            <p:nvPr/>
          </p:nvSpPr>
          <p:spPr>
            <a:xfrm>
              <a:off x="4896425" y="2110200"/>
              <a:ext cx="190825" cy="278650"/>
            </a:xfrm>
            <a:custGeom>
              <a:rect b="b" l="l" r="r" t="t"/>
              <a:pathLst>
                <a:path extrusionOk="0" h="11146" w="7633">
                  <a:moveTo>
                    <a:pt x="1" y="1"/>
                  </a:moveTo>
                  <a:cubicBezTo>
                    <a:pt x="1" y="1"/>
                    <a:pt x="1489" y="5156"/>
                    <a:pt x="2715" y="7299"/>
                  </a:cubicBezTo>
                  <a:cubicBezTo>
                    <a:pt x="3930" y="9454"/>
                    <a:pt x="7633" y="11145"/>
                    <a:pt x="7633" y="11145"/>
                  </a:cubicBezTo>
                  <a:cubicBezTo>
                    <a:pt x="7633" y="11145"/>
                    <a:pt x="7430" y="6585"/>
                    <a:pt x="6180" y="4275"/>
                  </a:cubicBezTo>
                  <a:cubicBezTo>
                    <a:pt x="4930" y="196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10"/>
            <p:cNvSpPr/>
            <p:nvPr/>
          </p:nvSpPr>
          <p:spPr>
            <a:xfrm>
              <a:off x="5089600" y="2034300"/>
              <a:ext cx="146175" cy="208700"/>
            </a:xfrm>
            <a:custGeom>
              <a:rect b="b" l="l" r="r" t="t"/>
              <a:pathLst>
                <a:path extrusionOk="0" h="8348" w="5847">
                  <a:moveTo>
                    <a:pt x="5646" y="0"/>
                  </a:moveTo>
                  <a:cubicBezTo>
                    <a:pt x="5290" y="0"/>
                    <a:pt x="2667" y="1905"/>
                    <a:pt x="1358" y="3668"/>
                  </a:cubicBezTo>
                  <a:cubicBezTo>
                    <a:pt x="1" y="5525"/>
                    <a:pt x="180" y="8347"/>
                    <a:pt x="180" y="8347"/>
                  </a:cubicBezTo>
                  <a:cubicBezTo>
                    <a:pt x="3406" y="7871"/>
                    <a:pt x="5061" y="5109"/>
                    <a:pt x="5371" y="3668"/>
                  </a:cubicBezTo>
                  <a:cubicBezTo>
                    <a:pt x="5680" y="2215"/>
                    <a:pt x="5847" y="215"/>
                    <a:pt x="5680" y="13"/>
                  </a:cubicBezTo>
                  <a:cubicBezTo>
                    <a:pt x="5674" y="4"/>
                    <a:pt x="5662" y="0"/>
                    <a:pt x="56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10"/>
            <p:cNvSpPr/>
            <p:nvPr/>
          </p:nvSpPr>
          <p:spPr>
            <a:xfrm>
              <a:off x="5081875" y="2257850"/>
              <a:ext cx="235175" cy="186650"/>
            </a:xfrm>
            <a:custGeom>
              <a:rect b="b" l="l" r="r" t="t"/>
              <a:pathLst>
                <a:path extrusionOk="0" h="7466" w="9407">
                  <a:moveTo>
                    <a:pt x="9406" y="0"/>
                  </a:moveTo>
                  <a:cubicBezTo>
                    <a:pt x="9406" y="0"/>
                    <a:pt x="6692" y="572"/>
                    <a:pt x="3941" y="2001"/>
                  </a:cubicBezTo>
                  <a:cubicBezTo>
                    <a:pt x="1167" y="3429"/>
                    <a:pt x="0" y="7466"/>
                    <a:pt x="0" y="7466"/>
                  </a:cubicBezTo>
                  <a:cubicBezTo>
                    <a:pt x="0" y="7466"/>
                    <a:pt x="4501" y="6942"/>
                    <a:pt x="6727" y="5227"/>
                  </a:cubicBezTo>
                  <a:cubicBezTo>
                    <a:pt x="8954" y="3537"/>
                    <a:pt x="9406" y="1"/>
                    <a:pt x="9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10"/>
            <p:cNvSpPr/>
            <p:nvPr/>
          </p:nvSpPr>
          <p:spPr>
            <a:xfrm>
              <a:off x="5019675" y="2508400"/>
              <a:ext cx="267000" cy="157350"/>
            </a:xfrm>
            <a:custGeom>
              <a:rect b="b" l="l" r="r" t="t"/>
              <a:pathLst>
                <a:path extrusionOk="0" h="6294" w="10680">
                  <a:moveTo>
                    <a:pt x="10465" y="1"/>
                  </a:moveTo>
                  <a:cubicBezTo>
                    <a:pt x="9676" y="1"/>
                    <a:pt x="6857" y="95"/>
                    <a:pt x="4417" y="1361"/>
                  </a:cubicBezTo>
                  <a:cubicBezTo>
                    <a:pt x="1548" y="2837"/>
                    <a:pt x="0" y="6111"/>
                    <a:pt x="167" y="6147"/>
                  </a:cubicBezTo>
                  <a:cubicBezTo>
                    <a:pt x="835" y="6249"/>
                    <a:pt x="1447" y="6294"/>
                    <a:pt x="2009" y="6294"/>
                  </a:cubicBezTo>
                  <a:cubicBezTo>
                    <a:pt x="5533" y="6294"/>
                    <a:pt x="7056" y="4505"/>
                    <a:pt x="7703" y="3540"/>
                  </a:cubicBezTo>
                  <a:cubicBezTo>
                    <a:pt x="8453" y="2420"/>
                    <a:pt x="10680" y="3"/>
                    <a:pt x="10680" y="3"/>
                  </a:cubicBezTo>
                  <a:cubicBezTo>
                    <a:pt x="10680" y="3"/>
                    <a:pt x="10604" y="1"/>
                    <a:pt x="104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10"/>
            <p:cNvSpPr/>
            <p:nvPr/>
          </p:nvSpPr>
          <p:spPr>
            <a:xfrm>
              <a:off x="4841375" y="2363225"/>
              <a:ext cx="210750" cy="235175"/>
            </a:xfrm>
            <a:custGeom>
              <a:rect b="b" l="l" r="r" t="t"/>
              <a:pathLst>
                <a:path extrusionOk="0" h="9407" w="8430">
                  <a:moveTo>
                    <a:pt x="131" y="0"/>
                  </a:moveTo>
                  <a:lnTo>
                    <a:pt x="0" y="179"/>
                  </a:lnTo>
                  <a:cubicBezTo>
                    <a:pt x="60" y="215"/>
                    <a:pt x="5156" y="4001"/>
                    <a:pt x="8227" y="9406"/>
                  </a:cubicBezTo>
                  <a:lnTo>
                    <a:pt x="8430" y="9299"/>
                  </a:lnTo>
                  <a:cubicBezTo>
                    <a:pt x="5310" y="3858"/>
                    <a:pt x="179" y="48"/>
                    <a:pt x="1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10"/>
            <p:cNvSpPr/>
            <p:nvPr/>
          </p:nvSpPr>
          <p:spPr>
            <a:xfrm>
              <a:off x="5024725" y="2505500"/>
              <a:ext cx="261650" cy="152425"/>
            </a:xfrm>
            <a:custGeom>
              <a:rect b="b" l="l" r="r" t="t"/>
              <a:pathLst>
                <a:path extrusionOk="0" h="6097" w="10466">
                  <a:moveTo>
                    <a:pt x="10442" y="0"/>
                  </a:moveTo>
                  <a:cubicBezTo>
                    <a:pt x="4334" y="786"/>
                    <a:pt x="48" y="5906"/>
                    <a:pt x="0" y="5954"/>
                  </a:cubicBezTo>
                  <a:lnTo>
                    <a:pt x="179" y="6096"/>
                  </a:lnTo>
                  <a:cubicBezTo>
                    <a:pt x="227" y="6037"/>
                    <a:pt x="4465" y="989"/>
                    <a:pt x="10466" y="215"/>
                  </a:cubicBezTo>
                  <a:lnTo>
                    <a:pt x="104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10"/>
            <p:cNvSpPr/>
            <p:nvPr/>
          </p:nvSpPr>
          <p:spPr>
            <a:xfrm>
              <a:off x="4894050" y="2108125"/>
              <a:ext cx="195875" cy="281600"/>
            </a:xfrm>
            <a:custGeom>
              <a:rect b="b" l="l" r="r" t="t"/>
              <a:pathLst>
                <a:path extrusionOk="0" h="11264" w="7835">
                  <a:moveTo>
                    <a:pt x="167" y="1"/>
                  </a:moveTo>
                  <a:lnTo>
                    <a:pt x="1" y="143"/>
                  </a:lnTo>
                  <a:cubicBezTo>
                    <a:pt x="72" y="203"/>
                    <a:pt x="5620" y="6085"/>
                    <a:pt x="7621" y="11264"/>
                  </a:cubicBezTo>
                  <a:lnTo>
                    <a:pt x="7835" y="11169"/>
                  </a:lnTo>
                  <a:cubicBezTo>
                    <a:pt x="5811" y="5966"/>
                    <a:pt x="227" y="60"/>
                    <a:pt x="1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10"/>
            <p:cNvSpPr/>
            <p:nvPr/>
          </p:nvSpPr>
          <p:spPr>
            <a:xfrm>
              <a:off x="5080375" y="2256050"/>
              <a:ext cx="238450" cy="190825"/>
            </a:xfrm>
            <a:custGeom>
              <a:rect b="b" l="l" r="r" t="t"/>
              <a:pathLst>
                <a:path extrusionOk="0" h="7633" w="9538">
                  <a:moveTo>
                    <a:pt x="9371" y="1"/>
                  </a:moveTo>
                  <a:cubicBezTo>
                    <a:pt x="6073" y="3632"/>
                    <a:pt x="60" y="7395"/>
                    <a:pt x="1" y="7442"/>
                  </a:cubicBezTo>
                  <a:lnTo>
                    <a:pt x="120" y="7633"/>
                  </a:lnTo>
                  <a:cubicBezTo>
                    <a:pt x="168" y="7597"/>
                    <a:pt x="6216" y="3811"/>
                    <a:pt x="9538" y="156"/>
                  </a:cubicBezTo>
                  <a:lnTo>
                    <a:pt x="937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10"/>
            <p:cNvSpPr/>
            <p:nvPr/>
          </p:nvSpPr>
          <p:spPr>
            <a:xfrm>
              <a:off x="5091100" y="2032825"/>
              <a:ext cx="142600" cy="202125"/>
            </a:xfrm>
            <a:custGeom>
              <a:rect b="b" l="l" r="r" t="t"/>
              <a:pathLst>
                <a:path extrusionOk="0" h="8085" w="5704">
                  <a:moveTo>
                    <a:pt x="5561" y="0"/>
                  </a:moveTo>
                  <a:cubicBezTo>
                    <a:pt x="2322" y="2548"/>
                    <a:pt x="24" y="7930"/>
                    <a:pt x="1" y="7989"/>
                  </a:cubicBezTo>
                  <a:lnTo>
                    <a:pt x="203" y="8085"/>
                  </a:lnTo>
                  <a:cubicBezTo>
                    <a:pt x="239" y="8025"/>
                    <a:pt x="2513" y="2679"/>
                    <a:pt x="5704" y="179"/>
                  </a:cubicBezTo>
                  <a:lnTo>
                    <a:pt x="55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9" name="Google Shape;6209;p110"/>
          <p:cNvGrpSpPr/>
          <p:nvPr/>
        </p:nvGrpSpPr>
        <p:grpSpPr>
          <a:xfrm flipH="1" rot="-2012821">
            <a:off x="7269537" y="1103628"/>
            <a:ext cx="1076713" cy="1759379"/>
            <a:chOff x="4838975" y="1909000"/>
            <a:chExt cx="479850" cy="784050"/>
          </a:xfrm>
        </p:grpSpPr>
        <p:sp>
          <p:nvSpPr>
            <p:cNvPr id="6210" name="Google Shape;6210;p110"/>
            <p:cNvSpPr/>
            <p:nvPr/>
          </p:nvSpPr>
          <p:spPr>
            <a:xfrm>
              <a:off x="4998825" y="1909600"/>
              <a:ext cx="129800" cy="216400"/>
            </a:xfrm>
            <a:custGeom>
              <a:rect b="b" l="l" r="r" t="t"/>
              <a:pathLst>
                <a:path extrusionOk="0" h="8656" w="5192">
                  <a:moveTo>
                    <a:pt x="1906" y="0"/>
                  </a:moveTo>
                  <a:cubicBezTo>
                    <a:pt x="1906" y="0"/>
                    <a:pt x="1" y="4620"/>
                    <a:pt x="584" y="6465"/>
                  </a:cubicBezTo>
                  <a:cubicBezTo>
                    <a:pt x="1155" y="8311"/>
                    <a:pt x="3227" y="8656"/>
                    <a:pt x="3227" y="8656"/>
                  </a:cubicBezTo>
                  <a:cubicBezTo>
                    <a:pt x="3227" y="8656"/>
                    <a:pt x="5192" y="6370"/>
                    <a:pt x="4989" y="5001"/>
                  </a:cubicBezTo>
                  <a:cubicBezTo>
                    <a:pt x="4775" y="3655"/>
                    <a:pt x="1906" y="0"/>
                    <a:pt x="1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10"/>
            <p:cNvSpPr/>
            <p:nvPr/>
          </p:nvSpPr>
          <p:spPr>
            <a:xfrm>
              <a:off x="5005375" y="1909000"/>
              <a:ext cx="128600" cy="784050"/>
            </a:xfrm>
            <a:custGeom>
              <a:rect b="b" l="l" r="r" t="t"/>
              <a:pathLst>
                <a:path extrusionOk="0" h="31362" w="5144">
                  <a:moveTo>
                    <a:pt x="1751" y="0"/>
                  </a:moveTo>
                  <a:lnTo>
                    <a:pt x="1525" y="48"/>
                  </a:lnTo>
                  <a:cubicBezTo>
                    <a:pt x="1536" y="107"/>
                    <a:pt x="2727" y="5418"/>
                    <a:pt x="2906" y="7096"/>
                  </a:cubicBezTo>
                  <a:cubicBezTo>
                    <a:pt x="2941" y="7263"/>
                    <a:pt x="4918" y="23039"/>
                    <a:pt x="1" y="31242"/>
                  </a:cubicBezTo>
                  <a:lnTo>
                    <a:pt x="191" y="31361"/>
                  </a:lnTo>
                  <a:cubicBezTo>
                    <a:pt x="5144" y="23086"/>
                    <a:pt x="3144" y="7227"/>
                    <a:pt x="3132" y="7073"/>
                  </a:cubicBezTo>
                  <a:cubicBezTo>
                    <a:pt x="2953" y="5382"/>
                    <a:pt x="1763" y="60"/>
                    <a:pt x="17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10"/>
            <p:cNvSpPr/>
            <p:nvPr/>
          </p:nvSpPr>
          <p:spPr>
            <a:xfrm>
              <a:off x="4838975" y="2365475"/>
              <a:ext cx="219400" cy="231425"/>
            </a:xfrm>
            <a:custGeom>
              <a:rect b="b" l="l" r="r" t="t"/>
              <a:pathLst>
                <a:path extrusionOk="0" h="9257" w="8776">
                  <a:moveTo>
                    <a:pt x="188" y="1"/>
                  </a:moveTo>
                  <a:cubicBezTo>
                    <a:pt x="173" y="1"/>
                    <a:pt x="162" y="2"/>
                    <a:pt x="156" y="5"/>
                  </a:cubicBezTo>
                  <a:cubicBezTo>
                    <a:pt x="1" y="65"/>
                    <a:pt x="1811" y="3911"/>
                    <a:pt x="3501" y="6554"/>
                  </a:cubicBezTo>
                  <a:cubicBezTo>
                    <a:pt x="5204" y="9185"/>
                    <a:pt x="8419" y="9257"/>
                    <a:pt x="8419" y="9257"/>
                  </a:cubicBezTo>
                  <a:cubicBezTo>
                    <a:pt x="8776" y="6804"/>
                    <a:pt x="7228" y="3315"/>
                    <a:pt x="5573" y="2160"/>
                  </a:cubicBezTo>
                  <a:cubicBezTo>
                    <a:pt x="3979" y="1037"/>
                    <a:pt x="584" y="1"/>
                    <a:pt x="1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10"/>
            <p:cNvSpPr/>
            <p:nvPr/>
          </p:nvSpPr>
          <p:spPr>
            <a:xfrm>
              <a:off x="4896425" y="2110200"/>
              <a:ext cx="190825" cy="278650"/>
            </a:xfrm>
            <a:custGeom>
              <a:rect b="b" l="l" r="r" t="t"/>
              <a:pathLst>
                <a:path extrusionOk="0" h="11146" w="7633">
                  <a:moveTo>
                    <a:pt x="1" y="1"/>
                  </a:moveTo>
                  <a:cubicBezTo>
                    <a:pt x="1" y="1"/>
                    <a:pt x="1489" y="5156"/>
                    <a:pt x="2715" y="7299"/>
                  </a:cubicBezTo>
                  <a:cubicBezTo>
                    <a:pt x="3930" y="9454"/>
                    <a:pt x="7633" y="11145"/>
                    <a:pt x="7633" y="11145"/>
                  </a:cubicBezTo>
                  <a:cubicBezTo>
                    <a:pt x="7633" y="11145"/>
                    <a:pt x="7430" y="6585"/>
                    <a:pt x="6180" y="4275"/>
                  </a:cubicBezTo>
                  <a:cubicBezTo>
                    <a:pt x="4930" y="1966"/>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10"/>
            <p:cNvSpPr/>
            <p:nvPr/>
          </p:nvSpPr>
          <p:spPr>
            <a:xfrm>
              <a:off x="5089600" y="2034300"/>
              <a:ext cx="146175" cy="208700"/>
            </a:xfrm>
            <a:custGeom>
              <a:rect b="b" l="l" r="r" t="t"/>
              <a:pathLst>
                <a:path extrusionOk="0" h="8348" w="5847">
                  <a:moveTo>
                    <a:pt x="5646" y="0"/>
                  </a:moveTo>
                  <a:cubicBezTo>
                    <a:pt x="5290" y="0"/>
                    <a:pt x="2667" y="1905"/>
                    <a:pt x="1358" y="3668"/>
                  </a:cubicBezTo>
                  <a:cubicBezTo>
                    <a:pt x="1" y="5525"/>
                    <a:pt x="180" y="8347"/>
                    <a:pt x="180" y="8347"/>
                  </a:cubicBezTo>
                  <a:cubicBezTo>
                    <a:pt x="3406" y="7871"/>
                    <a:pt x="5061" y="5109"/>
                    <a:pt x="5371" y="3668"/>
                  </a:cubicBezTo>
                  <a:cubicBezTo>
                    <a:pt x="5680" y="2215"/>
                    <a:pt x="5847" y="215"/>
                    <a:pt x="5680" y="13"/>
                  </a:cubicBezTo>
                  <a:cubicBezTo>
                    <a:pt x="5674" y="4"/>
                    <a:pt x="5662" y="0"/>
                    <a:pt x="56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10"/>
            <p:cNvSpPr/>
            <p:nvPr/>
          </p:nvSpPr>
          <p:spPr>
            <a:xfrm>
              <a:off x="5081875" y="2257850"/>
              <a:ext cx="235175" cy="186650"/>
            </a:xfrm>
            <a:custGeom>
              <a:rect b="b" l="l" r="r" t="t"/>
              <a:pathLst>
                <a:path extrusionOk="0" h="7466" w="9407">
                  <a:moveTo>
                    <a:pt x="9406" y="0"/>
                  </a:moveTo>
                  <a:cubicBezTo>
                    <a:pt x="9406" y="0"/>
                    <a:pt x="6692" y="572"/>
                    <a:pt x="3941" y="2001"/>
                  </a:cubicBezTo>
                  <a:cubicBezTo>
                    <a:pt x="1167" y="3429"/>
                    <a:pt x="0" y="7466"/>
                    <a:pt x="0" y="7466"/>
                  </a:cubicBezTo>
                  <a:cubicBezTo>
                    <a:pt x="0" y="7466"/>
                    <a:pt x="4501" y="6942"/>
                    <a:pt x="6727" y="5227"/>
                  </a:cubicBezTo>
                  <a:cubicBezTo>
                    <a:pt x="8954" y="3537"/>
                    <a:pt x="9406" y="1"/>
                    <a:pt x="9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10"/>
            <p:cNvSpPr/>
            <p:nvPr/>
          </p:nvSpPr>
          <p:spPr>
            <a:xfrm>
              <a:off x="5019675" y="2508400"/>
              <a:ext cx="267000" cy="157350"/>
            </a:xfrm>
            <a:custGeom>
              <a:rect b="b" l="l" r="r" t="t"/>
              <a:pathLst>
                <a:path extrusionOk="0" h="6294" w="10680">
                  <a:moveTo>
                    <a:pt x="10465" y="1"/>
                  </a:moveTo>
                  <a:cubicBezTo>
                    <a:pt x="9676" y="1"/>
                    <a:pt x="6857" y="95"/>
                    <a:pt x="4417" y="1361"/>
                  </a:cubicBezTo>
                  <a:cubicBezTo>
                    <a:pt x="1548" y="2837"/>
                    <a:pt x="0" y="6111"/>
                    <a:pt x="167" y="6147"/>
                  </a:cubicBezTo>
                  <a:cubicBezTo>
                    <a:pt x="835" y="6249"/>
                    <a:pt x="1447" y="6294"/>
                    <a:pt x="2009" y="6294"/>
                  </a:cubicBezTo>
                  <a:cubicBezTo>
                    <a:pt x="5533" y="6294"/>
                    <a:pt x="7056" y="4505"/>
                    <a:pt x="7703" y="3540"/>
                  </a:cubicBezTo>
                  <a:cubicBezTo>
                    <a:pt x="8453" y="2420"/>
                    <a:pt x="10680" y="3"/>
                    <a:pt x="10680" y="3"/>
                  </a:cubicBezTo>
                  <a:cubicBezTo>
                    <a:pt x="10680" y="3"/>
                    <a:pt x="10604" y="1"/>
                    <a:pt x="104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10"/>
            <p:cNvSpPr/>
            <p:nvPr/>
          </p:nvSpPr>
          <p:spPr>
            <a:xfrm>
              <a:off x="4841375" y="2363225"/>
              <a:ext cx="210750" cy="235175"/>
            </a:xfrm>
            <a:custGeom>
              <a:rect b="b" l="l" r="r" t="t"/>
              <a:pathLst>
                <a:path extrusionOk="0" h="9407" w="8430">
                  <a:moveTo>
                    <a:pt x="131" y="0"/>
                  </a:moveTo>
                  <a:lnTo>
                    <a:pt x="0" y="179"/>
                  </a:lnTo>
                  <a:cubicBezTo>
                    <a:pt x="60" y="215"/>
                    <a:pt x="5156" y="4001"/>
                    <a:pt x="8227" y="9406"/>
                  </a:cubicBezTo>
                  <a:lnTo>
                    <a:pt x="8430" y="9299"/>
                  </a:lnTo>
                  <a:cubicBezTo>
                    <a:pt x="5310" y="3858"/>
                    <a:pt x="179" y="48"/>
                    <a:pt x="1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10"/>
            <p:cNvSpPr/>
            <p:nvPr/>
          </p:nvSpPr>
          <p:spPr>
            <a:xfrm>
              <a:off x="5024725" y="2505500"/>
              <a:ext cx="261650" cy="152425"/>
            </a:xfrm>
            <a:custGeom>
              <a:rect b="b" l="l" r="r" t="t"/>
              <a:pathLst>
                <a:path extrusionOk="0" h="6097" w="10466">
                  <a:moveTo>
                    <a:pt x="10442" y="0"/>
                  </a:moveTo>
                  <a:cubicBezTo>
                    <a:pt x="4334" y="786"/>
                    <a:pt x="48" y="5906"/>
                    <a:pt x="0" y="5954"/>
                  </a:cubicBezTo>
                  <a:lnTo>
                    <a:pt x="179" y="6096"/>
                  </a:lnTo>
                  <a:cubicBezTo>
                    <a:pt x="227" y="6037"/>
                    <a:pt x="4465" y="989"/>
                    <a:pt x="10466" y="215"/>
                  </a:cubicBezTo>
                  <a:lnTo>
                    <a:pt x="104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10"/>
            <p:cNvSpPr/>
            <p:nvPr/>
          </p:nvSpPr>
          <p:spPr>
            <a:xfrm>
              <a:off x="4894050" y="2108125"/>
              <a:ext cx="195875" cy="281600"/>
            </a:xfrm>
            <a:custGeom>
              <a:rect b="b" l="l" r="r" t="t"/>
              <a:pathLst>
                <a:path extrusionOk="0" h="11264" w="7835">
                  <a:moveTo>
                    <a:pt x="167" y="1"/>
                  </a:moveTo>
                  <a:lnTo>
                    <a:pt x="1" y="143"/>
                  </a:lnTo>
                  <a:cubicBezTo>
                    <a:pt x="72" y="203"/>
                    <a:pt x="5620" y="6085"/>
                    <a:pt x="7621" y="11264"/>
                  </a:cubicBezTo>
                  <a:lnTo>
                    <a:pt x="7835" y="11169"/>
                  </a:lnTo>
                  <a:cubicBezTo>
                    <a:pt x="5811" y="5966"/>
                    <a:pt x="227" y="60"/>
                    <a:pt x="1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10"/>
            <p:cNvSpPr/>
            <p:nvPr/>
          </p:nvSpPr>
          <p:spPr>
            <a:xfrm>
              <a:off x="5080375" y="2256050"/>
              <a:ext cx="238450" cy="190825"/>
            </a:xfrm>
            <a:custGeom>
              <a:rect b="b" l="l" r="r" t="t"/>
              <a:pathLst>
                <a:path extrusionOk="0" h="7633" w="9538">
                  <a:moveTo>
                    <a:pt x="9371" y="1"/>
                  </a:moveTo>
                  <a:cubicBezTo>
                    <a:pt x="6073" y="3632"/>
                    <a:pt x="60" y="7395"/>
                    <a:pt x="1" y="7442"/>
                  </a:cubicBezTo>
                  <a:lnTo>
                    <a:pt x="120" y="7633"/>
                  </a:lnTo>
                  <a:cubicBezTo>
                    <a:pt x="168" y="7597"/>
                    <a:pt x="6216" y="3811"/>
                    <a:pt x="9538" y="156"/>
                  </a:cubicBezTo>
                  <a:lnTo>
                    <a:pt x="937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10"/>
            <p:cNvSpPr/>
            <p:nvPr/>
          </p:nvSpPr>
          <p:spPr>
            <a:xfrm>
              <a:off x="5091100" y="2032825"/>
              <a:ext cx="142600" cy="202125"/>
            </a:xfrm>
            <a:custGeom>
              <a:rect b="b" l="l" r="r" t="t"/>
              <a:pathLst>
                <a:path extrusionOk="0" h="8085" w="5704">
                  <a:moveTo>
                    <a:pt x="5561" y="0"/>
                  </a:moveTo>
                  <a:cubicBezTo>
                    <a:pt x="2322" y="2548"/>
                    <a:pt x="24" y="7930"/>
                    <a:pt x="1" y="7989"/>
                  </a:cubicBezTo>
                  <a:lnTo>
                    <a:pt x="203" y="8085"/>
                  </a:lnTo>
                  <a:cubicBezTo>
                    <a:pt x="239" y="8025"/>
                    <a:pt x="2513" y="2679"/>
                    <a:pt x="5704" y="179"/>
                  </a:cubicBezTo>
                  <a:lnTo>
                    <a:pt x="55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2" name="Google Shape;6222;p110"/>
          <p:cNvSpPr/>
          <p:nvPr/>
        </p:nvSpPr>
        <p:spPr>
          <a:xfrm rot="-2281738">
            <a:off x="2151325" y="1139648"/>
            <a:ext cx="247556" cy="501491"/>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10"/>
          <p:cNvSpPr/>
          <p:nvPr/>
        </p:nvSpPr>
        <p:spPr>
          <a:xfrm rot="-3452352">
            <a:off x="7445537" y="4353370"/>
            <a:ext cx="247564" cy="501463"/>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181"/>
                                        </p:tgtEl>
                                        <p:attrNameLst>
                                          <p:attrName>style.visibility</p:attrName>
                                        </p:attrNameLst>
                                      </p:cBhvr>
                                      <p:to>
                                        <p:strVal val="visible"/>
                                      </p:to>
                                    </p:set>
                                    <p:animEffect filter="fade" transition="in">
                                      <p:cBhvr>
                                        <p:cTn dur="1000"/>
                                        <p:tgtEl>
                                          <p:spTgt spid="6181"/>
                                        </p:tgtEl>
                                      </p:cBhvr>
                                    </p:animEffect>
                                  </p:childTnLst>
                                </p:cTn>
                              </p:par>
                              <p:par>
                                <p:cTn fill="hold" nodeType="withEffect" presetClass="entr" presetID="10" presetSubtype="0">
                                  <p:stCondLst>
                                    <p:cond delay="0"/>
                                  </p:stCondLst>
                                  <p:childTnLst>
                                    <p:set>
                                      <p:cBhvr>
                                        <p:cTn dur="1" fill="hold">
                                          <p:stCondLst>
                                            <p:cond delay="0"/>
                                          </p:stCondLst>
                                        </p:cTn>
                                        <p:tgtEl>
                                          <p:spTgt spid="6185"/>
                                        </p:tgtEl>
                                        <p:attrNameLst>
                                          <p:attrName>style.visibility</p:attrName>
                                        </p:attrNameLst>
                                      </p:cBhvr>
                                      <p:to>
                                        <p:strVal val="visible"/>
                                      </p:to>
                                    </p:set>
                                    <p:animEffect filter="fade" transition="in">
                                      <p:cBhvr>
                                        <p:cTn dur="1000"/>
                                        <p:tgtEl>
                                          <p:spTgt spid="6185"/>
                                        </p:tgtEl>
                                      </p:cBhvr>
                                    </p:animEffect>
                                  </p:childTnLst>
                                </p:cTn>
                              </p:par>
                              <p:par>
                                <p:cTn fill="hold" nodeType="withEffect" presetClass="entr" presetID="10" presetSubtype="0">
                                  <p:stCondLst>
                                    <p:cond delay="0"/>
                                  </p:stCondLst>
                                  <p:childTnLst>
                                    <p:set>
                                      <p:cBhvr>
                                        <p:cTn dur="1" fill="hold">
                                          <p:stCondLst>
                                            <p:cond delay="0"/>
                                          </p:stCondLst>
                                        </p:cTn>
                                        <p:tgtEl>
                                          <p:spTgt spid="6186"/>
                                        </p:tgtEl>
                                        <p:attrNameLst>
                                          <p:attrName>style.visibility</p:attrName>
                                        </p:attrNameLst>
                                      </p:cBhvr>
                                      <p:to>
                                        <p:strVal val="visible"/>
                                      </p:to>
                                    </p:set>
                                    <p:animEffect filter="fade" transition="in">
                                      <p:cBhvr>
                                        <p:cTn dur="1000"/>
                                        <p:tgtEl>
                                          <p:spTgt spid="618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187"/>
                                        </p:tgtEl>
                                        <p:attrNameLst>
                                          <p:attrName>style.visibility</p:attrName>
                                        </p:attrNameLst>
                                      </p:cBhvr>
                                      <p:to>
                                        <p:strVal val="visible"/>
                                      </p:to>
                                    </p:set>
                                    <p:animEffect filter="fade" transition="in">
                                      <p:cBhvr>
                                        <p:cTn dur="1000"/>
                                        <p:tgtEl>
                                          <p:spTgt spid="6187"/>
                                        </p:tgtEl>
                                      </p:cBhvr>
                                    </p:animEffect>
                                  </p:childTnLst>
                                </p:cTn>
                              </p:par>
                              <p:par>
                                <p:cTn fill="hold" nodeType="withEffect" presetClass="entr" presetID="10" presetSubtype="0">
                                  <p:stCondLst>
                                    <p:cond delay="0"/>
                                  </p:stCondLst>
                                  <p:childTnLst>
                                    <p:set>
                                      <p:cBhvr>
                                        <p:cTn dur="1" fill="hold">
                                          <p:stCondLst>
                                            <p:cond delay="0"/>
                                          </p:stCondLst>
                                        </p:cTn>
                                        <p:tgtEl>
                                          <p:spTgt spid="6188"/>
                                        </p:tgtEl>
                                        <p:attrNameLst>
                                          <p:attrName>style.visibility</p:attrName>
                                        </p:attrNameLst>
                                      </p:cBhvr>
                                      <p:to>
                                        <p:strVal val="visible"/>
                                      </p:to>
                                    </p:set>
                                    <p:animEffect filter="fade" transition="in">
                                      <p:cBhvr>
                                        <p:cTn dur="1000"/>
                                        <p:tgtEl>
                                          <p:spTgt spid="6188"/>
                                        </p:tgtEl>
                                      </p:cBhvr>
                                    </p:animEffect>
                                  </p:childTnLst>
                                </p:cTn>
                              </p:par>
                              <p:par>
                                <p:cTn fill="hold" nodeType="withEffect" presetClass="entr" presetID="10" presetSubtype="0">
                                  <p:stCondLst>
                                    <p:cond delay="0"/>
                                  </p:stCondLst>
                                  <p:childTnLst>
                                    <p:set>
                                      <p:cBhvr>
                                        <p:cTn dur="1" fill="hold">
                                          <p:stCondLst>
                                            <p:cond delay="0"/>
                                          </p:stCondLst>
                                        </p:cTn>
                                        <p:tgtEl>
                                          <p:spTgt spid="6189"/>
                                        </p:tgtEl>
                                        <p:attrNameLst>
                                          <p:attrName>style.visibility</p:attrName>
                                        </p:attrNameLst>
                                      </p:cBhvr>
                                      <p:to>
                                        <p:strVal val="visible"/>
                                      </p:to>
                                    </p:set>
                                    <p:animEffect filter="fade" transition="in">
                                      <p:cBhvr>
                                        <p:cTn dur="1000"/>
                                        <p:tgtEl>
                                          <p:spTgt spid="6189"/>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6190"/>
                                        </p:tgtEl>
                                        <p:attrNameLst>
                                          <p:attrName>style.visibility</p:attrName>
                                        </p:attrNameLst>
                                      </p:cBhvr>
                                      <p:to>
                                        <p:strVal val="visible"/>
                                      </p:to>
                                    </p:set>
                                    <p:animEffect filter="fade" transition="in">
                                      <p:cBhvr>
                                        <p:cTn dur="1000"/>
                                        <p:tgtEl>
                                          <p:spTgt spid="6190"/>
                                        </p:tgtEl>
                                      </p:cBhvr>
                                    </p:animEffect>
                                  </p:childTnLst>
                                </p:cTn>
                              </p:par>
                              <p:par>
                                <p:cTn fill="hold" nodeType="withEffect" presetClass="entr" presetID="10" presetSubtype="0">
                                  <p:stCondLst>
                                    <p:cond delay="0"/>
                                  </p:stCondLst>
                                  <p:childTnLst>
                                    <p:set>
                                      <p:cBhvr>
                                        <p:cTn dur="1" fill="hold">
                                          <p:stCondLst>
                                            <p:cond delay="0"/>
                                          </p:stCondLst>
                                        </p:cTn>
                                        <p:tgtEl>
                                          <p:spTgt spid="6191"/>
                                        </p:tgtEl>
                                        <p:attrNameLst>
                                          <p:attrName>style.visibility</p:attrName>
                                        </p:attrNameLst>
                                      </p:cBhvr>
                                      <p:to>
                                        <p:strVal val="visible"/>
                                      </p:to>
                                    </p:set>
                                    <p:animEffect filter="fade" transition="in">
                                      <p:cBhvr>
                                        <p:cTn dur="1000"/>
                                        <p:tgtEl>
                                          <p:spTgt spid="6191"/>
                                        </p:tgtEl>
                                      </p:cBhvr>
                                    </p:animEffect>
                                  </p:childTnLst>
                                </p:cTn>
                              </p:par>
                              <p:par>
                                <p:cTn fill="hold" nodeType="withEffect" presetClass="entr" presetID="10" presetSubtype="0">
                                  <p:stCondLst>
                                    <p:cond delay="0"/>
                                  </p:stCondLst>
                                  <p:childTnLst>
                                    <p:set>
                                      <p:cBhvr>
                                        <p:cTn dur="1" fill="hold">
                                          <p:stCondLst>
                                            <p:cond delay="0"/>
                                          </p:stCondLst>
                                        </p:cTn>
                                        <p:tgtEl>
                                          <p:spTgt spid="6192"/>
                                        </p:tgtEl>
                                        <p:attrNameLst>
                                          <p:attrName>style.visibility</p:attrName>
                                        </p:attrNameLst>
                                      </p:cBhvr>
                                      <p:to>
                                        <p:strVal val="visible"/>
                                      </p:to>
                                    </p:set>
                                    <p:animEffect filter="fade" transition="in">
                                      <p:cBhvr>
                                        <p:cTn dur="1000"/>
                                        <p:tgtEl>
                                          <p:spTgt spid="6192"/>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6193"/>
                                        </p:tgtEl>
                                        <p:attrNameLst>
                                          <p:attrName>style.visibility</p:attrName>
                                        </p:attrNameLst>
                                      </p:cBhvr>
                                      <p:to>
                                        <p:strVal val="visible"/>
                                      </p:to>
                                    </p:set>
                                    <p:animEffect filter="fade" transition="in">
                                      <p:cBhvr>
                                        <p:cTn dur="1000"/>
                                        <p:tgtEl>
                                          <p:spTgt spid="6193"/>
                                        </p:tgtEl>
                                      </p:cBhvr>
                                    </p:animEffect>
                                  </p:childTnLst>
                                </p:cTn>
                              </p:par>
                              <p:par>
                                <p:cTn fill="hold" nodeType="withEffect" presetClass="entr" presetID="10" presetSubtype="0">
                                  <p:stCondLst>
                                    <p:cond delay="0"/>
                                  </p:stCondLst>
                                  <p:childTnLst>
                                    <p:set>
                                      <p:cBhvr>
                                        <p:cTn dur="1" fill="hold">
                                          <p:stCondLst>
                                            <p:cond delay="0"/>
                                          </p:stCondLst>
                                        </p:cTn>
                                        <p:tgtEl>
                                          <p:spTgt spid="6194"/>
                                        </p:tgtEl>
                                        <p:attrNameLst>
                                          <p:attrName>style.visibility</p:attrName>
                                        </p:attrNameLst>
                                      </p:cBhvr>
                                      <p:to>
                                        <p:strVal val="visible"/>
                                      </p:to>
                                    </p:set>
                                    <p:animEffect filter="fade" transition="in">
                                      <p:cBhvr>
                                        <p:cTn dur="1000"/>
                                        <p:tgtEl>
                                          <p:spTgt spid="6194"/>
                                        </p:tgtEl>
                                      </p:cBhvr>
                                    </p:animEffect>
                                  </p:childTnLst>
                                </p:cTn>
                              </p:par>
                              <p:par>
                                <p:cTn fill="hold" nodeType="withEffect" presetClass="entr" presetID="10" presetSubtype="0">
                                  <p:stCondLst>
                                    <p:cond delay="0"/>
                                  </p:stCondLst>
                                  <p:childTnLst>
                                    <p:set>
                                      <p:cBhvr>
                                        <p:cTn dur="1" fill="hold">
                                          <p:stCondLst>
                                            <p:cond delay="0"/>
                                          </p:stCondLst>
                                        </p:cTn>
                                        <p:tgtEl>
                                          <p:spTgt spid="6195"/>
                                        </p:tgtEl>
                                        <p:attrNameLst>
                                          <p:attrName>style.visibility</p:attrName>
                                        </p:attrNameLst>
                                      </p:cBhvr>
                                      <p:to>
                                        <p:strVal val="visible"/>
                                      </p:to>
                                    </p:set>
                                    <p:animEffect filter="fade" transition="in">
                                      <p:cBhvr>
                                        <p:cTn dur="1000"/>
                                        <p:tgtEl>
                                          <p:spTgt spid="619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27" name="Shape 6227"/>
        <p:cNvGrpSpPr/>
        <p:nvPr/>
      </p:nvGrpSpPr>
      <p:grpSpPr>
        <a:xfrm>
          <a:off x="0" y="0"/>
          <a:ext cx="0" cy="0"/>
          <a:chOff x="0" y="0"/>
          <a:chExt cx="0" cy="0"/>
        </a:xfrm>
      </p:grpSpPr>
      <p:sp>
        <p:nvSpPr>
          <p:cNvPr id="6228" name="Google Shape;6228;p111"/>
          <p:cNvSpPr/>
          <p:nvPr/>
        </p:nvSpPr>
        <p:spPr>
          <a:xfrm>
            <a:off x="6088950" y="3273750"/>
            <a:ext cx="2324100" cy="1122000"/>
          </a:xfrm>
          <a:prstGeom prst="roundRect">
            <a:avLst>
              <a:gd fmla="val 1006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11"/>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A GRAPH TO SHOW YOUR DATA</a:t>
            </a:r>
            <a:endParaRPr/>
          </a:p>
        </p:txBody>
      </p:sp>
      <p:sp>
        <p:nvSpPr>
          <p:cNvPr id="6230" name="Google Shape;6230;p111"/>
          <p:cNvSpPr/>
          <p:nvPr/>
        </p:nvSpPr>
        <p:spPr>
          <a:xfrm>
            <a:off x="3363138" y="3367428"/>
            <a:ext cx="313200" cy="3270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11"/>
          <p:cNvSpPr/>
          <p:nvPr/>
        </p:nvSpPr>
        <p:spPr>
          <a:xfrm>
            <a:off x="840663" y="3366528"/>
            <a:ext cx="313200" cy="327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11"/>
          <p:cNvSpPr txBox="1"/>
          <p:nvPr/>
        </p:nvSpPr>
        <p:spPr>
          <a:xfrm>
            <a:off x="1291049" y="3287500"/>
            <a:ext cx="2072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accent4"/>
                </a:solidFill>
                <a:latin typeface="Londrina Solid Black"/>
                <a:ea typeface="Londrina Solid Black"/>
                <a:cs typeface="Londrina Solid Black"/>
                <a:sym typeface="Londrina Solid Black"/>
              </a:rPr>
              <a:t>MERCURY</a:t>
            </a:r>
            <a:endParaRPr sz="1800">
              <a:solidFill>
                <a:schemeClr val="accent4"/>
              </a:solidFill>
              <a:latin typeface="Londrina Solid Black"/>
              <a:ea typeface="Londrina Solid Black"/>
              <a:cs typeface="Londrina Solid Black"/>
              <a:sym typeface="Londrina Solid Black"/>
            </a:endParaRPr>
          </a:p>
        </p:txBody>
      </p:sp>
      <p:sp>
        <p:nvSpPr>
          <p:cNvPr id="6233" name="Google Shape;6233;p111"/>
          <p:cNvSpPr txBox="1"/>
          <p:nvPr/>
        </p:nvSpPr>
        <p:spPr>
          <a:xfrm>
            <a:off x="1291049" y="3665464"/>
            <a:ext cx="2072100" cy="65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Hind"/>
                <a:ea typeface="Hind"/>
                <a:cs typeface="Hind"/>
                <a:sym typeface="Hind"/>
              </a:rPr>
              <a:t>Mercury is the closest planet to Sun</a:t>
            </a:r>
            <a:endParaRPr sz="1600">
              <a:solidFill>
                <a:schemeClr val="dk2"/>
              </a:solidFill>
              <a:latin typeface="Hind"/>
              <a:ea typeface="Hind"/>
              <a:cs typeface="Hind"/>
              <a:sym typeface="Hind"/>
            </a:endParaRPr>
          </a:p>
        </p:txBody>
      </p:sp>
      <p:sp>
        <p:nvSpPr>
          <p:cNvPr id="6234" name="Google Shape;6234;p111"/>
          <p:cNvSpPr txBox="1"/>
          <p:nvPr/>
        </p:nvSpPr>
        <p:spPr>
          <a:xfrm>
            <a:off x="3813524" y="3287500"/>
            <a:ext cx="2072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accent4"/>
                </a:solidFill>
                <a:latin typeface="Londrina Solid Black"/>
                <a:ea typeface="Londrina Solid Black"/>
                <a:cs typeface="Londrina Solid Black"/>
                <a:sym typeface="Londrina Solid Black"/>
              </a:rPr>
              <a:t>VENUS</a:t>
            </a:r>
            <a:endParaRPr sz="1800">
              <a:solidFill>
                <a:schemeClr val="accent4"/>
              </a:solidFill>
              <a:latin typeface="Londrina Solid Black"/>
              <a:ea typeface="Londrina Solid Black"/>
              <a:cs typeface="Londrina Solid Black"/>
              <a:sym typeface="Londrina Solid Black"/>
            </a:endParaRPr>
          </a:p>
        </p:txBody>
      </p:sp>
      <p:sp>
        <p:nvSpPr>
          <p:cNvPr id="6235" name="Google Shape;6235;p111"/>
          <p:cNvSpPr txBox="1"/>
          <p:nvPr/>
        </p:nvSpPr>
        <p:spPr>
          <a:xfrm>
            <a:off x="3813524" y="3665464"/>
            <a:ext cx="2072100" cy="65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Hind"/>
                <a:ea typeface="Hind"/>
                <a:cs typeface="Hind"/>
                <a:sym typeface="Hind"/>
              </a:rPr>
              <a:t>Venus is the second planet from the Sun</a:t>
            </a:r>
            <a:endParaRPr sz="1600">
              <a:solidFill>
                <a:schemeClr val="dk2"/>
              </a:solidFill>
              <a:latin typeface="Hind"/>
              <a:ea typeface="Hind"/>
              <a:cs typeface="Hind"/>
              <a:sym typeface="Hind"/>
            </a:endParaRPr>
          </a:p>
        </p:txBody>
      </p:sp>
      <p:sp>
        <p:nvSpPr>
          <p:cNvPr id="6236" name="Google Shape;6236;p111"/>
          <p:cNvSpPr txBox="1"/>
          <p:nvPr/>
        </p:nvSpPr>
        <p:spPr>
          <a:xfrm>
            <a:off x="6252600" y="3373050"/>
            <a:ext cx="1996800" cy="923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2"/>
                </a:solidFill>
                <a:latin typeface="Hind"/>
                <a:ea typeface="Hind"/>
                <a:cs typeface="Hind"/>
                <a:sym typeface="Hind"/>
              </a:rPr>
              <a:t>Follow the link in the graph to modify its data and then paste the new one here. </a:t>
            </a:r>
            <a:r>
              <a:rPr b="1" lang="en" sz="1200">
                <a:solidFill>
                  <a:schemeClr val="dk2"/>
                </a:solidFill>
                <a:latin typeface="Hind"/>
                <a:ea typeface="Hind"/>
                <a:cs typeface="Hind"/>
                <a:sym typeface="Hind"/>
              </a:rPr>
              <a:t>For more info, </a:t>
            </a:r>
            <a:r>
              <a:rPr b="1" lang="en" sz="1200">
                <a:solidFill>
                  <a:schemeClr val="dk2"/>
                </a:solidFill>
                <a:uFill>
                  <a:noFill/>
                </a:uFill>
                <a:latin typeface="Hind"/>
                <a:ea typeface="Hind"/>
                <a:cs typeface="Hind"/>
                <a:sym typeface="Hind"/>
                <a:hlinkClick r:id="rId3">
                  <a:extLst>
                    <a:ext uri="{A12FA001-AC4F-418D-AE19-62706E023703}">
                      <ahyp:hlinkClr val="tx"/>
                    </a:ext>
                  </a:extLst>
                </a:hlinkClick>
              </a:rPr>
              <a:t>click here</a:t>
            </a:r>
            <a:endParaRPr sz="1200">
              <a:solidFill>
                <a:schemeClr val="dk2"/>
              </a:solidFill>
              <a:latin typeface="Hind"/>
              <a:ea typeface="Hind"/>
              <a:cs typeface="Hind"/>
              <a:sym typeface="Hind"/>
            </a:endParaRPr>
          </a:p>
        </p:txBody>
      </p:sp>
      <p:pic>
        <p:nvPicPr>
          <p:cNvPr id="6237" name="Google Shape;6237;p111" title="Gráfico">
            <a:hlinkClick r:id="rId4"/>
          </p:cNvPr>
          <p:cNvPicPr preferRelativeResize="0"/>
          <p:nvPr/>
        </p:nvPicPr>
        <p:blipFill>
          <a:blip r:embed="rId5">
            <a:alphaModFix/>
          </a:blip>
          <a:stretch>
            <a:fillRect/>
          </a:stretch>
        </p:blipFill>
        <p:spPr>
          <a:xfrm>
            <a:off x="713233" y="1283314"/>
            <a:ext cx="7717535" cy="1775033"/>
          </a:xfrm>
          <a:prstGeom prst="rect">
            <a:avLst/>
          </a:prstGeom>
          <a:noFill/>
          <a:ln>
            <a:noFill/>
          </a:ln>
        </p:spPr>
      </p:pic>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41" name="Shape 6241"/>
        <p:cNvGrpSpPr/>
        <p:nvPr/>
      </p:nvGrpSpPr>
      <p:grpSpPr>
        <a:xfrm>
          <a:off x="0" y="0"/>
          <a:ext cx="0" cy="0"/>
          <a:chOff x="0" y="0"/>
          <a:chExt cx="0" cy="0"/>
        </a:xfrm>
      </p:grpSpPr>
      <p:sp>
        <p:nvSpPr>
          <p:cNvPr id="6242" name="Google Shape;6242;p112"/>
          <p:cNvSpPr/>
          <p:nvPr/>
        </p:nvSpPr>
        <p:spPr>
          <a:xfrm>
            <a:off x="5286375" y="3617550"/>
            <a:ext cx="2962200" cy="942000"/>
          </a:xfrm>
          <a:prstGeom prst="roundRect">
            <a:avLst>
              <a:gd fmla="val 3049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12"/>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A GRAPH TO SHOW YOUR DATA</a:t>
            </a:r>
            <a:endParaRPr/>
          </a:p>
        </p:txBody>
      </p:sp>
      <p:sp>
        <p:nvSpPr>
          <p:cNvPr id="6244" name="Google Shape;6244;p112"/>
          <p:cNvSpPr txBox="1"/>
          <p:nvPr/>
        </p:nvSpPr>
        <p:spPr>
          <a:xfrm>
            <a:off x="5636200" y="1435550"/>
            <a:ext cx="24948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accent4"/>
                </a:solidFill>
                <a:latin typeface="Londrina Solid"/>
                <a:ea typeface="Londrina Solid"/>
                <a:cs typeface="Londrina Solid"/>
                <a:sym typeface="Londrina Solid"/>
              </a:rPr>
              <a:t>MERCURY</a:t>
            </a:r>
            <a:endParaRPr b="1" sz="1800">
              <a:solidFill>
                <a:schemeClr val="accent4"/>
              </a:solidFill>
              <a:latin typeface="Londrina Solid"/>
              <a:ea typeface="Londrina Solid"/>
              <a:cs typeface="Londrina Solid"/>
              <a:sym typeface="Londrina Solid"/>
            </a:endParaRPr>
          </a:p>
        </p:txBody>
      </p:sp>
      <p:sp>
        <p:nvSpPr>
          <p:cNvPr id="6245" name="Google Shape;6245;p112"/>
          <p:cNvSpPr txBox="1"/>
          <p:nvPr/>
        </p:nvSpPr>
        <p:spPr>
          <a:xfrm>
            <a:off x="5636200" y="1795932"/>
            <a:ext cx="2494800" cy="67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Hind"/>
                <a:ea typeface="Hind"/>
                <a:cs typeface="Hind"/>
                <a:sym typeface="Hind"/>
              </a:rPr>
              <a:t>It’s the smallest planet in the Solar System</a:t>
            </a:r>
            <a:endParaRPr sz="1600">
              <a:solidFill>
                <a:schemeClr val="dk2"/>
              </a:solidFill>
              <a:latin typeface="Hind"/>
              <a:ea typeface="Hind"/>
              <a:cs typeface="Hind"/>
              <a:sym typeface="Hind"/>
            </a:endParaRPr>
          </a:p>
        </p:txBody>
      </p:sp>
      <p:sp>
        <p:nvSpPr>
          <p:cNvPr id="6246" name="Google Shape;6246;p112"/>
          <p:cNvSpPr txBox="1"/>
          <p:nvPr/>
        </p:nvSpPr>
        <p:spPr>
          <a:xfrm>
            <a:off x="5636200" y="2512266"/>
            <a:ext cx="24948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accent4"/>
                </a:solidFill>
                <a:latin typeface="Londrina Solid"/>
                <a:ea typeface="Londrina Solid"/>
                <a:cs typeface="Londrina Solid"/>
                <a:sym typeface="Londrina Solid"/>
              </a:rPr>
              <a:t>SATURN</a:t>
            </a:r>
            <a:endParaRPr b="1" sz="1800">
              <a:solidFill>
                <a:schemeClr val="accent4"/>
              </a:solidFill>
              <a:latin typeface="Londrina Solid"/>
              <a:ea typeface="Londrina Solid"/>
              <a:cs typeface="Londrina Solid"/>
              <a:sym typeface="Londrina Solid"/>
            </a:endParaRPr>
          </a:p>
        </p:txBody>
      </p:sp>
      <p:sp>
        <p:nvSpPr>
          <p:cNvPr id="6247" name="Google Shape;6247;p112"/>
          <p:cNvSpPr txBox="1"/>
          <p:nvPr/>
        </p:nvSpPr>
        <p:spPr>
          <a:xfrm>
            <a:off x="5636200" y="2872648"/>
            <a:ext cx="2494800" cy="67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Hind"/>
                <a:ea typeface="Hind"/>
                <a:cs typeface="Hind"/>
                <a:sym typeface="Hind"/>
              </a:rPr>
              <a:t>It’s the second-largest planet in the Solar System</a:t>
            </a:r>
            <a:endParaRPr sz="1600">
              <a:solidFill>
                <a:schemeClr val="dk2"/>
              </a:solidFill>
              <a:latin typeface="Hind"/>
              <a:ea typeface="Hind"/>
              <a:cs typeface="Hind"/>
              <a:sym typeface="Hind"/>
            </a:endParaRPr>
          </a:p>
        </p:txBody>
      </p:sp>
      <p:sp>
        <p:nvSpPr>
          <p:cNvPr id="6248" name="Google Shape;6248;p112"/>
          <p:cNvSpPr/>
          <p:nvPr/>
        </p:nvSpPr>
        <p:spPr>
          <a:xfrm>
            <a:off x="5271438" y="1564755"/>
            <a:ext cx="243300" cy="243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12"/>
          <p:cNvSpPr/>
          <p:nvPr/>
        </p:nvSpPr>
        <p:spPr>
          <a:xfrm>
            <a:off x="5271438" y="2628155"/>
            <a:ext cx="243300" cy="2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12"/>
          <p:cNvSpPr txBox="1"/>
          <p:nvPr/>
        </p:nvSpPr>
        <p:spPr>
          <a:xfrm>
            <a:off x="5438625" y="3719100"/>
            <a:ext cx="2657700" cy="738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2"/>
                </a:solidFill>
                <a:latin typeface="Hind"/>
                <a:ea typeface="Hind"/>
                <a:cs typeface="Hind"/>
                <a:sym typeface="Hind"/>
              </a:rPr>
              <a:t>Follow the link in the graph to modify its data and then paste the new one here. </a:t>
            </a:r>
            <a:r>
              <a:rPr b="1" lang="en" sz="1200">
                <a:solidFill>
                  <a:schemeClr val="dk2"/>
                </a:solidFill>
                <a:latin typeface="Hind"/>
                <a:ea typeface="Hind"/>
                <a:cs typeface="Hind"/>
                <a:sym typeface="Hind"/>
              </a:rPr>
              <a:t>For more info, </a:t>
            </a:r>
            <a:r>
              <a:rPr b="1" lang="en" sz="1200">
                <a:solidFill>
                  <a:schemeClr val="dk2"/>
                </a:solidFill>
                <a:uFill>
                  <a:noFill/>
                </a:uFill>
                <a:latin typeface="Hind"/>
                <a:ea typeface="Hind"/>
                <a:cs typeface="Hind"/>
                <a:sym typeface="Hind"/>
                <a:hlinkClick r:id="rId3">
                  <a:extLst>
                    <a:ext uri="{A12FA001-AC4F-418D-AE19-62706E023703}">
                      <ahyp:hlinkClr val="tx"/>
                    </a:ext>
                  </a:extLst>
                </a:hlinkClick>
              </a:rPr>
              <a:t>click here</a:t>
            </a:r>
            <a:endParaRPr b="1" sz="1200">
              <a:solidFill>
                <a:schemeClr val="dk2"/>
              </a:solidFill>
              <a:latin typeface="Hind"/>
              <a:ea typeface="Hind"/>
              <a:cs typeface="Hind"/>
              <a:sym typeface="Hind"/>
            </a:endParaRPr>
          </a:p>
        </p:txBody>
      </p:sp>
      <p:pic>
        <p:nvPicPr>
          <p:cNvPr id="6251" name="Google Shape;6251;p112" title="Chart">
            <a:hlinkClick r:id="rId4"/>
          </p:cNvPr>
          <p:cNvPicPr preferRelativeResize="0"/>
          <p:nvPr/>
        </p:nvPicPr>
        <p:blipFill>
          <a:blip r:embed="rId5">
            <a:alphaModFix/>
          </a:blip>
          <a:stretch>
            <a:fillRect/>
          </a:stretch>
        </p:blipFill>
        <p:spPr>
          <a:xfrm>
            <a:off x="713278" y="1190625"/>
            <a:ext cx="4363986" cy="3413474"/>
          </a:xfrm>
          <a:prstGeom prst="rect">
            <a:avLst/>
          </a:prstGeom>
          <a:noFill/>
          <a:ln>
            <a:noFill/>
          </a:ln>
        </p:spPr>
      </p:pic>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5" name="Shape 6255"/>
        <p:cNvGrpSpPr/>
        <p:nvPr/>
      </p:nvGrpSpPr>
      <p:grpSpPr>
        <a:xfrm>
          <a:off x="0" y="0"/>
          <a:ext cx="0" cy="0"/>
          <a:chOff x="0" y="0"/>
          <a:chExt cx="0" cy="0"/>
        </a:xfrm>
      </p:grpSpPr>
      <p:sp>
        <p:nvSpPr>
          <p:cNvPr id="6256" name="Google Shape;6256;p113"/>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ANOTHER GRAPH</a:t>
            </a:r>
            <a:endParaRPr/>
          </a:p>
        </p:txBody>
      </p:sp>
      <p:pic>
        <p:nvPicPr>
          <p:cNvPr id="6257" name="Google Shape;6257;p113" title="Chart">
            <a:hlinkClick r:id="rId3"/>
          </p:cNvPr>
          <p:cNvPicPr preferRelativeResize="0"/>
          <p:nvPr/>
        </p:nvPicPr>
        <p:blipFill>
          <a:blip r:embed="rId4">
            <a:alphaModFix/>
          </a:blip>
          <a:stretch>
            <a:fillRect/>
          </a:stretch>
        </p:blipFill>
        <p:spPr>
          <a:xfrm>
            <a:off x="2921463" y="883650"/>
            <a:ext cx="3301076" cy="2994374"/>
          </a:xfrm>
          <a:prstGeom prst="rect">
            <a:avLst/>
          </a:prstGeom>
          <a:noFill/>
          <a:ln>
            <a:noFill/>
          </a:ln>
        </p:spPr>
      </p:pic>
      <p:sp>
        <p:nvSpPr>
          <p:cNvPr id="6258" name="Google Shape;6258;p113"/>
          <p:cNvSpPr txBox="1"/>
          <p:nvPr/>
        </p:nvSpPr>
        <p:spPr>
          <a:xfrm>
            <a:off x="713376" y="1520988"/>
            <a:ext cx="1576500" cy="419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800">
                <a:solidFill>
                  <a:schemeClr val="accent4"/>
                </a:solidFill>
                <a:latin typeface="Londrina Solid Black"/>
                <a:ea typeface="Londrina Solid Black"/>
                <a:cs typeface="Londrina Solid Black"/>
                <a:sym typeface="Londrina Solid Black"/>
              </a:rPr>
              <a:t>20%</a:t>
            </a:r>
            <a:endParaRPr sz="1800">
              <a:solidFill>
                <a:schemeClr val="accent4"/>
              </a:solidFill>
              <a:latin typeface="Londrina Solid Black"/>
              <a:ea typeface="Londrina Solid Black"/>
              <a:cs typeface="Londrina Solid Black"/>
              <a:sym typeface="Londrina Solid Black"/>
            </a:endParaRPr>
          </a:p>
        </p:txBody>
      </p:sp>
      <p:sp>
        <p:nvSpPr>
          <p:cNvPr id="6259" name="Google Shape;6259;p113"/>
          <p:cNvSpPr txBox="1"/>
          <p:nvPr/>
        </p:nvSpPr>
        <p:spPr>
          <a:xfrm>
            <a:off x="713375" y="2208663"/>
            <a:ext cx="1576500" cy="923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dk2"/>
                </a:solidFill>
                <a:latin typeface="Hind"/>
                <a:ea typeface="Hind"/>
                <a:cs typeface="Hind"/>
                <a:sym typeface="Hind"/>
              </a:rPr>
              <a:t>Neptune is the farthest planet from the Sun</a:t>
            </a:r>
            <a:endParaRPr sz="1600">
              <a:solidFill>
                <a:schemeClr val="dk2"/>
              </a:solidFill>
              <a:latin typeface="Hind"/>
              <a:ea typeface="Hind"/>
              <a:cs typeface="Hind"/>
              <a:sym typeface="Hind"/>
            </a:endParaRPr>
          </a:p>
        </p:txBody>
      </p:sp>
      <p:sp>
        <p:nvSpPr>
          <p:cNvPr id="6260" name="Google Shape;6260;p113"/>
          <p:cNvSpPr/>
          <p:nvPr/>
        </p:nvSpPr>
        <p:spPr>
          <a:xfrm>
            <a:off x="2445484" y="1632457"/>
            <a:ext cx="320400" cy="3204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13"/>
          <p:cNvSpPr txBox="1"/>
          <p:nvPr/>
        </p:nvSpPr>
        <p:spPr>
          <a:xfrm>
            <a:off x="713376" y="1808288"/>
            <a:ext cx="1576500" cy="419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800">
                <a:solidFill>
                  <a:schemeClr val="accent4"/>
                </a:solidFill>
                <a:latin typeface="Londrina Solid Black"/>
                <a:ea typeface="Londrina Solid Black"/>
                <a:cs typeface="Londrina Solid Black"/>
                <a:sym typeface="Londrina Solid Black"/>
              </a:rPr>
              <a:t>NEPTUNE</a:t>
            </a:r>
            <a:endParaRPr sz="1800">
              <a:solidFill>
                <a:schemeClr val="accent4"/>
              </a:solidFill>
              <a:latin typeface="Londrina Solid Black"/>
              <a:ea typeface="Londrina Solid Black"/>
              <a:cs typeface="Londrina Solid Black"/>
              <a:sym typeface="Londrina Solid Black"/>
            </a:endParaRPr>
          </a:p>
        </p:txBody>
      </p:sp>
      <p:sp>
        <p:nvSpPr>
          <p:cNvPr id="6262" name="Google Shape;6262;p113"/>
          <p:cNvSpPr txBox="1"/>
          <p:nvPr/>
        </p:nvSpPr>
        <p:spPr>
          <a:xfrm>
            <a:off x="6847226" y="1520988"/>
            <a:ext cx="15765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accent4"/>
                </a:solidFill>
                <a:latin typeface="Londrina Solid Black"/>
                <a:ea typeface="Londrina Solid Black"/>
                <a:cs typeface="Londrina Solid Black"/>
                <a:sym typeface="Londrina Solid Black"/>
              </a:rPr>
              <a:t>8</a:t>
            </a:r>
            <a:r>
              <a:rPr lang="en" sz="1800">
                <a:solidFill>
                  <a:schemeClr val="accent4"/>
                </a:solidFill>
                <a:latin typeface="Londrina Solid Black"/>
                <a:ea typeface="Londrina Solid Black"/>
                <a:cs typeface="Londrina Solid Black"/>
                <a:sym typeface="Londrina Solid Black"/>
              </a:rPr>
              <a:t>0%</a:t>
            </a:r>
            <a:endParaRPr sz="1800">
              <a:solidFill>
                <a:schemeClr val="accent4"/>
              </a:solidFill>
              <a:latin typeface="Londrina Solid Black"/>
              <a:ea typeface="Londrina Solid Black"/>
              <a:cs typeface="Londrina Solid Black"/>
              <a:sym typeface="Londrina Solid Black"/>
            </a:endParaRPr>
          </a:p>
        </p:txBody>
      </p:sp>
      <p:sp>
        <p:nvSpPr>
          <p:cNvPr id="6263" name="Google Shape;6263;p113"/>
          <p:cNvSpPr txBox="1"/>
          <p:nvPr/>
        </p:nvSpPr>
        <p:spPr>
          <a:xfrm>
            <a:off x="6847225" y="2208663"/>
            <a:ext cx="1576500" cy="923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Hind"/>
                <a:ea typeface="Hind"/>
                <a:cs typeface="Hind"/>
                <a:sym typeface="Hind"/>
              </a:rPr>
              <a:t>Mercury is the closest planet to the Sun</a:t>
            </a:r>
            <a:endParaRPr sz="1600">
              <a:solidFill>
                <a:schemeClr val="dk2"/>
              </a:solidFill>
              <a:latin typeface="Hind"/>
              <a:ea typeface="Hind"/>
              <a:cs typeface="Hind"/>
              <a:sym typeface="Hind"/>
            </a:endParaRPr>
          </a:p>
        </p:txBody>
      </p:sp>
      <p:sp>
        <p:nvSpPr>
          <p:cNvPr id="6264" name="Google Shape;6264;p113"/>
          <p:cNvSpPr/>
          <p:nvPr/>
        </p:nvSpPr>
        <p:spPr>
          <a:xfrm>
            <a:off x="6378159" y="1632457"/>
            <a:ext cx="320400" cy="320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13"/>
          <p:cNvSpPr txBox="1"/>
          <p:nvPr/>
        </p:nvSpPr>
        <p:spPr>
          <a:xfrm>
            <a:off x="6847226" y="1808288"/>
            <a:ext cx="15765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accent4"/>
                </a:solidFill>
                <a:latin typeface="Londrina Solid Black"/>
                <a:ea typeface="Londrina Solid Black"/>
                <a:cs typeface="Londrina Solid Black"/>
                <a:sym typeface="Londrina Solid Black"/>
              </a:rPr>
              <a:t>MERCURY</a:t>
            </a:r>
            <a:endParaRPr sz="1800">
              <a:solidFill>
                <a:schemeClr val="accent4"/>
              </a:solidFill>
              <a:latin typeface="Londrina Solid Black"/>
              <a:ea typeface="Londrina Solid Black"/>
              <a:cs typeface="Londrina Solid Black"/>
              <a:sym typeface="Londrina Solid Black"/>
            </a:endParaRPr>
          </a:p>
        </p:txBody>
      </p:sp>
      <p:sp>
        <p:nvSpPr>
          <p:cNvPr id="6266" name="Google Shape;6266;p113"/>
          <p:cNvSpPr/>
          <p:nvPr/>
        </p:nvSpPr>
        <p:spPr>
          <a:xfrm>
            <a:off x="2194275" y="3979325"/>
            <a:ext cx="4755300" cy="624900"/>
          </a:xfrm>
          <a:prstGeom prst="roundRect">
            <a:avLst>
              <a:gd fmla="val 1006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267" name="Google Shape;6267;p113"/>
          <p:cNvSpPr txBox="1"/>
          <p:nvPr/>
        </p:nvSpPr>
        <p:spPr>
          <a:xfrm>
            <a:off x="2398200" y="4014725"/>
            <a:ext cx="43476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2"/>
                </a:solidFill>
                <a:latin typeface="Hind"/>
                <a:ea typeface="Hind"/>
                <a:cs typeface="Hind"/>
                <a:sym typeface="Hind"/>
              </a:rPr>
              <a:t>Follow the link in the graph to modify its data and then paste the new one here. </a:t>
            </a:r>
            <a:r>
              <a:rPr b="1" lang="en" sz="1200">
                <a:solidFill>
                  <a:schemeClr val="dk2"/>
                </a:solidFill>
                <a:latin typeface="Hind"/>
                <a:ea typeface="Hind"/>
                <a:cs typeface="Hind"/>
                <a:sym typeface="Hind"/>
              </a:rPr>
              <a:t>For more info, </a:t>
            </a:r>
            <a:r>
              <a:rPr b="1" lang="en" sz="1200">
                <a:solidFill>
                  <a:schemeClr val="dk2"/>
                </a:solidFill>
                <a:uFill>
                  <a:noFill/>
                </a:uFill>
                <a:latin typeface="Hind"/>
                <a:ea typeface="Hind"/>
                <a:cs typeface="Hind"/>
                <a:sym typeface="Hind"/>
                <a:hlinkClick r:id="rId5">
                  <a:extLst>
                    <a:ext uri="{A12FA001-AC4F-418D-AE19-62706E023703}">
                      <ahyp:hlinkClr val="tx"/>
                    </a:ext>
                  </a:extLst>
                </a:hlinkClick>
              </a:rPr>
              <a:t>click here</a:t>
            </a:r>
            <a:endParaRPr sz="1200">
              <a:solidFill>
                <a:schemeClr val="dk2"/>
              </a:solidFill>
              <a:latin typeface="Hind"/>
              <a:ea typeface="Hind"/>
              <a:cs typeface="Hind"/>
              <a:sym typeface="Hind"/>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1" name="Shape 6271"/>
        <p:cNvGrpSpPr/>
        <p:nvPr/>
      </p:nvGrpSpPr>
      <p:grpSpPr>
        <a:xfrm>
          <a:off x="0" y="0"/>
          <a:ext cx="0" cy="0"/>
          <a:chOff x="0" y="0"/>
          <a:chExt cx="0" cy="0"/>
        </a:xfrm>
      </p:grpSpPr>
      <p:sp>
        <p:nvSpPr>
          <p:cNvPr id="6272" name="Google Shape;6272;p114"/>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a:t>
            </a:r>
            <a:r>
              <a:rPr lang="en"/>
              <a:t>OTHER GRAPH</a:t>
            </a:r>
            <a:endParaRPr/>
          </a:p>
        </p:txBody>
      </p:sp>
      <p:sp>
        <p:nvSpPr>
          <p:cNvPr id="6273" name="Google Shape;6273;p114"/>
          <p:cNvSpPr/>
          <p:nvPr/>
        </p:nvSpPr>
        <p:spPr>
          <a:xfrm>
            <a:off x="728200" y="3526800"/>
            <a:ext cx="2962200" cy="942000"/>
          </a:xfrm>
          <a:prstGeom prst="roundRect">
            <a:avLst>
              <a:gd fmla="val 3049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14"/>
          <p:cNvSpPr txBox="1"/>
          <p:nvPr/>
        </p:nvSpPr>
        <p:spPr>
          <a:xfrm>
            <a:off x="1078025" y="1287813"/>
            <a:ext cx="24948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accent4"/>
                </a:solidFill>
                <a:latin typeface="Londrina Solid"/>
                <a:ea typeface="Londrina Solid"/>
                <a:cs typeface="Londrina Solid"/>
                <a:sym typeface="Londrina Solid"/>
              </a:rPr>
              <a:t>MERCURY</a:t>
            </a:r>
            <a:endParaRPr b="1" sz="1800">
              <a:solidFill>
                <a:schemeClr val="accent4"/>
              </a:solidFill>
              <a:latin typeface="Londrina Solid"/>
              <a:ea typeface="Londrina Solid"/>
              <a:cs typeface="Londrina Solid"/>
              <a:sym typeface="Londrina Solid"/>
            </a:endParaRPr>
          </a:p>
        </p:txBody>
      </p:sp>
      <p:sp>
        <p:nvSpPr>
          <p:cNvPr id="6275" name="Google Shape;6275;p114"/>
          <p:cNvSpPr txBox="1"/>
          <p:nvPr/>
        </p:nvSpPr>
        <p:spPr>
          <a:xfrm>
            <a:off x="1078025" y="1648195"/>
            <a:ext cx="2494800" cy="67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Hind"/>
                <a:ea typeface="Hind"/>
                <a:cs typeface="Hind"/>
                <a:sym typeface="Hind"/>
              </a:rPr>
              <a:t>Mercury is the smallest planet of them all</a:t>
            </a:r>
            <a:endParaRPr sz="1600">
              <a:solidFill>
                <a:schemeClr val="dk2"/>
              </a:solidFill>
              <a:latin typeface="Hind"/>
              <a:ea typeface="Hind"/>
              <a:cs typeface="Hind"/>
              <a:sym typeface="Hind"/>
            </a:endParaRPr>
          </a:p>
        </p:txBody>
      </p:sp>
      <p:sp>
        <p:nvSpPr>
          <p:cNvPr id="6276" name="Google Shape;6276;p114"/>
          <p:cNvSpPr txBox="1"/>
          <p:nvPr/>
        </p:nvSpPr>
        <p:spPr>
          <a:xfrm>
            <a:off x="1078025" y="2348671"/>
            <a:ext cx="24948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accent4"/>
                </a:solidFill>
                <a:latin typeface="Londrina Solid"/>
                <a:ea typeface="Londrina Solid"/>
                <a:cs typeface="Londrina Solid"/>
                <a:sym typeface="Londrina Solid"/>
              </a:rPr>
              <a:t>SATURN</a:t>
            </a:r>
            <a:endParaRPr b="1" sz="1800">
              <a:solidFill>
                <a:schemeClr val="accent4"/>
              </a:solidFill>
              <a:latin typeface="Londrina Solid"/>
              <a:ea typeface="Londrina Solid"/>
              <a:cs typeface="Londrina Solid"/>
              <a:sym typeface="Londrina Solid"/>
            </a:endParaRPr>
          </a:p>
        </p:txBody>
      </p:sp>
      <p:sp>
        <p:nvSpPr>
          <p:cNvPr id="6277" name="Google Shape;6277;p114"/>
          <p:cNvSpPr txBox="1"/>
          <p:nvPr/>
        </p:nvSpPr>
        <p:spPr>
          <a:xfrm>
            <a:off x="1078025" y="2709053"/>
            <a:ext cx="2494800" cy="67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Hind"/>
                <a:ea typeface="Hind"/>
                <a:cs typeface="Hind"/>
                <a:sym typeface="Hind"/>
              </a:rPr>
              <a:t>It’s the second-largest planet in the Solar System</a:t>
            </a:r>
            <a:endParaRPr sz="1600">
              <a:solidFill>
                <a:schemeClr val="dk2"/>
              </a:solidFill>
              <a:latin typeface="Hind"/>
              <a:ea typeface="Hind"/>
              <a:cs typeface="Hind"/>
              <a:sym typeface="Hind"/>
            </a:endParaRPr>
          </a:p>
        </p:txBody>
      </p:sp>
      <p:sp>
        <p:nvSpPr>
          <p:cNvPr id="6278" name="Google Shape;6278;p114"/>
          <p:cNvSpPr/>
          <p:nvPr/>
        </p:nvSpPr>
        <p:spPr>
          <a:xfrm>
            <a:off x="713263" y="1417017"/>
            <a:ext cx="243300" cy="243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14"/>
          <p:cNvSpPr/>
          <p:nvPr/>
        </p:nvSpPr>
        <p:spPr>
          <a:xfrm>
            <a:off x="713263" y="2464560"/>
            <a:ext cx="243300" cy="2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14"/>
          <p:cNvSpPr txBox="1"/>
          <p:nvPr/>
        </p:nvSpPr>
        <p:spPr>
          <a:xfrm>
            <a:off x="880450" y="3628350"/>
            <a:ext cx="2657700" cy="738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2"/>
                </a:solidFill>
                <a:latin typeface="Hind"/>
                <a:ea typeface="Hind"/>
                <a:cs typeface="Hind"/>
                <a:sym typeface="Hind"/>
              </a:rPr>
              <a:t>Follow the link in the graph to modify its data and then paste the new one here. </a:t>
            </a:r>
            <a:r>
              <a:rPr b="1" lang="en" sz="1200">
                <a:solidFill>
                  <a:schemeClr val="dk2"/>
                </a:solidFill>
                <a:latin typeface="Hind"/>
                <a:ea typeface="Hind"/>
                <a:cs typeface="Hind"/>
                <a:sym typeface="Hind"/>
              </a:rPr>
              <a:t>For more info, </a:t>
            </a:r>
            <a:r>
              <a:rPr b="1" lang="en" sz="1200">
                <a:solidFill>
                  <a:schemeClr val="dk2"/>
                </a:solidFill>
                <a:uFill>
                  <a:noFill/>
                </a:uFill>
                <a:latin typeface="Hind"/>
                <a:ea typeface="Hind"/>
                <a:cs typeface="Hind"/>
                <a:sym typeface="Hind"/>
                <a:hlinkClick r:id="rId3">
                  <a:extLst>
                    <a:ext uri="{A12FA001-AC4F-418D-AE19-62706E023703}">
                      <ahyp:hlinkClr val="tx"/>
                    </a:ext>
                  </a:extLst>
                </a:hlinkClick>
              </a:rPr>
              <a:t>click here</a:t>
            </a:r>
            <a:endParaRPr b="1" sz="1200">
              <a:solidFill>
                <a:schemeClr val="dk2"/>
              </a:solidFill>
              <a:latin typeface="Hind"/>
              <a:ea typeface="Hind"/>
              <a:cs typeface="Hind"/>
              <a:sym typeface="Hind"/>
            </a:endParaRPr>
          </a:p>
        </p:txBody>
      </p:sp>
      <p:pic>
        <p:nvPicPr>
          <p:cNvPr id="6281" name="Google Shape;6281;p114" title="Chart">
            <a:hlinkClick r:id="rId4"/>
          </p:cNvPr>
          <p:cNvPicPr preferRelativeResize="0"/>
          <p:nvPr/>
        </p:nvPicPr>
        <p:blipFill>
          <a:blip r:embed="rId5">
            <a:alphaModFix/>
          </a:blip>
          <a:stretch>
            <a:fillRect/>
          </a:stretch>
        </p:blipFill>
        <p:spPr>
          <a:xfrm>
            <a:off x="3990975" y="1211250"/>
            <a:ext cx="4439800" cy="3213224"/>
          </a:xfrm>
          <a:prstGeom prst="rect">
            <a:avLst/>
          </a:prstGeom>
          <a:noFill/>
          <a:ln>
            <a:noFill/>
          </a:ln>
        </p:spPr>
      </p:pic>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85" name="Shape 6285"/>
        <p:cNvGrpSpPr/>
        <p:nvPr/>
      </p:nvGrpSpPr>
      <p:grpSpPr>
        <a:xfrm>
          <a:off x="0" y="0"/>
          <a:ext cx="0" cy="0"/>
          <a:chOff x="0" y="0"/>
          <a:chExt cx="0" cy="0"/>
        </a:xfrm>
      </p:grpSpPr>
      <p:sp>
        <p:nvSpPr>
          <p:cNvPr id="6286" name="Google Shape;6286;p115"/>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 DATA FOR A COMPARISON</a:t>
            </a:r>
            <a:endParaRPr/>
          </a:p>
        </p:txBody>
      </p:sp>
      <p:graphicFrame>
        <p:nvGraphicFramePr>
          <p:cNvPr id="6287" name="Google Shape;6287;p115"/>
          <p:cNvGraphicFramePr/>
          <p:nvPr/>
        </p:nvGraphicFramePr>
        <p:xfrm>
          <a:off x="713200" y="1497575"/>
          <a:ext cx="3000000" cy="3000000"/>
        </p:xfrm>
        <a:graphic>
          <a:graphicData uri="http://schemas.openxmlformats.org/drawingml/2006/table">
            <a:tbl>
              <a:tblPr>
                <a:noFill/>
                <a:tableStyleId>{87CC78D9-A9CD-4001-82E7-596E4BF683FC}</a:tableStyleId>
              </a:tblPr>
              <a:tblGrid>
                <a:gridCol w="1673875"/>
                <a:gridCol w="1646650"/>
                <a:gridCol w="2000400"/>
                <a:gridCol w="2396600"/>
              </a:tblGrid>
              <a:tr h="662025">
                <a:tc>
                  <a:txBody>
                    <a:bodyPr/>
                    <a:lstStyle/>
                    <a:p>
                      <a:pPr indent="0" lvl="0" marL="0" rtl="0" algn="ctr">
                        <a:spcBef>
                          <a:spcPts val="0"/>
                        </a:spcBef>
                        <a:spcAft>
                          <a:spcPts val="0"/>
                        </a:spcAft>
                        <a:buNone/>
                      </a:pPr>
                      <a:r>
                        <a:t/>
                      </a:r>
                      <a:endParaRPr>
                        <a:solidFill>
                          <a:srgbClr val="FFFFFF"/>
                        </a:solidFill>
                        <a:latin typeface="Londrina Solid Black"/>
                        <a:ea typeface="Londrina Solid Black"/>
                        <a:cs typeface="Londrina Solid Black"/>
                        <a:sym typeface="Londrina Solid Black"/>
                      </a:endParaRPr>
                    </a:p>
                  </a:txBody>
                  <a:tcPr marT="91425" marB="91425" marR="91425" marL="91425">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sz="1800">
                          <a:solidFill>
                            <a:schemeClr val="lt1"/>
                          </a:solidFill>
                          <a:latin typeface="Londrina Solid Black"/>
                          <a:ea typeface="Londrina Solid Black"/>
                          <a:cs typeface="Londrina Solid Black"/>
                          <a:sym typeface="Londrina Solid Black"/>
                        </a:rPr>
                        <a:t>MASS </a:t>
                      </a:r>
                      <a:endParaRPr sz="1800">
                        <a:solidFill>
                          <a:schemeClr val="lt1"/>
                        </a:solidFill>
                        <a:latin typeface="Londrina Solid Black"/>
                        <a:ea typeface="Londrina Solid Black"/>
                        <a:cs typeface="Londrina Solid Black"/>
                        <a:sym typeface="Londrina Solid Black"/>
                      </a:endParaRPr>
                    </a:p>
                  </a:txBody>
                  <a:tcPr marT="91425" marB="9142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sz="1800">
                          <a:solidFill>
                            <a:schemeClr val="lt1"/>
                          </a:solidFill>
                          <a:latin typeface="Londrina Solid Black"/>
                          <a:ea typeface="Londrina Solid Black"/>
                          <a:cs typeface="Londrina Solid Black"/>
                          <a:sym typeface="Londrina Solid Black"/>
                        </a:rPr>
                        <a:t>DIAMETER </a:t>
                      </a:r>
                      <a:endParaRPr sz="1800">
                        <a:solidFill>
                          <a:schemeClr val="lt1"/>
                        </a:solidFill>
                        <a:latin typeface="Londrina Solid Black"/>
                        <a:ea typeface="Londrina Solid Black"/>
                        <a:cs typeface="Londrina Solid Black"/>
                        <a:sym typeface="Londrina Solid Black"/>
                      </a:endParaRPr>
                    </a:p>
                  </a:txBody>
                  <a:tcPr marT="91425" marB="9142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sz="1800">
                          <a:solidFill>
                            <a:schemeClr val="lt1"/>
                          </a:solidFill>
                          <a:latin typeface="Londrina Solid Black"/>
                          <a:ea typeface="Londrina Solid Black"/>
                          <a:cs typeface="Londrina Solid Black"/>
                          <a:sym typeface="Londrina Solid Black"/>
                        </a:rPr>
                        <a:t>SURFACE GRAVITY </a:t>
                      </a:r>
                      <a:endParaRPr sz="1800">
                        <a:solidFill>
                          <a:schemeClr val="lt1"/>
                        </a:solidFill>
                        <a:latin typeface="Londrina Solid Black"/>
                        <a:ea typeface="Londrina Solid Black"/>
                        <a:cs typeface="Londrina Solid Black"/>
                        <a:sym typeface="Londrina Solid Black"/>
                      </a:endParaRPr>
                    </a:p>
                  </a:txBody>
                  <a:tcPr marT="91425" marB="9142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accent4"/>
                    </a:solidFill>
                  </a:tcPr>
                </a:tc>
              </a:tr>
              <a:tr h="635275">
                <a:tc>
                  <a:txBody>
                    <a:bodyPr/>
                    <a:lstStyle/>
                    <a:p>
                      <a:pPr indent="0" lvl="0" marL="0" rtl="0" algn="ctr">
                        <a:spcBef>
                          <a:spcPts val="0"/>
                        </a:spcBef>
                        <a:spcAft>
                          <a:spcPts val="0"/>
                        </a:spcAft>
                        <a:buClr>
                          <a:srgbClr val="000000"/>
                        </a:buClr>
                        <a:buSzPts val="1100"/>
                        <a:buFont typeface="Arial"/>
                        <a:buNone/>
                      </a:pPr>
                      <a:r>
                        <a:rPr lang="en" sz="1600">
                          <a:solidFill>
                            <a:schemeClr val="accent4"/>
                          </a:solidFill>
                          <a:latin typeface="Londrina Solid Black"/>
                          <a:ea typeface="Londrina Solid Black"/>
                          <a:cs typeface="Londrina Solid Black"/>
                          <a:sym typeface="Londrina Solid Black"/>
                        </a:rPr>
                        <a:t>MERCURY</a:t>
                      </a:r>
                      <a:endParaRPr sz="1600">
                        <a:solidFill>
                          <a:schemeClr val="accent4"/>
                        </a:solidFill>
                        <a:latin typeface="Londrina Solid Black"/>
                        <a:ea typeface="Londrina Solid Black"/>
                        <a:cs typeface="Londrina Solid Black"/>
                        <a:sym typeface="Londrina Solid Black"/>
                      </a:endParaRPr>
                    </a:p>
                  </a:txBody>
                  <a:tcPr marT="91425" marB="9142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chemeClr val="dk2"/>
                          </a:solidFill>
                          <a:latin typeface="Hind"/>
                          <a:ea typeface="Hind"/>
                          <a:cs typeface="Hind"/>
                          <a:sym typeface="Hind"/>
                        </a:rPr>
                        <a:t>0.06</a:t>
                      </a:r>
                      <a:endParaRPr>
                        <a:solidFill>
                          <a:schemeClr val="dk2"/>
                        </a:solidFill>
                        <a:latin typeface="Hind"/>
                        <a:ea typeface="Hind"/>
                        <a:cs typeface="Hind"/>
                        <a:sym typeface="Hind"/>
                      </a:endParaRPr>
                    </a:p>
                  </a:txBody>
                  <a:tcPr marT="68575" marB="6857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2"/>
                          </a:solidFill>
                          <a:latin typeface="Hind"/>
                          <a:ea typeface="Hind"/>
                          <a:cs typeface="Hind"/>
                          <a:sym typeface="Hind"/>
                        </a:rPr>
                        <a:t>0.38</a:t>
                      </a:r>
                      <a:endParaRPr>
                        <a:solidFill>
                          <a:schemeClr val="dk2"/>
                        </a:solidFill>
                        <a:latin typeface="Hind"/>
                        <a:ea typeface="Hind"/>
                        <a:cs typeface="Hind"/>
                        <a:sym typeface="Hind"/>
                      </a:endParaRPr>
                    </a:p>
                  </a:txBody>
                  <a:tcPr marT="68575" marB="6857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2"/>
                          </a:solidFill>
                          <a:latin typeface="Hind"/>
                          <a:ea typeface="Hind"/>
                          <a:cs typeface="Hind"/>
                          <a:sym typeface="Hind"/>
                        </a:rPr>
                        <a:t>0.38</a:t>
                      </a:r>
                      <a:endParaRPr>
                        <a:solidFill>
                          <a:schemeClr val="dk2"/>
                        </a:solidFill>
                        <a:latin typeface="Hind"/>
                        <a:ea typeface="Hind"/>
                        <a:cs typeface="Hind"/>
                        <a:sym typeface="Hind"/>
                      </a:endParaRPr>
                    </a:p>
                  </a:txBody>
                  <a:tcPr marT="68575" marB="6857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lt1"/>
                    </a:solidFill>
                  </a:tcPr>
                </a:tc>
              </a:tr>
              <a:tr h="635275">
                <a:tc>
                  <a:txBody>
                    <a:bodyPr/>
                    <a:lstStyle/>
                    <a:p>
                      <a:pPr indent="0" lvl="0" marL="0" rtl="0" algn="ctr">
                        <a:spcBef>
                          <a:spcPts val="0"/>
                        </a:spcBef>
                        <a:spcAft>
                          <a:spcPts val="0"/>
                        </a:spcAft>
                        <a:buClr>
                          <a:srgbClr val="000000"/>
                        </a:buClr>
                        <a:buSzPts val="1100"/>
                        <a:buFont typeface="Arial"/>
                        <a:buNone/>
                      </a:pPr>
                      <a:r>
                        <a:rPr lang="en" sz="1600">
                          <a:solidFill>
                            <a:schemeClr val="accent4"/>
                          </a:solidFill>
                          <a:latin typeface="Londrina Solid Black"/>
                          <a:ea typeface="Londrina Solid Black"/>
                          <a:cs typeface="Londrina Solid Black"/>
                          <a:sym typeface="Londrina Solid Black"/>
                        </a:rPr>
                        <a:t>MARS</a:t>
                      </a:r>
                      <a:endParaRPr sz="1600">
                        <a:solidFill>
                          <a:schemeClr val="accent4"/>
                        </a:solidFill>
                        <a:latin typeface="Londrina Solid Black"/>
                        <a:ea typeface="Londrina Solid Black"/>
                        <a:cs typeface="Londrina Solid Black"/>
                        <a:sym typeface="Londrina Solid Black"/>
                      </a:endParaRPr>
                    </a:p>
                  </a:txBody>
                  <a:tcPr marT="91425" marB="9142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chemeClr val="dk2"/>
                          </a:solidFill>
                          <a:latin typeface="Hind"/>
                          <a:ea typeface="Hind"/>
                          <a:cs typeface="Hind"/>
                          <a:sym typeface="Hind"/>
                        </a:rPr>
                        <a:t>0.11</a:t>
                      </a:r>
                      <a:endParaRPr>
                        <a:solidFill>
                          <a:schemeClr val="dk2"/>
                        </a:solidFill>
                        <a:latin typeface="Hind"/>
                        <a:ea typeface="Hind"/>
                        <a:cs typeface="Hind"/>
                        <a:sym typeface="Hind"/>
                      </a:endParaRPr>
                    </a:p>
                  </a:txBody>
                  <a:tcPr marT="68575" marB="6857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2"/>
                          </a:solidFill>
                          <a:latin typeface="Hind"/>
                          <a:ea typeface="Hind"/>
                          <a:cs typeface="Hind"/>
                          <a:sym typeface="Hind"/>
                        </a:rPr>
                        <a:t>0.53</a:t>
                      </a:r>
                      <a:endParaRPr>
                        <a:solidFill>
                          <a:schemeClr val="dk2"/>
                        </a:solidFill>
                        <a:latin typeface="Hind"/>
                        <a:ea typeface="Hind"/>
                        <a:cs typeface="Hind"/>
                        <a:sym typeface="Hind"/>
                      </a:endParaRPr>
                    </a:p>
                  </a:txBody>
                  <a:tcPr marT="68575" marB="6857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2"/>
                          </a:solidFill>
                          <a:latin typeface="Hind"/>
                          <a:ea typeface="Hind"/>
                          <a:cs typeface="Hind"/>
                          <a:sym typeface="Hind"/>
                        </a:rPr>
                        <a:t>0.38</a:t>
                      </a:r>
                      <a:endParaRPr>
                        <a:solidFill>
                          <a:schemeClr val="dk2"/>
                        </a:solidFill>
                        <a:latin typeface="Hind"/>
                        <a:ea typeface="Hind"/>
                        <a:cs typeface="Hind"/>
                        <a:sym typeface="Hind"/>
                      </a:endParaRPr>
                    </a:p>
                  </a:txBody>
                  <a:tcPr marT="68575" marB="6857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lt1"/>
                    </a:solidFill>
                  </a:tcPr>
                </a:tc>
              </a:tr>
              <a:tr h="635275">
                <a:tc>
                  <a:txBody>
                    <a:bodyPr/>
                    <a:lstStyle/>
                    <a:p>
                      <a:pPr indent="0" lvl="0" marL="0" rtl="0" algn="ctr">
                        <a:spcBef>
                          <a:spcPts val="0"/>
                        </a:spcBef>
                        <a:spcAft>
                          <a:spcPts val="0"/>
                        </a:spcAft>
                        <a:buClr>
                          <a:srgbClr val="000000"/>
                        </a:buClr>
                        <a:buSzPts val="1100"/>
                        <a:buFont typeface="Arial"/>
                        <a:buNone/>
                      </a:pPr>
                      <a:r>
                        <a:rPr lang="en" sz="1600">
                          <a:solidFill>
                            <a:schemeClr val="accent4"/>
                          </a:solidFill>
                          <a:latin typeface="Londrina Solid Black"/>
                          <a:ea typeface="Londrina Solid Black"/>
                          <a:cs typeface="Londrina Solid Black"/>
                          <a:sym typeface="Londrina Solid Black"/>
                        </a:rPr>
                        <a:t>SATURN</a:t>
                      </a:r>
                      <a:endParaRPr sz="1600">
                        <a:solidFill>
                          <a:schemeClr val="accent4"/>
                        </a:solidFill>
                        <a:latin typeface="Londrina Solid Black"/>
                        <a:ea typeface="Londrina Solid Black"/>
                        <a:cs typeface="Londrina Solid Black"/>
                        <a:sym typeface="Londrina Solid Black"/>
                      </a:endParaRPr>
                    </a:p>
                  </a:txBody>
                  <a:tcPr marT="91425" marB="9142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chemeClr val="dk2"/>
                          </a:solidFill>
                          <a:latin typeface="Hind"/>
                          <a:ea typeface="Hind"/>
                          <a:cs typeface="Hind"/>
                          <a:sym typeface="Hind"/>
                        </a:rPr>
                        <a:t>95.2</a:t>
                      </a:r>
                      <a:endParaRPr>
                        <a:solidFill>
                          <a:schemeClr val="dk2"/>
                        </a:solidFill>
                        <a:latin typeface="Hind"/>
                        <a:ea typeface="Hind"/>
                        <a:cs typeface="Hind"/>
                        <a:sym typeface="Hind"/>
                      </a:endParaRPr>
                    </a:p>
                  </a:txBody>
                  <a:tcPr marT="68575" marB="6857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2"/>
                          </a:solidFill>
                          <a:latin typeface="Hind"/>
                          <a:ea typeface="Hind"/>
                          <a:cs typeface="Hind"/>
                          <a:sym typeface="Hind"/>
                        </a:rPr>
                        <a:t>9.4</a:t>
                      </a:r>
                      <a:endParaRPr>
                        <a:solidFill>
                          <a:schemeClr val="dk2"/>
                        </a:solidFill>
                        <a:latin typeface="Hind"/>
                        <a:ea typeface="Hind"/>
                        <a:cs typeface="Hind"/>
                        <a:sym typeface="Hind"/>
                      </a:endParaRPr>
                    </a:p>
                  </a:txBody>
                  <a:tcPr marT="68575" marB="6857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2"/>
                          </a:solidFill>
                          <a:latin typeface="Hind"/>
                          <a:ea typeface="Hind"/>
                          <a:cs typeface="Hind"/>
                          <a:sym typeface="Hind"/>
                        </a:rPr>
                        <a:t>1.16</a:t>
                      </a:r>
                      <a:endParaRPr>
                        <a:solidFill>
                          <a:schemeClr val="dk2"/>
                        </a:solidFill>
                        <a:latin typeface="Hind"/>
                        <a:ea typeface="Hind"/>
                        <a:cs typeface="Hind"/>
                        <a:sym typeface="Hind"/>
                      </a:endParaRPr>
                    </a:p>
                  </a:txBody>
                  <a:tcPr marT="68575" marB="6857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lt1"/>
                    </a:solidFill>
                  </a:tcPr>
                </a:tc>
              </a:tr>
            </a:tbl>
          </a:graphicData>
        </a:graphic>
      </p:graphicFrame>
      <p:grpSp>
        <p:nvGrpSpPr>
          <p:cNvPr id="6288" name="Google Shape;6288;p115"/>
          <p:cNvGrpSpPr/>
          <p:nvPr/>
        </p:nvGrpSpPr>
        <p:grpSpPr>
          <a:xfrm flipH="1" rot="2700000">
            <a:off x="1363991" y="1094545"/>
            <a:ext cx="401021" cy="1164414"/>
            <a:chOff x="6512944" y="2975654"/>
            <a:chExt cx="1594853" cy="4630848"/>
          </a:xfrm>
        </p:grpSpPr>
        <p:grpSp>
          <p:nvGrpSpPr>
            <p:cNvPr id="6289" name="Google Shape;6289;p115"/>
            <p:cNvGrpSpPr/>
            <p:nvPr/>
          </p:nvGrpSpPr>
          <p:grpSpPr>
            <a:xfrm>
              <a:off x="6512944" y="2975654"/>
              <a:ext cx="1594853" cy="4630848"/>
              <a:chOff x="1460575" y="5630575"/>
              <a:chExt cx="645350" cy="1873775"/>
            </a:xfrm>
          </p:grpSpPr>
          <p:sp>
            <p:nvSpPr>
              <p:cNvPr id="6290" name="Google Shape;6290;p115"/>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15"/>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2" name="Google Shape;6292;p115"/>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115"/>
          <p:cNvGrpSpPr/>
          <p:nvPr/>
        </p:nvGrpSpPr>
        <p:grpSpPr>
          <a:xfrm flipH="1" rot="816303">
            <a:off x="1973772" y="1352996"/>
            <a:ext cx="681108" cy="897984"/>
            <a:chOff x="4326425" y="5583250"/>
            <a:chExt cx="744150" cy="981100"/>
          </a:xfrm>
        </p:grpSpPr>
        <p:sp>
          <p:nvSpPr>
            <p:cNvPr id="6294" name="Google Shape;6294;p115"/>
            <p:cNvSpPr/>
            <p:nvPr/>
          </p:nvSpPr>
          <p:spPr>
            <a:xfrm>
              <a:off x="4939300" y="6115475"/>
              <a:ext cx="90500" cy="306300"/>
            </a:xfrm>
            <a:custGeom>
              <a:rect b="b" l="l" r="r" t="t"/>
              <a:pathLst>
                <a:path extrusionOk="0" h="12252" w="3620">
                  <a:moveTo>
                    <a:pt x="3239" y="0"/>
                  </a:moveTo>
                  <a:lnTo>
                    <a:pt x="3239" y="0"/>
                  </a:lnTo>
                  <a:cubicBezTo>
                    <a:pt x="143" y="4024"/>
                    <a:pt x="0" y="8180"/>
                    <a:pt x="1334" y="12252"/>
                  </a:cubicBezTo>
                  <a:cubicBezTo>
                    <a:pt x="2096" y="9930"/>
                    <a:pt x="2524" y="7608"/>
                    <a:pt x="2977" y="5215"/>
                  </a:cubicBezTo>
                  <a:cubicBezTo>
                    <a:pt x="3286" y="3501"/>
                    <a:pt x="3620" y="1703"/>
                    <a:pt x="3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15"/>
            <p:cNvSpPr/>
            <p:nvPr/>
          </p:nvSpPr>
          <p:spPr>
            <a:xfrm>
              <a:off x="4965500" y="6115175"/>
              <a:ext cx="54775" cy="305125"/>
            </a:xfrm>
            <a:custGeom>
              <a:rect b="b" l="l" r="r" t="t"/>
              <a:pathLst>
                <a:path extrusionOk="0" h="12205" w="2191">
                  <a:moveTo>
                    <a:pt x="2191" y="0"/>
                  </a:moveTo>
                  <a:lnTo>
                    <a:pt x="2191" y="0"/>
                  </a:lnTo>
                  <a:cubicBezTo>
                    <a:pt x="1334" y="1905"/>
                    <a:pt x="667" y="3905"/>
                    <a:pt x="333" y="5953"/>
                  </a:cubicBezTo>
                  <a:cubicBezTo>
                    <a:pt x="0" y="8037"/>
                    <a:pt x="48" y="10132"/>
                    <a:pt x="274" y="12204"/>
                  </a:cubicBezTo>
                  <a:cubicBezTo>
                    <a:pt x="405" y="10120"/>
                    <a:pt x="441" y="8049"/>
                    <a:pt x="786" y="6025"/>
                  </a:cubicBezTo>
                  <a:cubicBezTo>
                    <a:pt x="1107" y="4001"/>
                    <a:pt x="1691" y="2024"/>
                    <a:pt x="2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15"/>
            <p:cNvSpPr/>
            <p:nvPr/>
          </p:nvSpPr>
          <p:spPr>
            <a:xfrm>
              <a:off x="4799100" y="6040150"/>
              <a:ext cx="81875" cy="309000"/>
            </a:xfrm>
            <a:custGeom>
              <a:rect b="b" l="l" r="r" t="t"/>
              <a:pathLst>
                <a:path extrusionOk="0" h="12360" w="3275">
                  <a:moveTo>
                    <a:pt x="2084" y="1"/>
                  </a:moveTo>
                  <a:lnTo>
                    <a:pt x="2084" y="1"/>
                  </a:lnTo>
                  <a:cubicBezTo>
                    <a:pt x="0" y="4620"/>
                    <a:pt x="810" y="8704"/>
                    <a:pt x="3060" y="12359"/>
                  </a:cubicBezTo>
                  <a:cubicBezTo>
                    <a:pt x="3275" y="9919"/>
                    <a:pt x="3156" y="7573"/>
                    <a:pt x="3013" y="5120"/>
                  </a:cubicBezTo>
                  <a:cubicBezTo>
                    <a:pt x="2929" y="3394"/>
                    <a:pt x="2834" y="156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15"/>
            <p:cNvSpPr/>
            <p:nvPr/>
          </p:nvSpPr>
          <p:spPr>
            <a:xfrm>
              <a:off x="4836600" y="6040150"/>
              <a:ext cx="37825" cy="307500"/>
            </a:xfrm>
            <a:custGeom>
              <a:rect b="b" l="l" r="r" t="t"/>
              <a:pathLst>
                <a:path extrusionOk="0" h="12300" w="1513">
                  <a:moveTo>
                    <a:pt x="584" y="1"/>
                  </a:moveTo>
                  <a:lnTo>
                    <a:pt x="584" y="1"/>
                  </a:lnTo>
                  <a:cubicBezTo>
                    <a:pt x="191" y="2037"/>
                    <a:pt x="1" y="4132"/>
                    <a:pt x="132" y="6216"/>
                  </a:cubicBezTo>
                  <a:cubicBezTo>
                    <a:pt x="286" y="8311"/>
                    <a:pt x="810" y="10335"/>
                    <a:pt x="1513" y="12300"/>
                  </a:cubicBezTo>
                  <a:cubicBezTo>
                    <a:pt x="1179" y="10252"/>
                    <a:pt x="727" y="8240"/>
                    <a:pt x="596" y="6192"/>
                  </a:cubicBezTo>
                  <a:cubicBezTo>
                    <a:pt x="441" y="4144"/>
                    <a:pt x="548" y="2084"/>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15"/>
            <p:cNvSpPr/>
            <p:nvPr/>
          </p:nvSpPr>
          <p:spPr>
            <a:xfrm>
              <a:off x="4717850" y="5983600"/>
              <a:ext cx="82175" cy="308700"/>
            </a:xfrm>
            <a:custGeom>
              <a:rect b="b" l="l" r="r" t="t"/>
              <a:pathLst>
                <a:path extrusionOk="0" h="12348" w="3287">
                  <a:moveTo>
                    <a:pt x="2798" y="1"/>
                  </a:moveTo>
                  <a:cubicBezTo>
                    <a:pt x="0" y="4227"/>
                    <a:pt x="155" y="8371"/>
                    <a:pt x="1774" y="12347"/>
                  </a:cubicBezTo>
                  <a:cubicBezTo>
                    <a:pt x="2369" y="9966"/>
                    <a:pt x="2619" y="7633"/>
                    <a:pt x="2893" y="5204"/>
                  </a:cubicBezTo>
                  <a:cubicBezTo>
                    <a:pt x="3084" y="3477"/>
                    <a:pt x="3286" y="1668"/>
                    <a:pt x="27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15"/>
            <p:cNvSpPr/>
            <p:nvPr/>
          </p:nvSpPr>
          <p:spPr>
            <a:xfrm>
              <a:off x="4747300" y="5983000"/>
              <a:ext cx="40525" cy="307800"/>
            </a:xfrm>
            <a:custGeom>
              <a:rect b="b" l="l" r="r" t="t"/>
              <a:pathLst>
                <a:path extrusionOk="0" h="12312" w="1621">
                  <a:moveTo>
                    <a:pt x="1620" y="1"/>
                  </a:moveTo>
                  <a:lnTo>
                    <a:pt x="1620" y="1"/>
                  </a:lnTo>
                  <a:cubicBezTo>
                    <a:pt x="906" y="1953"/>
                    <a:pt x="370" y="3989"/>
                    <a:pt x="179" y="6073"/>
                  </a:cubicBezTo>
                  <a:cubicBezTo>
                    <a:pt x="1" y="8180"/>
                    <a:pt x="191" y="10276"/>
                    <a:pt x="560" y="12312"/>
                  </a:cubicBezTo>
                  <a:cubicBezTo>
                    <a:pt x="560" y="10228"/>
                    <a:pt x="441" y="8157"/>
                    <a:pt x="644" y="6121"/>
                  </a:cubicBezTo>
                  <a:cubicBezTo>
                    <a:pt x="810" y="4085"/>
                    <a:pt x="1251" y="206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15"/>
            <p:cNvSpPr/>
            <p:nvPr/>
          </p:nvSpPr>
          <p:spPr>
            <a:xfrm>
              <a:off x="4627350" y="5900250"/>
              <a:ext cx="103900" cy="301250"/>
            </a:xfrm>
            <a:custGeom>
              <a:rect b="b" l="l" r="r" t="t"/>
              <a:pathLst>
                <a:path extrusionOk="0" h="12050" w="4156">
                  <a:moveTo>
                    <a:pt x="3918" y="1"/>
                  </a:moveTo>
                  <a:cubicBezTo>
                    <a:pt x="513" y="3751"/>
                    <a:pt x="1" y="7871"/>
                    <a:pt x="1001" y="12050"/>
                  </a:cubicBezTo>
                  <a:cubicBezTo>
                    <a:pt x="1953" y="9800"/>
                    <a:pt x="2560" y="7526"/>
                    <a:pt x="3203" y="5156"/>
                  </a:cubicBezTo>
                  <a:cubicBezTo>
                    <a:pt x="3668" y="3478"/>
                    <a:pt x="4156" y="1727"/>
                    <a:pt x="3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15"/>
            <p:cNvSpPr/>
            <p:nvPr/>
          </p:nvSpPr>
          <p:spPr>
            <a:xfrm>
              <a:off x="4650575" y="5900250"/>
              <a:ext cx="74725" cy="299775"/>
            </a:xfrm>
            <a:custGeom>
              <a:rect b="b" l="l" r="r" t="t"/>
              <a:pathLst>
                <a:path extrusionOk="0" h="11991" w="2989">
                  <a:moveTo>
                    <a:pt x="2989" y="1"/>
                  </a:moveTo>
                  <a:cubicBezTo>
                    <a:pt x="1977" y="1811"/>
                    <a:pt x="1143" y="3751"/>
                    <a:pt x="619" y="5775"/>
                  </a:cubicBezTo>
                  <a:cubicBezTo>
                    <a:pt x="119" y="7811"/>
                    <a:pt x="0" y="9907"/>
                    <a:pt x="36" y="11990"/>
                  </a:cubicBezTo>
                  <a:cubicBezTo>
                    <a:pt x="357" y="9943"/>
                    <a:pt x="560" y="7883"/>
                    <a:pt x="1072" y="5894"/>
                  </a:cubicBezTo>
                  <a:cubicBezTo>
                    <a:pt x="1560" y="3894"/>
                    <a:pt x="2310" y="1965"/>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15"/>
            <p:cNvSpPr/>
            <p:nvPr/>
          </p:nvSpPr>
          <p:spPr>
            <a:xfrm>
              <a:off x="4565450" y="5756500"/>
              <a:ext cx="136925" cy="279525"/>
            </a:xfrm>
            <a:custGeom>
              <a:rect b="b" l="l" r="r" t="t"/>
              <a:pathLst>
                <a:path extrusionOk="0" h="11181" w="5477">
                  <a:moveTo>
                    <a:pt x="5477" y="0"/>
                  </a:moveTo>
                  <a:lnTo>
                    <a:pt x="5477" y="0"/>
                  </a:lnTo>
                  <a:cubicBezTo>
                    <a:pt x="1345" y="2953"/>
                    <a:pt x="0" y="6894"/>
                    <a:pt x="95" y="11180"/>
                  </a:cubicBezTo>
                  <a:cubicBezTo>
                    <a:pt x="1500" y="9168"/>
                    <a:pt x="2572" y="7072"/>
                    <a:pt x="3703" y="4894"/>
                  </a:cubicBezTo>
                  <a:cubicBezTo>
                    <a:pt x="4489" y="3346"/>
                    <a:pt x="5334" y="1727"/>
                    <a:pt x="5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15"/>
            <p:cNvSpPr/>
            <p:nvPr/>
          </p:nvSpPr>
          <p:spPr>
            <a:xfrm>
              <a:off x="4567525" y="5756500"/>
              <a:ext cx="134275" cy="278025"/>
            </a:xfrm>
            <a:custGeom>
              <a:rect b="b" l="l" r="r" t="t"/>
              <a:pathLst>
                <a:path extrusionOk="0" h="11121" w="5371">
                  <a:moveTo>
                    <a:pt x="5370" y="0"/>
                  </a:moveTo>
                  <a:lnTo>
                    <a:pt x="5370" y="0"/>
                  </a:lnTo>
                  <a:cubicBezTo>
                    <a:pt x="4013" y="1560"/>
                    <a:pt x="2798" y="3274"/>
                    <a:pt x="1858" y="5156"/>
                  </a:cubicBezTo>
                  <a:cubicBezTo>
                    <a:pt x="953" y="7061"/>
                    <a:pt x="393" y="9085"/>
                    <a:pt x="0" y="11121"/>
                  </a:cubicBezTo>
                  <a:cubicBezTo>
                    <a:pt x="727" y="9168"/>
                    <a:pt x="1370" y="7203"/>
                    <a:pt x="2275" y="5358"/>
                  </a:cubicBezTo>
                  <a:cubicBezTo>
                    <a:pt x="3167" y="3513"/>
                    <a:pt x="4299" y="1786"/>
                    <a:pt x="5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15"/>
            <p:cNvSpPr/>
            <p:nvPr/>
          </p:nvSpPr>
          <p:spPr>
            <a:xfrm>
              <a:off x="4535075" y="5601125"/>
              <a:ext cx="136950" cy="279225"/>
            </a:xfrm>
            <a:custGeom>
              <a:rect b="b" l="l" r="r" t="t"/>
              <a:pathLst>
                <a:path extrusionOk="0" h="11169" w="5478">
                  <a:moveTo>
                    <a:pt x="5478" y="0"/>
                  </a:moveTo>
                  <a:lnTo>
                    <a:pt x="5478" y="0"/>
                  </a:lnTo>
                  <a:cubicBezTo>
                    <a:pt x="1358" y="2941"/>
                    <a:pt x="1" y="6882"/>
                    <a:pt x="108" y="11168"/>
                  </a:cubicBezTo>
                  <a:cubicBezTo>
                    <a:pt x="1513" y="9168"/>
                    <a:pt x="2596" y="7061"/>
                    <a:pt x="3703" y="4894"/>
                  </a:cubicBezTo>
                  <a:cubicBezTo>
                    <a:pt x="4501" y="3346"/>
                    <a:pt x="5347" y="1727"/>
                    <a:pt x="5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15"/>
            <p:cNvSpPr/>
            <p:nvPr/>
          </p:nvSpPr>
          <p:spPr>
            <a:xfrm>
              <a:off x="4537750" y="5601125"/>
              <a:ext cx="134275" cy="277725"/>
            </a:xfrm>
            <a:custGeom>
              <a:rect b="b" l="l" r="r" t="t"/>
              <a:pathLst>
                <a:path extrusionOk="0" h="11109" w="5371">
                  <a:moveTo>
                    <a:pt x="5371" y="0"/>
                  </a:moveTo>
                  <a:lnTo>
                    <a:pt x="5371" y="0"/>
                  </a:lnTo>
                  <a:cubicBezTo>
                    <a:pt x="4001" y="1560"/>
                    <a:pt x="2787" y="3274"/>
                    <a:pt x="1858" y="5144"/>
                  </a:cubicBezTo>
                  <a:cubicBezTo>
                    <a:pt x="953" y="7049"/>
                    <a:pt x="394" y="9073"/>
                    <a:pt x="1" y="11109"/>
                  </a:cubicBezTo>
                  <a:cubicBezTo>
                    <a:pt x="727" y="9168"/>
                    <a:pt x="1370" y="7203"/>
                    <a:pt x="2275" y="5358"/>
                  </a:cubicBezTo>
                  <a:cubicBezTo>
                    <a:pt x="3168" y="3501"/>
                    <a:pt x="4299" y="1786"/>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15"/>
            <p:cNvSpPr/>
            <p:nvPr/>
          </p:nvSpPr>
          <p:spPr>
            <a:xfrm>
              <a:off x="4345475" y="5636525"/>
              <a:ext cx="192000" cy="243525"/>
            </a:xfrm>
            <a:custGeom>
              <a:rect b="b" l="l" r="r" t="t"/>
              <a:pathLst>
                <a:path extrusionOk="0" h="9741" w="7680">
                  <a:moveTo>
                    <a:pt x="0" y="1"/>
                  </a:moveTo>
                  <a:cubicBezTo>
                    <a:pt x="500" y="1668"/>
                    <a:pt x="1679" y="3073"/>
                    <a:pt x="2798" y="4394"/>
                  </a:cubicBezTo>
                  <a:cubicBezTo>
                    <a:pt x="4358" y="6287"/>
                    <a:pt x="5858" y="8109"/>
                    <a:pt x="7680" y="9740"/>
                  </a:cubicBezTo>
                  <a:cubicBezTo>
                    <a:pt x="6846" y="5525"/>
                    <a:pt x="4668" y="198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15"/>
            <p:cNvSpPr/>
            <p:nvPr/>
          </p:nvSpPr>
          <p:spPr>
            <a:xfrm>
              <a:off x="4345475" y="5636825"/>
              <a:ext cx="192000" cy="242025"/>
            </a:xfrm>
            <a:custGeom>
              <a:rect b="b" l="l" r="r" t="t"/>
              <a:pathLst>
                <a:path extrusionOk="0" h="9681" w="7680">
                  <a:moveTo>
                    <a:pt x="0" y="1"/>
                  </a:moveTo>
                  <a:lnTo>
                    <a:pt x="0" y="1"/>
                  </a:lnTo>
                  <a:cubicBezTo>
                    <a:pt x="1429" y="1501"/>
                    <a:pt x="2917" y="2942"/>
                    <a:pt x="4191" y="4561"/>
                  </a:cubicBezTo>
                  <a:cubicBezTo>
                    <a:pt x="5489" y="6156"/>
                    <a:pt x="6537" y="7942"/>
                    <a:pt x="7680" y="9681"/>
                  </a:cubicBezTo>
                  <a:cubicBezTo>
                    <a:pt x="6846" y="7764"/>
                    <a:pt x="5858" y="5918"/>
                    <a:pt x="4549" y="4263"/>
                  </a:cubicBezTo>
                  <a:cubicBezTo>
                    <a:pt x="3239" y="2632"/>
                    <a:pt x="1679" y="122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15"/>
            <p:cNvSpPr/>
            <p:nvPr/>
          </p:nvSpPr>
          <p:spPr>
            <a:xfrm>
              <a:off x="4326425" y="5838650"/>
              <a:ext cx="239625" cy="197075"/>
            </a:xfrm>
            <a:custGeom>
              <a:rect b="b" l="l" r="r" t="t"/>
              <a:pathLst>
                <a:path extrusionOk="0" h="7883" w="9585">
                  <a:moveTo>
                    <a:pt x="0" y="0"/>
                  </a:moveTo>
                  <a:cubicBezTo>
                    <a:pt x="846" y="1524"/>
                    <a:pt x="2310" y="2643"/>
                    <a:pt x="3679" y="3691"/>
                  </a:cubicBezTo>
                  <a:cubicBezTo>
                    <a:pt x="5608" y="5215"/>
                    <a:pt x="7477" y="6656"/>
                    <a:pt x="9585" y="7882"/>
                  </a:cubicBezTo>
                  <a:cubicBezTo>
                    <a:pt x="7858" y="3941"/>
                    <a:pt x="4989" y="94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15"/>
            <p:cNvSpPr/>
            <p:nvPr/>
          </p:nvSpPr>
          <p:spPr>
            <a:xfrm>
              <a:off x="4326425" y="5839250"/>
              <a:ext cx="239625" cy="195275"/>
            </a:xfrm>
            <a:custGeom>
              <a:rect b="b" l="l" r="r" t="t"/>
              <a:pathLst>
                <a:path extrusionOk="0" h="7811" w="9585">
                  <a:moveTo>
                    <a:pt x="0" y="0"/>
                  </a:moveTo>
                  <a:lnTo>
                    <a:pt x="0" y="0"/>
                  </a:lnTo>
                  <a:cubicBezTo>
                    <a:pt x="1727" y="1155"/>
                    <a:pt x="3489" y="2238"/>
                    <a:pt x="5084" y="3548"/>
                  </a:cubicBezTo>
                  <a:cubicBezTo>
                    <a:pt x="6680" y="4834"/>
                    <a:pt x="8097" y="6346"/>
                    <a:pt x="9585" y="7811"/>
                  </a:cubicBezTo>
                  <a:cubicBezTo>
                    <a:pt x="8359" y="6132"/>
                    <a:pt x="7013" y="4524"/>
                    <a:pt x="5370" y="3191"/>
                  </a:cubicBezTo>
                  <a:cubicBezTo>
                    <a:pt x="3727" y="1881"/>
                    <a:pt x="1905" y="8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115"/>
            <p:cNvSpPr/>
            <p:nvPr/>
          </p:nvSpPr>
          <p:spPr>
            <a:xfrm>
              <a:off x="4371375" y="6076050"/>
              <a:ext cx="281000" cy="132600"/>
            </a:xfrm>
            <a:custGeom>
              <a:rect b="b" l="l" r="r" t="t"/>
              <a:pathLst>
                <a:path extrusionOk="0" h="5304" w="11240">
                  <a:moveTo>
                    <a:pt x="934" y="0"/>
                  </a:moveTo>
                  <a:cubicBezTo>
                    <a:pt x="628" y="0"/>
                    <a:pt x="317" y="10"/>
                    <a:pt x="0" y="29"/>
                  </a:cubicBezTo>
                  <a:cubicBezTo>
                    <a:pt x="1191" y="1291"/>
                    <a:pt x="2882" y="2006"/>
                    <a:pt x="4465" y="2708"/>
                  </a:cubicBezTo>
                  <a:cubicBezTo>
                    <a:pt x="6715" y="3696"/>
                    <a:pt x="8882" y="4649"/>
                    <a:pt x="11240" y="5304"/>
                  </a:cubicBezTo>
                  <a:cubicBezTo>
                    <a:pt x="8773" y="2134"/>
                    <a:pt x="5501" y="0"/>
                    <a:pt x="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15"/>
            <p:cNvSpPr/>
            <p:nvPr/>
          </p:nvSpPr>
          <p:spPr>
            <a:xfrm>
              <a:off x="4371975" y="6077375"/>
              <a:ext cx="279800" cy="130100"/>
            </a:xfrm>
            <a:custGeom>
              <a:rect b="b" l="l" r="r" t="t"/>
              <a:pathLst>
                <a:path extrusionOk="0" h="5204" w="11192">
                  <a:moveTo>
                    <a:pt x="0" y="0"/>
                  </a:moveTo>
                  <a:lnTo>
                    <a:pt x="0" y="0"/>
                  </a:lnTo>
                  <a:cubicBezTo>
                    <a:pt x="1941" y="691"/>
                    <a:pt x="3929" y="1322"/>
                    <a:pt x="5786" y="2179"/>
                  </a:cubicBezTo>
                  <a:cubicBezTo>
                    <a:pt x="7644" y="3036"/>
                    <a:pt x="9382" y="4167"/>
                    <a:pt x="11192" y="5203"/>
                  </a:cubicBezTo>
                  <a:cubicBezTo>
                    <a:pt x="9608" y="3870"/>
                    <a:pt x="7882" y="2655"/>
                    <a:pt x="5977" y="1762"/>
                  </a:cubicBezTo>
                  <a:cubicBezTo>
                    <a:pt x="4072" y="905"/>
                    <a:pt x="2048" y="35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15"/>
            <p:cNvSpPr/>
            <p:nvPr/>
          </p:nvSpPr>
          <p:spPr>
            <a:xfrm>
              <a:off x="4455300" y="6235750"/>
              <a:ext cx="308100" cy="61750"/>
            </a:xfrm>
            <a:custGeom>
              <a:rect b="b" l="l" r="r" t="t"/>
              <a:pathLst>
                <a:path extrusionOk="0" h="2470" w="12324">
                  <a:moveTo>
                    <a:pt x="4924" y="0"/>
                  </a:moveTo>
                  <a:cubicBezTo>
                    <a:pt x="3362" y="0"/>
                    <a:pt x="1724" y="317"/>
                    <a:pt x="1" y="1023"/>
                  </a:cubicBezTo>
                  <a:cubicBezTo>
                    <a:pt x="1525" y="1833"/>
                    <a:pt x="3358" y="1976"/>
                    <a:pt x="5085" y="2142"/>
                  </a:cubicBezTo>
                  <a:cubicBezTo>
                    <a:pt x="6989" y="2310"/>
                    <a:pt x="8843" y="2470"/>
                    <a:pt x="10725" y="2470"/>
                  </a:cubicBezTo>
                  <a:cubicBezTo>
                    <a:pt x="11255" y="2470"/>
                    <a:pt x="11787" y="2457"/>
                    <a:pt x="12324" y="2428"/>
                  </a:cubicBezTo>
                  <a:cubicBezTo>
                    <a:pt x="10053" y="932"/>
                    <a:pt x="7601" y="0"/>
                    <a:pt x="4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15"/>
            <p:cNvSpPr/>
            <p:nvPr/>
          </p:nvSpPr>
          <p:spPr>
            <a:xfrm>
              <a:off x="4455300" y="6253050"/>
              <a:ext cx="306925" cy="42525"/>
            </a:xfrm>
            <a:custGeom>
              <a:rect b="b" l="l" r="r" t="t"/>
              <a:pathLst>
                <a:path extrusionOk="0" h="1701" w="12277">
                  <a:moveTo>
                    <a:pt x="4017" y="0"/>
                  </a:moveTo>
                  <a:cubicBezTo>
                    <a:pt x="2669" y="0"/>
                    <a:pt x="1325" y="123"/>
                    <a:pt x="1" y="331"/>
                  </a:cubicBezTo>
                  <a:cubicBezTo>
                    <a:pt x="2084" y="379"/>
                    <a:pt x="4144" y="331"/>
                    <a:pt x="6192" y="569"/>
                  </a:cubicBezTo>
                  <a:cubicBezTo>
                    <a:pt x="8228" y="784"/>
                    <a:pt x="10240" y="1284"/>
                    <a:pt x="12276" y="1700"/>
                  </a:cubicBezTo>
                  <a:cubicBezTo>
                    <a:pt x="10335" y="950"/>
                    <a:pt x="8335" y="331"/>
                    <a:pt x="6228" y="117"/>
                  </a:cubicBezTo>
                  <a:cubicBezTo>
                    <a:pt x="5491" y="37"/>
                    <a:pt x="4753" y="0"/>
                    <a:pt x="4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15"/>
            <p:cNvSpPr/>
            <p:nvPr/>
          </p:nvSpPr>
          <p:spPr>
            <a:xfrm>
              <a:off x="4569000" y="6326350"/>
              <a:ext cx="307800" cy="67950"/>
            </a:xfrm>
            <a:custGeom>
              <a:rect b="b" l="l" r="r" t="t"/>
              <a:pathLst>
                <a:path extrusionOk="0" h="2718" w="12312">
                  <a:moveTo>
                    <a:pt x="7336" y="0"/>
                  </a:moveTo>
                  <a:cubicBezTo>
                    <a:pt x="4897" y="0"/>
                    <a:pt x="2438" y="734"/>
                    <a:pt x="1" y="2507"/>
                  </a:cubicBezTo>
                  <a:cubicBezTo>
                    <a:pt x="615" y="2659"/>
                    <a:pt x="1248" y="2718"/>
                    <a:pt x="1888" y="2718"/>
                  </a:cubicBezTo>
                  <a:cubicBezTo>
                    <a:pt x="2998" y="2718"/>
                    <a:pt x="4128" y="2542"/>
                    <a:pt x="5216" y="2376"/>
                  </a:cubicBezTo>
                  <a:cubicBezTo>
                    <a:pt x="7633" y="1983"/>
                    <a:pt x="9955" y="1626"/>
                    <a:pt x="12312" y="935"/>
                  </a:cubicBezTo>
                  <a:cubicBezTo>
                    <a:pt x="10671" y="345"/>
                    <a:pt x="9008" y="0"/>
                    <a:pt x="7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15"/>
            <p:cNvSpPr/>
            <p:nvPr/>
          </p:nvSpPr>
          <p:spPr>
            <a:xfrm>
              <a:off x="4569000" y="6342000"/>
              <a:ext cx="306625" cy="46725"/>
            </a:xfrm>
            <a:custGeom>
              <a:rect b="b" l="l" r="r" t="t"/>
              <a:pathLst>
                <a:path extrusionOk="0" h="1869" w="12265">
                  <a:moveTo>
                    <a:pt x="8570" y="0"/>
                  </a:moveTo>
                  <a:cubicBezTo>
                    <a:pt x="7717" y="0"/>
                    <a:pt x="6864" y="48"/>
                    <a:pt x="6014" y="155"/>
                  </a:cubicBezTo>
                  <a:cubicBezTo>
                    <a:pt x="3930" y="452"/>
                    <a:pt x="1918" y="1059"/>
                    <a:pt x="1" y="1869"/>
                  </a:cubicBezTo>
                  <a:cubicBezTo>
                    <a:pt x="2037" y="1405"/>
                    <a:pt x="4037" y="881"/>
                    <a:pt x="6073" y="607"/>
                  </a:cubicBezTo>
                  <a:cubicBezTo>
                    <a:pt x="8109" y="321"/>
                    <a:pt x="10181" y="345"/>
                    <a:pt x="12264" y="262"/>
                  </a:cubicBezTo>
                  <a:cubicBezTo>
                    <a:pt x="11039" y="100"/>
                    <a:pt x="9805" y="0"/>
                    <a:pt x="8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15"/>
            <p:cNvSpPr/>
            <p:nvPr/>
          </p:nvSpPr>
          <p:spPr>
            <a:xfrm>
              <a:off x="4663375" y="6401875"/>
              <a:ext cx="307800" cy="68025"/>
            </a:xfrm>
            <a:custGeom>
              <a:rect b="b" l="l" r="r" t="t"/>
              <a:pathLst>
                <a:path extrusionOk="0" h="2721" w="12312">
                  <a:moveTo>
                    <a:pt x="7356" y="1"/>
                  </a:moveTo>
                  <a:cubicBezTo>
                    <a:pt x="4914" y="1"/>
                    <a:pt x="2449" y="734"/>
                    <a:pt x="0" y="2510"/>
                  </a:cubicBezTo>
                  <a:cubicBezTo>
                    <a:pt x="616" y="2662"/>
                    <a:pt x="1247" y="2720"/>
                    <a:pt x="1883" y="2720"/>
                  </a:cubicBezTo>
                  <a:cubicBezTo>
                    <a:pt x="2996" y="2720"/>
                    <a:pt x="4125" y="2541"/>
                    <a:pt x="5215" y="2367"/>
                  </a:cubicBezTo>
                  <a:cubicBezTo>
                    <a:pt x="7644" y="1986"/>
                    <a:pt x="9966" y="1629"/>
                    <a:pt x="12311" y="927"/>
                  </a:cubicBezTo>
                  <a:cubicBezTo>
                    <a:pt x="10679" y="342"/>
                    <a:pt x="9023"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15"/>
            <p:cNvSpPr/>
            <p:nvPr/>
          </p:nvSpPr>
          <p:spPr>
            <a:xfrm>
              <a:off x="4663675" y="6417475"/>
              <a:ext cx="306600" cy="46875"/>
            </a:xfrm>
            <a:custGeom>
              <a:rect b="b" l="l" r="r" t="t"/>
              <a:pathLst>
                <a:path extrusionOk="0" h="1875" w="12264">
                  <a:moveTo>
                    <a:pt x="8552" y="0"/>
                  </a:moveTo>
                  <a:cubicBezTo>
                    <a:pt x="7705" y="0"/>
                    <a:pt x="6858" y="49"/>
                    <a:pt x="6013" y="160"/>
                  </a:cubicBezTo>
                  <a:cubicBezTo>
                    <a:pt x="3929" y="457"/>
                    <a:pt x="1917" y="1065"/>
                    <a:pt x="0" y="1874"/>
                  </a:cubicBezTo>
                  <a:cubicBezTo>
                    <a:pt x="2036" y="1422"/>
                    <a:pt x="4024" y="886"/>
                    <a:pt x="6072" y="600"/>
                  </a:cubicBezTo>
                  <a:cubicBezTo>
                    <a:pt x="8108" y="326"/>
                    <a:pt x="10180" y="350"/>
                    <a:pt x="12264" y="267"/>
                  </a:cubicBezTo>
                  <a:cubicBezTo>
                    <a:pt x="11032" y="104"/>
                    <a:pt x="9793" y="0"/>
                    <a:pt x="8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15"/>
            <p:cNvSpPr/>
            <p:nvPr/>
          </p:nvSpPr>
          <p:spPr>
            <a:xfrm>
              <a:off x="4517225" y="5583250"/>
              <a:ext cx="553350" cy="981100"/>
            </a:xfrm>
            <a:custGeom>
              <a:rect b="b" l="l" r="r" t="t"/>
              <a:pathLst>
                <a:path extrusionOk="0" h="39244" w="22134">
                  <a:moveTo>
                    <a:pt x="226" y="1"/>
                  </a:moveTo>
                  <a:cubicBezTo>
                    <a:pt x="107" y="1"/>
                    <a:pt x="0" y="96"/>
                    <a:pt x="0" y="227"/>
                  </a:cubicBezTo>
                  <a:cubicBezTo>
                    <a:pt x="48" y="3549"/>
                    <a:pt x="96" y="6978"/>
                    <a:pt x="369" y="10323"/>
                  </a:cubicBezTo>
                  <a:cubicBezTo>
                    <a:pt x="596" y="13074"/>
                    <a:pt x="1036" y="16669"/>
                    <a:pt x="2370" y="20063"/>
                  </a:cubicBezTo>
                  <a:cubicBezTo>
                    <a:pt x="3310" y="22444"/>
                    <a:pt x="5108" y="25730"/>
                    <a:pt x="8382" y="27897"/>
                  </a:cubicBezTo>
                  <a:cubicBezTo>
                    <a:pt x="9466" y="28635"/>
                    <a:pt x="10656" y="29183"/>
                    <a:pt x="11823" y="29719"/>
                  </a:cubicBezTo>
                  <a:cubicBezTo>
                    <a:pt x="12657" y="30124"/>
                    <a:pt x="13538" y="30516"/>
                    <a:pt x="14347" y="30981"/>
                  </a:cubicBezTo>
                  <a:cubicBezTo>
                    <a:pt x="17598" y="32814"/>
                    <a:pt x="20181" y="35696"/>
                    <a:pt x="21658" y="39113"/>
                  </a:cubicBezTo>
                  <a:cubicBezTo>
                    <a:pt x="21693" y="39196"/>
                    <a:pt x="21777" y="39244"/>
                    <a:pt x="21872" y="39244"/>
                  </a:cubicBezTo>
                  <a:cubicBezTo>
                    <a:pt x="21896" y="39244"/>
                    <a:pt x="21932" y="39232"/>
                    <a:pt x="21967" y="39220"/>
                  </a:cubicBezTo>
                  <a:cubicBezTo>
                    <a:pt x="22086" y="39184"/>
                    <a:pt x="22134" y="39041"/>
                    <a:pt x="22086" y="38922"/>
                  </a:cubicBezTo>
                  <a:cubicBezTo>
                    <a:pt x="20574" y="35434"/>
                    <a:pt x="17907" y="32469"/>
                    <a:pt x="14585" y="30576"/>
                  </a:cubicBezTo>
                  <a:cubicBezTo>
                    <a:pt x="13752" y="30100"/>
                    <a:pt x="12859" y="29707"/>
                    <a:pt x="12014" y="29302"/>
                  </a:cubicBezTo>
                  <a:cubicBezTo>
                    <a:pt x="10883" y="28766"/>
                    <a:pt x="9692" y="28219"/>
                    <a:pt x="8632" y="27516"/>
                  </a:cubicBezTo>
                  <a:cubicBezTo>
                    <a:pt x="5453" y="25421"/>
                    <a:pt x="3691" y="22194"/>
                    <a:pt x="2786" y="19884"/>
                  </a:cubicBezTo>
                  <a:cubicBezTo>
                    <a:pt x="1477" y="16539"/>
                    <a:pt x="1048" y="12990"/>
                    <a:pt x="822" y="10276"/>
                  </a:cubicBezTo>
                  <a:cubicBezTo>
                    <a:pt x="560" y="6930"/>
                    <a:pt x="488" y="3525"/>
                    <a:pt x="453" y="215"/>
                  </a:cubicBezTo>
                  <a:cubicBezTo>
                    <a:pt x="453" y="96"/>
                    <a:pt x="346"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9" name="Google Shape;6319;p115"/>
          <p:cNvSpPr/>
          <p:nvPr/>
        </p:nvSpPr>
        <p:spPr>
          <a:xfrm rot="4253476">
            <a:off x="2329053" y="2436854"/>
            <a:ext cx="133192" cy="269804"/>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0" name="Google Shape;6320;p115"/>
          <p:cNvGrpSpPr/>
          <p:nvPr/>
        </p:nvGrpSpPr>
        <p:grpSpPr>
          <a:xfrm flipH="1" rot="1646215">
            <a:off x="8007197" y="3308746"/>
            <a:ext cx="389046" cy="1129642"/>
            <a:chOff x="6512944" y="2975654"/>
            <a:chExt cx="1594853" cy="4630848"/>
          </a:xfrm>
        </p:grpSpPr>
        <p:grpSp>
          <p:nvGrpSpPr>
            <p:cNvPr id="6321" name="Google Shape;6321;p115"/>
            <p:cNvGrpSpPr/>
            <p:nvPr/>
          </p:nvGrpSpPr>
          <p:grpSpPr>
            <a:xfrm>
              <a:off x="6512944" y="2975654"/>
              <a:ext cx="1594853" cy="4630848"/>
              <a:chOff x="1460575" y="5630575"/>
              <a:chExt cx="645350" cy="1873775"/>
            </a:xfrm>
          </p:grpSpPr>
          <p:sp>
            <p:nvSpPr>
              <p:cNvPr id="6322" name="Google Shape;6322;p115"/>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15"/>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4" name="Google Shape;6324;p115"/>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5" name="Google Shape;6325;p115"/>
          <p:cNvGrpSpPr/>
          <p:nvPr/>
        </p:nvGrpSpPr>
        <p:grpSpPr>
          <a:xfrm flipH="1" rot="7374705">
            <a:off x="5754389" y="1208017"/>
            <a:ext cx="398997" cy="727257"/>
            <a:chOff x="-214625" y="3943775"/>
            <a:chExt cx="458725" cy="836125"/>
          </a:xfrm>
        </p:grpSpPr>
        <p:sp>
          <p:nvSpPr>
            <p:cNvPr id="6326" name="Google Shape;6326;p115"/>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15"/>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15"/>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15"/>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15"/>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15"/>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15"/>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15"/>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15"/>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15"/>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15"/>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15"/>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8" name="Google Shape;6338;p115"/>
          <p:cNvSpPr/>
          <p:nvPr/>
        </p:nvSpPr>
        <p:spPr>
          <a:xfrm flipH="1" rot="6546524">
            <a:off x="6308378" y="3071367"/>
            <a:ext cx="133192" cy="269804"/>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9" name="Google Shape;6339;p115"/>
          <p:cNvGrpSpPr/>
          <p:nvPr/>
        </p:nvGrpSpPr>
        <p:grpSpPr>
          <a:xfrm rot="-1981875">
            <a:off x="3942589" y="2624773"/>
            <a:ext cx="311600" cy="904767"/>
            <a:chOff x="6512944" y="2975654"/>
            <a:chExt cx="1594853" cy="4630848"/>
          </a:xfrm>
        </p:grpSpPr>
        <p:grpSp>
          <p:nvGrpSpPr>
            <p:cNvPr id="6340" name="Google Shape;6340;p115"/>
            <p:cNvGrpSpPr/>
            <p:nvPr/>
          </p:nvGrpSpPr>
          <p:grpSpPr>
            <a:xfrm>
              <a:off x="6512944" y="2975654"/>
              <a:ext cx="1594853" cy="4630848"/>
              <a:chOff x="1460575" y="5630575"/>
              <a:chExt cx="645350" cy="1873775"/>
            </a:xfrm>
          </p:grpSpPr>
          <p:sp>
            <p:nvSpPr>
              <p:cNvPr id="6341" name="Google Shape;6341;p115"/>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15"/>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3" name="Google Shape;6343;p115"/>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47" name="Shape 6347"/>
        <p:cNvGrpSpPr/>
        <p:nvPr/>
      </p:nvGrpSpPr>
      <p:grpSpPr>
        <a:xfrm>
          <a:off x="0" y="0"/>
          <a:ext cx="0" cy="0"/>
          <a:chOff x="0" y="0"/>
          <a:chExt cx="0" cy="0"/>
        </a:xfrm>
      </p:grpSpPr>
      <p:sp>
        <p:nvSpPr>
          <p:cNvPr id="6348" name="Google Shape;6348;p116"/>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 DATA FOR COMPARISON</a:t>
            </a:r>
            <a:endParaRPr/>
          </a:p>
        </p:txBody>
      </p:sp>
      <p:graphicFrame>
        <p:nvGraphicFramePr>
          <p:cNvPr id="6349" name="Google Shape;6349;p116"/>
          <p:cNvGraphicFramePr/>
          <p:nvPr/>
        </p:nvGraphicFramePr>
        <p:xfrm>
          <a:off x="4462450" y="1497575"/>
          <a:ext cx="3000000" cy="3000000"/>
        </p:xfrm>
        <a:graphic>
          <a:graphicData uri="http://schemas.openxmlformats.org/drawingml/2006/table">
            <a:tbl>
              <a:tblPr>
                <a:noFill/>
                <a:tableStyleId>{87CC78D9-A9CD-4001-82E7-596E4BF683FC}</a:tableStyleId>
              </a:tblPr>
              <a:tblGrid>
                <a:gridCol w="1322775"/>
                <a:gridCol w="1322775"/>
                <a:gridCol w="1322775"/>
              </a:tblGrid>
              <a:tr h="600875">
                <a:tc>
                  <a:txBody>
                    <a:bodyPr/>
                    <a:lstStyle/>
                    <a:p>
                      <a:pPr indent="0" lvl="0" marL="0" rtl="0" algn="ctr">
                        <a:spcBef>
                          <a:spcPts val="0"/>
                        </a:spcBef>
                        <a:spcAft>
                          <a:spcPts val="0"/>
                        </a:spcAft>
                        <a:buNone/>
                      </a:pPr>
                      <a:r>
                        <a:t/>
                      </a:r>
                      <a:endParaRPr>
                        <a:solidFill>
                          <a:srgbClr val="FFFFFF"/>
                        </a:solidFill>
                        <a:latin typeface="Londrina Solid Black"/>
                        <a:ea typeface="Londrina Solid Black"/>
                        <a:cs typeface="Londrina Solid Black"/>
                        <a:sym typeface="Londrina Solid Black"/>
                      </a:endParaRPr>
                    </a:p>
                  </a:txBody>
                  <a:tcPr marT="91425" marB="91425" marR="91425" marL="91425">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sz="1800">
                          <a:solidFill>
                            <a:schemeClr val="lt1"/>
                          </a:solidFill>
                          <a:latin typeface="Londrina Solid Black"/>
                          <a:ea typeface="Londrina Solid Black"/>
                          <a:cs typeface="Londrina Solid Black"/>
                          <a:sym typeface="Londrina Solid Black"/>
                        </a:rPr>
                        <a:t>MASS </a:t>
                      </a:r>
                      <a:endParaRPr sz="1800">
                        <a:solidFill>
                          <a:schemeClr val="lt1"/>
                        </a:solidFill>
                        <a:latin typeface="Londrina Solid Black"/>
                        <a:ea typeface="Londrina Solid Black"/>
                        <a:cs typeface="Londrina Solid Black"/>
                        <a:sym typeface="Londrina Solid Black"/>
                      </a:endParaRPr>
                    </a:p>
                  </a:txBody>
                  <a:tcPr marT="91425" marB="9142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sz="1800">
                          <a:solidFill>
                            <a:schemeClr val="lt1"/>
                          </a:solidFill>
                          <a:latin typeface="Londrina Solid Black"/>
                          <a:ea typeface="Londrina Solid Black"/>
                          <a:cs typeface="Londrina Solid Black"/>
                          <a:sym typeface="Londrina Solid Black"/>
                        </a:rPr>
                        <a:t>DIAMETER </a:t>
                      </a:r>
                      <a:endParaRPr sz="1800">
                        <a:solidFill>
                          <a:schemeClr val="lt1"/>
                        </a:solidFill>
                        <a:latin typeface="Londrina Solid Black"/>
                        <a:ea typeface="Londrina Solid Black"/>
                        <a:cs typeface="Londrina Solid Black"/>
                        <a:sym typeface="Londrina Solid Black"/>
                      </a:endParaRPr>
                    </a:p>
                  </a:txBody>
                  <a:tcPr marT="91425" marB="9142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accent4"/>
                    </a:solidFill>
                  </a:tcPr>
                </a:tc>
              </a:tr>
              <a:tr h="768550">
                <a:tc>
                  <a:txBody>
                    <a:bodyPr/>
                    <a:lstStyle/>
                    <a:p>
                      <a:pPr indent="0" lvl="0" marL="0" rtl="0" algn="ctr">
                        <a:spcBef>
                          <a:spcPts val="0"/>
                        </a:spcBef>
                        <a:spcAft>
                          <a:spcPts val="0"/>
                        </a:spcAft>
                        <a:buClr>
                          <a:srgbClr val="000000"/>
                        </a:buClr>
                        <a:buSzPts val="1100"/>
                        <a:buFont typeface="Arial"/>
                        <a:buNone/>
                      </a:pPr>
                      <a:r>
                        <a:rPr lang="en" sz="1600">
                          <a:solidFill>
                            <a:schemeClr val="accent4"/>
                          </a:solidFill>
                          <a:latin typeface="Londrina Solid Black"/>
                          <a:ea typeface="Londrina Solid Black"/>
                          <a:cs typeface="Londrina Solid Black"/>
                          <a:sym typeface="Londrina Solid Black"/>
                        </a:rPr>
                        <a:t>MERCURY</a:t>
                      </a:r>
                      <a:endParaRPr sz="1600">
                        <a:solidFill>
                          <a:schemeClr val="accent4"/>
                        </a:solidFill>
                        <a:latin typeface="Londrina Solid Black"/>
                        <a:ea typeface="Londrina Solid Black"/>
                        <a:cs typeface="Londrina Solid Black"/>
                        <a:sym typeface="Londrina Solid Black"/>
                      </a:endParaRPr>
                    </a:p>
                  </a:txBody>
                  <a:tcPr marT="91425" marB="9142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chemeClr val="dk2"/>
                          </a:solidFill>
                          <a:latin typeface="Hind"/>
                          <a:ea typeface="Hind"/>
                          <a:cs typeface="Hind"/>
                          <a:sym typeface="Hind"/>
                        </a:rPr>
                        <a:t>0.06</a:t>
                      </a:r>
                      <a:endParaRPr>
                        <a:solidFill>
                          <a:schemeClr val="dk2"/>
                        </a:solidFill>
                        <a:latin typeface="Hind"/>
                        <a:ea typeface="Hind"/>
                        <a:cs typeface="Hind"/>
                        <a:sym typeface="Hind"/>
                      </a:endParaRPr>
                    </a:p>
                  </a:txBody>
                  <a:tcPr marT="68575" marB="6857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2"/>
                          </a:solidFill>
                          <a:latin typeface="Hind"/>
                          <a:ea typeface="Hind"/>
                          <a:cs typeface="Hind"/>
                          <a:sym typeface="Hind"/>
                        </a:rPr>
                        <a:t>0.38</a:t>
                      </a:r>
                      <a:endParaRPr>
                        <a:solidFill>
                          <a:schemeClr val="dk2"/>
                        </a:solidFill>
                        <a:latin typeface="Hind"/>
                        <a:ea typeface="Hind"/>
                        <a:cs typeface="Hind"/>
                        <a:sym typeface="Hind"/>
                      </a:endParaRPr>
                    </a:p>
                  </a:txBody>
                  <a:tcPr marT="68575" marB="6857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lt1"/>
                    </a:solidFill>
                  </a:tcPr>
                </a:tc>
              </a:tr>
              <a:tr h="768550">
                <a:tc>
                  <a:txBody>
                    <a:bodyPr/>
                    <a:lstStyle/>
                    <a:p>
                      <a:pPr indent="0" lvl="0" marL="0" rtl="0" algn="ctr">
                        <a:spcBef>
                          <a:spcPts val="0"/>
                        </a:spcBef>
                        <a:spcAft>
                          <a:spcPts val="0"/>
                        </a:spcAft>
                        <a:buClr>
                          <a:srgbClr val="000000"/>
                        </a:buClr>
                        <a:buSzPts val="1100"/>
                        <a:buFont typeface="Arial"/>
                        <a:buNone/>
                      </a:pPr>
                      <a:r>
                        <a:rPr lang="en" sz="1600">
                          <a:solidFill>
                            <a:schemeClr val="accent4"/>
                          </a:solidFill>
                          <a:latin typeface="Londrina Solid Black"/>
                          <a:ea typeface="Londrina Solid Black"/>
                          <a:cs typeface="Londrina Solid Black"/>
                          <a:sym typeface="Londrina Solid Black"/>
                        </a:rPr>
                        <a:t>MARS</a:t>
                      </a:r>
                      <a:endParaRPr sz="1600">
                        <a:solidFill>
                          <a:schemeClr val="accent4"/>
                        </a:solidFill>
                        <a:latin typeface="Londrina Solid Black"/>
                        <a:ea typeface="Londrina Solid Black"/>
                        <a:cs typeface="Londrina Solid Black"/>
                        <a:sym typeface="Londrina Solid Black"/>
                      </a:endParaRPr>
                    </a:p>
                  </a:txBody>
                  <a:tcPr marT="91425" marB="9142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chemeClr val="dk2"/>
                          </a:solidFill>
                          <a:latin typeface="Hind"/>
                          <a:ea typeface="Hind"/>
                          <a:cs typeface="Hind"/>
                          <a:sym typeface="Hind"/>
                        </a:rPr>
                        <a:t>0.11</a:t>
                      </a:r>
                      <a:endParaRPr>
                        <a:solidFill>
                          <a:schemeClr val="dk2"/>
                        </a:solidFill>
                        <a:latin typeface="Hind"/>
                        <a:ea typeface="Hind"/>
                        <a:cs typeface="Hind"/>
                        <a:sym typeface="Hind"/>
                      </a:endParaRPr>
                    </a:p>
                  </a:txBody>
                  <a:tcPr marT="68575" marB="6857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2"/>
                          </a:solidFill>
                          <a:latin typeface="Hind"/>
                          <a:ea typeface="Hind"/>
                          <a:cs typeface="Hind"/>
                          <a:sym typeface="Hind"/>
                        </a:rPr>
                        <a:t>0.53</a:t>
                      </a:r>
                      <a:endParaRPr>
                        <a:solidFill>
                          <a:schemeClr val="dk2"/>
                        </a:solidFill>
                        <a:latin typeface="Hind"/>
                        <a:ea typeface="Hind"/>
                        <a:cs typeface="Hind"/>
                        <a:sym typeface="Hind"/>
                      </a:endParaRPr>
                    </a:p>
                  </a:txBody>
                  <a:tcPr marT="68575" marB="6857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lt1"/>
                    </a:solidFill>
                  </a:tcPr>
                </a:tc>
              </a:tr>
              <a:tr h="768550">
                <a:tc>
                  <a:txBody>
                    <a:bodyPr/>
                    <a:lstStyle/>
                    <a:p>
                      <a:pPr indent="0" lvl="0" marL="0" rtl="0" algn="ctr">
                        <a:spcBef>
                          <a:spcPts val="0"/>
                        </a:spcBef>
                        <a:spcAft>
                          <a:spcPts val="0"/>
                        </a:spcAft>
                        <a:buClr>
                          <a:srgbClr val="000000"/>
                        </a:buClr>
                        <a:buSzPts val="1100"/>
                        <a:buFont typeface="Arial"/>
                        <a:buNone/>
                      </a:pPr>
                      <a:r>
                        <a:rPr lang="en" sz="1600">
                          <a:solidFill>
                            <a:schemeClr val="accent4"/>
                          </a:solidFill>
                          <a:latin typeface="Londrina Solid Black"/>
                          <a:ea typeface="Londrina Solid Black"/>
                          <a:cs typeface="Londrina Solid Black"/>
                          <a:sym typeface="Londrina Solid Black"/>
                        </a:rPr>
                        <a:t>SATURN</a:t>
                      </a:r>
                      <a:endParaRPr sz="1600">
                        <a:solidFill>
                          <a:schemeClr val="accent4"/>
                        </a:solidFill>
                        <a:latin typeface="Londrina Solid Black"/>
                        <a:ea typeface="Londrina Solid Black"/>
                        <a:cs typeface="Londrina Solid Black"/>
                        <a:sym typeface="Londrina Solid Black"/>
                      </a:endParaRPr>
                    </a:p>
                  </a:txBody>
                  <a:tcPr marT="91425" marB="9142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chemeClr val="dk2"/>
                          </a:solidFill>
                          <a:latin typeface="Hind"/>
                          <a:ea typeface="Hind"/>
                          <a:cs typeface="Hind"/>
                          <a:sym typeface="Hind"/>
                        </a:rPr>
                        <a:t>95.2</a:t>
                      </a:r>
                      <a:endParaRPr>
                        <a:solidFill>
                          <a:schemeClr val="dk2"/>
                        </a:solidFill>
                        <a:latin typeface="Hind"/>
                        <a:ea typeface="Hind"/>
                        <a:cs typeface="Hind"/>
                        <a:sym typeface="Hind"/>
                      </a:endParaRPr>
                    </a:p>
                  </a:txBody>
                  <a:tcPr marT="68575" marB="6857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2"/>
                          </a:solidFill>
                          <a:latin typeface="Hind"/>
                          <a:ea typeface="Hind"/>
                          <a:cs typeface="Hind"/>
                          <a:sym typeface="Hind"/>
                        </a:rPr>
                        <a:t>9.4</a:t>
                      </a:r>
                      <a:endParaRPr>
                        <a:solidFill>
                          <a:schemeClr val="dk2"/>
                        </a:solidFill>
                        <a:latin typeface="Hind"/>
                        <a:ea typeface="Hind"/>
                        <a:cs typeface="Hind"/>
                        <a:sym typeface="Hind"/>
                      </a:endParaRPr>
                    </a:p>
                  </a:txBody>
                  <a:tcPr marT="68575" marB="68575" marR="91425" marL="91425" anchor="ctr">
                    <a:lnL cap="flat" cmpd="sng" w="9525">
                      <a:solidFill>
                        <a:srgbClr val="56B2DB">
                          <a:alpha val="0"/>
                        </a:srgbClr>
                      </a:solidFill>
                      <a:prstDash val="solid"/>
                      <a:round/>
                      <a:headEnd len="sm" w="sm" type="none"/>
                      <a:tailEnd len="sm" w="sm" type="none"/>
                    </a:lnL>
                    <a:lnR cap="flat" cmpd="sng" w="9525">
                      <a:solidFill>
                        <a:srgbClr val="56B2DB">
                          <a:alpha val="0"/>
                        </a:srgbClr>
                      </a:solidFill>
                      <a:prstDash val="solid"/>
                      <a:round/>
                      <a:headEnd len="sm" w="sm" type="none"/>
                      <a:tailEnd len="sm" w="sm" type="none"/>
                    </a:lnR>
                    <a:lnT cap="flat" cmpd="sng" w="9525">
                      <a:solidFill>
                        <a:srgbClr val="56B2DB">
                          <a:alpha val="0"/>
                        </a:srgbClr>
                      </a:solidFill>
                      <a:prstDash val="solid"/>
                      <a:round/>
                      <a:headEnd len="sm" w="sm" type="none"/>
                      <a:tailEnd len="sm" w="sm" type="none"/>
                    </a:lnT>
                    <a:lnB cap="flat" cmpd="sng" w="9525">
                      <a:solidFill>
                        <a:srgbClr val="56B2DB">
                          <a:alpha val="0"/>
                        </a:srgbClr>
                      </a:solidFill>
                      <a:prstDash val="solid"/>
                      <a:round/>
                      <a:headEnd len="sm" w="sm" type="none"/>
                      <a:tailEnd len="sm" w="sm" type="none"/>
                    </a:lnB>
                    <a:solidFill>
                      <a:schemeClr val="lt1"/>
                    </a:solidFill>
                  </a:tcPr>
                </a:tc>
              </a:tr>
            </a:tbl>
          </a:graphicData>
        </a:graphic>
      </p:graphicFrame>
      <p:sp>
        <p:nvSpPr>
          <p:cNvPr id="6350" name="Google Shape;6350;p116"/>
          <p:cNvSpPr txBox="1"/>
          <p:nvPr/>
        </p:nvSpPr>
        <p:spPr>
          <a:xfrm>
            <a:off x="1507863" y="1383275"/>
            <a:ext cx="2493000" cy="402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accent4"/>
                </a:solidFill>
                <a:latin typeface="Londrina Solid"/>
                <a:ea typeface="Londrina Solid"/>
                <a:cs typeface="Londrina Solid"/>
                <a:sym typeface="Londrina Solid"/>
              </a:rPr>
              <a:t>MARS</a:t>
            </a:r>
            <a:endParaRPr b="1" sz="1800">
              <a:solidFill>
                <a:schemeClr val="accent4"/>
              </a:solidFill>
              <a:latin typeface="Londrina Solid"/>
              <a:ea typeface="Londrina Solid"/>
              <a:cs typeface="Londrina Solid"/>
              <a:sym typeface="Londrina Solid"/>
            </a:endParaRPr>
          </a:p>
        </p:txBody>
      </p:sp>
      <p:sp>
        <p:nvSpPr>
          <p:cNvPr id="6351" name="Google Shape;6351;p116"/>
          <p:cNvSpPr txBox="1"/>
          <p:nvPr/>
        </p:nvSpPr>
        <p:spPr>
          <a:xfrm>
            <a:off x="1507863" y="1790438"/>
            <a:ext cx="2493000" cy="505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Hind"/>
                <a:ea typeface="Hind"/>
                <a:cs typeface="Hind"/>
                <a:sym typeface="Hind"/>
              </a:rPr>
              <a:t>Despite being red, Mars is a very cold place</a:t>
            </a:r>
            <a:endParaRPr sz="1600">
              <a:solidFill>
                <a:schemeClr val="dk2"/>
              </a:solidFill>
              <a:latin typeface="Hind"/>
              <a:ea typeface="Hind"/>
              <a:cs typeface="Hind"/>
              <a:sym typeface="Hind"/>
            </a:endParaRPr>
          </a:p>
        </p:txBody>
      </p:sp>
      <p:sp>
        <p:nvSpPr>
          <p:cNvPr id="6352" name="Google Shape;6352;p116"/>
          <p:cNvSpPr txBox="1"/>
          <p:nvPr/>
        </p:nvSpPr>
        <p:spPr>
          <a:xfrm>
            <a:off x="1507863" y="2471499"/>
            <a:ext cx="2493000" cy="402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accent4"/>
                </a:solidFill>
                <a:latin typeface="Londrina Solid"/>
                <a:ea typeface="Londrina Solid"/>
                <a:cs typeface="Londrina Solid"/>
                <a:sym typeface="Londrina Solid"/>
              </a:rPr>
              <a:t>MERCURY</a:t>
            </a:r>
            <a:endParaRPr b="1" sz="1800">
              <a:solidFill>
                <a:schemeClr val="accent4"/>
              </a:solidFill>
              <a:latin typeface="Londrina Solid"/>
              <a:ea typeface="Londrina Solid"/>
              <a:cs typeface="Londrina Solid"/>
              <a:sym typeface="Londrina Solid"/>
            </a:endParaRPr>
          </a:p>
        </p:txBody>
      </p:sp>
      <p:sp>
        <p:nvSpPr>
          <p:cNvPr id="6353" name="Google Shape;6353;p116"/>
          <p:cNvSpPr txBox="1"/>
          <p:nvPr/>
        </p:nvSpPr>
        <p:spPr>
          <a:xfrm>
            <a:off x="1507863" y="2878663"/>
            <a:ext cx="2493000" cy="505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Hind"/>
                <a:ea typeface="Hind"/>
                <a:cs typeface="Hind"/>
                <a:sym typeface="Hind"/>
              </a:rPr>
              <a:t>Mercury is the closest planet to the Sun</a:t>
            </a:r>
            <a:endParaRPr sz="1600">
              <a:solidFill>
                <a:schemeClr val="dk2"/>
              </a:solidFill>
              <a:latin typeface="Hind"/>
              <a:ea typeface="Hind"/>
              <a:cs typeface="Hind"/>
              <a:sym typeface="Hind"/>
            </a:endParaRPr>
          </a:p>
        </p:txBody>
      </p:sp>
      <p:sp>
        <p:nvSpPr>
          <p:cNvPr id="6354" name="Google Shape;6354;p116"/>
          <p:cNvSpPr txBox="1"/>
          <p:nvPr/>
        </p:nvSpPr>
        <p:spPr>
          <a:xfrm>
            <a:off x="1507863" y="3556848"/>
            <a:ext cx="2493000" cy="402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accent4"/>
                </a:solidFill>
                <a:latin typeface="Londrina Solid"/>
                <a:ea typeface="Londrina Solid"/>
                <a:cs typeface="Londrina Solid"/>
                <a:sym typeface="Londrina Solid"/>
              </a:rPr>
              <a:t>SATURN</a:t>
            </a:r>
            <a:endParaRPr b="1" sz="1800">
              <a:solidFill>
                <a:schemeClr val="accent4"/>
              </a:solidFill>
              <a:latin typeface="Londrina Solid"/>
              <a:ea typeface="Londrina Solid"/>
              <a:cs typeface="Londrina Solid"/>
              <a:sym typeface="Londrina Solid"/>
            </a:endParaRPr>
          </a:p>
        </p:txBody>
      </p:sp>
      <p:sp>
        <p:nvSpPr>
          <p:cNvPr id="6355" name="Google Shape;6355;p116"/>
          <p:cNvSpPr txBox="1"/>
          <p:nvPr/>
        </p:nvSpPr>
        <p:spPr>
          <a:xfrm>
            <a:off x="1507863" y="3964012"/>
            <a:ext cx="2493000" cy="505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Hind"/>
                <a:ea typeface="Hind"/>
                <a:cs typeface="Hind"/>
                <a:sym typeface="Hind"/>
              </a:rPr>
              <a:t>Saturn is a gas giant and has several rings</a:t>
            </a:r>
            <a:endParaRPr sz="1600">
              <a:solidFill>
                <a:schemeClr val="dk2"/>
              </a:solidFill>
              <a:latin typeface="Hind"/>
              <a:ea typeface="Hind"/>
              <a:cs typeface="Hind"/>
              <a:sym typeface="Hind"/>
            </a:endParaRPr>
          </a:p>
        </p:txBody>
      </p:sp>
      <p:sp>
        <p:nvSpPr>
          <p:cNvPr id="6356" name="Google Shape;6356;p116"/>
          <p:cNvSpPr/>
          <p:nvPr/>
        </p:nvSpPr>
        <p:spPr>
          <a:xfrm>
            <a:off x="694550" y="1569225"/>
            <a:ext cx="677100" cy="677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16"/>
          <p:cNvSpPr/>
          <p:nvPr/>
        </p:nvSpPr>
        <p:spPr>
          <a:xfrm>
            <a:off x="694561" y="2655138"/>
            <a:ext cx="677100" cy="677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16"/>
          <p:cNvSpPr/>
          <p:nvPr/>
        </p:nvSpPr>
        <p:spPr>
          <a:xfrm>
            <a:off x="694550" y="3741063"/>
            <a:ext cx="677100" cy="677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9" name="Google Shape;6359;p116"/>
          <p:cNvGrpSpPr/>
          <p:nvPr/>
        </p:nvGrpSpPr>
        <p:grpSpPr>
          <a:xfrm>
            <a:off x="865706" y="2825834"/>
            <a:ext cx="334788" cy="335728"/>
            <a:chOff x="1316825" y="2633775"/>
            <a:chExt cx="341725" cy="342650"/>
          </a:xfrm>
        </p:grpSpPr>
        <p:sp>
          <p:nvSpPr>
            <p:cNvPr id="6360" name="Google Shape;6360;p116"/>
            <p:cNvSpPr/>
            <p:nvPr/>
          </p:nvSpPr>
          <p:spPr>
            <a:xfrm>
              <a:off x="1437075" y="2633775"/>
              <a:ext cx="100325" cy="80400"/>
            </a:xfrm>
            <a:custGeom>
              <a:rect b="b" l="l" r="r" t="t"/>
              <a:pathLst>
                <a:path extrusionOk="0" h="3216" w="4013">
                  <a:moveTo>
                    <a:pt x="2001" y="1"/>
                  </a:moveTo>
                  <a:cubicBezTo>
                    <a:pt x="905" y="1"/>
                    <a:pt x="0" y="894"/>
                    <a:pt x="0" y="2013"/>
                  </a:cubicBezTo>
                  <a:lnTo>
                    <a:pt x="0" y="2918"/>
                  </a:lnTo>
                  <a:lnTo>
                    <a:pt x="2024" y="1156"/>
                  </a:lnTo>
                  <a:lnTo>
                    <a:pt x="2525" y="1787"/>
                  </a:lnTo>
                  <a:lnTo>
                    <a:pt x="893" y="3216"/>
                  </a:lnTo>
                  <a:lnTo>
                    <a:pt x="2001" y="3216"/>
                  </a:lnTo>
                  <a:cubicBezTo>
                    <a:pt x="3108" y="3216"/>
                    <a:pt x="4013" y="2323"/>
                    <a:pt x="4013" y="1204"/>
                  </a:cubicBezTo>
                  <a:lnTo>
                    <a:pt x="40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16"/>
            <p:cNvSpPr/>
            <p:nvPr/>
          </p:nvSpPr>
          <p:spPr>
            <a:xfrm>
              <a:off x="1477250" y="2894525"/>
              <a:ext cx="19975" cy="20275"/>
            </a:xfrm>
            <a:custGeom>
              <a:rect b="b" l="l" r="r" t="t"/>
              <a:pathLst>
                <a:path extrusionOk="0" h="811" w="799">
                  <a:moveTo>
                    <a:pt x="1" y="1"/>
                  </a:moveTo>
                  <a:lnTo>
                    <a:pt x="1" y="810"/>
                  </a:lnTo>
                  <a:lnTo>
                    <a:pt x="798" y="810"/>
                  </a:lnTo>
                  <a:lnTo>
                    <a:pt x="7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16"/>
            <p:cNvSpPr/>
            <p:nvPr/>
          </p:nvSpPr>
          <p:spPr>
            <a:xfrm>
              <a:off x="1577275" y="2894525"/>
              <a:ext cx="19950" cy="20275"/>
            </a:xfrm>
            <a:custGeom>
              <a:rect b="b" l="l" r="r" t="t"/>
              <a:pathLst>
                <a:path extrusionOk="0" h="811" w="798">
                  <a:moveTo>
                    <a:pt x="0" y="1"/>
                  </a:moveTo>
                  <a:lnTo>
                    <a:pt x="0" y="810"/>
                  </a:lnTo>
                  <a:lnTo>
                    <a:pt x="798" y="810"/>
                  </a:lnTo>
                  <a:lnTo>
                    <a:pt x="7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16"/>
            <p:cNvSpPr/>
            <p:nvPr/>
          </p:nvSpPr>
          <p:spPr>
            <a:xfrm>
              <a:off x="1376950" y="2894525"/>
              <a:ext cx="20250" cy="20275"/>
            </a:xfrm>
            <a:custGeom>
              <a:rect b="b" l="l" r="r" t="t"/>
              <a:pathLst>
                <a:path extrusionOk="0" h="811" w="810">
                  <a:moveTo>
                    <a:pt x="0" y="1"/>
                  </a:moveTo>
                  <a:lnTo>
                    <a:pt x="0" y="810"/>
                  </a:lnTo>
                  <a:lnTo>
                    <a:pt x="810" y="810"/>
                  </a:lnTo>
                  <a:lnTo>
                    <a:pt x="81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16"/>
            <p:cNvSpPr/>
            <p:nvPr/>
          </p:nvSpPr>
          <p:spPr>
            <a:xfrm>
              <a:off x="1316825" y="2774275"/>
              <a:ext cx="341725" cy="202150"/>
            </a:xfrm>
            <a:custGeom>
              <a:rect b="b" l="l" r="r" t="t"/>
              <a:pathLst>
                <a:path extrusionOk="0" h="8086" w="13669">
                  <a:moveTo>
                    <a:pt x="4001" y="4013"/>
                  </a:moveTo>
                  <a:lnTo>
                    <a:pt x="4001" y="6406"/>
                  </a:lnTo>
                  <a:lnTo>
                    <a:pt x="1596" y="6406"/>
                  </a:lnTo>
                  <a:lnTo>
                    <a:pt x="1596" y="4013"/>
                  </a:lnTo>
                  <a:close/>
                  <a:moveTo>
                    <a:pt x="8025" y="4013"/>
                  </a:moveTo>
                  <a:lnTo>
                    <a:pt x="8025" y="6406"/>
                  </a:lnTo>
                  <a:lnTo>
                    <a:pt x="5608" y="6406"/>
                  </a:lnTo>
                  <a:lnTo>
                    <a:pt x="5608" y="4013"/>
                  </a:lnTo>
                  <a:close/>
                  <a:moveTo>
                    <a:pt x="12026" y="4013"/>
                  </a:moveTo>
                  <a:lnTo>
                    <a:pt x="12026" y="6406"/>
                  </a:lnTo>
                  <a:lnTo>
                    <a:pt x="9609" y="6406"/>
                  </a:lnTo>
                  <a:lnTo>
                    <a:pt x="9609" y="4013"/>
                  </a:lnTo>
                  <a:close/>
                  <a:moveTo>
                    <a:pt x="6418" y="1"/>
                  </a:moveTo>
                  <a:lnTo>
                    <a:pt x="6418" y="2418"/>
                  </a:lnTo>
                  <a:lnTo>
                    <a:pt x="0" y="2418"/>
                  </a:lnTo>
                  <a:lnTo>
                    <a:pt x="0" y="8085"/>
                  </a:lnTo>
                  <a:lnTo>
                    <a:pt x="13669" y="8085"/>
                  </a:lnTo>
                  <a:lnTo>
                    <a:pt x="13669" y="2620"/>
                  </a:lnTo>
                  <a:lnTo>
                    <a:pt x="10263" y="84"/>
                  </a:lnTo>
                  <a:lnTo>
                    <a:pt x="10144" y="1"/>
                  </a:lnTo>
                  <a:lnTo>
                    <a:pt x="9609" y="1"/>
                  </a:lnTo>
                  <a:lnTo>
                    <a:pt x="9609" y="2013"/>
                  </a:lnTo>
                  <a:lnTo>
                    <a:pt x="7049" y="84"/>
                  </a:lnTo>
                  <a:lnTo>
                    <a:pt x="69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16"/>
            <p:cNvSpPr/>
            <p:nvPr/>
          </p:nvSpPr>
          <p:spPr>
            <a:xfrm>
              <a:off x="1316825" y="2633775"/>
              <a:ext cx="100325" cy="80400"/>
            </a:xfrm>
            <a:custGeom>
              <a:rect b="b" l="l" r="r" t="t"/>
              <a:pathLst>
                <a:path extrusionOk="0" h="3216" w="4013">
                  <a:moveTo>
                    <a:pt x="2001" y="1"/>
                  </a:moveTo>
                  <a:cubicBezTo>
                    <a:pt x="905" y="1"/>
                    <a:pt x="0" y="894"/>
                    <a:pt x="0" y="2013"/>
                  </a:cubicBezTo>
                  <a:lnTo>
                    <a:pt x="0" y="2918"/>
                  </a:lnTo>
                  <a:lnTo>
                    <a:pt x="2024" y="1156"/>
                  </a:lnTo>
                  <a:lnTo>
                    <a:pt x="2524" y="1787"/>
                  </a:lnTo>
                  <a:lnTo>
                    <a:pt x="893" y="3216"/>
                  </a:lnTo>
                  <a:lnTo>
                    <a:pt x="2001" y="3216"/>
                  </a:lnTo>
                  <a:cubicBezTo>
                    <a:pt x="3108" y="3216"/>
                    <a:pt x="4013" y="2323"/>
                    <a:pt x="4013" y="1204"/>
                  </a:cubicBezTo>
                  <a:lnTo>
                    <a:pt x="40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16"/>
            <p:cNvSpPr/>
            <p:nvPr/>
          </p:nvSpPr>
          <p:spPr>
            <a:xfrm>
              <a:off x="1316825" y="2734100"/>
              <a:ext cx="40200" cy="80400"/>
            </a:xfrm>
            <a:custGeom>
              <a:rect b="b" l="l" r="r" t="t"/>
              <a:pathLst>
                <a:path extrusionOk="0" h="3216" w="1608">
                  <a:moveTo>
                    <a:pt x="0" y="0"/>
                  </a:moveTo>
                  <a:lnTo>
                    <a:pt x="0" y="3215"/>
                  </a:lnTo>
                  <a:lnTo>
                    <a:pt x="1608" y="3215"/>
                  </a:lnTo>
                  <a:lnTo>
                    <a:pt x="160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16"/>
            <p:cNvSpPr/>
            <p:nvPr/>
          </p:nvSpPr>
          <p:spPr>
            <a:xfrm>
              <a:off x="1396600" y="2734100"/>
              <a:ext cx="40200" cy="80400"/>
            </a:xfrm>
            <a:custGeom>
              <a:rect b="b" l="l" r="r" t="t"/>
              <a:pathLst>
                <a:path extrusionOk="0" h="3216" w="1608">
                  <a:moveTo>
                    <a:pt x="0" y="0"/>
                  </a:moveTo>
                  <a:lnTo>
                    <a:pt x="0" y="3215"/>
                  </a:lnTo>
                  <a:lnTo>
                    <a:pt x="1607" y="3215"/>
                  </a:lnTo>
                  <a:lnTo>
                    <a:pt x="160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8" name="Google Shape;6368;p116"/>
          <p:cNvGrpSpPr/>
          <p:nvPr/>
        </p:nvGrpSpPr>
        <p:grpSpPr>
          <a:xfrm>
            <a:off x="895732" y="3911909"/>
            <a:ext cx="274732" cy="335435"/>
            <a:chOff x="1873425" y="2633775"/>
            <a:chExt cx="280425" cy="342350"/>
          </a:xfrm>
        </p:grpSpPr>
        <p:sp>
          <p:nvSpPr>
            <p:cNvPr id="6369" name="Google Shape;6369;p116"/>
            <p:cNvSpPr/>
            <p:nvPr/>
          </p:nvSpPr>
          <p:spPr>
            <a:xfrm>
              <a:off x="1893375" y="2693925"/>
              <a:ext cx="260475" cy="282200"/>
            </a:xfrm>
            <a:custGeom>
              <a:rect b="b" l="l" r="r" t="t"/>
              <a:pathLst>
                <a:path extrusionOk="0" h="11288" w="10419">
                  <a:moveTo>
                    <a:pt x="6073" y="1941"/>
                  </a:moveTo>
                  <a:lnTo>
                    <a:pt x="8490" y="4346"/>
                  </a:lnTo>
                  <a:lnTo>
                    <a:pt x="7359" y="5477"/>
                  </a:lnTo>
                  <a:lnTo>
                    <a:pt x="4942" y="3072"/>
                  </a:lnTo>
                  <a:lnTo>
                    <a:pt x="6073" y="1941"/>
                  </a:lnTo>
                  <a:close/>
                  <a:moveTo>
                    <a:pt x="4406" y="4393"/>
                  </a:moveTo>
                  <a:cubicBezTo>
                    <a:pt x="5680" y="6763"/>
                    <a:pt x="6013" y="6894"/>
                    <a:pt x="6013" y="7608"/>
                  </a:cubicBezTo>
                  <a:cubicBezTo>
                    <a:pt x="6013" y="8501"/>
                    <a:pt x="5287" y="9215"/>
                    <a:pt x="4406" y="9215"/>
                  </a:cubicBezTo>
                  <a:cubicBezTo>
                    <a:pt x="3537" y="9215"/>
                    <a:pt x="2799" y="8501"/>
                    <a:pt x="2799" y="7608"/>
                  </a:cubicBezTo>
                  <a:cubicBezTo>
                    <a:pt x="2799" y="6894"/>
                    <a:pt x="3144" y="6763"/>
                    <a:pt x="4406" y="4393"/>
                  </a:cubicBezTo>
                  <a:close/>
                  <a:moveTo>
                    <a:pt x="1" y="0"/>
                  </a:moveTo>
                  <a:lnTo>
                    <a:pt x="1" y="11287"/>
                  </a:lnTo>
                  <a:lnTo>
                    <a:pt x="10419" y="11287"/>
                  </a:lnTo>
                  <a:lnTo>
                    <a:pt x="10419" y="3441"/>
                  </a:lnTo>
                  <a:lnTo>
                    <a:pt x="699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16"/>
            <p:cNvSpPr/>
            <p:nvPr/>
          </p:nvSpPr>
          <p:spPr>
            <a:xfrm>
              <a:off x="1983575" y="2844225"/>
              <a:ext cx="40200" cy="60150"/>
            </a:xfrm>
            <a:custGeom>
              <a:rect b="b" l="l" r="r" t="t"/>
              <a:pathLst>
                <a:path extrusionOk="0" h="2406" w="1608">
                  <a:moveTo>
                    <a:pt x="798" y="1"/>
                  </a:moveTo>
                  <a:cubicBezTo>
                    <a:pt x="84" y="1322"/>
                    <a:pt x="0" y="1239"/>
                    <a:pt x="0" y="1596"/>
                  </a:cubicBezTo>
                  <a:cubicBezTo>
                    <a:pt x="0" y="2049"/>
                    <a:pt x="357" y="2406"/>
                    <a:pt x="798" y="2406"/>
                  </a:cubicBezTo>
                  <a:cubicBezTo>
                    <a:pt x="1250" y="2406"/>
                    <a:pt x="1608" y="2049"/>
                    <a:pt x="1608" y="1596"/>
                  </a:cubicBezTo>
                  <a:cubicBezTo>
                    <a:pt x="1608" y="1251"/>
                    <a:pt x="1441" y="1215"/>
                    <a:pt x="7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16"/>
            <p:cNvSpPr/>
            <p:nvPr/>
          </p:nvSpPr>
          <p:spPr>
            <a:xfrm>
              <a:off x="1873425" y="2633775"/>
              <a:ext cx="140225" cy="40225"/>
            </a:xfrm>
            <a:custGeom>
              <a:rect b="b" l="l" r="r" t="t"/>
              <a:pathLst>
                <a:path extrusionOk="0" h="1609" w="5609">
                  <a:moveTo>
                    <a:pt x="1" y="1"/>
                  </a:moveTo>
                  <a:lnTo>
                    <a:pt x="1" y="799"/>
                  </a:lnTo>
                  <a:lnTo>
                    <a:pt x="799" y="799"/>
                  </a:lnTo>
                  <a:lnTo>
                    <a:pt x="799" y="1608"/>
                  </a:lnTo>
                  <a:lnTo>
                    <a:pt x="4811" y="1608"/>
                  </a:lnTo>
                  <a:lnTo>
                    <a:pt x="4811" y="799"/>
                  </a:lnTo>
                  <a:lnTo>
                    <a:pt x="5609" y="799"/>
                  </a:lnTo>
                  <a:lnTo>
                    <a:pt x="560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116"/>
          <p:cNvGrpSpPr/>
          <p:nvPr/>
        </p:nvGrpSpPr>
        <p:grpSpPr>
          <a:xfrm>
            <a:off x="925059" y="1740059"/>
            <a:ext cx="216097" cy="335435"/>
            <a:chOff x="881950" y="2633775"/>
            <a:chExt cx="220575" cy="342350"/>
          </a:xfrm>
        </p:grpSpPr>
        <p:sp>
          <p:nvSpPr>
            <p:cNvPr id="6373" name="Google Shape;6373;p116"/>
            <p:cNvSpPr/>
            <p:nvPr/>
          </p:nvSpPr>
          <p:spPr>
            <a:xfrm>
              <a:off x="928075" y="2895725"/>
              <a:ext cx="128325" cy="19975"/>
            </a:xfrm>
            <a:custGeom>
              <a:rect b="b" l="l" r="r" t="t"/>
              <a:pathLst>
                <a:path extrusionOk="0" h="799" w="5133">
                  <a:moveTo>
                    <a:pt x="1" y="0"/>
                  </a:moveTo>
                  <a:lnTo>
                    <a:pt x="787" y="798"/>
                  </a:lnTo>
                  <a:lnTo>
                    <a:pt x="4323" y="798"/>
                  </a:lnTo>
                  <a:lnTo>
                    <a:pt x="513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16"/>
            <p:cNvSpPr/>
            <p:nvPr/>
          </p:nvSpPr>
          <p:spPr>
            <a:xfrm>
              <a:off x="922125" y="2855550"/>
              <a:ext cx="140225" cy="19950"/>
            </a:xfrm>
            <a:custGeom>
              <a:rect b="b" l="l" r="r" t="t"/>
              <a:pathLst>
                <a:path extrusionOk="0" h="798" w="5609">
                  <a:moveTo>
                    <a:pt x="1" y="0"/>
                  </a:moveTo>
                  <a:lnTo>
                    <a:pt x="1" y="798"/>
                  </a:lnTo>
                  <a:lnTo>
                    <a:pt x="5608" y="798"/>
                  </a:lnTo>
                  <a:lnTo>
                    <a:pt x="560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16"/>
            <p:cNvSpPr/>
            <p:nvPr/>
          </p:nvSpPr>
          <p:spPr>
            <a:xfrm>
              <a:off x="962300" y="2935900"/>
              <a:ext cx="60150" cy="40225"/>
            </a:xfrm>
            <a:custGeom>
              <a:rect b="b" l="l" r="r" t="t"/>
              <a:pathLst>
                <a:path extrusionOk="0" h="1609" w="2406">
                  <a:moveTo>
                    <a:pt x="1" y="1"/>
                  </a:moveTo>
                  <a:lnTo>
                    <a:pt x="1" y="406"/>
                  </a:lnTo>
                  <a:cubicBezTo>
                    <a:pt x="1" y="1072"/>
                    <a:pt x="537" y="1608"/>
                    <a:pt x="1203" y="1608"/>
                  </a:cubicBezTo>
                  <a:cubicBezTo>
                    <a:pt x="1870" y="1608"/>
                    <a:pt x="2406" y="1072"/>
                    <a:pt x="2406" y="406"/>
                  </a:cubicBezTo>
                  <a:lnTo>
                    <a:pt x="240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16"/>
            <p:cNvSpPr/>
            <p:nvPr/>
          </p:nvSpPr>
          <p:spPr>
            <a:xfrm>
              <a:off x="881950" y="2633775"/>
              <a:ext cx="220575" cy="201550"/>
            </a:xfrm>
            <a:custGeom>
              <a:rect b="b" l="l" r="r" t="t"/>
              <a:pathLst>
                <a:path extrusionOk="0" h="8062" w="8823">
                  <a:moveTo>
                    <a:pt x="4763" y="1430"/>
                  </a:moveTo>
                  <a:lnTo>
                    <a:pt x="5906" y="3347"/>
                  </a:lnTo>
                  <a:lnTo>
                    <a:pt x="5953" y="3180"/>
                  </a:lnTo>
                  <a:lnTo>
                    <a:pt x="6727" y="3370"/>
                  </a:lnTo>
                  <a:lnTo>
                    <a:pt x="6346" y="4871"/>
                  </a:lnTo>
                  <a:lnTo>
                    <a:pt x="4858" y="4490"/>
                  </a:lnTo>
                  <a:lnTo>
                    <a:pt x="5060" y="3716"/>
                  </a:lnTo>
                  <a:lnTo>
                    <a:pt x="5215" y="3763"/>
                  </a:lnTo>
                  <a:lnTo>
                    <a:pt x="4072" y="1846"/>
                  </a:lnTo>
                  <a:lnTo>
                    <a:pt x="4763" y="1430"/>
                  </a:lnTo>
                  <a:close/>
                  <a:moveTo>
                    <a:pt x="3929" y="2394"/>
                  </a:moveTo>
                  <a:lnTo>
                    <a:pt x="4298" y="3882"/>
                  </a:lnTo>
                  <a:lnTo>
                    <a:pt x="3524" y="4073"/>
                  </a:lnTo>
                  <a:lnTo>
                    <a:pt x="3477" y="3918"/>
                  </a:lnTo>
                  <a:lnTo>
                    <a:pt x="2334" y="5835"/>
                  </a:lnTo>
                  <a:lnTo>
                    <a:pt x="1631" y="5418"/>
                  </a:lnTo>
                  <a:lnTo>
                    <a:pt x="2798" y="3501"/>
                  </a:lnTo>
                  <a:lnTo>
                    <a:pt x="2632" y="3537"/>
                  </a:lnTo>
                  <a:lnTo>
                    <a:pt x="2441" y="2763"/>
                  </a:lnTo>
                  <a:lnTo>
                    <a:pt x="3929" y="2394"/>
                  </a:lnTo>
                  <a:close/>
                  <a:moveTo>
                    <a:pt x="4132" y="4549"/>
                  </a:moveTo>
                  <a:lnTo>
                    <a:pt x="4703" y="5121"/>
                  </a:lnTo>
                  <a:lnTo>
                    <a:pt x="4584" y="5240"/>
                  </a:lnTo>
                  <a:lnTo>
                    <a:pt x="6811" y="5240"/>
                  </a:lnTo>
                  <a:lnTo>
                    <a:pt x="6811" y="6037"/>
                  </a:lnTo>
                  <a:lnTo>
                    <a:pt x="4584" y="6037"/>
                  </a:lnTo>
                  <a:lnTo>
                    <a:pt x="4703" y="6156"/>
                  </a:lnTo>
                  <a:lnTo>
                    <a:pt x="4132" y="6728"/>
                  </a:lnTo>
                  <a:lnTo>
                    <a:pt x="3048" y="5633"/>
                  </a:lnTo>
                  <a:lnTo>
                    <a:pt x="4132" y="4549"/>
                  </a:lnTo>
                  <a:close/>
                  <a:moveTo>
                    <a:pt x="4406" y="1"/>
                  </a:moveTo>
                  <a:cubicBezTo>
                    <a:pt x="1977" y="1"/>
                    <a:pt x="0" y="2013"/>
                    <a:pt x="0" y="4430"/>
                  </a:cubicBezTo>
                  <a:cubicBezTo>
                    <a:pt x="0" y="5775"/>
                    <a:pt x="572" y="7026"/>
                    <a:pt x="1608" y="7859"/>
                  </a:cubicBezTo>
                  <a:lnTo>
                    <a:pt x="1608" y="8061"/>
                  </a:lnTo>
                  <a:lnTo>
                    <a:pt x="7215" y="8061"/>
                  </a:lnTo>
                  <a:lnTo>
                    <a:pt x="7215" y="7859"/>
                  </a:lnTo>
                  <a:cubicBezTo>
                    <a:pt x="8239" y="7014"/>
                    <a:pt x="8823" y="5764"/>
                    <a:pt x="8823" y="4430"/>
                  </a:cubicBezTo>
                  <a:cubicBezTo>
                    <a:pt x="8823" y="2013"/>
                    <a:pt x="6846" y="1"/>
                    <a:pt x="44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356"/>
                                        </p:tgtEl>
                                        <p:attrNameLst>
                                          <p:attrName>style.visibility</p:attrName>
                                        </p:attrNameLst>
                                      </p:cBhvr>
                                      <p:to>
                                        <p:strVal val="visible"/>
                                      </p:to>
                                    </p:set>
                                    <p:animEffect filter="fade" transition="in">
                                      <p:cBhvr>
                                        <p:cTn dur="1000"/>
                                        <p:tgtEl>
                                          <p:spTgt spid="6356"/>
                                        </p:tgtEl>
                                      </p:cBhvr>
                                    </p:animEffect>
                                  </p:childTnLst>
                                </p:cTn>
                              </p:par>
                              <p:par>
                                <p:cTn fill="hold" nodeType="withEffect" presetClass="entr" presetID="10" presetSubtype="0">
                                  <p:stCondLst>
                                    <p:cond delay="0"/>
                                  </p:stCondLst>
                                  <p:childTnLst>
                                    <p:set>
                                      <p:cBhvr>
                                        <p:cTn dur="1" fill="hold">
                                          <p:stCondLst>
                                            <p:cond delay="0"/>
                                          </p:stCondLst>
                                        </p:cTn>
                                        <p:tgtEl>
                                          <p:spTgt spid="6372"/>
                                        </p:tgtEl>
                                        <p:attrNameLst>
                                          <p:attrName>style.visibility</p:attrName>
                                        </p:attrNameLst>
                                      </p:cBhvr>
                                      <p:to>
                                        <p:strVal val="visible"/>
                                      </p:to>
                                    </p:set>
                                    <p:animEffect filter="fade" transition="in">
                                      <p:cBhvr>
                                        <p:cTn dur="1000"/>
                                        <p:tgtEl>
                                          <p:spTgt spid="637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350"/>
                                        </p:tgtEl>
                                        <p:attrNameLst>
                                          <p:attrName>style.visibility</p:attrName>
                                        </p:attrNameLst>
                                      </p:cBhvr>
                                      <p:to>
                                        <p:strVal val="visible"/>
                                      </p:to>
                                    </p:set>
                                    <p:animEffect filter="fade" transition="in">
                                      <p:cBhvr>
                                        <p:cTn dur="1000"/>
                                        <p:tgtEl>
                                          <p:spTgt spid="6350"/>
                                        </p:tgtEl>
                                      </p:cBhvr>
                                    </p:animEffect>
                                  </p:childTnLst>
                                </p:cTn>
                              </p:par>
                              <p:par>
                                <p:cTn fill="hold" nodeType="withEffect" presetClass="entr" presetID="10" presetSubtype="0">
                                  <p:stCondLst>
                                    <p:cond delay="0"/>
                                  </p:stCondLst>
                                  <p:childTnLst>
                                    <p:set>
                                      <p:cBhvr>
                                        <p:cTn dur="1" fill="hold">
                                          <p:stCondLst>
                                            <p:cond delay="0"/>
                                          </p:stCondLst>
                                        </p:cTn>
                                        <p:tgtEl>
                                          <p:spTgt spid="6351"/>
                                        </p:tgtEl>
                                        <p:attrNameLst>
                                          <p:attrName>style.visibility</p:attrName>
                                        </p:attrNameLst>
                                      </p:cBhvr>
                                      <p:to>
                                        <p:strVal val="visible"/>
                                      </p:to>
                                    </p:set>
                                    <p:animEffect filter="fade" transition="in">
                                      <p:cBhvr>
                                        <p:cTn dur="1000"/>
                                        <p:tgtEl>
                                          <p:spTgt spid="635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357"/>
                                        </p:tgtEl>
                                        <p:attrNameLst>
                                          <p:attrName>style.visibility</p:attrName>
                                        </p:attrNameLst>
                                      </p:cBhvr>
                                      <p:to>
                                        <p:strVal val="visible"/>
                                      </p:to>
                                    </p:set>
                                    <p:animEffect filter="fade" transition="in">
                                      <p:cBhvr>
                                        <p:cTn dur="1000"/>
                                        <p:tgtEl>
                                          <p:spTgt spid="6357"/>
                                        </p:tgtEl>
                                      </p:cBhvr>
                                    </p:animEffect>
                                  </p:childTnLst>
                                </p:cTn>
                              </p:par>
                              <p:par>
                                <p:cTn fill="hold" nodeType="withEffect" presetClass="entr" presetID="10" presetSubtype="0">
                                  <p:stCondLst>
                                    <p:cond delay="0"/>
                                  </p:stCondLst>
                                  <p:childTnLst>
                                    <p:set>
                                      <p:cBhvr>
                                        <p:cTn dur="1" fill="hold">
                                          <p:stCondLst>
                                            <p:cond delay="0"/>
                                          </p:stCondLst>
                                        </p:cTn>
                                        <p:tgtEl>
                                          <p:spTgt spid="6359"/>
                                        </p:tgtEl>
                                        <p:attrNameLst>
                                          <p:attrName>style.visibility</p:attrName>
                                        </p:attrNameLst>
                                      </p:cBhvr>
                                      <p:to>
                                        <p:strVal val="visible"/>
                                      </p:to>
                                    </p:set>
                                    <p:animEffect filter="fade" transition="in">
                                      <p:cBhvr>
                                        <p:cTn dur="1000"/>
                                        <p:tgtEl>
                                          <p:spTgt spid="635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352"/>
                                        </p:tgtEl>
                                        <p:attrNameLst>
                                          <p:attrName>style.visibility</p:attrName>
                                        </p:attrNameLst>
                                      </p:cBhvr>
                                      <p:to>
                                        <p:strVal val="visible"/>
                                      </p:to>
                                    </p:set>
                                    <p:animEffect filter="fade" transition="in">
                                      <p:cBhvr>
                                        <p:cTn dur="1000"/>
                                        <p:tgtEl>
                                          <p:spTgt spid="6352"/>
                                        </p:tgtEl>
                                      </p:cBhvr>
                                    </p:animEffect>
                                  </p:childTnLst>
                                </p:cTn>
                              </p:par>
                              <p:par>
                                <p:cTn fill="hold" nodeType="withEffect" presetClass="entr" presetID="10" presetSubtype="0">
                                  <p:stCondLst>
                                    <p:cond delay="0"/>
                                  </p:stCondLst>
                                  <p:childTnLst>
                                    <p:set>
                                      <p:cBhvr>
                                        <p:cTn dur="1" fill="hold">
                                          <p:stCondLst>
                                            <p:cond delay="0"/>
                                          </p:stCondLst>
                                        </p:cTn>
                                        <p:tgtEl>
                                          <p:spTgt spid="6353"/>
                                        </p:tgtEl>
                                        <p:attrNameLst>
                                          <p:attrName>style.visibility</p:attrName>
                                        </p:attrNameLst>
                                      </p:cBhvr>
                                      <p:to>
                                        <p:strVal val="visible"/>
                                      </p:to>
                                    </p:set>
                                    <p:animEffect filter="fade" transition="in">
                                      <p:cBhvr>
                                        <p:cTn dur="1000"/>
                                        <p:tgtEl>
                                          <p:spTgt spid="635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358"/>
                                        </p:tgtEl>
                                        <p:attrNameLst>
                                          <p:attrName>style.visibility</p:attrName>
                                        </p:attrNameLst>
                                      </p:cBhvr>
                                      <p:to>
                                        <p:strVal val="visible"/>
                                      </p:to>
                                    </p:set>
                                    <p:animEffect filter="fade" transition="in">
                                      <p:cBhvr>
                                        <p:cTn dur="1000"/>
                                        <p:tgtEl>
                                          <p:spTgt spid="6358"/>
                                        </p:tgtEl>
                                      </p:cBhvr>
                                    </p:animEffect>
                                  </p:childTnLst>
                                </p:cTn>
                              </p:par>
                              <p:par>
                                <p:cTn fill="hold" nodeType="withEffect" presetClass="entr" presetID="10" presetSubtype="0">
                                  <p:stCondLst>
                                    <p:cond delay="0"/>
                                  </p:stCondLst>
                                  <p:childTnLst>
                                    <p:set>
                                      <p:cBhvr>
                                        <p:cTn dur="1" fill="hold">
                                          <p:stCondLst>
                                            <p:cond delay="0"/>
                                          </p:stCondLst>
                                        </p:cTn>
                                        <p:tgtEl>
                                          <p:spTgt spid="6368"/>
                                        </p:tgtEl>
                                        <p:attrNameLst>
                                          <p:attrName>style.visibility</p:attrName>
                                        </p:attrNameLst>
                                      </p:cBhvr>
                                      <p:to>
                                        <p:strVal val="visible"/>
                                      </p:to>
                                    </p:set>
                                    <p:animEffect filter="fade" transition="in">
                                      <p:cBhvr>
                                        <p:cTn dur="1000"/>
                                        <p:tgtEl>
                                          <p:spTgt spid="636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354"/>
                                        </p:tgtEl>
                                        <p:attrNameLst>
                                          <p:attrName>style.visibility</p:attrName>
                                        </p:attrNameLst>
                                      </p:cBhvr>
                                      <p:to>
                                        <p:strVal val="visible"/>
                                      </p:to>
                                    </p:set>
                                    <p:animEffect filter="fade" transition="in">
                                      <p:cBhvr>
                                        <p:cTn dur="1000"/>
                                        <p:tgtEl>
                                          <p:spTgt spid="6354"/>
                                        </p:tgtEl>
                                      </p:cBhvr>
                                    </p:animEffect>
                                  </p:childTnLst>
                                </p:cTn>
                              </p:par>
                              <p:par>
                                <p:cTn fill="hold" nodeType="withEffect" presetClass="entr" presetID="10" presetSubtype="0">
                                  <p:stCondLst>
                                    <p:cond delay="0"/>
                                  </p:stCondLst>
                                  <p:childTnLst>
                                    <p:set>
                                      <p:cBhvr>
                                        <p:cTn dur="1" fill="hold">
                                          <p:stCondLst>
                                            <p:cond delay="0"/>
                                          </p:stCondLst>
                                        </p:cTn>
                                        <p:tgtEl>
                                          <p:spTgt spid="6355"/>
                                        </p:tgtEl>
                                        <p:attrNameLst>
                                          <p:attrName>style.visibility</p:attrName>
                                        </p:attrNameLst>
                                      </p:cBhvr>
                                      <p:to>
                                        <p:strVal val="visible"/>
                                      </p:to>
                                    </p:set>
                                    <p:animEffect filter="fade" transition="in">
                                      <p:cBhvr>
                                        <p:cTn dur="1000"/>
                                        <p:tgtEl>
                                          <p:spTgt spid="635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80" name="Shape 6380"/>
        <p:cNvGrpSpPr/>
        <p:nvPr/>
      </p:nvGrpSpPr>
      <p:grpSpPr>
        <a:xfrm>
          <a:off x="0" y="0"/>
          <a:ext cx="0" cy="0"/>
          <a:chOff x="0" y="0"/>
          <a:chExt cx="0" cy="0"/>
        </a:xfrm>
      </p:grpSpPr>
      <p:sp>
        <p:nvSpPr>
          <p:cNvPr id="6381" name="Google Shape;6381;p117"/>
          <p:cNvSpPr/>
          <p:nvPr/>
        </p:nvSpPr>
        <p:spPr>
          <a:xfrm>
            <a:off x="6519325" y="1616300"/>
            <a:ext cx="1911300" cy="2208300"/>
          </a:xfrm>
          <a:prstGeom prst="roundRect">
            <a:avLst>
              <a:gd fmla="val 1006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382" name="Google Shape;6382;p117"/>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RECYCLING CENTERS AROUND THE WORLD</a:t>
            </a:r>
            <a:endParaRPr/>
          </a:p>
        </p:txBody>
      </p:sp>
      <p:grpSp>
        <p:nvGrpSpPr>
          <p:cNvPr id="6383" name="Google Shape;6383;p117"/>
          <p:cNvGrpSpPr/>
          <p:nvPr/>
        </p:nvGrpSpPr>
        <p:grpSpPr>
          <a:xfrm>
            <a:off x="593358" y="1169844"/>
            <a:ext cx="5665065" cy="3314140"/>
            <a:chOff x="1397225" y="1410350"/>
            <a:chExt cx="4786300" cy="2774500"/>
          </a:xfrm>
        </p:grpSpPr>
        <p:grpSp>
          <p:nvGrpSpPr>
            <p:cNvPr id="6384" name="Google Shape;6384;p117"/>
            <p:cNvGrpSpPr/>
            <p:nvPr/>
          </p:nvGrpSpPr>
          <p:grpSpPr>
            <a:xfrm>
              <a:off x="4293400" y="2574725"/>
              <a:ext cx="84425" cy="80100"/>
              <a:chOff x="4293400" y="2574725"/>
              <a:chExt cx="84425" cy="80100"/>
            </a:xfrm>
          </p:grpSpPr>
          <p:sp>
            <p:nvSpPr>
              <p:cNvPr id="6385" name="Google Shape;6385;p11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accent2"/>
              </a:solidFill>
              <a:ln>
                <a:noFill/>
              </a:ln>
            </p:spPr>
          </p:sp>
          <p:sp>
            <p:nvSpPr>
              <p:cNvPr id="6386" name="Google Shape;6386;p11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7" name="Google Shape;6387;p117"/>
            <p:cNvGrpSpPr/>
            <p:nvPr/>
          </p:nvGrpSpPr>
          <p:grpSpPr>
            <a:xfrm>
              <a:off x="4000175" y="1462675"/>
              <a:ext cx="1917275" cy="1140875"/>
              <a:chOff x="4000175" y="1462675"/>
              <a:chExt cx="1917275" cy="1140875"/>
            </a:xfrm>
          </p:grpSpPr>
          <p:sp>
            <p:nvSpPr>
              <p:cNvPr id="6388" name="Google Shape;6388;p11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accent2"/>
              </a:solidFill>
              <a:ln>
                <a:noFill/>
              </a:ln>
            </p:spPr>
          </p:sp>
          <p:grpSp>
            <p:nvGrpSpPr>
              <p:cNvPr id="6389" name="Google Shape;6389;p117"/>
              <p:cNvGrpSpPr/>
              <p:nvPr/>
            </p:nvGrpSpPr>
            <p:grpSpPr>
              <a:xfrm>
                <a:off x="4000175" y="1462675"/>
                <a:ext cx="1917275" cy="1140875"/>
                <a:chOff x="4000175" y="1462675"/>
                <a:chExt cx="1917275" cy="1140875"/>
              </a:xfrm>
            </p:grpSpPr>
            <p:sp>
              <p:nvSpPr>
                <p:cNvPr id="6390" name="Google Shape;6390;p11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accent2"/>
                </a:solidFill>
                <a:ln>
                  <a:noFill/>
                </a:ln>
              </p:spPr>
            </p:sp>
            <p:sp>
              <p:nvSpPr>
                <p:cNvPr id="6391" name="Google Shape;6391;p11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1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1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1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1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96" name="Google Shape;6396;p117"/>
            <p:cNvGrpSpPr/>
            <p:nvPr/>
          </p:nvGrpSpPr>
          <p:grpSpPr>
            <a:xfrm>
              <a:off x="3960625" y="2587825"/>
              <a:ext cx="94050" cy="104125"/>
              <a:chOff x="3960625" y="2587825"/>
              <a:chExt cx="94050" cy="104125"/>
            </a:xfrm>
          </p:grpSpPr>
          <p:sp>
            <p:nvSpPr>
              <p:cNvPr id="6397" name="Google Shape;6397;p11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accent2"/>
              </a:solidFill>
              <a:ln>
                <a:noFill/>
              </a:ln>
            </p:spPr>
          </p:sp>
          <p:sp>
            <p:nvSpPr>
              <p:cNvPr id="6398" name="Google Shape;6398;p11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117"/>
            <p:cNvGrpSpPr/>
            <p:nvPr/>
          </p:nvGrpSpPr>
          <p:grpSpPr>
            <a:xfrm>
              <a:off x="3765350" y="2500900"/>
              <a:ext cx="173600" cy="187925"/>
              <a:chOff x="3765350" y="2500900"/>
              <a:chExt cx="173600" cy="187925"/>
            </a:xfrm>
          </p:grpSpPr>
          <p:sp>
            <p:nvSpPr>
              <p:cNvPr id="6400" name="Google Shape;6400;p11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accent2"/>
              </a:solidFill>
              <a:ln>
                <a:noFill/>
              </a:ln>
            </p:spPr>
          </p:sp>
          <p:sp>
            <p:nvSpPr>
              <p:cNvPr id="6401" name="Google Shape;6401;p11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1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1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1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1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117"/>
            <p:cNvGrpSpPr/>
            <p:nvPr/>
          </p:nvGrpSpPr>
          <p:grpSpPr>
            <a:xfrm>
              <a:off x="3750475" y="2481850"/>
              <a:ext cx="85125" cy="51800"/>
              <a:chOff x="3750475" y="2481850"/>
              <a:chExt cx="85125" cy="51800"/>
            </a:xfrm>
          </p:grpSpPr>
          <p:sp>
            <p:nvSpPr>
              <p:cNvPr id="6407" name="Google Shape;6407;p11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1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accent2"/>
              </a:solidFill>
              <a:ln>
                <a:noFill/>
              </a:ln>
            </p:spPr>
          </p:sp>
        </p:grpSp>
        <p:grpSp>
          <p:nvGrpSpPr>
            <p:cNvPr id="6409" name="Google Shape;6409;p117"/>
            <p:cNvGrpSpPr/>
            <p:nvPr/>
          </p:nvGrpSpPr>
          <p:grpSpPr>
            <a:xfrm>
              <a:off x="3627175" y="2432450"/>
              <a:ext cx="172100" cy="169075"/>
              <a:chOff x="3627175" y="2432450"/>
              <a:chExt cx="172100" cy="169075"/>
            </a:xfrm>
          </p:grpSpPr>
          <p:sp>
            <p:nvSpPr>
              <p:cNvPr id="6410" name="Google Shape;6410;p11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1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accent2"/>
              </a:solidFill>
              <a:ln>
                <a:noFill/>
              </a:ln>
            </p:spPr>
          </p:sp>
          <p:sp>
            <p:nvSpPr>
              <p:cNvPr id="6412" name="Google Shape;6412;p11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accent2"/>
              </a:solidFill>
              <a:ln>
                <a:noFill/>
              </a:ln>
            </p:spPr>
          </p:sp>
        </p:grpSp>
        <p:grpSp>
          <p:nvGrpSpPr>
            <p:cNvPr id="6413" name="Google Shape;6413;p117"/>
            <p:cNvGrpSpPr/>
            <p:nvPr/>
          </p:nvGrpSpPr>
          <p:grpSpPr>
            <a:xfrm>
              <a:off x="3561536" y="2585450"/>
              <a:ext cx="61539" cy="99045"/>
              <a:chOff x="3561536" y="2585450"/>
              <a:chExt cx="61539" cy="99045"/>
            </a:xfrm>
          </p:grpSpPr>
          <p:sp>
            <p:nvSpPr>
              <p:cNvPr id="6414" name="Google Shape;6414;p11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1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accent2"/>
              </a:solidFill>
              <a:ln>
                <a:noFill/>
              </a:ln>
            </p:spPr>
          </p:sp>
        </p:grpSp>
        <p:grpSp>
          <p:nvGrpSpPr>
            <p:cNvPr id="6416" name="Google Shape;6416;p117"/>
            <p:cNvGrpSpPr/>
            <p:nvPr/>
          </p:nvGrpSpPr>
          <p:grpSpPr>
            <a:xfrm>
              <a:off x="3906325" y="1984500"/>
              <a:ext cx="156075" cy="262825"/>
              <a:chOff x="3906325" y="1984500"/>
              <a:chExt cx="156075" cy="262825"/>
            </a:xfrm>
          </p:grpSpPr>
          <p:sp>
            <p:nvSpPr>
              <p:cNvPr id="6417" name="Google Shape;6417;p11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accent2"/>
              </a:solidFill>
              <a:ln>
                <a:noFill/>
              </a:ln>
            </p:spPr>
          </p:sp>
          <p:sp>
            <p:nvSpPr>
              <p:cNvPr id="6418" name="Google Shape;6418;p11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9" name="Google Shape;6419;p117"/>
            <p:cNvGrpSpPr/>
            <p:nvPr/>
          </p:nvGrpSpPr>
          <p:grpSpPr>
            <a:xfrm>
              <a:off x="1397225" y="1637375"/>
              <a:ext cx="1401575" cy="1228250"/>
              <a:chOff x="1397225" y="1637375"/>
              <a:chExt cx="1401575" cy="1228250"/>
            </a:xfrm>
          </p:grpSpPr>
          <p:sp>
            <p:nvSpPr>
              <p:cNvPr id="6420" name="Google Shape;6420;p11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accent2"/>
              </a:solidFill>
              <a:ln>
                <a:noFill/>
              </a:ln>
            </p:spPr>
          </p:sp>
          <p:grpSp>
            <p:nvGrpSpPr>
              <p:cNvPr id="6421" name="Google Shape;6421;p117"/>
              <p:cNvGrpSpPr/>
              <p:nvPr/>
            </p:nvGrpSpPr>
            <p:grpSpPr>
              <a:xfrm>
                <a:off x="1397225" y="1637375"/>
                <a:ext cx="1398775" cy="1228250"/>
                <a:chOff x="1397225" y="1637375"/>
                <a:chExt cx="1398775" cy="1228250"/>
              </a:xfrm>
            </p:grpSpPr>
            <p:sp>
              <p:nvSpPr>
                <p:cNvPr id="6422" name="Google Shape;6422;p11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1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24" name="Google Shape;6424;p117"/>
            <p:cNvGrpSpPr/>
            <p:nvPr/>
          </p:nvGrpSpPr>
          <p:grpSpPr>
            <a:xfrm>
              <a:off x="2605700" y="3152850"/>
              <a:ext cx="594125" cy="616250"/>
              <a:chOff x="2605700" y="3152850"/>
              <a:chExt cx="594125" cy="616250"/>
            </a:xfrm>
          </p:grpSpPr>
          <p:sp>
            <p:nvSpPr>
              <p:cNvPr id="6425" name="Google Shape;6425;p11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accent2"/>
              </a:solidFill>
              <a:ln>
                <a:noFill/>
              </a:ln>
            </p:spPr>
          </p:sp>
          <p:sp>
            <p:nvSpPr>
              <p:cNvPr id="6426" name="Google Shape;6426;p11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117"/>
            <p:cNvGrpSpPr/>
            <p:nvPr/>
          </p:nvGrpSpPr>
          <p:grpSpPr>
            <a:xfrm>
              <a:off x="2680375" y="3423800"/>
              <a:ext cx="182975" cy="761050"/>
              <a:chOff x="2680375" y="3423800"/>
              <a:chExt cx="182975" cy="761050"/>
            </a:xfrm>
          </p:grpSpPr>
          <p:sp>
            <p:nvSpPr>
              <p:cNvPr id="6428" name="Google Shape;6428;p11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accent2"/>
              </a:solidFill>
              <a:ln>
                <a:noFill/>
              </a:ln>
            </p:spPr>
          </p:sp>
          <p:sp>
            <p:nvSpPr>
              <p:cNvPr id="6429" name="Google Shape;6429;p11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0" name="Google Shape;6430;p117"/>
            <p:cNvGrpSpPr/>
            <p:nvPr/>
          </p:nvGrpSpPr>
          <p:grpSpPr>
            <a:xfrm>
              <a:off x="3918000" y="3561900"/>
              <a:ext cx="236225" cy="207100"/>
              <a:chOff x="3918000" y="3561900"/>
              <a:chExt cx="236225" cy="207100"/>
            </a:xfrm>
          </p:grpSpPr>
          <p:sp>
            <p:nvSpPr>
              <p:cNvPr id="6431" name="Google Shape;6431;p11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accent2"/>
              </a:solidFill>
              <a:ln>
                <a:noFill/>
              </a:ln>
            </p:spPr>
          </p:sp>
          <p:sp>
            <p:nvSpPr>
              <p:cNvPr id="6432" name="Google Shape;6432;p11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3" name="Google Shape;6433;p117"/>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17"/>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17"/>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6" name="Google Shape;6436;p117"/>
            <p:cNvGrpSpPr/>
            <p:nvPr/>
          </p:nvGrpSpPr>
          <p:grpSpPr>
            <a:xfrm>
              <a:off x="1922950" y="1410350"/>
              <a:ext cx="1252825" cy="1162875"/>
              <a:chOff x="1922950" y="1410350"/>
              <a:chExt cx="1252825" cy="1162875"/>
            </a:xfrm>
          </p:grpSpPr>
          <p:sp>
            <p:nvSpPr>
              <p:cNvPr id="6437" name="Google Shape;6437;p11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1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1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1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1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1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1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1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1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1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1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1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1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1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1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1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3" name="Google Shape;6453;p117"/>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17"/>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17"/>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17"/>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17"/>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17"/>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17"/>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17"/>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17"/>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117"/>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17"/>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17"/>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17"/>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17"/>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17"/>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17"/>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17"/>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17"/>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17"/>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17"/>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17"/>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17"/>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5" name="Google Shape;6475;p117"/>
            <p:cNvGrpSpPr/>
            <p:nvPr/>
          </p:nvGrpSpPr>
          <p:grpSpPr>
            <a:xfrm>
              <a:off x="2711750" y="3572300"/>
              <a:ext cx="230725" cy="598425"/>
              <a:chOff x="2711750" y="3572300"/>
              <a:chExt cx="230725" cy="598425"/>
            </a:xfrm>
          </p:grpSpPr>
          <p:sp>
            <p:nvSpPr>
              <p:cNvPr id="6476" name="Google Shape;6476;p11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1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8" name="Google Shape;6478;p117"/>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9" name="Google Shape;6479;p117"/>
            <p:cNvGrpSpPr/>
            <p:nvPr/>
          </p:nvGrpSpPr>
          <p:grpSpPr>
            <a:xfrm>
              <a:off x="3781475" y="1624825"/>
              <a:ext cx="153300" cy="166375"/>
              <a:chOff x="3781475" y="1624825"/>
              <a:chExt cx="153300" cy="166375"/>
            </a:xfrm>
          </p:grpSpPr>
          <p:sp>
            <p:nvSpPr>
              <p:cNvPr id="6480" name="Google Shape;6480;p11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1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1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1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4" name="Google Shape;6484;p117"/>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17"/>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17"/>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17"/>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17"/>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17"/>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17"/>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1" name="Google Shape;6491;p117"/>
            <p:cNvGrpSpPr/>
            <p:nvPr/>
          </p:nvGrpSpPr>
          <p:grpSpPr>
            <a:xfrm>
              <a:off x="5068275" y="3161675"/>
              <a:ext cx="664875" cy="222850"/>
              <a:chOff x="5068275" y="3161675"/>
              <a:chExt cx="664875" cy="222850"/>
            </a:xfrm>
          </p:grpSpPr>
          <p:sp>
            <p:nvSpPr>
              <p:cNvPr id="6492" name="Google Shape;6492;p11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1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1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1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6" name="Google Shape;6496;p117"/>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17"/>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17"/>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17"/>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17"/>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17"/>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17"/>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17"/>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17"/>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17"/>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17"/>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17"/>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17"/>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17"/>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17"/>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17"/>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17"/>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17"/>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17"/>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17"/>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17"/>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17"/>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17"/>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117"/>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17"/>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17"/>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17"/>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17"/>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17"/>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5" name="Google Shape;6525;p117"/>
            <p:cNvGrpSpPr/>
            <p:nvPr/>
          </p:nvGrpSpPr>
          <p:grpSpPr>
            <a:xfrm>
              <a:off x="3586375" y="2281300"/>
              <a:ext cx="125025" cy="175275"/>
              <a:chOff x="3586375" y="2281300"/>
              <a:chExt cx="125025" cy="175275"/>
            </a:xfrm>
          </p:grpSpPr>
          <p:sp>
            <p:nvSpPr>
              <p:cNvPr id="6526" name="Google Shape;6526;p11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1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8" name="Google Shape;6528;p117"/>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9" name="Google Shape;6529;p117"/>
            <p:cNvGrpSpPr/>
            <p:nvPr/>
          </p:nvGrpSpPr>
          <p:grpSpPr>
            <a:xfrm>
              <a:off x="5298975" y="3412225"/>
              <a:ext cx="576450" cy="616225"/>
              <a:chOff x="5298975" y="3412225"/>
              <a:chExt cx="576450" cy="616225"/>
            </a:xfrm>
          </p:grpSpPr>
          <p:sp>
            <p:nvSpPr>
              <p:cNvPr id="6530" name="Google Shape;6530;p11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1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2" name="Google Shape;6532;p117"/>
            <p:cNvGrpSpPr/>
            <p:nvPr/>
          </p:nvGrpSpPr>
          <p:grpSpPr>
            <a:xfrm>
              <a:off x="5952300" y="3852150"/>
              <a:ext cx="231225" cy="287200"/>
              <a:chOff x="5952300" y="3852150"/>
              <a:chExt cx="231225" cy="287200"/>
            </a:xfrm>
          </p:grpSpPr>
          <p:sp>
            <p:nvSpPr>
              <p:cNvPr id="6533" name="Google Shape;6533;p11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11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5" name="Google Shape;6535;p117"/>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17"/>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17"/>
            <p:cNvSpPr/>
            <p:nvPr/>
          </p:nvSpPr>
          <p:spPr>
            <a:xfrm>
              <a:off x="5150925" y="2903250"/>
              <a:ext cx="1600" cy="2125"/>
            </a:xfrm>
            <a:custGeom>
              <a:rect b="b" l="l" r="r" t="t"/>
              <a:pathLst>
                <a:path extrusionOk="0" h="85" w="64">
                  <a:moveTo>
                    <a:pt x="63" y="85"/>
                  </a:moveTo>
                  <a:lnTo>
                    <a:pt x="1"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17"/>
            <p:cNvSpPr/>
            <p:nvPr/>
          </p:nvSpPr>
          <p:spPr>
            <a:xfrm>
              <a:off x="5134200" y="2918425"/>
              <a:ext cx="2625" cy="2650"/>
            </a:xfrm>
            <a:custGeom>
              <a:rect b="b" l="l" r="r" t="t"/>
              <a:pathLst>
                <a:path extrusionOk="0" h="106" w="105">
                  <a:moveTo>
                    <a:pt x="0" y="105"/>
                  </a:moveTo>
                  <a:lnTo>
                    <a:pt x="105" y="1"/>
                  </a:lnTo>
                  <a:lnTo>
                    <a:pt x="1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17"/>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17"/>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17"/>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17"/>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3" name="Google Shape;6543;p117"/>
            <p:cNvGrpSpPr/>
            <p:nvPr/>
          </p:nvGrpSpPr>
          <p:grpSpPr>
            <a:xfrm>
              <a:off x="4842300" y="3099950"/>
              <a:ext cx="31425" cy="59650"/>
              <a:chOff x="4842300" y="3099950"/>
              <a:chExt cx="31425" cy="59650"/>
            </a:xfrm>
          </p:grpSpPr>
          <p:sp>
            <p:nvSpPr>
              <p:cNvPr id="6544" name="Google Shape;6544;p11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1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1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1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8" name="Google Shape;6548;p117"/>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17"/>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17"/>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17"/>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17"/>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17"/>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17"/>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17"/>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6" name="Google Shape;6556;p117"/>
            <p:cNvGrpSpPr/>
            <p:nvPr/>
          </p:nvGrpSpPr>
          <p:grpSpPr>
            <a:xfrm>
              <a:off x="3866750" y="2520350"/>
              <a:ext cx="78475" cy="60700"/>
              <a:chOff x="3866750" y="2520350"/>
              <a:chExt cx="78475" cy="60700"/>
            </a:xfrm>
          </p:grpSpPr>
          <p:sp>
            <p:nvSpPr>
              <p:cNvPr id="6557" name="Google Shape;6557;p11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1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1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1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1" name="Google Shape;6561;p117"/>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17"/>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17"/>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17"/>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17"/>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17"/>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17"/>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17"/>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17"/>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17"/>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17"/>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17"/>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17"/>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17"/>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17"/>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17"/>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17"/>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17"/>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17"/>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17"/>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17"/>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17"/>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17"/>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17"/>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17"/>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17"/>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17"/>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17"/>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17"/>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17"/>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17"/>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17"/>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17"/>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17"/>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17"/>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17"/>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17"/>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117"/>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17"/>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17"/>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17"/>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17"/>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3" name="Google Shape;6603;p117"/>
            <p:cNvGrpSpPr/>
            <p:nvPr/>
          </p:nvGrpSpPr>
          <p:grpSpPr>
            <a:xfrm>
              <a:off x="3450375" y="3038225"/>
              <a:ext cx="132875" cy="99400"/>
              <a:chOff x="3450375" y="3038225"/>
              <a:chExt cx="132875" cy="99400"/>
            </a:xfrm>
          </p:grpSpPr>
          <p:sp>
            <p:nvSpPr>
              <p:cNvPr id="6604" name="Google Shape;6604;p11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1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6" name="Google Shape;6606;p117"/>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17"/>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17"/>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17"/>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17"/>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17"/>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17"/>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17"/>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17"/>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17"/>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17"/>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17"/>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17"/>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17"/>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17"/>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17"/>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17"/>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17"/>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17"/>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17"/>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17"/>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17"/>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17"/>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17"/>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17"/>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17"/>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17"/>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17"/>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17"/>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17"/>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17"/>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17"/>
            <p:cNvSpPr/>
            <p:nvPr/>
          </p:nvSpPr>
          <p:spPr>
            <a:xfrm>
              <a:off x="4298825" y="2603000"/>
              <a:ext cx="2625" cy="2650"/>
            </a:xfrm>
            <a:custGeom>
              <a:rect b="b" l="l" r="r" t="t"/>
              <a:pathLst>
                <a:path extrusionOk="0" fill="none" h="106" w="105">
                  <a:moveTo>
                    <a:pt x="105" y="105"/>
                  </a:moveTo>
                  <a:lnTo>
                    <a:pt x="0" y="1"/>
                  </a:ln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17"/>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17"/>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17"/>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1" name="Google Shape;6641;p117"/>
          <p:cNvSpPr txBox="1"/>
          <p:nvPr/>
        </p:nvSpPr>
        <p:spPr>
          <a:xfrm>
            <a:off x="6678025" y="2407975"/>
            <a:ext cx="15939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accent4"/>
                </a:solidFill>
                <a:latin typeface="Londrina Solid Black"/>
                <a:ea typeface="Londrina Solid Black"/>
                <a:cs typeface="Londrina Solid Black"/>
                <a:sym typeface="Londrina Solid Black"/>
              </a:rPr>
              <a:t>NEPTUNE</a:t>
            </a:r>
            <a:endParaRPr sz="1800">
              <a:solidFill>
                <a:schemeClr val="accent4"/>
              </a:solidFill>
              <a:latin typeface="Londrina Solid Black"/>
              <a:ea typeface="Londrina Solid Black"/>
              <a:cs typeface="Londrina Solid Black"/>
              <a:sym typeface="Londrina Solid Black"/>
            </a:endParaRPr>
          </a:p>
        </p:txBody>
      </p:sp>
      <p:sp>
        <p:nvSpPr>
          <p:cNvPr id="6642" name="Google Shape;6642;p117"/>
          <p:cNvSpPr txBox="1"/>
          <p:nvPr/>
        </p:nvSpPr>
        <p:spPr>
          <a:xfrm>
            <a:off x="6678025" y="2785943"/>
            <a:ext cx="1593900" cy="923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Hind"/>
                <a:ea typeface="Hind"/>
                <a:cs typeface="Hind"/>
                <a:sym typeface="Hind"/>
              </a:rPr>
              <a:t>Neptune is the farthest planet from the Sun</a:t>
            </a:r>
            <a:endParaRPr sz="1600">
              <a:solidFill>
                <a:schemeClr val="dk2"/>
              </a:solidFill>
              <a:latin typeface="Hind"/>
              <a:ea typeface="Hind"/>
              <a:cs typeface="Hind"/>
              <a:sym typeface="Hind"/>
            </a:endParaRPr>
          </a:p>
        </p:txBody>
      </p:sp>
      <p:grpSp>
        <p:nvGrpSpPr>
          <p:cNvPr id="6643" name="Google Shape;6643;p117"/>
          <p:cNvGrpSpPr/>
          <p:nvPr/>
        </p:nvGrpSpPr>
        <p:grpSpPr>
          <a:xfrm>
            <a:off x="4812767" y="1747314"/>
            <a:ext cx="504533" cy="484999"/>
            <a:chOff x="713400" y="1517400"/>
            <a:chExt cx="2193621" cy="2108692"/>
          </a:xfrm>
        </p:grpSpPr>
        <p:sp>
          <p:nvSpPr>
            <p:cNvPr id="6644" name="Google Shape;6644;p117"/>
            <p:cNvSpPr/>
            <p:nvPr/>
          </p:nvSpPr>
          <p:spPr>
            <a:xfrm>
              <a:off x="1239888" y="1517400"/>
              <a:ext cx="615476" cy="563134"/>
            </a:xfrm>
            <a:custGeom>
              <a:rect b="b" l="l" r="r" t="t"/>
              <a:pathLst>
                <a:path extrusionOk="0" h="5132" w="5609">
                  <a:moveTo>
                    <a:pt x="2846" y="0"/>
                  </a:moveTo>
                  <a:cubicBezTo>
                    <a:pt x="2120" y="0"/>
                    <a:pt x="1441" y="381"/>
                    <a:pt x="1048" y="1012"/>
                  </a:cubicBezTo>
                  <a:lnTo>
                    <a:pt x="1" y="2739"/>
                  </a:lnTo>
                  <a:lnTo>
                    <a:pt x="3763" y="5132"/>
                  </a:lnTo>
                  <a:lnTo>
                    <a:pt x="5608" y="1834"/>
                  </a:lnTo>
                  <a:lnTo>
                    <a:pt x="44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17"/>
            <p:cNvSpPr/>
            <p:nvPr/>
          </p:nvSpPr>
          <p:spPr>
            <a:xfrm>
              <a:off x="1731152" y="1518717"/>
              <a:ext cx="978682" cy="816611"/>
            </a:xfrm>
            <a:custGeom>
              <a:rect b="b" l="l" r="r" t="t"/>
              <a:pathLst>
                <a:path extrusionOk="0" h="7442" w="8919">
                  <a:moveTo>
                    <a:pt x="0" y="0"/>
                  </a:moveTo>
                  <a:lnTo>
                    <a:pt x="3072" y="5834"/>
                  </a:lnTo>
                  <a:lnTo>
                    <a:pt x="1370" y="6858"/>
                  </a:lnTo>
                  <a:lnTo>
                    <a:pt x="6477" y="7441"/>
                  </a:lnTo>
                  <a:lnTo>
                    <a:pt x="8918" y="2393"/>
                  </a:lnTo>
                  <a:lnTo>
                    <a:pt x="7144" y="3286"/>
                  </a:lnTo>
                  <a:lnTo>
                    <a:pt x="5811" y="1024"/>
                  </a:lnTo>
                  <a:cubicBezTo>
                    <a:pt x="5477" y="393"/>
                    <a:pt x="4822" y="0"/>
                    <a:pt x="41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17"/>
            <p:cNvSpPr/>
            <p:nvPr/>
          </p:nvSpPr>
          <p:spPr>
            <a:xfrm>
              <a:off x="2294179" y="2309109"/>
              <a:ext cx="612842" cy="601101"/>
            </a:xfrm>
            <a:custGeom>
              <a:rect b="b" l="l" r="r" t="t"/>
              <a:pathLst>
                <a:path extrusionOk="0" h="5478" w="5585">
                  <a:moveTo>
                    <a:pt x="4121" y="0"/>
                  </a:moveTo>
                  <a:lnTo>
                    <a:pt x="1" y="2394"/>
                  </a:lnTo>
                  <a:lnTo>
                    <a:pt x="1715" y="5477"/>
                  </a:lnTo>
                  <a:lnTo>
                    <a:pt x="4454" y="5477"/>
                  </a:lnTo>
                  <a:lnTo>
                    <a:pt x="5168" y="4322"/>
                  </a:lnTo>
                  <a:cubicBezTo>
                    <a:pt x="5573" y="3679"/>
                    <a:pt x="5585" y="2858"/>
                    <a:pt x="5216" y="2203"/>
                  </a:cubicBezTo>
                  <a:lnTo>
                    <a:pt x="41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17"/>
            <p:cNvSpPr/>
            <p:nvPr/>
          </p:nvSpPr>
          <p:spPr>
            <a:xfrm>
              <a:off x="1655328" y="2721917"/>
              <a:ext cx="1127585" cy="904175"/>
            </a:xfrm>
            <a:custGeom>
              <a:rect b="b" l="l" r="r" t="t"/>
              <a:pathLst>
                <a:path extrusionOk="0" h="8240" w="10276">
                  <a:moveTo>
                    <a:pt x="3430" y="1"/>
                  </a:moveTo>
                  <a:lnTo>
                    <a:pt x="1" y="3775"/>
                  </a:lnTo>
                  <a:lnTo>
                    <a:pt x="3430" y="8240"/>
                  </a:lnTo>
                  <a:lnTo>
                    <a:pt x="3430" y="6871"/>
                  </a:lnTo>
                  <a:lnTo>
                    <a:pt x="6168" y="6871"/>
                  </a:lnTo>
                  <a:cubicBezTo>
                    <a:pt x="6179" y="6871"/>
                    <a:pt x="6189" y="6871"/>
                    <a:pt x="6199" y="6871"/>
                  </a:cubicBezTo>
                  <a:cubicBezTo>
                    <a:pt x="6913" y="6871"/>
                    <a:pt x="7554" y="6469"/>
                    <a:pt x="7883" y="5835"/>
                  </a:cubicBezTo>
                  <a:lnTo>
                    <a:pt x="10276" y="1715"/>
                  </a:lnTo>
                  <a:lnTo>
                    <a:pt x="3430" y="1715"/>
                  </a:lnTo>
                  <a:lnTo>
                    <a:pt x="34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17"/>
            <p:cNvSpPr/>
            <p:nvPr/>
          </p:nvSpPr>
          <p:spPr>
            <a:xfrm>
              <a:off x="999468" y="2946646"/>
              <a:ext cx="466572" cy="526594"/>
            </a:xfrm>
            <a:custGeom>
              <a:rect b="b" l="l" r="r" t="t"/>
              <a:pathLst>
                <a:path extrusionOk="0" h="4799" w="4252">
                  <a:moveTo>
                    <a:pt x="834" y="1"/>
                  </a:moveTo>
                  <a:lnTo>
                    <a:pt x="834" y="13"/>
                  </a:lnTo>
                  <a:lnTo>
                    <a:pt x="1" y="1929"/>
                  </a:lnTo>
                  <a:lnTo>
                    <a:pt x="1037" y="3727"/>
                  </a:lnTo>
                  <a:cubicBezTo>
                    <a:pt x="1430" y="4382"/>
                    <a:pt x="2132" y="4787"/>
                    <a:pt x="2882" y="4799"/>
                  </a:cubicBezTo>
                  <a:lnTo>
                    <a:pt x="4251" y="4799"/>
                  </a:lnTo>
                  <a:lnTo>
                    <a:pt x="42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17"/>
            <p:cNvSpPr/>
            <p:nvPr/>
          </p:nvSpPr>
          <p:spPr>
            <a:xfrm>
              <a:off x="713400" y="2119604"/>
              <a:ext cx="828352" cy="1040131"/>
            </a:xfrm>
            <a:custGeom>
              <a:rect b="b" l="l" r="r" t="t"/>
              <a:pathLst>
                <a:path extrusionOk="0" h="9479" w="7549">
                  <a:moveTo>
                    <a:pt x="5489" y="1"/>
                  </a:moveTo>
                  <a:lnTo>
                    <a:pt x="0" y="346"/>
                  </a:lnTo>
                  <a:lnTo>
                    <a:pt x="1965" y="1561"/>
                  </a:lnTo>
                  <a:lnTo>
                    <a:pt x="679" y="4121"/>
                  </a:lnTo>
                  <a:cubicBezTo>
                    <a:pt x="322" y="4763"/>
                    <a:pt x="322" y="5537"/>
                    <a:pt x="679" y="6180"/>
                  </a:cubicBezTo>
                  <a:lnTo>
                    <a:pt x="2584" y="9478"/>
                  </a:lnTo>
                  <a:lnTo>
                    <a:pt x="3310" y="8252"/>
                  </a:lnTo>
                  <a:lnTo>
                    <a:pt x="5846" y="3823"/>
                  </a:lnTo>
                  <a:lnTo>
                    <a:pt x="7549" y="4466"/>
                  </a:lnTo>
                  <a:lnTo>
                    <a:pt x="7549" y="4466"/>
                  </a:lnTo>
                  <a:lnTo>
                    <a:pt x="548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0" name="Google Shape;6650;p117"/>
          <p:cNvGrpSpPr/>
          <p:nvPr/>
        </p:nvGrpSpPr>
        <p:grpSpPr>
          <a:xfrm>
            <a:off x="1284967" y="1704964"/>
            <a:ext cx="504533" cy="484999"/>
            <a:chOff x="713400" y="1517400"/>
            <a:chExt cx="2193621" cy="2108692"/>
          </a:xfrm>
        </p:grpSpPr>
        <p:sp>
          <p:nvSpPr>
            <p:cNvPr id="6651" name="Google Shape;6651;p117"/>
            <p:cNvSpPr/>
            <p:nvPr/>
          </p:nvSpPr>
          <p:spPr>
            <a:xfrm>
              <a:off x="1239888" y="1517400"/>
              <a:ext cx="615476" cy="563134"/>
            </a:xfrm>
            <a:custGeom>
              <a:rect b="b" l="l" r="r" t="t"/>
              <a:pathLst>
                <a:path extrusionOk="0" h="5132" w="5609">
                  <a:moveTo>
                    <a:pt x="2846" y="0"/>
                  </a:moveTo>
                  <a:cubicBezTo>
                    <a:pt x="2120" y="0"/>
                    <a:pt x="1441" y="381"/>
                    <a:pt x="1048" y="1012"/>
                  </a:cubicBezTo>
                  <a:lnTo>
                    <a:pt x="1" y="2739"/>
                  </a:lnTo>
                  <a:lnTo>
                    <a:pt x="3763" y="5132"/>
                  </a:lnTo>
                  <a:lnTo>
                    <a:pt x="5608" y="1834"/>
                  </a:lnTo>
                  <a:lnTo>
                    <a:pt x="44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17"/>
            <p:cNvSpPr/>
            <p:nvPr/>
          </p:nvSpPr>
          <p:spPr>
            <a:xfrm>
              <a:off x="1731152" y="1518717"/>
              <a:ext cx="978682" cy="816611"/>
            </a:xfrm>
            <a:custGeom>
              <a:rect b="b" l="l" r="r" t="t"/>
              <a:pathLst>
                <a:path extrusionOk="0" h="7442" w="8919">
                  <a:moveTo>
                    <a:pt x="0" y="0"/>
                  </a:moveTo>
                  <a:lnTo>
                    <a:pt x="3072" y="5834"/>
                  </a:lnTo>
                  <a:lnTo>
                    <a:pt x="1370" y="6858"/>
                  </a:lnTo>
                  <a:lnTo>
                    <a:pt x="6477" y="7441"/>
                  </a:lnTo>
                  <a:lnTo>
                    <a:pt x="8918" y="2393"/>
                  </a:lnTo>
                  <a:lnTo>
                    <a:pt x="7144" y="3286"/>
                  </a:lnTo>
                  <a:lnTo>
                    <a:pt x="5811" y="1024"/>
                  </a:lnTo>
                  <a:cubicBezTo>
                    <a:pt x="5477" y="393"/>
                    <a:pt x="4822" y="0"/>
                    <a:pt x="41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17"/>
            <p:cNvSpPr/>
            <p:nvPr/>
          </p:nvSpPr>
          <p:spPr>
            <a:xfrm>
              <a:off x="2294179" y="2309109"/>
              <a:ext cx="612842" cy="601101"/>
            </a:xfrm>
            <a:custGeom>
              <a:rect b="b" l="l" r="r" t="t"/>
              <a:pathLst>
                <a:path extrusionOk="0" h="5478" w="5585">
                  <a:moveTo>
                    <a:pt x="4121" y="0"/>
                  </a:moveTo>
                  <a:lnTo>
                    <a:pt x="1" y="2394"/>
                  </a:lnTo>
                  <a:lnTo>
                    <a:pt x="1715" y="5477"/>
                  </a:lnTo>
                  <a:lnTo>
                    <a:pt x="4454" y="5477"/>
                  </a:lnTo>
                  <a:lnTo>
                    <a:pt x="5168" y="4322"/>
                  </a:lnTo>
                  <a:cubicBezTo>
                    <a:pt x="5573" y="3679"/>
                    <a:pt x="5585" y="2858"/>
                    <a:pt x="5216" y="2203"/>
                  </a:cubicBezTo>
                  <a:lnTo>
                    <a:pt x="41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17"/>
            <p:cNvSpPr/>
            <p:nvPr/>
          </p:nvSpPr>
          <p:spPr>
            <a:xfrm>
              <a:off x="1655328" y="2721917"/>
              <a:ext cx="1127585" cy="904175"/>
            </a:xfrm>
            <a:custGeom>
              <a:rect b="b" l="l" r="r" t="t"/>
              <a:pathLst>
                <a:path extrusionOk="0" h="8240" w="10276">
                  <a:moveTo>
                    <a:pt x="3430" y="1"/>
                  </a:moveTo>
                  <a:lnTo>
                    <a:pt x="1" y="3775"/>
                  </a:lnTo>
                  <a:lnTo>
                    <a:pt x="3430" y="8240"/>
                  </a:lnTo>
                  <a:lnTo>
                    <a:pt x="3430" y="6871"/>
                  </a:lnTo>
                  <a:lnTo>
                    <a:pt x="6168" y="6871"/>
                  </a:lnTo>
                  <a:cubicBezTo>
                    <a:pt x="6179" y="6871"/>
                    <a:pt x="6189" y="6871"/>
                    <a:pt x="6199" y="6871"/>
                  </a:cubicBezTo>
                  <a:cubicBezTo>
                    <a:pt x="6913" y="6871"/>
                    <a:pt x="7554" y="6469"/>
                    <a:pt x="7883" y="5835"/>
                  </a:cubicBezTo>
                  <a:lnTo>
                    <a:pt x="10276" y="1715"/>
                  </a:lnTo>
                  <a:lnTo>
                    <a:pt x="3430" y="1715"/>
                  </a:lnTo>
                  <a:lnTo>
                    <a:pt x="34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17"/>
            <p:cNvSpPr/>
            <p:nvPr/>
          </p:nvSpPr>
          <p:spPr>
            <a:xfrm>
              <a:off x="999468" y="2946646"/>
              <a:ext cx="466572" cy="526594"/>
            </a:xfrm>
            <a:custGeom>
              <a:rect b="b" l="l" r="r" t="t"/>
              <a:pathLst>
                <a:path extrusionOk="0" h="4799" w="4252">
                  <a:moveTo>
                    <a:pt x="834" y="1"/>
                  </a:moveTo>
                  <a:lnTo>
                    <a:pt x="834" y="13"/>
                  </a:lnTo>
                  <a:lnTo>
                    <a:pt x="1" y="1929"/>
                  </a:lnTo>
                  <a:lnTo>
                    <a:pt x="1037" y="3727"/>
                  </a:lnTo>
                  <a:cubicBezTo>
                    <a:pt x="1430" y="4382"/>
                    <a:pt x="2132" y="4787"/>
                    <a:pt x="2882" y="4799"/>
                  </a:cubicBezTo>
                  <a:lnTo>
                    <a:pt x="4251" y="4799"/>
                  </a:lnTo>
                  <a:lnTo>
                    <a:pt x="42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17"/>
            <p:cNvSpPr/>
            <p:nvPr/>
          </p:nvSpPr>
          <p:spPr>
            <a:xfrm>
              <a:off x="713400" y="2119604"/>
              <a:ext cx="828352" cy="1040131"/>
            </a:xfrm>
            <a:custGeom>
              <a:rect b="b" l="l" r="r" t="t"/>
              <a:pathLst>
                <a:path extrusionOk="0" h="9479" w="7549">
                  <a:moveTo>
                    <a:pt x="5489" y="1"/>
                  </a:moveTo>
                  <a:lnTo>
                    <a:pt x="0" y="346"/>
                  </a:lnTo>
                  <a:lnTo>
                    <a:pt x="1965" y="1561"/>
                  </a:lnTo>
                  <a:lnTo>
                    <a:pt x="679" y="4121"/>
                  </a:lnTo>
                  <a:cubicBezTo>
                    <a:pt x="322" y="4763"/>
                    <a:pt x="322" y="5537"/>
                    <a:pt x="679" y="6180"/>
                  </a:cubicBezTo>
                  <a:lnTo>
                    <a:pt x="2584" y="9478"/>
                  </a:lnTo>
                  <a:lnTo>
                    <a:pt x="3310" y="8252"/>
                  </a:lnTo>
                  <a:lnTo>
                    <a:pt x="5846" y="3823"/>
                  </a:lnTo>
                  <a:lnTo>
                    <a:pt x="7549" y="4466"/>
                  </a:lnTo>
                  <a:lnTo>
                    <a:pt x="7549" y="4466"/>
                  </a:lnTo>
                  <a:lnTo>
                    <a:pt x="548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117"/>
          <p:cNvGrpSpPr/>
          <p:nvPr/>
        </p:nvGrpSpPr>
        <p:grpSpPr>
          <a:xfrm>
            <a:off x="1426067" y="2357989"/>
            <a:ext cx="504533" cy="484999"/>
            <a:chOff x="713400" y="1517400"/>
            <a:chExt cx="2193621" cy="2108692"/>
          </a:xfrm>
        </p:grpSpPr>
        <p:sp>
          <p:nvSpPr>
            <p:cNvPr id="6658" name="Google Shape;6658;p117"/>
            <p:cNvSpPr/>
            <p:nvPr/>
          </p:nvSpPr>
          <p:spPr>
            <a:xfrm>
              <a:off x="1239888" y="1517400"/>
              <a:ext cx="615476" cy="563134"/>
            </a:xfrm>
            <a:custGeom>
              <a:rect b="b" l="l" r="r" t="t"/>
              <a:pathLst>
                <a:path extrusionOk="0" h="5132" w="5609">
                  <a:moveTo>
                    <a:pt x="2846" y="0"/>
                  </a:moveTo>
                  <a:cubicBezTo>
                    <a:pt x="2120" y="0"/>
                    <a:pt x="1441" y="381"/>
                    <a:pt x="1048" y="1012"/>
                  </a:cubicBezTo>
                  <a:lnTo>
                    <a:pt x="1" y="2739"/>
                  </a:lnTo>
                  <a:lnTo>
                    <a:pt x="3763" y="5132"/>
                  </a:lnTo>
                  <a:lnTo>
                    <a:pt x="5608" y="1834"/>
                  </a:lnTo>
                  <a:lnTo>
                    <a:pt x="44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17"/>
            <p:cNvSpPr/>
            <p:nvPr/>
          </p:nvSpPr>
          <p:spPr>
            <a:xfrm>
              <a:off x="1731152" y="1518717"/>
              <a:ext cx="978682" cy="816611"/>
            </a:xfrm>
            <a:custGeom>
              <a:rect b="b" l="l" r="r" t="t"/>
              <a:pathLst>
                <a:path extrusionOk="0" h="7442" w="8919">
                  <a:moveTo>
                    <a:pt x="0" y="0"/>
                  </a:moveTo>
                  <a:lnTo>
                    <a:pt x="3072" y="5834"/>
                  </a:lnTo>
                  <a:lnTo>
                    <a:pt x="1370" y="6858"/>
                  </a:lnTo>
                  <a:lnTo>
                    <a:pt x="6477" y="7441"/>
                  </a:lnTo>
                  <a:lnTo>
                    <a:pt x="8918" y="2393"/>
                  </a:lnTo>
                  <a:lnTo>
                    <a:pt x="7144" y="3286"/>
                  </a:lnTo>
                  <a:lnTo>
                    <a:pt x="5811" y="1024"/>
                  </a:lnTo>
                  <a:cubicBezTo>
                    <a:pt x="5477" y="393"/>
                    <a:pt x="4822" y="0"/>
                    <a:pt x="41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17"/>
            <p:cNvSpPr/>
            <p:nvPr/>
          </p:nvSpPr>
          <p:spPr>
            <a:xfrm>
              <a:off x="2294179" y="2309109"/>
              <a:ext cx="612842" cy="601101"/>
            </a:xfrm>
            <a:custGeom>
              <a:rect b="b" l="l" r="r" t="t"/>
              <a:pathLst>
                <a:path extrusionOk="0" h="5478" w="5585">
                  <a:moveTo>
                    <a:pt x="4121" y="0"/>
                  </a:moveTo>
                  <a:lnTo>
                    <a:pt x="1" y="2394"/>
                  </a:lnTo>
                  <a:lnTo>
                    <a:pt x="1715" y="5477"/>
                  </a:lnTo>
                  <a:lnTo>
                    <a:pt x="4454" y="5477"/>
                  </a:lnTo>
                  <a:lnTo>
                    <a:pt x="5168" y="4322"/>
                  </a:lnTo>
                  <a:cubicBezTo>
                    <a:pt x="5573" y="3679"/>
                    <a:pt x="5585" y="2858"/>
                    <a:pt x="5216" y="2203"/>
                  </a:cubicBezTo>
                  <a:lnTo>
                    <a:pt x="41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17"/>
            <p:cNvSpPr/>
            <p:nvPr/>
          </p:nvSpPr>
          <p:spPr>
            <a:xfrm>
              <a:off x="1655328" y="2721917"/>
              <a:ext cx="1127585" cy="904175"/>
            </a:xfrm>
            <a:custGeom>
              <a:rect b="b" l="l" r="r" t="t"/>
              <a:pathLst>
                <a:path extrusionOk="0" h="8240" w="10276">
                  <a:moveTo>
                    <a:pt x="3430" y="1"/>
                  </a:moveTo>
                  <a:lnTo>
                    <a:pt x="1" y="3775"/>
                  </a:lnTo>
                  <a:lnTo>
                    <a:pt x="3430" y="8240"/>
                  </a:lnTo>
                  <a:lnTo>
                    <a:pt x="3430" y="6871"/>
                  </a:lnTo>
                  <a:lnTo>
                    <a:pt x="6168" y="6871"/>
                  </a:lnTo>
                  <a:cubicBezTo>
                    <a:pt x="6179" y="6871"/>
                    <a:pt x="6189" y="6871"/>
                    <a:pt x="6199" y="6871"/>
                  </a:cubicBezTo>
                  <a:cubicBezTo>
                    <a:pt x="6913" y="6871"/>
                    <a:pt x="7554" y="6469"/>
                    <a:pt x="7883" y="5835"/>
                  </a:cubicBezTo>
                  <a:lnTo>
                    <a:pt x="10276" y="1715"/>
                  </a:lnTo>
                  <a:lnTo>
                    <a:pt x="3430" y="1715"/>
                  </a:lnTo>
                  <a:lnTo>
                    <a:pt x="34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17"/>
            <p:cNvSpPr/>
            <p:nvPr/>
          </p:nvSpPr>
          <p:spPr>
            <a:xfrm>
              <a:off x="999468" y="2946646"/>
              <a:ext cx="466572" cy="526594"/>
            </a:xfrm>
            <a:custGeom>
              <a:rect b="b" l="l" r="r" t="t"/>
              <a:pathLst>
                <a:path extrusionOk="0" h="4799" w="4252">
                  <a:moveTo>
                    <a:pt x="834" y="1"/>
                  </a:moveTo>
                  <a:lnTo>
                    <a:pt x="834" y="13"/>
                  </a:lnTo>
                  <a:lnTo>
                    <a:pt x="1" y="1929"/>
                  </a:lnTo>
                  <a:lnTo>
                    <a:pt x="1037" y="3727"/>
                  </a:lnTo>
                  <a:cubicBezTo>
                    <a:pt x="1430" y="4382"/>
                    <a:pt x="2132" y="4787"/>
                    <a:pt x="2882" y="4799"/>
                  </a:cubicBezTo>
                  <a:lnTo>
                    <a:pt x="4251" y="4799"/>
                  </a:lnTo>
                  <a:lnTo>
                    <a:pt x="42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17"/>
            <p:cNvSpPr/>
            <p:nvPr/>
          </p:nvSpPr>
          <p:spPr>
            <a:xfrm>
              <a:off x="713400" y="2119604"/>
              <a:ext cx="828352" cy="1040131"/>
            </a:xfrm>
            <a:custGeom>
              <a:rect b="b" l="l" r="r" t="t"/>
              <a:pathLst>
                <a:path extrusionOk="0" h="9479" w="7549">
                  <a:moveTo>
                    <a:pt x="5489" y="1"/>
                  </a:moveTo>
                  <a:lnTo>
                    <a:pt x="0" y="346"/>
                  </a:lnTo>
                  <a:lnTo>
                    <a:pt x="1965" y="1561"/>
                  </a:lnTo>
                  <a:lnTo>
                    <a:pt x="679" y="4121"/>
                  </a:lnTo>
                  <a:cubicBezTo>
                    <a:pt x="322" y="4763"/>
                    <a:pt x="322" y="5537"/>
                    <a:pt x="679" y="6180"/>
                  </a:cubicBezTo>
                  <a:lnTo>
                    <a:pt x="2584" y="9478"/>
                  </a:lnTo>
                  <a:lnTo>
                    <a:pt x="3310" y="8252"/>
                  </a:lnTo>
                  <a:lnTo>
                    <a:pt x="5846" y="3823"/>
                  </a:lnTo>
                  <a:lnTo>
                    <a:pt x="7549" y="4466"/>
                  </a:lnTo>
                  <a:lnTo>
                    <a:pt x="7549" y="4466"/>
                  </a:lnTo>
                  <a:lnTo>
                    <a:pt x="548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4" name="Google Shape;6664;p117"/>
          <p:cNvGrpSpPr/>
          <p:nvPr/>
        </p:nvGrpSpPr>
        <p:grpSpPr>
          <a:xfrm>
            <a:off x="3479242" y="3000689"/>
            <a:ext cx="504533" cy="484999"/>
            <a:chOff x="713400" y="1517400"/>
            <a:chExt cx="2193621" cy="2108692"/>
          </a:xfrm>
        </p:grpSpPr>
        <p:sp>
          <p:nvSpPr>
            <p:cNvPr id="6665" name="Google Shape;6665;p117"/>
            <p:cNvSpPr/>
            <p:nvPr/>
          </p:nvSpPr>
          <p:spPr>
            <a:xfrm>
              <a:off x="1239888" y="1517400"/>
              <a:ext cx="615476" cy="563134"/>
            </a:xfrm>
            <a:custGeom>
              <a:rect b="b" l="l" r="r" t="t"/>
              <a:pathLst>
                <a:path extrusionOk="0" h="5132" w="5609">
                  <a:moveTo>
                    <a:pt x="2846" y="0"/>
                  </a:moveTo>
                  <a:cubicBezTo>
                    <a:pt x="2120" y="0"/>
                    <a:pt x="1441" y="381"/>
                    <a:pt x="1048" y="1012"/>
                  </a:cubicBezTo>
                  <a:lnTo>
                    <a:pt x="1" y="2739"/>
                  </a:lnTo>
                  <a:lnTo>
                    <a:pt x="3763" y="5132"/>
                  </a:lnTo>
                  <a:lnTo>
                    <a:pt x="5608" y="1834"/>
                  </a:lnTo>
                  <a:lnTo>
                    <a:pt x="44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17"/>
            <p:cNvSpPr/>
            <p:nvPr/>
          </p:nvSpPr>
          <p:spPr>
            <a:xfrm>
              <a:off x="1731152" y="1518717"/>
              <a:ext cx="978682" cy="816611"/>
            </a:xfrm>
            <a:custGeom>
              <a:rect b="b" l="l" r="r" t="t"/>
              <a:pathLst>
                <a:path extrusionOk="0" h="7442" w="8919">
                  <a:moveTo>
                    <a:pt x="0" y="0"/>
                  </a:moveTo>
                  <a:lnTo>
                    <a:pt x="3072" y="5834"/>
                  </a:lnTo>
                  <a:lnTo>
                    <a:pt x="1370" y="6858"/>
                  </a:lnTo>
                  <a:lnTo>
                    <a:pt x="6477" y="7441"/>
                  </a:lnTo>
                  <a:lnTo>
                    <a:pt x="8918" y="2393"/>
                  </a:lnTo>
                  <a:lnTo>
                    <a:pt x="7144" y="3286"/>
                  </a:lnTo>
                  <a:lnTo>
                    <a:pt x="5811" y="1024"/>
                  </a:lnTo>
                  <a:cubicBezTo>
                    <a:pt x="5477" y="393"/>
                    <a:pt x="4822" y="0"/>
                    <a:pt x="41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17"/>
            <p:cNvSpPr/>
            <p:nvPr/>
          </p:nvSpPr>
          <p:spPr>
            <a:xfrm>
              <a:off x="2294179" y="2309109"/>
              <a:ext cx="612842" cy="601101"/>
            </a:xfrm>
            <a:custGeom>
              <a:rect b="b" l="l" r="r" t="t"/>
              <a:pathLst>
                <a:path extrusionOk="0" h="5478" w="5585">
                  <a:moveTo>
                    <a:pt x="4121" y="0"/>
                  </a:moveTo>
                  <a:lnTo>
                    <a:pt x="1" y="2394"/>
                  </a:lnTo>
                  <a:lnTo>
                    <a:pt x="1715" y="5477"/>
                  </a:lnTo>
                  <a:lnTo>
                    <a:pt x="4454" y="5477"/>
                  </a:lnTo>
                  <a:lnTo>
                    <a:pt x="5168" y="4322"/>
                  </a:lnTo>
                  <a:cubicBezTo>
                    <a:pt x="5573" y="3679"/>
                    <a:pt x="5585" y="2858"/>
                    <a:pt x="5216" y="2203"/>
                  </a:cubicBezTo>
                  <a:lnTo>
                    <a:pt x="41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17"/>
            <p:cNvSpPr/>
            <p:nvPr/>
          </p:nvSpPr>
          <p:spPr>
            <a:xfrm>
              <a:off x="1655328" y="2721917"/>
              <a:ext cx="1127585" cy="904175"/>
            </a:xfrm>
            <a:custGeom>
              <a:rect b="b" l="l" r="r" t="t"/>
              <a:pathLst>
                <a:path extrusionOk="0" h="8240" w="10276">
                  <a:moveTo>
                    <a:pt x="3430" y="1"/>
                  </a:moveTo>
                  <a:lnTo>
                    <a:pt x="1" y="3775"/>
                  </a:lnTo>
                  <a:lnTo>
                    <a:pt x="3430" y="8240"/>
                  </a:lnTo>
                  <a:lnTo>
                    <a:pt x="3430" y="6871"/>
                  </a:lnTo>
                  <a:lnTo>
                    <a:pt x="6168" y="6871"/>
                  </a:lnTo>
                  <a:cubicBezTo>
                    <a:pt x="6179" y="6871"/>
                    <a:pt x="6189" y="6871"/>
                    <a:pt x="6199" y="6871"/>
                  </a:cubicBezTo>
                  <a:cubicBezTo>
                    <a:pt x="6913" y="6871"/>
                    <a:pt x="7554" y="6469"/>
                    <a:pt x="7883" y="5835"/>
                  </a:cubicBezTo>
                  <a:lnTo>
                    <a:pt x="10276" y="1715"/>
                  </a:lnTo>
                  <a:lnTo>
                    <a:pt x="3430" y="1715"/>
                  </a:lnTo>
                  <a:lnTo>
                    <a:pt x="34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17"/>
            <p:cNvSpPr/>
            <p:nvPr/>
          </p:nvSpPr>
          <p:spPr>
            <a:xfrm>
              <a:off x="999468" y="2946646"/>
              <a:ext cx="466572" cy="526594"/>
            </a:xfrm>
            <a:custGeom>
              <a:rect b="b" l="l" r="r" t="t"/>
              <a:pathLst>
                <a:path extrusionOk="0" h="4799" w="4252">
                  <a:moveTo>
                    <a:pt x="834" y="1"/>
                  </a:moveTo>
                  <a:lnTo>
                    <a:pt x="834" y="13"/>
                  </a:lnTo>
                  <a:lnTo>
                    <a:pt x="1" y="1929"/>
                  </a:lnTo>
                  <a:lnTo>
                    <a:pt x="1037" y="3727"/>
                  </a:lnTo>
                  <a:cubicBezTo>
                    <a:pt x="1430" y="4382"/>
                    <a:pt x="2132" y="4787"/>
                    <a:pt x="2882" y="4799"/>
                  </a:cubicBezTo>
                  <a:lnTo>
                    <a:pt x="4251" y="4799"/>
                  </a:lnTo>
                  <a:lnTo>
                    <a:pt x="42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17"/>
            <p:cNvSpPr/>
            <p:nvPr/>
          </p:nvSpPr>
          <p:spPr>
            <a:xfrm>
              <a:off x="713400" y="2119604"/>
              <a:ext cx="828352" cy="1040131"/>
            </a:xfrm>
            <a:custGeom>
              <a:rect b="b" l="l" r="r" t="t"/>
              <a:pathLst>
                <a:path extrusionOk="0" h="9479" w="7549">
                  <a:moveTo>
                    <a:pt x="5489" y="1"/>
                  </a:moveTo>
                  <a:lnTo>
                    <a:pt x="0" y="346"/>
                  </a:lnTo>
                  <a:lnTo>
                    <a:pt x="1965" y="1561"/>
                  </a:lnTo>
                  <a:lnTo>
                    <a:pt x="679" y="4121"/>
                  </a:lnTo>
                  <a:cubicBezTo>
                    <a:pt x="322" y="4763"/>
                    <a:pt x="322" y="5537"/>
                    <a:pt x="679" y="6180"/>
                  </a:cubicBezTo>
                  <a:lnTo>
                    <a:pt x="2584" y="9478"/>
                  </a:lnTo>
                  <a:lnTo>
                    <a:pt x="3310" y="8252"/>
                  </a:lnTo>
                  <a:lnTo>
                    <a:pt x="5846" y="3823"/>
                  </a:lnTo>
                  <a:lnTo>
                    <a:pt x="7549" y="4466"/>
                  </a:lnTo>
                  <a:lnTo>
                    <a:pt x="7549" y="4466"/>
                  </a:lnTo>
                  <a:lnTo>
                    <a:pt x="548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117"/>
          <p:cNvGrpSpPr/>
          <p:nvPr/>
        </p:nvGrpSpPr>
        <p:grpSpPr>
          <a:xfrm>
            <a:off x="5317305" y="3558839"/>
            <a:ext cx="504533" cy="484999"/>
            <a:chOff x="713400" y="1517400"/>
            <a:chExt cx="2193621" cy="2108692"/>
          </a:xfrm>
        </p:grpSpPr>
        <p:sp>
          <p:nvSpPr>
            <p:cNvPr id="6672" name="Google Shape;6672;p117"/>
            <p:cNvSpPr/>
            <p:nvPr/>
          </p:nvSpPr>
          <p:spPr>
            <a:xfrm>
              <a:off x="1239888" y="1517400"/>
              <a:ext cx="615476" cy="563134"/>
            </a:xfrm>
            <a:custGeom>
              <a:rect b="b" l="l" r="r" t="t"/>
              <a:pathLst>
                <a:path extrusionOk="0" h="5132" w="5609">
                  <a:moveTo>
                    <a:pt x="2846" y="0"/>
                  </a:moveTo>
                  <a:cubicBezTo>
                    <a:pt x="2120" y="0"/>
                    <a:pt x="1441" y="381"/>
                    <a:pt x="1048" y="1012"/>
                  </a:cubicBezTo>
                  <a:lnTo>
                    <a:pt x="1" y="2739"/>
                  </a:lnTo>
                  <a:lnTo>
                    <a:pt x="3763" y="5132"/>
                  </a:lnTo>
                  <a:lnTo>
                    <a:pt x="5608" y="1834"/>
                  </a:lnTo>
                  <a:lnTo>
                    <a:pt x="44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17"/>
            <p:cNvSpPr/>
            <p:nvPr/>
          </p:nvSpPr>
          <p:spPr>
            <a:xfrm>
              <a:off x="1731152" y="1518717"/>
              <a:ext cx="978682" cy="816611"/>
            </a:xfrm>
            <a:custGeom>
              <a:rect b="b" l="l" r="r" t="t"/>
              <a:pathLst>
                <a:path extrusionOk="0" h="7442" w="8919">
                  <a:moveTo>
                    <a:pt x="0" y="0"/>
                  </a:moveTo>
                  <a:lnTo>
                    <a:pt x="3072" y="5834"/>
                  </a:lnTo>
                  <a:lnTo>
                    <a:pt x="1370" y="6858"/>
                  </a:lnTo>
                  <a:lnTo>
                    <a:pt x="6477" y="7441"/>
                  </a:lnTo>
                  <a:lnTo>
                    <a:pt x="8918" y="2393"/>
                  </a:lnTo>
                  <a:lnTo>
                    <a:pt x="7144" y="3286"/>
                  </a:lnTo>
                  <a:lnTo>
                    <a:pt x="5811" y="1024"/>
                  </a:lnTo>
                  <a:cubicBezTo>
                    <a:pt x="5477" y="393"/>
                    <a:pt x="4822" y="0"/>
                    <a:pt x="41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17"/>
            <p:cNvSpPr/>
            <p:nvPr/>
          </p:nvSpPr>
          <p:spPr>
            <a:xfrm>
              <a:off x="2294179" y="2309109"/>
              <a:ext cx="612842" cy="601101"/>
            </a:xfrm>
            <a:custGeom>
              <a:rect b="b" l="l" r="r" t="t"/>
              <a:pathLst>
                <a:path extrusionOk="0" h="5478" w="5585">
                  <a:moveTo>
                    <a:pt x="4121" y="0"/>
                  </a:moveTo>
                  <a:lnTo>
                    <a:pt x="1" y="2394"/>
                  </a:lnTo>
                  <a:lnTo>
                    <a:pt x="1715" y="5477"/>
                  </a:lnTo>
                  <a:lnTo>
                    <a:pt x="4454" y="5477"/>
                  </a:lnTo>
                  <a:lnTo>
                    <a:pt x="5168" y="4322"/>
                  </a:lnTo>
                  <a:cubicBezTo>
                    <a:pt x="5573" y="3679"/>
                    <a:pt x="5585" y="2858"/>
                    <a:pt x="5216" y="2203"/>
                  </a:cubicBezTo>
                  <a:lnTo>
                    <a:pt x="41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17"/>
            <p:cNvSpPr/>
            <p:nvPr/>
          </p:nvSpPr>
          <p:spPr>
            <a:xfrm>
              <a:off x="1655328" y="2721917"/>
              <a:ext cx="1127585" cy="904175"/>
            </a:xfrm>
            <a:custGeom>
              <a:rect b="b" l="l" r="r" t="t"/>
              <a:pathLst>
                <a:path extrusionOk="0" h="8240" w="10276">
                  <a:moveTo>
                    <a:pt x="3430" y="1"/>
                  </a:moveTo>
                  <a:lnTo>
                    <a:pt x="1" y="3775"/>
                  </a:lnTo>
                  <a:lnTo>
                    <a:pt x="3430" y="8240"/>
                  </a:lnTo>
                  <a:lnTo>
                    <a:pt x="3430" y="6871"/>
                  </a:lnTo>
                  <a:lnTo>
                    <a:pt x="6168" y="6871"/>
                  </a:lnTo>
                  <a:cubicBezTo>
                    <a:pt x="6179" y="6871"/>
                    <a:pt x="6189" y="6871"/>
                    <a:pt x="6199" y="6871"/>
                  </a:cubicBezTo>
                  <a:cubicBezTo>
                    <a:pt x="6913" y="6871"/>
                    <a:pt x="7554" y="6469"/>
                    <a:pt x="7883" y="5835"/>
                  </a:cubicBezTo>
                  <a:lnTo>
                    <a:pt x="10276" y="1715"/>
                  </a:lnTo>
                  <a:lnTo>
                    <a:pt x="3430" y="1715"/>
                  </a:lnTo>
                  <a:lnTo>
                    <a:pt x="34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17"/>
            <p:cNvSpPr/>
            <p:nvPr/>
          </p:nvSpPr>
          <p:spPr>
            <a:xfrm>
              <a:off x="999468" y="2946646"/>
              <a:ext cx="466572" cy="526594"/>
            </a:xfrm>
            <a:custGeom>
              <a:rect b="b" l="l" r="r" t="t"/>
              <a:pathLst>
                <a:path extrusionOk="0" h="4799" w="4252">
                  <a:moveTo>
                    <a:pt x="834" y="1"/>
                  </a:moveTo>
                  <a:lnTo>
                    <a:pt x="834" y="13"/>
                  </a:lnTo>
                  <a:lnTo>
                    <a:pt x="1" y="1929"/>
                  </a:lnTo>
                  <a:lnTo>
                    <a:pt x="1037" y="3727"/>
                  </a:lnTo>
                  <a:cubicBezTo>
                    <a:pt x="1430" y="4382"/>
                    <a:pt x="2132" y="4787"/>
                    <a:pt x="2882" y="4799"/>
                  </a:cubicBezTo>
                  <a:lnTo>
                    <a:pt x="4251" y="4799"/>
                  </a:lnTo>
                  <a:lnTo>
                    <a:pt x="42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17"/>
            <p:cNvSpPr/>
            <p:nvPr/>
          </p:nvSpPr>
          <p:spPr>
            <a:xfrm>
              <a:off x="713400" y="2119604"/>
              <a:ext cx="828352" cy="1040131"/>
            </a:xfrm>
            <a:custGeom>
              <a:rect b="b" l="l" r="r" t="t"/>
              <a:pathLst>
                <a:path extrusionOk="0" h="9479" w="7549">
                  <a:moveTo>
                    <a:pt x="5489" y="1"/>
                  </a:moveTo>
                  <a:lnTo>
                    <a:pt x="0" y="346"/>
                  </a:lnTo>
                  <a:lnTo>
                    <a:pt x="1965" y="1561"/>
                  </a:lnTo>
                  <a:lnTo>
                    <a:pt x="679" y="4121"/>
                  </a:lnTo>
                  <a:cubicBezTo>
                    <a:pt x="322" y="4763"/>
                    <a:pt x="322" y="5537"/>
                    <a:pt x="679" y="6180"/>
                  </a:cubicBezTo>
                  <a:lnTo>
                    <a:pt x="2584" y="9478"/>
                  </a:lnTo>
                  <a:lnTo>
                    <a:pt x="3310" y="8252"/>
                  </a:lnTo>
                  <a:lnTo>
                    <a:pt x="5846" y="3823"/>
                  </a:lnTo>
                  <a:lnTo>
                    <a:pt x="7549" y="4466"/>
                  </a:lnTo>
                  <a:lnTo>
                    <a:pt x="7549" y="4466"/>
                  </a:lnTo>
                  <a:lnTo>
                    <a:pt x="548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117"/>
          <p:cNvGrpSpPr/>
          <p:nvPr/>
        </p:nvGrpSpPr>
        <p:grpSpPr>
          <a:xfrm>
            <a:off x="6714292" y="1890864"/>
            <a:ext cx="504533" cy="484999"/>
            <a:chOff x="713400" y="1517400"/>
            <a:chExt cx="2193621" cy="2108692"/>
          </a:xfrm>
        </p:grpSpPr>
        <p:sp>
          <p:nvSpPr>
            <p:cNvPr id="6679" name="Google Shape;6679;p117"/>
            <p:cNvSpPr/>
            <p:nvPr/>
          </p:nvSpPr>
          <p:spPr>
            <a:xfrm>
              <a:off x="1239888" y="1517400"/>
              <a:ext cx="615476" cy="563134"/>
            </a:xfrm>
            <a:custGeom>
              <a:rect b="b" l="l" r="r" t="t"/>
              <a:pathLst>
                <a:path extrusionOk="0" h="5132" w="5609">
                  <a:moveTo>
                    <a:pt x="2846" y="0"/>
                  </a:moveTo>
                  <a:cubicBezTo>
                    <a:pt x="2120" y="0"/>
                    <a:pt x="1441" y="381"/>
                    <a:pt x="1048" y="1012"/>
                  </a:cubicBezTo>
                  <a:lnTo>
                    <a:pt x="1" y="2739"/>
                  </a:lnTo>
                  <a:lnTo>
                    <a:pt x="3763" y="5132"/>
                  </a:lnTo>
                  <a:lnTo>
                    <a:pt x="5608" y="1834"/>
                  </a:lnTo>
                  <a:lnTo>
                    <a:pt x="44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17"/>
            <p:cNvSpPr/>
            <p:nvPr/>
          </p:nvSpPr>
          <p:spPr>
            <a:xfrm>
              <a:off x="1731152" y="1518717"/>
              <a:ext cx="978682" cy="816611"/>
            </a:xfrm>
            <a:custGeom>
              <a:rect b="b" l="l" r="r" t="t"/>
              <a:pathLst>
                <a:path extrusionOk="0" h="7442" w="8919">
                  <a:moveTo>
                    <a:pt x="0" y="0"/>
                  </a:moveTo>
                  <a:lnTo>
                    <a:pt x="3072" y="5834"/>
                  </a:lnTo>
                  <a:lnTo>
                    <a:pt x="1370" y="6858"/>
                  </a:lnTo>
                  <a:lnTo>
                    <a:pt x="6477" y="7441"/>
                  </a:lnTo>
                  <a:lnTo>
                    <a:pt x="8918" y="2393"/>
                  </a:lnTo>
                  <a:lnTo>
                    <a:pt x="7144" y="3286"/>
                  </a:lnTo>
                  <a:lnTo>
                    <a:pt x="5811" y="1024"/>
                  </a:lnTo>
                  <a:cubicBezTo>
                    <a:pt x="5477" y="393"/>
                    <a:pt x="4822" y="0"/>
                    <a:pt x="41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17"/>
            <p:cNvSpPr/>
            <p:nvPr/>
          </p:nvSpPr>
          <p:spPr>
            <a:xfrm>
              <a:off x="2294179" y="2309109"/>
              <a:ext cx="612842" cy="601101"/>
            </a:xfrm>
            <a:custGeom>
              <a:rect b="b" l="l" r="r" t="t"/>
              <a:pathLst>
                <a:path extrusionOk="0" h="5478" w="5585">
                  <a:moveTo>
                    <a:pt x="4121" y="0"/>
                  </a:moveTo>
                  <a:lnTo>
                    <a:pt x="1" y="2394"/>
                  </a:lnTo>
                  <a:lnTo>
                    <a:pt x="1715" y="5477"/>
                  </a:lnTo>
                  <a:lnTo>
                    <a:pt x="4454" y="5477"/>
                  </a:lnTo>
                  <a:lnTo>
                    <a:pt x="5168" y="4322"/>
                  </a:lnTo>
                  <a:cubicBezTo>
                    <a:pt x="5573" y="3679"/>
                    <a:pt x="5585" y="2858"/>
                    <a:pt x="5216" y="2203"/>
                  </a:cubicBezTo>
                  <a:lnTo>
                    <a:pt x="41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17"/>
            <p:cNvSpPr/>
            <p:nvPr/>
          </p:nvSpPr>
          <p:spPr>
            <a:xfrm>
              <a:off x="1655328" y="2721917"/>
              <a:ext cx="1127585" cy="904175"/>
            </a:xfrm>
            <a:custGeom>
              <a:rect b="b" l="l" r="r" t="t"/>
              <a:pathLst>
                <a:path extrusionOk="0" h="8240" w="10276">
                  <a:moveTo>
                    <a:pt x="3430" y="1"/>
                  </a:moveTo>
                  <a:lnTo>
                    <a:pt x="1" y="3775"/>
                  </a:lnTo>
                  <a:lnTo>
                    <a:pt x="3430" y="8240"/>
                  </a:lnTo>
                  <a:lnTo>
                    <a:pt x="3430" y="6871"/>
                  </a:lnTo>
                  <a:lnTo>
                    <a:pt x="6168" y="6871"/>
                  </a:lnTo>
                  <a:cubicBezTo>
                    <a:pt x="6179" y="6871"/>
                    <a:pt x="6189" y="6871"/>
                    <a:pt x="6199" y="6871"/>
                  </a:cubicBezTo>
                  <a:cubicBezTo>
                    <a:pt x="6913" y="6871"/>
                    <a:pt x="7554" y="6469"/>
                    <a:pt x="7883" y="5835"/>
                  </a:cubicBezTo>
                  <a:lnTo>
                    <a:pt x="10276" y="1715"/>
                  </a:lnTo>
                  <a:lnTo>
                    <a:pt x="3430" y="1715"/>
                  </a:lnTo>
                  <a:lnTo>
                    <a:pt x="34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17"/>
            <p:cNvSpPr/>
            <p:nvPr/>
          </p:nvSpPr>
          <p:spPr>
            <a:xfrm>
              <a:off x="999468" y="2946646"/>
              <a:ext cx="466572" cy="526594"/>
            </a:xfrm>
            <a:custGeom>
              <a:rect b="b" l="l" r="r" t="t"/>
              <a:pathLst>
                <a:path extrusionOk="0" h="4799" w="4252">
                  <a:moveTo>
                    <a:pt x="834" y="1"/>
                  </a:moveTo>
                  <a:lnTo>
                    <a:pt x="834" y="13"/>
                  </a:lnTo>
                  <a:lnTo>
                    <a:pt x="1" y="1929"/>
                  </a:lnTo>
                  <a:lnTo>
                    <a:pt x="1037" y="3727"/>
                  </a:lnTo>
                  <a:cubicBezTo>
                    <a:pt x="1430" y="4382"/>
                    <a:pt x="2132" y="4787"/>
                    <a:pt x="2882" y="4799"/>
                  </a:cubicBezTo>
                  <a:lnTo>
                    <a:pt x="4251" y="4799"/>
                  </a:lnTo>
                  <a:lnTo>
                    <a:pt x="42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17"/>
            <p:cNvSpPr/>
            <p:nvPr/>
          </p:nvSpPr>
          <p:spPr>
            <a:xfrm>
              <a:off x="713400" y="2119604"/>
              <a:ext cx="828352" cy="1040131"/>
            </a:xfrm>
            <a:custGeom>
              <a:rect b="b" l="l" r="r" t="t"/>
              <a:pathLst>
                <a:path extrusionOk="0" h="9479" w="7549">
                  <a:moveTo>
                    <a:pt x="5489" y="1"/>
                  </a:moveTo>
                  <a:lnTo>
                    <a:pt x="0" y="346"/>
                  </a:lnTo>
                  <a:lnTo>
                    <a:pt x="1965" y="1561"/>
                  </a:lnTo>
                  <a:lnTo>
                    <a:pt x="679" y="4121"/>
                  </a:lnTo>
                  <a:cubicBezTo>
                    <a:pt x="322" y="4763"/>
                    <a:pt x="322" y="5537"/>
                    <a:pt x="679" y="6180"/>
                  </a:cubicBezTo>
                  <a:lnTo>
                    <a:pt x="2584" y="9478"/>
                  </a:lnTo>
                  <a:lnTo>
                    <a:pt x="3310" y="8252"/>
                  </a:lnTo>
                  <a:lnTo>
                    <a:pt x="5846" y="3823"/>
                  </a:lnTo>
                  <a:lnTo>
                    <a:pt x="7549" y="4466"/>
                  </a:lnTo>
                  <a:lnTo>
                    <a:pt x="7549" y="4466"/>
                  </a:lnTo>
                  <a:lnTo>
                    <a:pt x="548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5" name="Google Shape;6685;p117"/>
          <p:cNvGrpSpPr/>
          <p:nvPr/>
        </p:nvGrpSpPr>
        <p:grpSpPr>
          <a:xfrm>
            <a:off x="4269492" y="2300939"/>
            <a:ext cx="504533" cy="484999"/>
            <a:chOff x="713400" y="1517400"/>
            <a:chExt cx="2193621" cy="2108692"/>
          </a:xfrm>
        </p:grpSpPr>
        <p:sp>
          <p:nvSpPr>
            <p:cNvPr id="6686" name="Google Shape;6686;p117"/>
            <p:cNvSpPr/>
            <p:nvPr/>
          </p:nvSpPr>
          <p:spPr>
            <a:xfrm>
              <a:off x="1239888" y="1517400"/>
              <a:ext cx="615476" cy="563134"/>
            </a:xfrm>
            <a:custGeom>
              <a:rect b="b" l="l" r="r" t="t"/>
              <a:pathLst>
                <a:path extrusionOk="0" h="5132" w="5609">
                  <a:moveTo>
                    <a:pt x="2846" y="0"/>
                  </a:moveTo>
                  <a:cubicBezTo>
                    <a:pt x="2120" y="0"/>
                    <a:pt x="1441" y="381"/>
                    <a:pt x="1048" y="1012"/>
                  </a:cubicBezTo>
                  <a:lnTo>
                    <a:pt x="1" y="2739"/>
                  </a:lnTo>
                  <a:lnTo>
                    <a:pt x="3763" y="5132"/>
                  </a:lnTo>
                  <a:lnTo>
                    <a:pt x="5608" y="1834"/>
                  </a:lnTo>
                  <a:lnTo>
                    <a:pt x="44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17"/>
            <p:cNvSpPr/>
            <p:nvPr/>
          </p:nvSpPr>
          <p:spPr>
            <a:xfrm>
              <a:off x="1731152" y="1518717"/>
              <a:ext cx="978682" cy="816611"/>
            </a:xfrm>
            <a:custGeom>
              <a:rect b="b" l="l" r="r" t="t"/>
              <a:pathLst>
                <a:path extrusionOk="0" h="7442" w="8919">
                  <a:moveTo>
                    <a:pt x="0" y="0"/>
                  </a:moveTo>
                  <a:lnTo>
                    <a:pt x="3072" y="5834"/>
                  </a:lnTo>
                  <a:lnTo>
                    <a:pt x="1370" y="6858"/>
                  </a:lnTo>
                  <a:lnTo>
                    <a:pt x="6477" y="7441"/>
                  </a:lnTo>
                  <a:lnTo>
                    <a:pt x="8918" y="2393"/>
                  </a:lnTo>
                  <a:lnTo>
                    <a:pt x="7144" y="3286"/>
                  </a:lnTo>
                  <a:lnTo>
                    <a:pt x="5811" y="1024"/>
                  </a:lnTo>
                  <a:cubicBezTo>
                    <a:pt x="5477" y="393"/>
                    <a:pt x="4822" y="0"/>
                    <a:pt x="41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17"/>
            <p:cNvSpPr/>
            <p:nvPr/>
          </p:nvSpPr>
          <p:spPr>
            <a:xfrm>
              <a:off x="2294179" y="2309109"/>
              <a:ext cx="612842" cy="601101"/>
            </a:xfrm>
            <a:custGeom>
              <a:rect b="b" l="l" r="r" t="t"/>
              <a:pathLst>
                <a:path extrusionOk="0" h="5478" w="5585">
                  <a:moveTo>
                    <a:pt x="4121" y="0"/>
                  </a:moveTo>
                  <a:lnTo>
                    <a:pt x="1" y="2394"/>
                  </a:lnTo>
                  <a:lnTo>
                    <a:pt x="1715" y="5477"/>
                  </a:lnTo>
                  <a:lnTo>
                    <a:pt x="4454" y="5477"/>
                  </a:lnTo>
                  <a:lnTo>
                    <a:pt x="5168" y="4322"/>
                  </a:lnTo>
                  <a:cubicBezTo>
                    <a:pt x="5573" y="3679"/>
                    <a:pt x="5585" y="2858"/>
                    <a:pt x="5216" y="2203"/>
                  </a:cubicBezTo>
                  <a:lnTo>
                    <a:pt x="41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17"/>
            <p:cNvSpPr/>
            <p:nvPr/>
          </p:nvSpPr>
          <p:spPr>
            <a:xfrm>
              <a:off x="1655328" y="2721917"/>
              <a:ext cx="1127585" cy="904175"/>
            </a:xfrm>
            <a:custGeom>
              <a:rect b="b" l="l" r="r" t="t"/>
              <a:pathLst>
                <a:path extrusionOk="0" h="8240" w="10276">
                  <a:moveTo>
                    <a:pt x="3430" y="1"/>
                  </a:moveTo>
                  <a:lnTo>
                    <a:pt x="1" y="3775"/>
                  </a:lnTo>
                  <a:lnTo>
                    <a:pt x="3430" y="8240"/>
                  </a:lnTo>
                  <a:lnTo>
                    <a:pt x="3430" y="6871"/>
                  </a:lnTo>
                  <a:lnTo>
                    <a:pt x="6168" y="6871"/>
                  </a:lnTo>
                  <a:cubicBezTo>
                    <a:pt x="6179" y="6871"/>
                    <a:pt x="6189" y="6871"/>
                    <a:pt x="6199" y="6871"/>
                  </a:cubicBezTo>
                  <a:cubicBezTo>
                    <a:pt x="6913" y="6871"/>
                    <a:pt x="7554" y="6469"/>
                    <a:pt x="7883" y="5835"/>
                  </a:cubicBezTo>
                  <a:lnTo>
                    <a:pt x="10276" y="1715"/>
                  </a:lnTo>
                  <a:lnTo>
                    <a:pt x="3430" y="1715"/>
                  </a:lnTo>
                  <a:lnTo>
                    <a:pt x="34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17"/>
            <p:cNvSpPr/>
            <p:nvPr/>
          </p:nvSpPr>
          <p:spPr>
            <a:xfrm>
              <a:off x="999468" y="2946646"/>
              <a:ext cx="466572" cy="526594"/>
            </a:xfrm>
            <a:custGeom>
              <a:rect b="b" l="l" r="r" t="t"/>
              <a:pathLst>
                <a:path extrusionOk="0" h="4799" w="4252">
                  <a:moveTo>
                    <a:pt x="834" y="1"/>
                  </a:moveTo>
                  <a:lnTo>
                    <a:pt x="834" y="13"/>
                  </a:lnTo>
                  <a:lnTo>
                    <a:pt x="1" y="1929"/>
                  </a:lnTo>
                  <a:lnTo>
                    <a:pt x="1037" y="3727"/>
                  </a:lnTo>
                  <a:cubicBezTo>
                    <a:pt x="1430" y="4382"/>
                    <a:pt x="2132" y="4787"/>
                    <a:pt x="2882" y="4799"/>
                  </a:cubicBezTo>
                  <a:lnTo>
                    <a:pt x="4251" y="4799"/>
                  </a:lnTo>
                  <a:lnTo>
                    <a:pt x="42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17"/>
            <p:cNvSpPr/>
            <p:nvPr/>
          </p:nvSpPr>
          <p:spPr>
            <a:xfrm>
              <a:off x="713400" y="2119604"/>
              <a:ext cx="828352" cy="1040131"/>
            </a:xfrm>
            <a:custGeom>
              <a:rect b="b" l="l" r="r" t="t"/>
              <a:pathLst>
                <a:path extrusionOk="0" h="9479" w="7549">
                  <a:moveTo>
                    <a:pt x="5489" y="1"/>
                  </a:moveTo>
                  <a:lnTo>
                    <a:pt x="0" y="346"/>
                  </a:lnTo>
                  <a:lnTo>
                    <a:pt x="1965" y="1561"/>
                  </a:lnTo>
                  <a:lnTo>
                    <a:pt x="679" y="4121"/>
                  </a:lnTo>
                  <a:cubicBezTo>
                    <a:pt x="322" y="4763"/>
                    <a:pt x="322" y="5537"/>
                    <a:pt x="679" y="6180"/>
                  </a:cubicBezTo>
                  <a:lnTo>
                    <a:pt x="2584" y="9478"/>
                  </a:lnTo>
                  <a:lnTo>
                    <a:pt x="3310" y="8252"/>
                  </a:lnTo>
                  <a:lnTo>
                    <a:pt x="5846" y="3823"/>
                  </a:lnTo>
                  <a:lnTo>
                    <a:pt x="7549" y="4466"/>
                  </a:lnTo>
                  <a:lnTo>
                    <a:pt x="7549" y="4466"/>
                  </a:lnTo>
                  <a:lnTo>
                    <a:pt x="548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3" presetSubtype="16">
                                  <p:stCondLst>
                                    <p:cond delay="0"/>
                                  </p:stCondLst>
                                  <p:childTnLst>
                                    <p:set>
                                      <p:cBhvr>
                                        <p:cTn dur="1" fill="hold">
                                          <p:stCondLst>
                                            <p:cond delay="0"/>
                                          </p:stCondLst>
                                        </p:cTn>
                                        <p:tgtEl>
                                          <p:spTgt spid="6643"/>
                                        </p:tgtEl>
                                        <p:attrNameLst>
                                          <p:attrName>style.visibility</p:attrName>
                                        </p:attrNameLst>
                                      </p:cBhvr>
                                      <p:to>
                                        <p:strVal val="visible"/>
                                      </p:to>
                                    </p:set>
                                    <p:anim calcmode="lin" valueType="num">
                                      <p:cBhvr additive="base">
                                        <p:cTn dur="1000"/>
                                        <p:tgtEl>
                                          <p:spTgt spid="6643"/>
                                        </p:tgtEl>
                                        <p:attrNameLst>
                                          <p:attrName>ppt_w</p:attrName>
                                        </p:attrNameLst>
                                      </p:cBhvr>
                                      <p:tavLst>
                                        <p:tav fmla="" tm="0">
                                          <p:val>
                                            <p:strVal val="0"/>
                                          </p:val>
                                        </p:tav>
                                        <p:tav fmla="" tm="100000">
                                          <p:val>
                                            <p:strVal val="#ppt_w"/>
                                          </p:val>
                                        </p:tav>
                                      </p:tavLst>
                                    </p:anim>
                                    <p:anim calcmode="lin" valueType="num">
                                      <p:cBhvr additive="base">
                                        <p:cTn dur="1000"/>
                                        <p:tgtEl>
                                          <p:spTgt spid="6643"/>
                                        </p:tgtEl>
                                        <p:attrNameLst>
                                          <p:attrName>ppt_h</p:attrName>
                                        </p:attrNameLst>
                                      </p:cBhvr>
                                      <p:tavLst>
                                        <p:tav fmla="" tm="0">
                                          <p:val>
                                            <p:strVal val="0"/>
                                          </p:val>
                                        </p:tav>
                                        <p:tav fmla="" tm="100000">
                                          <p:val>
                                            <p:strVal val="#ppt_h"/>
                                          </p:val>
                                        </p:tav>
                                      </p:tavLst>
                                    </p:anim>
                                  </p:childTnLst>
                                </p:cTn>
                              </p:par>
                            </p:childTnLst>
                          </p:cTn>
                        </p:par>
                        <p:par>
                          <p:cTn fill="hold">
                            <p:stCondLst>
                              <p:cond delay="1000"/>
                            </p:stCondLst>
                            <p:childTnLst>
                              <p:par>
                                <p:cTn fill="hold" nodeType="afterEffect" presetClass="entr" presetID="23" presetSubtype="16">
                                  <p:stCondLst>
                                    <p:cond delay="0"/>
                                  </p:stCondLst>
                                  <p:childTnLst>
                                    <p:set>
                                      <p:cBhvr>
                                        <p:cTn dur="1" fill="hold">
                                          <p:stCondLst>
                                            <p:cond delay="0"/>
                                          </p:stCondLst>
                                        </p:cTn>
                                        <p:tgtEl>
                                          <p:spTgt spid="6650"/>
                                        </p:tgtEl>
                                        <p:attrNameLst>
                                          <p:attrName>style.visibility</p:attrName>
                                        </p:attrNameLst>
                                      </p:cBhvr>
                                      <p:to>
                                        <p:strVal val="visible"/>
                                      </p:to>
                                    </p:set>
                                    <p:anim calcmode="lin" valueType="num">
                                      <p:cBhvr additive="base">
                                        <p:cTn dur="1000"/>
                                        <p:tgtEl>
                                          <p:spTgt spid="6650"/>
                                        </p:tgtEl>
                                        <p:attrNameLst>
                                          <p:attrName>ppt_w</p:attrName>
                                        </p:attrNameLst>
                                      </p:cBhvr>
                                      <p:tavLst>
                                        <p:tav fmla="" tm="0">
                                          <p:val>
                                            <p:strVal val="0"/>
                                          </p:val>
                                        </p:tav>
                                        <p:tav fmla="" tm="100000">
                                          <p:val>
                                            <p:strVal val="#ppt_w"/>
                                          </p:val>
                                        </p:tav>
                                      </p:tavLst>
                                    </p:anim>
                                    <p:anim calcmode="lin" valueType="num">
                                      <p:cBhvr additive="base">
                                        <p:cTn dur="1000"/>
                                        <p:tgtEl>
                                          <p:spTgt spid="6650"/>
                                        </p:tgtEl>
                                        <p:attrNameLst>
                                          <p:attrName>ppt_h</p:attrName>
                                        </p:attrNameLst>
                                      </p:cBhvr>
                                      <p:tavLst>
                                        <p:tav fmla="" tm="0">
                                          <p:val>
                                            <p:strVal val="0"/>
                                          </p:val>
                                        </p:tav>
                                        <p:tav fmla="" tm="100000">
                                          <p:val>
                                            <p:strVal val="#ppt_h"/>
                                          </p:val>
                                        </p:tav>
                                      </p:tavLst>
                                    </p:anim>
                                  </p:childTnLst>
                                </p:cTn>
                              </p:par>
                            </p:childTnLst>
                          </p:cTn>
                        </p:par>
                        <p:par>
                          <p:cTn fill="hold">
                            <p:stCondLst>
                              <p:cond delay="2000"/>
                            </p:stCondLst>
                            <p:childTnLst>
                              <p:par>
                                <p:cTn fill="hold" nodeType="afterEffect" presetClass="entr" presetID="23" presetSubtype="16">
                                  <p:stCondLst>
                                    <p:cond delay="0"/>
                                  </p:stCondLst>
                                  <p:childTnLst>
                                    <p:set>
                                      <p:cBhvr>
                                        <p:cTn dur="1" fill="hold">
                                          <p:stCondLst>
                                            <p:cond delay="0"/>
                                          </p:stCondLst>
                                        </p:cTn>
                                        <p:tgtEl>
                                          <p:spTgt spid="6657"/>
                                        </p:tgtEl>
                                        <p:attrNameLst>
                                          <p:attrName>style.visibility</p:attrName>
                                        </p:attrNameLst>
                                      </p:cBhvr>
                                      <p:to>
                                        <p:strVal val="visible"/>
                                      </p:to>
                                    </p:set>
                                    <p:anim calcmode="lin" valueType="num">
                                      <p:cBhvr additive="base">
                                        <p:cTn dur="1000"/>
                                        <p:tgtEl>
                                          <p:spTgt spid="6657"/>
                                        </p:tgtEl>
                                        <p:attrNameLst>
                                          <p:attrName>ppt_w</p:attrName>
                                        </p:attrNameLst>
                                      </p:cBhvr>
                                      <p:tavLst>
                                        <p:tav fmla="" tm="0">
                                          <p:val>
                                            <p:strVal val="0"/>
                                          </p:val>
                                        </p:tav>
                                        <p:tav fmla="" tm="100000">
                                          <p:val>
                                            <p:strVal val="#ppt_w"/>
                                          </p:val>
                                        </p:tav>
                                      </p:tavLst>
                                    </p:anim>
                                    <p:anim calcmode="lin" valueType="num">
                                      <p:cBhvr additive="base">
                                        <p:cTn dur="1000"/>
                                        <p:tgtEl>
                                          <p:spTgt spid="6657"/>
                                        </p:tgtEl>
                                        <p:attrNameLst>
                                          <p:attrName>ppt_h</p:attrName>
                                        </p:attrNameLst>
                                      </p:cBhvr>
                                      <p:tavLst>
                                        <p:tav fmla="" tm="0">
                                          <p:val>
                                            <p:strVal val="0"/>
                                          </p:val>
                                        </p:tav>
                                        <p:tav fmla="" tm="100000">
                                          <p:val>
                                            <p:strVal val="#ppt_h"/>
                                          </p:val>
                                        </p:tav>
                                      </p:tavLst>
                                    </p:anim>
                                  </p:childTnLst>
                                </p:cTn>
                              </p:par>
                            </p:childTnLst>
                          </p:cTn>
                        </p:par>
                        <p:par>
                          <p:cTn fill="hold">
                            <p:stCondLst>
                              <p:cond delay="3000"/>
                            </p:stCondLst>
                            <p:childTnLst>
                              <p:par>
                                <p:cTn fill="hold" nodeType="afterEffect" presetClass="entr" presetID="23" presetSubtype="16">
                                  <p:stCondLst>
                                    <p:cond delay="0"/>
                                  </p:stCondLst>
                                  <p:childTnLst>
                                    <p:set>
                                      <p:cBhvr>
                                        <p:cTn dur="1" fill="hold">
                                          <p:stCondLst>
                                            <p:cond delay="0"/>
                                          </p:stCondLst>
                                        </p:cTn>
                                        <p:tgtEl>
                                          <p:spTgt spid="6664"/>
                                        </p:tgtEl>
                                        <p:attrNameLst>
                                          <p:attrName>style.visibility</p:attrName>
                                        </p:attrNameLst>
                                      </p:cBhvr>
                                      <p:to>
                                        <p:strVal val="visible"/>
                                      </p:to>
                                    </p:set>
                                    <p:anim calcmode="lin" valueType="num">
                                      <p:cBhvr additive="base">
                                        <p:cTn dur="1000"/>
                                        <p:tgtEl>
                                          <p:spTgt spid="6664"/>
                                        </p:tgtEl>
                                        <p:attrNameLst>
                                          <p:attrName>ppt_w</p:attrName>
                                        </p:attrNameLst>
                                      </p:cBhvr>
                                      <p:tavLst>
                                        <p:tav fmla="" tm="0">
                                          <p:val>
                                            <p:strVal val="0"/>
                                          </p:val>
                                        </p:tav>
                                        <p:tav fmla="" tm="100000">
                                          <p:val>
                                            <p:strVal val="#ppt_w"/>
                                          </p:val>
                                        </p:tav>
                                      </p:tavLst>
                                    </p:anim>
                                    <p:anim calcmode="lin" valueType="num">
                                      <p:cBhvr additive="base">
                                        <p:cTn dur="1000"/>
                                        <p:tgtEl>
                                          <p:spTgt spid="6664"/>
                                        </p:tgtEl>
                                        <p:attrNameLst>
                                          <p:attrName>ppt_h</p:attrName>
                                        </p:attrNameLst>
                                      </p:cBhvr>
                                      <p:tavLst>
                                        <p:tav fmla="" tm="0">
                                          <p:val>
                                            <p:strVal val="0"/>
                                          </p:val>
                                        </p:tav>
                                        <p:tav fmla="" tm="100000">
                                          <p:val>
                                            <p:strVal val="#ppt_h"/>
                                          </p:val>
                                        </p:tav>
                                      </p:tavLst>
                                    </p:anim>
                                  </p:childTnLst>
                                </p:cTn>
                              </p:par>
                            </p:childTnLst>
                          </p:cTn>
                        </p:par>
                        <p:par>
                          <p:cTn fill="hold">
                            <p:stCondLst>
                              <p:cond delay="4000"/>
                            </p:stCondLst>
                            <p:childTnLst>
                              <p:par>
                                <p:cTn fill="hold" nodeType="afterEffect" presetClass="entr" presetID="23" presetSubtype="16">
                                  <p:stCondLst>
                                    <p:cond delay="0"/>
                                  </p:stCondLst>
                                  <p:childTnLst>
                                    <p:set>
                                      <p:cBhvr>
                                        <p:cTn dur="1" fill="hold">
                                          <p:stCondLst>
                                            <p:cond delay="0"/>
                                          </p:stCondLst>
                                        </p:cTn>
                                        <p:tgtEl>
                                          <p:spTgt spid="6685"/>
                                        </p:tgtEl>
                                        <p:attrNameLst>
                                          <p:attrName>style.visibility</p:attrName>
                                        </p:attrNameLst>
                                      </p:cBhvr>
                                      <p:to>
                                        <p:strVal val="visible"/>
                                      </p:to>
                                    </p:set>
                                    <p:anim calcmode="lin" valueType="num">
                                      <p:cBhvr additive="base">
                                        <p:cTn dur="1000"/>
                                        <p:tgtEl>
                                          <p:spTgt spid="6685"/>
                                        </p:tgtEl>
                                        <p:attrNameLst>
                                          <p:attrName>ppt_w</p:attrName>
                                        </p:attrNameLst>
                                      </p:cBhvr>
                                      <p:tavLst>
                                        <p:tav fmla="" tm="0">
                                          <p:val>
                                            <p:strVal val="0"/>
                                          </p:val>
                                        </p:tav>
                                        <p:tav fmla="" tm="100000">
                                          <p:val>
                                            <p:strVal val="#ppt_w"/>
                                          </p:val>
                                        </p:tav>
                                      </p:tavLst>
                                    </p:anim>
                                    <p:anim calcmode="lin" valueType="num">
                                      <p:cBhvr additive="base">
                                        <p:cTn dur="1000"/>
                                        <p:tgtEl>
                                          <p:spTgt spid="6685"/>
                                        </p:tgtEl>
                                        <p:attrNameLst>
                                          <p:attrName>ppt_h</p:attrName>
                                        </p:attrNameLst>
                                      </p:cBhvr>
                                      <p:tavLst>
                                        <p:tav fmla="" tm="0">
                                          <p:val>
                                            <p:strVal val="0"/>
                                          </p:val>
                                        </p:tav>
                                        <p:tav fmla="" tm="100000">
                                          <p:val>
                                            <p:strVal val="#ppt_h"/>
                                          </p:val>
                                        </p:tav>
                                      </p:tavLst>
                                    </p:anim>
                                  </p:childTnLst>
                                </p:cTn>
                              </p:par>
                            </p:childTnLst>
                          </p:cTn>
                        </p:par>
                        <p:par>
                          <p:cTn fill="hold">
                            <p:stCondLst>
                              <p:cond delay="5000"/>
                            </p:stCondLst>
                            <p:childTnLst>
                              <p:par>
                                <p:cTn fill="hold" nodeType="afterEffect" presetClass="entr" presetID="23" presetSubtype="16">
                                  <p:stCondLst>
                                    <p:cond delay="0"/>
                                  </p:stCondLst>
                                  <p:childTnLst>
                                    <p:set>
                                      <p:cBhvr>
                                        <p:cTn dur="1" fill="hold">
                                          <p:stCondLst>
                                            <p:cond delay="0"/>
                                          </p:stCondLst>
                                        </p:cTn>
                                        <p:tgtEl>
                                          <p:spTgt spid="6671"/>
                                        </p:tgtEl>
                                        <p:attrNameLst>
                                          <p:attrName>style.visibility</p:attrName>
                                        </p:attrNameLst>
                                      </p:cBhvr>
                                      <p:to>
                                        <p:strVal val="visible"/>
                                      </p:to>
                                    </p:set>
                                    <p:anim calcmode="lin" valueType="num">
                                      <p:cBhvr additive="base">
                                        <p:cTn dur="1000"/>
                                        <p:tgtEl>
                                          <p:spTgt spid="6671"/>
                                        </p:tgtEl>
                                        <p:attrNameLst>
                                          <p:attrName>ppt_w</p:attrName>
                                        </p:attrNameLst>
                                      </p:cBhvr>
                                      <p:tavLst>
                                        <p:tav fmla="" tm="0">
                                          <p:val>
                                            <p:strVal val="0"/>
                                          </p:val>
                                        </p:tav>
                                        <p:tav fmla="" tm="100000">
                                          <p:val>
                                            <p:strVal val="#ppt_w"/>
                                          </p:val>
                                        </p:tav>
                                      </p:tavLst>
                                    </p:anim>
                                    <p:anim calcmode="lin" valueType="num">
                                      <p:cBhvr additive="base">
                                        <p:cTn dur="1000"/>
                                        <p:tgtEl>
                                          <p:spTgt spid="6671"/>
                                        </p:tgtEl>
                                        <p:attrNameLst>
                                          <p:attrName>ppt_h</p:attrName>
                                        </p:attrNameLst>
                                      </p:cBhvr>
                                      <p:tavLst>
                                        <p:tav fmla="" tm="0">
                                          <p:val>
                                            <p:strVal val="0"/>
                                          </p:val>
                                        </p:tav>
                                        <p:tav fmla="" tm="100000">
                                          <p:val>
                                            <p:strVal val="#ppt_h"/>
                                          </p:val>
                                        </p:tav>
                                      </p:tavLst>
                                    </p:anim>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6381"/>
                                        </p:tgtEl>
                                        <p:attrNameLst>
                                          <p:attrName>style.visibility</p:attrName>
                                        </p:attrNameLst>
                                      </p:cBhvr>
                                      <p:to>
                                        <p:strVal val="visible"/>
                                      </p:to>
                                    </p:set>
                                    <p:animEffect filter="fade" transition="in">
                                      <p:cBhvr>
                                        <p:cTn dur="1000"/>
                                        <p:tgtEl>
                                          <p:spTgt spid="6381"/>
                                        </p:tgtEl>
                                      </p:cBhvr>
                                    </p:animEffect>
                                  </p:childTnLst>
                                </p:cTn>
                              </p:par>
                              <p:par>
                                <p:cTn fill="hold" nodeType="withEffect" presetClass="entr" presetID="10" presetSubtype="0">
                                  <p:stCondLst>
                                    <p:cond delay="0"/>
                                  </p:stCondLst>
                                  <p:childTnLst>
                                    <p:set>
                                      <p:cBhvr>
                                        <p:cTn dur="1" fill="hold">
                                          <p:stCondLst>
                                            <p:cond delay="0"/>
                                          </p:stCondLst>
                                        </p:cTn>
                                        <p:tgtEl>
                                          <p:spTgt spid="6641"/>
                                        </p:tgtEl>
                                        <p:attrNameLst>
                                          <p:attrName>style.visibility</p:attrName>
                                        </p:attrNameLst>
                                      </p:cBhvr>
                                      <p:to>
                                        <p:strVal val="visible"/>
                                      </p:to>
                                    </p:set>
                                    <p:animEffect filter="fade" transition="in">
                                      <p:cBhvr>
                                        <p:cTn dur="1000"/>
                                        <p:tgtEl>
                                          <p:spTgt spid="6641"/>
                                        </p:tgtEl>
                                      </p:cBhvr>
                                    </p:animEffect>
                                  </p:childTnLst>
                                </p:cTn>
                              </p:par>
                              <p:par>
                                <p:cTn fill="hold" nodeType="withEffect" presetClass="entr" presetID="10" presetSubtype="0">
                                  <p:stCondLst>
                                    <p:cond delay="0"/>
                                  </p:stCondLst>
                                  <p:childTnLst>
                                    <p:set>
                                      <p:cBhvr>
                                        <p:cTn dur="1" fill="hold">
                                          <p:stCondLst>
                                            <p:cond delay="0"/>
                                          </p:stCondLst>
                                        </p:cTn>
                                        <p:tgtEl>
                                          <p:spTgt spid="6642"/>
                                        </p:tgtEl>
                                        <p:attrNameLst>
                                          <p:attrName>style.visibility</p:attrName>
                                        </p:attrNameLst>
                                      </p:cBhvr>
                                      <p:to>
                                        <p:strVal val="visible"/>
                                      </p:to>
                                    </p:set>
                                    <p:animEffect filter="fade" transition="in">
                                      <p:cBhvr>
                                        <p:cTn dur="1000"/>
                                        <p:tgtEl>
                                          <p:spTgt spid="6642"/>
                                        </p:tgtEl>
                                      </p:cBhvr>
                                    </p:animEffect>
                                  </p:childTnLst>
                                </p:cTn>
                              </p:par>
                              <p:par>
                                <p:cTn fill="hold" nodeType="withEffect" presetClass="entr" presetID="10" presetSubtype="0">
                                  <p:stCondLst>
                                    <p:cond delay="0"/>
                                  </p:stCondLst>
                                  <p:childTnLst>
                                    <p:set>
                                      <p:cBhvr>
                                        <p:cTn dur="1" fill="hold">
                                          <p:stCondLst>
                                            <p:cond delay="0"/>
                                          </p:stCondLst>
                                        </p:cTn>
                                        <p:tgtEl>
                                          <p:spTgt spid="6678"/>
                                        </p:tgtEl>
                                        <p:attrNameLst>
                                          <p:attrName>style.visibility</p:attrName>
                                        </p:attrNameLst>
                                      </p:cBhvr>
                                      <p:to>
                                        <p:strVal val="visible"/>
                                      </p:to>
                                    </p:set>
                                    <p:animEffect filter="fade" transition="in">
                                      <p:cBhvr>
                                        <p:cTn dur="1000"/>
                                        <p:tgtEl>
                                          <p:spTgt spid="667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95" name="Shape 6695"/>
        <p:cNvGrpSpPr/>
        <p:nvPr/>
      </p:nvGrpSpPr>
      <p:grpSpPr>
        <a:xfrm>
          <a:off x="0" y="0"/>
          <a:ext cx="0" cy="0"/>
          <a:chOff x="0" y="0"/>
          <a:chExt cx="0" cy="0"/>
        </a:xfrm>
      </p:grpSpPr>
      <p:sp>
        <p:nvSpPr>
          <p:cNvPr id="6696" name="Google Shape;6696;p118"/>
          <p:cNvSpPr/>
          <p:nvPr/>
        </p:nvSpPr>
        <p:spPr>
          <a:xfrm>
            <a:off x="3743925" y="1440100"/>
            <a:ext cx="4508758" cy="2683493"/>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l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7" name="Google Shape;6697;p118"/>
          <p:cNvGrpSpPr/>
          <p:nvPr/>
        </p:nvGrpSpPr>
        <p:grpSpPr>
          <a:xfrm>
            <a:off x="4660600" y="2066925"/>
            <a:ext cx="2000475" cy="1076325"/>
            <a:chOff x="4838700" y="2066925"/>
            <a:chExt cx="2000475" cy="1076325"/>
          </a:xfrm>
        </p:grpSpPr>
        <p:cxnSp>
          <p:nvCxnSpPr>
            <p:cNvPr id="6698" name="Google Shape;6698;p118"/>
            <p:cNvCxnSpPr/>
            <p:nvPr/>
          </p:nvCxnSpPr>
          <p:spPr>
            <a:xfrm flipH="1" rot="10800000">
              <a:off x="4838700" y="2076450"/>
              <a:ext cx="705000" cy="571500"/>
            </a:xfrm>
            <a:prstGeom prst="straightConnector1">
              <a:avLst/>
            </a:prstGeom>
            <a:noFill/>
            <a:ln cap="flat" cmpd="sng" w="19050">
              <a:solidFill>
                <a:schemeClr val="accent4"/>
              </a:solidFill>
              <a:prstDash val="solid"/>
              <a:round/>
              <a:headEnd len="med" w="med" type="none"/>
              <a:tailEnd len="med" w="med" type="none"/>
            </a:ln>
          </p:spPr>
        </p:cxnSp>
        <p:cxnSp>
          <p:nvCxnSpPr>
            <p:cNvPr id="6699" name="Google Shape;6699;p118"/>
            <p:cNvCxnSpPr/>
            <p:nvPr/>
          </p:nvCxnSpPr>
          <p:spPr>
            <a:xfrm>
              <a:off x="5562600" y="2066925"/>
              <a:ext cx="276300" cy="1066800"/>
            </a:xfrm>
            <a:prstGeom prst="straightConnector1">
              <a:avLst/>
            </a:prstGeom>
            <a:noFill/>
            <a:ln cap="flat" cmpd="sng" w="19050">
              <a:solidFill>
                <a:schemeClr val="accent4"/>
              </a:solidFill>
              <a:prstDash val="solid"/>
              <a:round/>
              <a:headEnd len="med" w="med" type="none"/>
              <a:tailEnd len="med" w="med" type="none"/>
            </a:ln>
          </p:spPr>
        </p:cxnSp>
        <p:cxnSp>
          <p:nvCxnSpPr>
            <p:cNvPr id="6700" name="Google Shape;6700;p118"/>
            <p:cNvCxnSpPr/>
            <p:nvPr/>
          </p:nvCxnSpPr>
          <p:spPr>
            <a:xfrm flipH="1" rot="10800000">
              <a:off x="5867400" y="2476650"/>
              <a:ext cx="333300" cy="666600"/>
            </a:xfrm>
            <a:prstGeom prst="straightConnector1">
              <a:avLst/>
            </a:prstGeom>
            <a:noFill/>
            <a:ln cap="flat" cmpd="sng" w="19050">
              <a:solidFill>
                <a:schemeClr val="accent4"/>
              </a:solidFill>
              <a:prstDash val="solid"/>
              <a:round/>
              <a:headEnd len="med" w="med" type="none"/>
              <a:tailEnd len="med" w="med" type="none"/>
            </a:ln>
          </p:spPr>
        </p:cxnSp>
        <p:cxnSp>
          <p:nvCxnSpPr>
            <p:cNvPr id="6701" name="Google Shape;6701;p118"/>
            <p:cNvCxnSpPr/>
            <p:nvPr/>
          </p:nvCxnSpPr>
          <p:spPr>
            <a:xfrm>
              <a:off x="6200775" y="2495550"/>
              <a:ext cx="638400" cy="476100"/>
            </a:xfrm>
            <a:prstGeom prst="straightConnector1">
              <a:avLst/>
            </a:prstGeom>
            <a:noFill/>
            <a:ln cap="flat" cmpd="sng" w="19050">
              <a:solidFill>
                <a:schemeClr val="accent4"/>
              </a:solidFill>
              <a:prstDash val="solid"/>
              <a:round/>
              <a:headEnd len="med" w="med" type="none"/>
              <a:tailEnd len="med" w="med" type="none"/>
            </a:ln>
          </p:spPr>
        </p:cxnSp>
      </p:grpSp>
      <p:sp>
        <p:nvSpPr>
          <p:cNvPr id="6702" name="Google Shape;6702;p118"/>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STARTED AS A SMALL MOVEMENT</a:t>
            </a:r>
            <a:endParaRPr/>
          </a:p>
        </p:txBody>
      </p:sp>
      <p:grpSp>
        <p:nvGrpSpPr>
          <p:cNvPr id="6703" name="Google Shape;6703;p118"/>
          <p:cNvGrpSpPr/>
          <p:nvPr/>
        </p:nvGrpSpPr>
        <p:grpSpPr>
          <a:xfrm>
            <a:off x="4128550" y="2181825"/>
            <a:ext cx="942000" cy="942000"/>
            <a:chOff x="4162950" y="2153250"/>
            <a:chExt cx="942000" cy="942000"/>
          </a:xfrm>
        </p:grpSpPr>
        <p:sp>
          <p:nvSpPr>
            <p:cNvPr id="6704" name="Google Shape;6704;p118"/>
            <p:cNvSpPr/>
            <p:nvPr/>
          </p:nvSpPr>
          <p:spPr>
            <a:xfrm>
              <a:off x="4162950" y="2153250"/>
              <a:ext cx="942000" cy="942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5" name="Google Shape;6705;p118"/>
            <p:cNvGrpSpPr/>
            <p:nvPr/>
          </p:nvGrpSpPr>
          <p:grpSpPr>
            <a:xfrm>
              <a:off x="4407772" y="2306891"/>
              <a:ext cx="452356" cy="634703"/>
              <a:chOff x="1219200" y="1690129"/>
              <a:chExt cx="2063667" cy="2895545"/>
            </a:xfrm>
          </p:grpSpPr>
          <p:sp>
            <p:nvSpPr>
              <p:cNvPr id="6706" name="Google Shape;6706;p118"/>
              <p:cNvSpPr/>
              <p:nvPr/>
            </p:nvSpPr>
            <p:spPr>
              <a:xfrm>
                <a:off x="1339085" y="2255824"/>
                <a:ext cx="1777978" cy="2329841"/>
              </a:xfrm>
              <a:custGeom>
                <a:rect b="b" l="l" r="r" t="t"/>
                <a:pathLst>
                  <a:path extrusionOk="0" h="48352" w="36899">
                    <a:moveTo>
                      <a:pt x="3275" y="0"/>
                    </a:moveTo>
                    <a:cubicBezTo>
                      <a:pt x="1465" y="0"/>
                      <a:pt x="1" y="1477"/>
                      <a:pt x="1" y="3274"/>
                    </a:cubicBezTo>
                    <a:lnTo>
                      <a:pt x="2751" y="45077"/>
                    </a:lnTo>
                    <a:cubicBezTo>
                      <a:pt x="2751" y="46899"/>
                      <a:pt x="4227" y="48351"/>
                      <a:pt x="6025" y="48351"/>
                    </a:cubicBezTo>
                    <a:lnTo>
                      <a:pt x="29742" y="48351"/>
                    </a:lnTo>
                    <a:cubicBezTo>
                      <a:pt x="31552" y="48351"/>
                      <a:pt x="33017" y="46875"/>
                      <a:pt x="33017" y="45077"/>
                    </a:cubicBezTo>
                    <a:lnTo>
                      <a:pt x="36898" y="3274"/>
                    </a:lnTo>
                    <a:cubicBezTo>
                      <a:pt x="36898" y="1453"/>
                      <a:pt x="35422" y="0"/>
                      <a:pt x="33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18"/>
              <p:cNvSpPr/>
              <p:nvPr/>
            </p:nvSpPr>
            <p:spPr>
              <a:xfrm>
                <a:off x="1339085" y="2255824"/>
                <a:ext cx="1777978" cy="270221"/>
              </a:xfrm>
              <a:custGeom>
                <a:rect b="b" l="l" r="r" t="t"/>
                <a:pathLst>
                  <a:path extrusionOk="0" h="5608" w="36899">
                    <a:moveTo>
                      <a:pt x="3275" y="0"/>
                    </a:moveTo>
                    <a:cubicBezTo>
                      <a:pt x="1477" y="0"/>
                      <a:pt x="1" y="1453"/>
                      <a:pt x="1" y="3274"/>
                    </a:cubicBezTo>
                    <a:lnTo>
                      <a:pt x="60" y="5608"/>
                    </a:lnTo>
                    <a:lnTo>
                      <a:pt x="36803" y="5608"/>
                    </a:lnTo>
                    <a:lnTo>
                      <a:pt x="36898" y="3274"/>
                    </a:lnTo>
                    <a:cubicBezTo>
                      <a:pt x="36898" y="1477"/>
                      <a:pt x="35434" y="0"/>
                      <a:pt x="33624" y="0"/>
                    </a:cubicBez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18"/>
              <p:cNvSpPr/>
              <p:nvPr/>
            </p:nvSpPr>
            <p:spPr>
              <a:xfrm>
                <a:off x="1344241" y="1690129"/>
                <a:ext cx="1805492" cy="686203"/>
              </a:xfrm>
              <a:custGeom>
                <a:rect b="b" l="l" r="r" t="t"/>
                <a:pathLst>
                  <a:path extrusionOk="0" h="14241" w="37470">
                    <a:moveTo>
                      <a:pt x="6097" y="1"/>
                    </a:moveTo>
                    <a:cubicBezTo>
                      <a:pt x="4359" y="1"/>
                      <a:pt x="3001" y="1048"/>
                      <a:pt x="2263" y="3465"/>
                    </a:cubicBezTo>
                    <a:lnTo>
                      <a:pt x="1" y="11061"/>
                    </a:lnTo>
                    <a:cubicBezTo>
                      <a:pt x="1" y="12812"/>
                      <a:pt x="4359" y="14240"/>
                      <a:pt x="6097" y="14240"/>
                    </a:cubicBezTo>
                    <a:lnTo>
                      <a:pt x="31374" y="14240"/>
                    </a:lnTo>
                    <a:cubicBezTo>
                      <a:pt x="33112" y="14240"/>
                      <a:pt x="37470" y="12824"/>
                      <a:pt x="37470" y="11061"/>
                    </a:cubicBezTo>
                    <a:lnTo>
                      <a:pt x="35208" y="3465"/>
                    </a:lnTo>
                    <a:cubicBezTo>
                      <a:pt x="34458" y="1048"/>
                      <a:pt x="33112" y="1"/>
                      <a:pt x="31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18"/>
              <p:cNvSpPr/>
              <p:nvPr/>
            </p:nvSpPr>
            <p:spPr>
              <a:xfrm>
                <a:off x="1445815" y="1690129"/>
                <a:ext cx="1602392" cy="191102"/>
              </a:xfrm>
              <a:custGeom>
                <a:rect b="b" l="l" r="r" t="t"/>
                <a:pathLst>
                  <a:path extrusionOk="0" h="3966" w="33255">
                    <a:moveTo>
                      <a:pt x="3989" y="1"/>
                    </a:moveTo>
                    <a:cubicBezTo>
                      <a:pt x="2251" y="1"/>
                      <a:pt x="893" y="1048"/>
                      <a:pt x="155" y="3465"/>
                    </a:cubicBezTo>
                    <a:lnTo>
                      <a:pt x="0" y="3965"/>
                    </a:lnTo>
                    <a:cubicBezTo>
                      <a:pt x="643" y="3549"/>
                      <a:pt x="1369" y="3346"/>
                      <a:pt x="2191" y="3346"/>
                    </a:cubicBezTo>
                    <a:lnTo>
                      <a:pt x="31052" y="3346"/>
                    </a:lnTo>
                    <a:cubicBezTo>
                      <a:pt x="31873" y="3346"/>
                      <a:pt x="32600" y="3549"/>
                      <a:pt x="33254" y="3965"/>
                    </a:cubicBezTo>
                    <a:lnTo>
                      <a:pt x="33100" y="3465"/>
                    </a:lnTo>
                    <a:cubicBezTo>
                      <a:pt x="32350" y="1048"/>
                      <a:pt x="31004" y="1"/>
                      <a:pt x="292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18"/>
              <p:cNvSpPr/>
              <p:nvPr/>
            </p:nvSpPr>
            <p:spPr>
              <a:xfrm>
                <a:off x="1220356" y="2188123"/>
                <a:ext cx="2062511" cy="218037"/>
              </a:xfrm>
              <a:custGeom>
                <a:rect b="b" l="l" r="r" t="t"/>
                <a:pathLst>
                  <a:path extrusionOk="0" h="4525" w="42804">
                    <a:moveTo>
                      <a:pt x="2262" y="0"/>
                    </a:moveTo>
                    <a:cubicBezTo>
                      <a:pt x="1012" y="0"/>
                      <a:pt x="0" y="1012"/>
                      <a:pt x="0" y="2262"/>
                    </a:cubicBezTo>
                    <a:cubicBezTo>
                      <a:pt x="0" y="3513"/>
                      <a:pt x="1012" y="4525"/>
                      <a:pt x="2262" y="4525"/>
                    </a:cubicBezTo>
                    <a:lnTo>
                      <a:pt x="40541" y="4525"/>
                    </a:lnTo>
                    <a:cubicBezTo>
                      <a:pt x="41791" y="4525"/>
                      <a:pt x="42803" y="3513"/>
                      <a:pt x="42803" y="2262"/>
                    </a:cubicBezTo>
                    <a:cubicBezTo>
                      <a:pt x="42803" y="1012"/>
                      <a:pt x="41791" y="0"/>
                      <a:pt x="405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18"/>
              <p:cNvSpPr/>
              <p:nvPr/>
            </p:nvSpPr>
            <p:spPr>
              <a:xfrm>
                <a:off x="1219200" y="2188123"/>
                <a:ext cx="2062511" cy="113042"/>
              </a:xfrm>
              <a:custGeom>
                <a:rect b="b" l="l" r="r" t="t"/>
                <a:pathLst>
                  <a:path extrusionOk="0" h="2346" w="42804">
                    <a:moveTo>
                      <a:pt x="2262" y="0"/>
                    </a:moveTo>
                    <a:cubicBezTo>
                      <a:pt x="1012" y="0"/>
                      <a:pt x="0" y="1012"/>
                      <a:pt x="0" y="2262"/>
                    </a:cubicBezTo>
                    <a:lnTo>
                      <a:pt x="0" y="2346"/>
                    </a:lnTo>
                    <a:lnTo>
                      <a:pt x="42803" y="2346"/>
                    </a:lnTo>
                    <a:lnTo>
                      <a:pt x="42803" y="2262"/>
                    </a:lnTo>
                    <a:cubicBezTo>
                      <a:pt x="42803" y="1012"/>
                      <a:pt x="41791" y="0"/>
                      <a:pt x="405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18"/>
              <p:cNvSpPr/>
              <p:nvPr/>
            </p:nvSpPr>
            <p:spPr>
              <a:xfrm>
                <a:off x="1524405" y="1928212"/>
                <a:ext cx="1436009" cy="259958"/>
              </a:xfrm>
              <a:custGeom>
                <a:rect b="b" l="l" r="r" t="t"/>
                <a:pathLst>
                  <a:path extrusionOk="0" h="5395" w="29802">
                    <a:moveTo>
                      <a:pt x="5251" y="1"/>
                    </a:moveTo>
                    <a:cubicBezTo>
                      <a:pt x="2346" y="1"/>
                      <a:pt x="0" y="2346"/>
                      <a:pt x="0" y="5251"/>
                    </a:cubicBezTo>
                    <a:lnTo>
                      <a:pt x="0" y="5394"/>
                    </a:lnTo>
                    <a:lnTo>
                      <a:pt x="29802" y="5394"/>
                    </a:lnTo>
                    <a:lnTo>
                      <a:pt x="29802" y="5251"/>
                    </a:lnTo>
                    <a:cubicBezTo>
                      <a:pt x="29802" y="2346"/>
                      <a:pt x="27456" y="1"/>
                      <a:pt x="245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18"/>
              <p:cNvSpPr/>
              <p:nvPr/>
            </p:nvSpPr>
            <p:spPr>
              <a:xfrm>
                <a:off x="1957542" y="2861078"/>
                <a:ext cx="270270" cy="247285"/>
              </a:xfrm>
              <a:custGeom>
                <a:rect b="b" l="l" r="r" t="t"/>
                <a:pathLst>
                  <a:path extrusionOk="0" h="5132" w="5609">
                    <a:moveTo>
                      <a:pt x="2846" y="0"/>
                    </a:moveTo>
                    <a:cubicBezTo>
                      <a:pt x="2120" y="0"/>
                      <a:pt x="1441" y="381"/>
                      <a:pt x="1048" y="1012"/>
                    </a:cubicBezTo>
                    <a:lnTo>
                      <a:pt x="1" y="2739"/>
                    </a:lnTo>
                    <a:lnTo>
                      <a:pt x="3763" y="5132"/>
                    </a:lnTo>
                    <a:lnTo>
                      <a:pt x="5608" y="1834"/>
                    </a:lnTo>
                    <a:lnTo>
                      <a:pt x="4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18"/>
              <p:cNvSpPr/>
              <p:nvPr/>
            </p:nvSpPr>
            <p:spPr>
              <a:xfrm>
                <a:off x="2173267" y="2861656"/>
                <a:ext cx="429762" cy="358593"/>
              </a:xfrm>
              <a:custGeom>
                <a:rect b="b" l="l" r="r" t="t"/>
                <a:pathLst>
                  <a:path extrusionOk="0" h="7442" w="8919">
                    <a:moveTo>
                      <a:pt x="0" y="0"/>
                    </a:moveTo>
                    <a:lnTo>
                      <a:pt x="3072" y="5834"/>
                    </a:lnTo>
                    <a:lnTo>
                      <a:pt x="1370" y="6858"/>
                    </a:lnTo>
                    <a:lnTo>
                      <a:pt x="6477" y="7441"/>
                    </a:lnTo>
                    <a:lnTo>
                      <a:pt x="8918" y="2393"/>
                    </a:lnTo>
                    <a:lnTo>
                      <a:pt x="7144" y="3286"/>
                    </a:lnTo>
                    <a:lnTo>
                      <a:pt x="5811" y="1024"/>
                    </a:lnTo>
                    <a:cubicBezTo>
                      <a:pt x="5477" y="393"/>
                      <a:pt x="4822" y="0"/>
                      <a:pt x="4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18"/>
              <p:cNvSpPr/>
              <p:nvPr/>
            </p:nvSpPr>
            <p:spPr>
              <a:xfrm>
                <a:off x="2420505" y="3208734"/>
                <a:ext cx="269113" cy="263957"/>
              </a:xfrm>
              <a:custGeom>
                <a:rect b="b" l="l" r="r" t="t"/>
                <a:pathLst>
                  <a:path extrusionOk="0" h="5478" w="5585">
                    <a:moveTo>
                      <a:pt x="4121" y="0"/>
                    </a:moveTo>
                    <a:lnTo>
                      <a:pt x="1" y="2394"/>
                    </a:lnTo>
                    <a:lnTo>
                      <a:pt x="1715" y="5477"/>
                    </a:lnTo>
                    <a:lnTo>
                      <a:pt x="4454" y="5477"/>
                    </a:lnTo>
                    <a:lnTo>
                      <a:pt x="5168" y="4322"/>
                    </a:lnTo>
                    <a:cubicBezTo>
                      <a:pt x="5573" y="3679"/>
                      <a:pt x="5585" y="2858"/>
                      <a:pt x="5216" y="2203"/>
                    </a:cubicBezTo>
                    <a:lnTo>
                      <a:pt x="412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18"/>
              <p:cNvSpPr/>
              <p:nvPr/>
            </p:nvSpPr>
            <p:spPr>
              <a:xfrm>
                <a:off x="2139971" y="3390007"/>
                <a:ext cx="495149" cy="397044"/>
              </a:xfrm>
              <a:custGeom>
                <a:rect b="b" l="l" r="r" t="t"/>
                <a:pathLst>
                  <a:path extrusionOk="0" h="8240" w="10276">
                    <a:moveTo>
                      <a:pt x="3430" y="1"/>
                    </a:moveTo>
                    <a:lnTo>
                      <a:pt x="1" y="3775"/>
                    </a:lnTo>
                    <a:lnTo>
                      <a:pt x="3430" y="8240"/>
                    </a:lnTo>
                    <a:lnTo>
                      <a:pt x="3430" y="6871"/>
                    </a:lnTo>
                    <a:lnTo>
                      <a:pt x="6168" y="6871"/>
                    </a:lnTo>
                    <a:cubicBezTo>
                      <a:pt x="6179" y="6871"/>
                      <a:pt x="6189" y="6871"/>
                      <a:pt x="6199" y="6871"/>
                    </a:cubicBezTo>
                    <a:cubicBezTo>
                      <a:pt x="6913" y="6871"/>
                      <a:pt x="7554" y="6469"/>
                      <a:pt x="7883" y="5835"/>
                    </a:cubicBezTo>
                    <a:lnTo>
                      <a:pt x="10276" y="1715"/>
                    </a:lnTo>
                    <a:lnTo>
                      <a:pt x="3430" y="1715"/>
                    </a:lnTo>
                    <a:lnTo>
                      <a:pt x="34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18"/>
              <p:cNvSpPr/>
              <p:nvPr/>
            </p:nvSpPr>
            <p:spPr>
              <a:xfrm>
                <a:off x="1851968" y="3488690"/>
                <a:ext cx="204883" cy="231240"/>
              </a:xfrm>
              <a:custGeom>
                <a:rect b="b" l="l" r="r" t="t"/>
                <a:pathLst>
                  <a:path extrusionOk="0" h="4799" w="4252">
                    <a:moveTo>
                      <a:pt x="834" y="1"/>
                    </a:moveTo>
                    <a:lnTo>
                      <a:pt x="834" y="13"/>
                    </a:lnTo>
                    <a:lnTo>
                      <a:pt x="1" y="1929"/>
                    </a:lnTo>
                    <a:lnTo>
                      <a:pt x="1037" y="3727"/>
                    </a:lnTo>
                    <a:cubicBezTo>
                      <a:pt x="1430" y="4382"/>
                      <a:pt x="2132" y="4787"/>
                      <a:pt x="2882" y="4799"/>
                    </a:cubicBezTo>
                    <a:lnTo>
                      <a:pt x="4251" y="4799"/>
                    </a:lnTo>
                    <a:lnTo>
                      <a:pt x="42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18"/>
              <p:cNvSpPr/>
              <p:nvPr/>
            </p:nvSpPr>
            <p:spPr>
              <a:xfrm>
                <a:off x="1726349" y="3125519"/>
                <a:ext cx="363749" cy="456746"/>
              </a:xfrm>
              <a:custGeom>
                <a:rect b="b" l="l" r="r" t="t"/>
                <a:pathLst>
                  <a:path extrusionOk="0" h="9479" w="7549">
                    <a:moveTo>
                      <a:pt x="5489" y="1"/>
                    </a:moveTo>
                    <a:lnTo>
                      <a:pt x="0" y="346"/>
                    </a:lnTo>
                    <a:lnTo>
                      <a:pt x="1965" y="1561"/>
                    </a:lnTo>
                    <a:lnTo>
                      <a:pt x="679" y="4121"/>
                    </a:lnTo>
                    <a:cubicBezTo>
                      <a:pt x="322" y="4763"/>
                      <a:pt x="322" y="5537"/>
                      <a:pt x="679" y="6180"/>
                    </a:cubicBezTo>
                    <a:lnTo>
                      <a:pt x="2584" y="9478"/>
                    </a:lnTo>
                    <a:lnTo>
                      <a:pt x="3310" y="8252"/>
                    </a:lnTo>
                    <a:lnTo>
                      <a:pt x="5846" y="3823"/>
                    </a:lnTo>
                    <a:lnTo>
                      <a:pt x="7549" y="4466"/>
                    </a:lnTo>
                    <a:lnTo>
                      <a:pt x="7549" y="4466"/>
                    </a:lnTo>
                    <a:lnTo>
                      <a:pt x="54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18"/>
              <p:cNvSpPr/>
              <p:nvPr/>
            </p:nvSpPr>
            <p:spPr>
              <a:xfrm>
                <a:off x="1472750" y="4412931"/>
                <a:ext cx="1457837" cy="172743"/>
              </a:xfrm>
              <a:custGeom>
                <a:rect b="b" l="l" r="r" t="t"/>
                <a:pathLst>
                  <a:path extrusionOk="0" h="3585" w="30255">
                    <a:moveTo>
                      <a:pt x="1" y="1"/>
                    </a:moveTo>
                    <a:lnTo>
                      <a:pt x="1" y="310"/>
                    </a:lnTo>
                    <a:cubicBezTo>
                      <a:pt x="1" y="2108"/>
                      <a:pt x="1453" y="3584"/>
                      <a:pt x="3275" y="3584"/>
                    </a:cubicBezTo>
                    <a:lnTo>
                      <a:pt x="26980" y="3584"/>
                    </a:lnTo>
                    <a:cubicBezTo>
                      <a:pt x="28778" y="3584"/>
                      <a:pt x="30255" y="2132"/>
                      <a:pt x="30255" y="310"/>
                    </a:cubicBezTo>
                    <a:lnTo>
                      <a:pt x="30255" y="1"/>
                    </a:ln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20" name="Google Shape;6720;p118"/>
          <p:cNvGrpSpPr/>
          <p:nvPr/>
        </p:nvGrpSpPr>
        <p:grpSpPr>
          <a:xfrm>
            <a:off x="5070538" y="1685841"/>
            <a:ext cx="694913" cy="694913"/>
            <a:chOff x="4162950" y="2153250"/>
            <a:chExt cx="942000" cy="942000"/>
          </a:xfrm>
        </p:grpSpPr>
        <p:sp>
          <p:nvSpPr>
            <p:cNvPr id="6721" name="Google Shape;6721;p118"/>
            <p:cNvSpPr/>
            <p:nvPr/>
          </p:nvSpPr>
          <p:spPr>
            <a:xfrm>
              <a:off x="4162950" y="2153250"/>
              <a:ext cx="942000" cy="942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2" name="Google Shape;6722;p118"/>
            <p:cNvGrpSpPr/>
            <p:nvPr/>
          </p:nvGrpSpPr>
          <p:grpSpPr>
            <a:xfrm>
              <a:off x="4407772" y="2306891"/>
              <a:ext cx="452356" cy="634703"/>
              <a:chOff x="1219200" y="1690129"/>
              <a:chExt cx="2063667" cy="2895545"/>
            </a:xfrm>
          </p:grpSpPr>
          <p:sp>
            <p:nvSpPr>
              <p:cNvPr id="6723" name="Google Shape;6723;p118"/>
              <p:cNvSpPr/>
              <p:nvPr/>
            </p:nvSpPr>
            <p:spPr>
              <a:xfrm>
                <a:off x="1339085" y="2255824"/>
                <a:ext cx="1777978" cy="2329841"/>
              </a:xfrm>
              <a:custGeom>
                <a:rect b="b" l="l" r="r" t="t"/>
                <a:pathLst>
                  <a:path extrusionOk="0" h="48352" w="36899">
                    <a:moveTo>
                      <a:pt x="3275" y="0"/>
                    </a:moveTo>
                    <a:cubicBezTo>
                      <a:pt x="1465" y="0"/>
                      <a:pt x="1" y="1477"/>
                      <a:pt x="1" y="3274"/>
                    </a:cubicBezTo>
                    <a:lnTo>
                      <a:pt x="2751" y="45077"/>
                    </a:lnTo>
                    <a:cubicBezTo>
                      <a:pt x="2751" y="46899"/>
                      <a:pt x="4227" y="48351"/>
                      <a:pt x="6025" y="48351"/>
                    </a:cubicBezTo>
                    <a:lnTo>
                      <a:pt x="29742" y="48351"/>
                    </a:lnTo>
                    <a:cubicBezTo>
                      <a:pt x="31552" y="48351"/>
                      <a:pt x="33017" y="46875"/>
                      <a:pt x="33017" y="45077"/>
                    </a:cubicBezTo>
                    <a:lnTo>
                      <a:pt x="36898" y="3274"/>
                    </a:lnTo>
                    <a:cubicBezTo>
                      <a:pt x="36898" y="1453"/>
                      <a:pt x="35422" y="0"/>
                      <a:pt x="33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18"/>
              <p:cNvSpPr/>
              <p:nvPr/>
            </p:nvSpPr>
            <p:spPr>
              <a:xfrm>
                <a:off x="1339085" y="2255824"/>
                <a:ext cx="1777978" cy="270221"/>
              </a:xfrm>
              <a:custGeom>
                <a:rect b="b" l="l" r="r" t="t"/>
                <a:pathLst>
                  <a:path extrusionOk="0" h="5608" w="36899">
                    <a:moveTo>
                      <a:pt x="3275" y="0"/>
                    </a:moveTo>
                    <a:cubicBezTo>
                      <a:pt x="1477" y="0"/>
                      <a:pt x="1" y="1453"/>
                      <a:pt x="1" y="3274"/>
                    </a:cubicBezTo>
                    <a:lnTo>
                      <a:pt x="60" y="5608"/>
                    </a:lnTo>
                    <a:lnTo>
                      <a:pt x="36803" y="5608"/>
                    </a:lnTo>
                    <a:lnTo>
                      <a:pt x="36898" y="3274"/>
                    </a:lnTo>
                    <a:cubicBezTo>
                      <a:pt x="36898" y="1477"/>
                      <a:pt x="35434" y="0"/>
                      <a:pt x="33624" y="0"/>
                    </a:cubicBez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18"/>
              <p:cNvSpPr/>
              <p:nvPr/>
            </p:nvSpPr>
            <p:spPr>
              <a:xfrm>
                <a:off x="1344241" y="1690129"/>
                <a:ext cx="1805492" cy="686203"/>
              </a:xfrm>
              <a:custGeom>
                <a:rect b="b" l="l" r="r" t="t"/>
                <a:pathLst>
                  <a:path extrusionOk="0" h="14241" w="37470">
                    <a:moveTo>
                      <a:pt x="6097" y="1"/>
                    </a:moveTo>
                    <a:cubicBezTo>
                      <a:pt x="4359" y="1"/>
                      <a:pt x="3001" y="1048"/>
                      <a:pt x="2263" y="3465"/>
                    </a:cubicBezTo>
                    <a:lnTo>
                      <a:pt x="1" y="11061"/>
                    </a:lnTo>
                    <a:cubicBezTo>
                      <a:pt x="1" y="12812"/>
                      <a:pt x="4359" y="14240"/>
                      <a:pt x="6097" y="14240"/>
                    </a:cubicBezTo>
                    <a:lnTo>
                      <a:pt x="31374" y="14240"/>
                    </a:lnTo>
                    <a:cubicBezTo>
                      <a:pt x="33112" y="14240"/>
                      <a:pt x="37470" y="12824"/>
                      <a:pt x="37470" y="11061"/>
                    </a:cubicBezTo>
                    <a:lnTo>
                      <a:pt x="35208" y="3465"/>
                    </a:lnTo>
                    <a:cubicBezTo>
                      <a:pt x="34458" y="1048"/>
                      <a:pt x="33112" y="1"/>
                      <a:pt x="31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18"/>
              <p:cNvSpPr/>
              <p:nvPr/>
            </p:nvSpPr>
            <p:spPr>
              <a:xfrm>
                <a:off x="1445815" y="1690129"/>
                <a:ext cx="1602392" cy="191102"/>
              </a:xfrm>
              <a:custGeom>
                <a:rect b="b" l="l" r="r" t="t"/>
                <a:pathLst>
                  <a:path extrusionOk="0" h="3966" w="33255">
                    <a:moveTo>
                      <a:pt x="3989" y="1"/>
                    </a:moveTo>
                    <a:cubicBezTo>
                      <a:pt x="2251" y="1"/>
                      <a:pt x="893" y="1048"/>
                      <a:pt x="155" y="3465"/>
                    </a:cubicBezTo>
                    <a:lnTo>
                      <a:pt x="0" y="3965"/>
                    </a:lnTo>
                    <a:cubicBezTo>
                      <a:pt x="643" y="3549"/>
                      <a:pt x="1369" y="3346"/>
                      <a:pt x="2191" y="3346"/>
                    </a:cubicBezTo>
                    <a:lnTo>
                      <a:pt x="31052" y="3346"/>
                    </a:lnTo>
                    <a:cubicBezTo>
                      <a:pt x="31873" y="3346"/>
                      <a:pt x="32600" y="3549"/>
                      <a:pt x="33254" y="3965"/>
                    </a:cubicBezTo>
                    <a:lnTo>
                      <a:pt x="33100" y="3465"/>
                    </a:lnTo>
                    <a:cubicBezTo>
                      <a:pt x="32350" y="1048"/>
                      <a:pt x="31004" y="1"/>
                      <a:pt x="292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18"/>
              <p:cNvSpPr/>
              <p:nvPr/>
            </p:nvSpPr>
            <p:spPr>
              <a:xfrm>
                <a:off x="1220356" y="2188123"/>
                <a:ext cx="2062511" cy="218037"/>
              </a:xfrm>
              <a:custGeom>
                <a:rect b="b" l="l" r="r" t="t"/>
                <a:pathLst>
                  <a:path extrusionOk="0" h="4525" w="42804">
                    <a:moveTo>
                      <a:pt x="2262" y="0"/>
                    </a:moveTo>
                    <a:cubicBezTo>
                      <a:pt x="1012" y="0"/>
                      <a:pt x="0" y="1012"/>
                      <a:pt x="0" y="2262"/>
                    </a:cubicBezTo>
                    <a:cubicBezTo>
                      <a:pt x="0" y="3513"/>
                      <a:pt x="1012" y="4525"/>
                      <a:pt x="2262" y="4525"/>
                    </a:cubicBezTo>
                    <a:lnTo>
                      <a:pt x="40541" y="4525"/>
                    </a:lnTo>
                    <a:cubicBezTo>
                      <a:pt x="41791" y="4525"/>
                      <a:pt x="42803" y="3513"/>
                      <a:pt x="42803" y="2262"/>
                    </a:cubicBezTo>
                    <a:cubicBezTo>
                      <a:pt x="42803" y="1012"/>
                      <a:pt x="41791" y="0"/>
                      <a:pt x="405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18"/>
              <p:cNvSpPr/>
              <p:nvPr/>
            </p:nvSpPr>
            <p:spPr>
              <a:xfrm>
                <a:off x="1219200" y="2188123"/>
                <a:ext cx="2062511" cy="113042"/>
              </a:xfrm>
              <a:custGeom>
                <a:rect b="b" l="l" r="r" t="t"/>
                <a:pathLst>
                  <a:path extrusionOk="0" h="2346" w="42804">
                    <a:moveTo>
                      <a:pt x="2262" y="0"/>
                    </a:moveTo>
                    <a:cubicBezTo>
                      <a:pt x="1012" y="0"/>
                      <a:pt x="0" y="1012"/>
                      <a:pt x="0" y="2262"/>
                    </a:cubicBezTo>
                    <a:lnTo>
                      <a:pt x="0" y="2346"/>
                    </a:lnTo>
                    <a:lnTo>
                      <a:pt x="42803" y="2346"/>
                    </a:lnTo>
                    <a:lnTo>
                      <a:pt x="42803" y="2262"/>
                    </a:lnTo>
                    <a:cubicBezTo>
                      <a:pt x="42803" y="1012"/>
                      <a:pt x="41791" y="0"/>
                      <a:pt x="405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18"/>
              <p:cNvSpPr/>
              <p:nvPr/>
            </p:nvSpPr>
            <p:spPr>
              <a:xfrm>
                <a:off x="1524405" y="1928212"/>
                <a:ext cx="1436009" cy="259958"/>
              </a:xfrm>
              <a:custGeom>
                <a:rect b="b" l="l" r="r" t="t"/>
                <a:pathLst>
                  <a:path extrusionOk="0" h="5395" w="29802">
                    <a:moveTo>
                      <a:pt x="5251" y="1"/>
                    </a:moveTo>
                    <a:cubicBezTo>
                      <a:pt x="2346" y="1"/>
                      <a:pt x="0" y="2346"/>
                      <a:pt x="0" y="5251"/>
                    </a:cubicBezTo>
                    <a:lnTo>
                      <a:pt x="0" y="5394"/>
                    </a:lnTo>
                    <a:lnTo>
                      <a:pt x="29802" y="5394"/>
                    </a:lnTo>
                    <a:lnTo>
                      <a:pt x="29802" y="5251"/>
                    </a:lnTo>
                    <a:cubicBezTo>
                      <a:pt x="29802" y="2346"/>
                      <a:pt x="27456" y="1"/>
                      <a:pt x="245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18"/>
              <p:cNvSpPr/>
              <p:nvPr/>
            </p:nvSpPr>
            <p:spPr>
              <a:xfrm>
                <a:off x="1957542" y="2861078"/>
                <a:ext cx="270270" cy="247285"/>
              </a:xfrm>
              <a:custGeom>
                <a:rect b="b" l="l" r="r" t="t"/>
                <a:pathLst>
                  <a:path extrusionOk="0" h="5132" w="5609">
                    <a:moveTo>
                      <a:pt x="2846" y="0"/>
                    </a:moveTo>
                    <a:cubicBezTo>
                      <a:pt x="2120" y="0"/>
                      <a:pt x="1441" y="381"/>
                      <a:pt x="1048" y="1012"/>
                    </a:cubicBezTo>
                    <a:lnTo>
                      <a:pt x="1" y="2739"/>
                    </a:lnTo>
                    <a:lnTo>
                      <a:pt x="3763" y="5132"/>
                    </a:lnTo>
                    <a:lnTo>
                      <a:pt x="5608" y="1834"/>
                    </a:lnTo>
                    <a:lnTo>
                      <a:pt x="4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18"/>
              <p:cNvSpPr/>
              <p:nvPr/>
            </p:nvSpPr>
            <p:spPr>
              <a:xfrm>
                <a:off x="2173267" y="2861656"/>
                <a:ext cx="429762" cy="358593"/>
              </a:xfrm>
              <a:custGeom>
                <a:rect b="b" l="l" r="r" t="t"/>
                <a:pathLst>
                  <a:path extrusionOk="0" h="7442" w="8919">
                    <a:moveTo>
                      <a:pt x="0" y="0"/>
                    </a:moveTo>
                    <a:lnTo>
                      <a:pt x="3072" y="5834"/>
                    </a:lnTo>
                    <a:lnTo>
                      <a:pt x="1370" y="6858"/>
                    </a:lnTo>
                    <a:lnTo>
                      <a:pt x="6477" y="7441"/>
                    </a:lnTo>
                    <a:lnTo>
                      <a:pt x="8918" y="2393"/>
                    </a:lnTo>
                    <a:lnTo>
                      <a:pt x="7144" y="3286"/>
                    </a:lnTo>
                    <a:lnTo>
                      <a:pt x="5811" y="1024"/>
                    </a:lnTo>
                    <a:cubicBezTo>
                      <a:pt x="5477" y="393"/>
                      <a:pt x="4822" y="0"/>
                      <a:pt x="4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18"/>
              <p:cNvSpPr/>
              <p:nvPr/>
            </p:nvSpPr>
            <p:spPr>
              <a:xfrm>
                <a:off x="2420505" y="3208734"/>
                <a:ext cx="269113" cy="263957"/>
              </a:xfrm>
              <a:custGeom>
                <a:rect b="b" l="l" r="r" t="t"/>
                <a:pathLst>
                  <a:path extrusionOk="0" h="5478" w="5585">
                    <a:moveTo>
                      <a:pt x="4121" y="0"/>
                    </a:moveTo>
                    <a:lnTo>
                      <a:pt x="1" y="2394"/>
                    </a:lnTo>
                    <a:lnTo>
                      <a:pt x="1715" y="5477"/>
                    </a:lnTo>
                    <a:lnTo>
                      <a:pt x="4454" y="5477"/>
                    </a:lnTo>
                    <a:lnTo>
                      <a:pt x="5168" y="4322"/>
                    </a:lnTo>
                    <a:cubicBezTo>
                      <a:pt x="5573" y="3679"/>
                      <a:pt x="5585" y="2858"/>
                      <a:pt x="5216" y="2203"/>
                    </a:cubicBezTo>
                    <a:lnTo>
                      <a:pt x="412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18"/>
              <p:cNvSpPr/>
              <p:nvPr/>
            </p:nvSpPr>
            <p:spPr>
              <a:xfrm>
                <a:off x="2139971" y="3390007"/>
                <a:ext cx="495149" cy="397044"/>
              </a:xfrm>
              <a:custGeom>
                <a:rect b="b" l="l" r="r" t="t"/>
                <a:pathLst>
                  <a:path extrusionOk="0" h="8240" w="10276">
                    <a:moveTo>
                      <a:pt x="3430" y="1"/>
                    </a:moveTo>
                    <a:lnTo>
                      <a:pt x="1" y="3775"/>
                    </a:lnTo>
                    <a:lnTo>
                      <a:pt x="3430" y="8240"/>
                    </a:lnTo>
                    <a:lnTo>
                      <a:pt x="3430" y="6871"/>
                    </a:lnTo>
                    <a:lnTo>
                      <a:pt x="6168" y="6871"/>
                    </a:lnTo>
                    <a:cubicBezTo>
                      <a:pt x="6179" y="6871"/>
                      <a:pt x="6189" y="6871"/>
                      <a:pt x="6199" y="6871"/>
                    </a:cubicBezTo>
                    <a:cubicBezTo>
                      <a:pt x="6913" y="6871"/>
                      <a:pt x="7554" y="6469"/>
                      <a:pt x="7883" y="5835"/>
                    </a:cubicBezTo>
                    <a:lnTo>
                      <a:pt x="10276" y="1715"/>
                    </a:lnTo>
                    <a:lnTo>
                      <a:pt x="3430" y="1715"/>
                    </a:lnTo>
                    <a:lnTo>
                      <a:pt x="34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18"/>
              <p:cNvSpPr/>
              <p:nvPr/>
            </p:nvSpPr>
            <p:spPr>
              <a:xfrm>
                <a:off x="1851968" y="3488690"/>
                <a:ext cx="204883" cy="231240"/>
              </a:xfrm>
              <a:custGeom>
                <a:rect b="b" l="l" r="r" t="t"/>
                <a:pathLst>
                  <a:path extrusionOk="0" h="4799" w="4252">
                    <a:moveTo>
                      <a:pt x="834" y="1"/>
                    </a:moveTo>
                    <a:lnTo>
                      <a:pt x="834" y="13"/>
                    </a:lnTo>
                    <a:lnTo>
                      <a:pt x="1" y="1929"/>
                    </a:lnTo>
                    <a:lnTo>
                      <a:pt x="1037" y="3727"/>
                    </a:lnTo>
                    <a:cubicBezTo>
                      <a:pt x="1430" y="4382"/>
                      <a:pt x="2132" y="4787"/>
                      <a:pt x="2882" y="4799"/>
                    </a:cubicBezTo>
                    <a:lnTo>
                      <a:pt x="4251" y="4799"/>
                    </a:lnTo>
                    <a:lnTo>
                      <a:pt x="42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18"/>
              <p:cNvSpPr/>
              <p:nvPr/>
            </p:nvSpPr>
            <p:spPr>
              <a:xfrm>
                <a:off x="1726349" y="3125519"/>
                <a:ext cx="363749" cy="456746"/>
              </a:xfrm>
              <a:custGeom>
                <a:rect b="b" l="l" r="r" t="t"/>
                <a:pathLst>
                  <a:path extrusionOk="0" h="9479" w="7549">
                    <a:moveTo>
                      <a:pt x="5489" y="1"/>
                    </a:moveTo>
                    <a:lnTo>
                      <a:pt x="0" y="346"/>
                    </a:lnTo>
                    <a:lnTo>
                      <a:pt x="1965" y="1561"/>
                    </a:lnTo>
                    <a:lnTo>
                      <a:pt x="679" y="4121"/>
                    </a:lnTo>
                    <a:cubicBezTo>
                      <a:pt x="322" y="4763"/>
                      <a:pt x="322" y="5537"/>
                      <a:pt x="679" y="6180"/>
                    </a:cubicBezTo>
                    <a:lnTo>
                      <a:pt x="2584" y="9478"/>
                    </a:lnTo>
                    <a:lnTo>
                      <a:pt x="3310" y="8252"/>
                    </a:lnTo>
                    <a:lnTo>
                      <a:pt x="5846" y="3823"/>
                    </a:lnTo>
                    <a:lnTo>
                      <a:pt x="7549" y="4466"/>
                    </a:lnTo>
                    <a:lnTo>
                      <a:pt x="7549" y="4466"/>
                    </a:lnTo>
                    <a:lnTo>
                      <a:pt x="54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18"/>
              <p:cNvSpPr/>
              <p:nvPr/>
            </p:nvSpPr>
            <p:spPr>
              <a:xfrm>
                <a:off x="1472750" y="4412931"/>
                <a:ext cx="1457837" cy="172743"/>
              </a:xfrm>
              <a:custGeom>
                <a:rect b="b" l="l" r="r" t="t"/>
                <a:pathLst>
                  <a:path extrusionOk="0" h="3585" w="30255">
                    <a:moveTo>
                      <a:pt x="1" y="1"/>
                    </a:moveTo>
                    <a:lnTo>
                      <a:pt x="1" y="310"/>
                    </a:lnTo>
                    <a:cubicBezTo>
                      <a:pt x="1" y="2108"/>
                      <a:pt x="1453" y="3584"/>
                      <a:pt x="3275" y="3584"/>
                    </a:cubicBezTo>
                    <a:lnTo>
                      <a:pt x="26980" y="3584"/>
                    </a:lnTo>
                    <a:cubicBezTo>
                      <a:pt x="28778" y="3584"/>
                      <a:pt x="30255" y="2132"/>
                      <a:pt x="30255" y="310"/>
                    </a:cubicBezTo>
                    <a:lnTo>
                      <a:pt x="30255" y="1"/>
                    </a:ln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37" name="Google Shape;6737;p118"/>
          <p:cNvGrpSpPr/>
          <p:nvPr/>
        </p:nvGrpSpPr>
        <p:grpSpPr>
          <a:xfrm>
            <a:off x="6270688" y="2609366"/>
            <a:ext cx="694913" cy="694913"/>
            <a:chOff x="4162950" y="2153250"/>
            <a:chExt cx="942000" cy="942000"/>
          </a:xfrm>
        </p:grpSpPr>
        <p:sp>
          <p:nvSpPr>
            <p:cNvPr id="6738" name="Google Shape;6738;p118"/>
            <p:cNvSpPr/>
            <p:nvPr/>
          </p:nvSpPr>
          <p:spPr>
            <a:xfrm>
              <a:off x="4162950" y="2153250"/>
              <a:ext cx="942000" cy="942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9" name="Google Shape;6739;p118"/>
            <p:cNvGrpSpPr/>
            <p:nvPr/>
          </p:nvGrpSpPr>
          <p:grpSpPr>
            <a:xfrm>
              <a:off x="4407772" y="2306891"/>
              <a:ext cx="452356" cy="634703"/>
              <a:chOff x="1219200" y="1690129"/>
              <a:chExt cx="2063667" cy="2895545"/>
            </a:xfrm>
          </p:grpSpPr>
          <p:sp>
            <p:nvSpPr>
              <p:cNvPr id="6740" name="Google Shape;6740;p118"/>
              <p:cNvSpPr/>
              <p:nvPr/>
            </p:nvSpPr>
            <p:spPr>
              <a:xfrm>
                <a:off x="1339085" y="2255824"/>
                <a:ext cx="1777978" cy="2329841"/>
              </a:xfrm>
              <a:custGeom>
                <a:rect b="b" l="l" r="r" t="t"/>
                <a:pathLst>
                  <a:path extrusionOk="0" h="48352" w="36899">
                    <a:moveTo>
                      <a:pt x="3275" y="0"/>
                    </a:moveTo>
                    <a:cubicBezTo>
                      <a:pt x="1465" y="0"/>
                      <a:pt x="1" y="1477"/>
                      <a:pt x="1" y="3274"/>
                    </a:cubicBezTo>
                    <a:lnTo>
                      <a:pt x="2751" y="45077"/>
                    </a:lnTo>
                    <a:cubicBezTo>
                      <a:pt x="2751" y="46899"/>
                      <a:pt x="4227" y="48351"/>
                      <a:pt x="6025" y="48351"/>
                    </a:cubicBezTo>
                    <a:lnTo>
                      <a:pt x="29742" y="48351"/>
                    </a:lnTo>
                    <a:cubicBezTo>
                      <a:pt x="31552" y="48351"/>
                      <a:pt x="33017" y="46875"/>
                      <a:pt x="33017" y="45077"/>
                    </a:cubicBezTo>
                    <a:lnTo>
                      <a:pt x="36898" y="3274"/>
                    </a:lnTo>
                    <a:cubicBezTo>
                      <a:pt x="36898" y="1453"/>
                      <a:pt x="35422" y="0"/>
                      <a:pt x="33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18"/>
              <p:cNvSpPr/>
              <p:nvPr/>
            </p:nvSpPr>
            <p:spPr>
              <a:xfrm>
                <a:off x="1339085" y="2255824"/>
                <a:ext cx="1777978" cy="270221"/>
              </a:xfrm>
              <a:custGeom>
                <a:rect b="b" l="l" r="r" t="t"/>
                <a:pathLst>
                  <a:path extrusionOk="0" h="5608" w="36899">
                    <a:moveTo>
                      <a:pt x="3275" y="0"/>
                    </a:moveTo>
                    <a:cubicBezTo>
                      <a:pt x="1477" y="0"/>
                      <a:pt x="1" y="1453"/>
                      <a:pt x="1" y="3274"/>
                    </a:cubicBezTo>
                    <a:lnTo>
                      <a:pt x="60" y="5608"/>
                    </a:lnTo>
                    <a:lnTo>
                      <a:pt x="36803" y="5608"/>
                    </a:lnTo>
                    <a:lnTo>
                      <a:pt x="36898" y="3274"/>
                    </a:lnTo>
                    <a:cubicBezTo>
                      <a:pt x="36898" y="1477"/>
                      <a:pt x="35434" y="0"/>
                      <a:pt x="33624" y="0"/>
                    </a:cubicBez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18"/>
              <p:cNvSpPr/>
              <p:nvPr/>
            </p:nvSpPr>
            <p:spPr>
              <a:xfrm>
                <a:off x="1344241" y="1690129"/>
                <a:ext cx="1805492" cy="686203"/>
              </a:xfrm>
              <a:custGeom>
                <a:rect b="b" l="l" r="r" t="t"/>
                <a:pathLst>
                  <a:path extrusionOk="0" h="14241" w="37470">
                    <a:moveTo>
                      <a:pt x="6097" y="1"/>
                    </a:moveTo>
                    <a:cubicBezTo>
                      <a:pt x="4359" y="1"/>
                      <a:pt x="3001" y="1048"/>
                      <a:pt x="2263" y="3465"/>
                    </a:cubicBezTo>
                    <a:lnTo>
                      <a:pt x="1" y="11061"/>
                    </a:lnTo>
                    <a:cubicBezTo>
                      <a:pt x="1" y="12812"/>
                      <a:pt x="4359" y="14240"/>
                      <a:pt x="6097" y="14240"/>
                    </a:cubicBezTo>
                    <a:lnTo>
                      <a:pt x="31374" y="14240"/>
                    </a:lnTo>
                    <a:cubicBezTo>
                      <a:pt x="33112" y="14240"/>
                      <a:pt x="37470" y="12824"/>
                      <a:pt x="37470" y="11061"/>
                    </a:cubicBezTo>
                    <a:lnTo>
                      <a:pt x="35208" y="3465"/>
                    </a:lnTo>
                    <a:cubicBezTo>
                      <a:pt x="34458" y="1048"/>
                      <a:pt x="33112" y="1"/>
                      <a:pt x="31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18"/>
              <p:cNvSpPr/>
              <p:nvPr/>
            </p:nvSpPr>
            <p:spPr>
              <a:xfrm>
                <a:off x="1445815" y="1690129"/>
                <a:ext cx="1602392" cy="191102"/>
              </a:xfrm>
              <a:custGeom>
                <a:rect b="b" l="l" r="r" t="t"/>
                <a:pathLst>
                  <a:path extrusionOk="0" h="3966" w="33255">
                    <a:moveTo>
                      <a:pt x="3989" y="1"/>
                    </a:moveTo>
                    <a:cubicBezTo>
                      <a:pt x="2251" y="1"/>
                      <a:pt x="893" y="1048"/>
                      <a:pt x="155" y="3465"/>
                    </a:cubicBezTo>
                    <a:lnTo>
                      <a:pt x="0" y="3965"/>
                    </a:lnTo>
                    <a:cubicBezTo>
                      <a:pt x="643" y="3549"/>
                      <a:pt x="1369" y="3346"/>
                      <a:pt x="2191" y="3346"/>
                    </a:cubicBezTo>
                    <a:lnTo>
                      <a:pt x="31052" y="3346"/>
                    </a:lnTo>
                    <a:cubicBezTo>
                      <a:pt x="31873" y="3346"/>
                      <a:pt x="32600" y="3549"/>
                      <a:pt x="33254" y="3965"/>
                    </a:cubicBezTo>
                    <a:lnTo>
                      <a:pt x="33100" y="3465"/>
                    </a:lnTo>
                    <a:cubicBezTo>
                      <a:pt x="32350" y="1048"/>
                      <a:pt x="31004" y="1"/>
                      <a:pt x="292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18"/>
              <p:cNvSpPr/>
              <p:nvPr/>
            </p:nvSpPr>
            <p:spPr>
              <a:xfrm>
                <a:off x="1220356" y="2188123"/>
                <a:ext cx="2062511" cy="218037"/>
              </a:xfrm>
              <a:custGeom>
                <a:rect b="b" l="l" r="r" t="t"/>
                <a:pathLst>
                  <a:path extrusionOk="0" h="4525" w="42804">
                    <a:moveTo>
                      <a:pt x="2262" y="0"/>
                    </a:moveTo>
                    <a:cubicBezTo>
                      <a:pt x="1012" y="0"/>
                      <a:pt x="0" y="1012"/>
                      <a:pt x="0" y="2262"/>
                    </a:cubicBezTo>
                    <a:cubicBezTo>
                      <a:pt x="0" y="3513"/>
                      <a:pt x="1012" y="4525"/>
                      <a:pt x="2262" y="4525"/>
                    </a:cubicBezTo>
                    <a:lnTo>
                      <a:pt x="40541" y="4525"/>
                    </a:lnTo>
                    <a:cubicBezTo>
                      <a:pt x="41791" y="4525"/>
                      <a:pt x="42803" y="3513"/>
                      <a:pt x="42803" y="2262"/>
                    </a:cubicBezTo>
                    <a:cubicBezTo>
                      <a:pt x="42803" y="1012"/>
                      <a:pt x="41791" y="0"/>
                      <a:pt x="405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18"/>
              <p:cNvSpPr/>
              <p:nvPr/>
            </p:nvSpPr>
            <p:spPr>
              <a:xfrm>
                <a:off x="1219200" y="2188123"/>
                <a:ext cx="2062511" cy="113042"/>
              </a:xfrm>
              <a:custGeom>
                <a:rect b="b" l="l" r="r" t="t"/>
                <a:pathLst>
                  <a:path extrusionOk="0" h="2346" w="42804">
                    <a:moveTo>
                      <a:pt x="2262" y="0"/>
                    </a:moveTo>
                    <a:cubicBezTo>
                      <a:pt x="1012" y="0"/>
                      <a:pt x="0" y="1012"/>
                      <a:pt x="0" y="2262"/>
                    </a:cubicBezTo>
                    <a:lnTo>
                      <a:pt x="0" y="2346"/>
                    </a:lnTo>
                    <a:lnTo>
                      <a:pt x="42803" y="2346"/>
                    </a:lnTo>
                    <a:lnTo>
                      <a:pt x="42803" y="2262"/>
                    </a:lnTo>
                    <a:cubicBezTo>
                      <a:pt x="42803" y="1012"/>
                      <a:pt x="41791" y="0"/>
                      <a:pt x="405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18"/>
              <p:cNvSpPr/>
              <p:nvPr/>
            </p:nvSpPr>
            <p:spPr>
              <a:xfrm>
                <a:off x="1524405" y="1928212"/>
                <a:ext cx="1436009" cy="259958"/>
              </a:xfrm>
              <a:custGeom>
                <a:rect b="b" l="l" r="r" t="t"/>
                <a:pathLst>
                  <a:path extrusionOk="0" h="5395" w="29802">
                    <a:moveTo>
                      <a:pt x="5251" y="1"/>
                    </a:moveTo>
                    <a:cubicBezTo>
                      <a:pt x="2346" y="1"/>
                      <a:pt x="0" y="2346"/>
                      <a:pt x="0" y="5251"/>
                    </a:cubicBezTo>
                    <a:lnTo>
                      <a:pt x="0" y="5394"/>
                    </a:lnTo>
                    <a:lnTo>
                      <a:pt x="29802" y="5394"/>
                    </a:lnTo>
                    <a:lnTo>
                      <a:pt x="29802" y="5251"/>
                    </a:lnTo>
                    <a:cubicBezTo>
                      <a:pt x="29802" y="2346"/>
                      <a:pt x="27456" y="1"/>
                      <a:pt x="245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18"/>
              <p:cNvSpPr/>
              <p:nvPr/>
            </p:nvSpPr>
            <p:spPr>
              <a:xfrm>
                <a:off x="1957542" y="2861078"/>
                <a:ext cx="270270" cy="247285"/>
              </a:xfrm>
              <a:custGeom>
                <a:rect b="b" l="l" r="r" t="t"/>
                <a:pathLst>
                  <a:path extrusionOk="0" h="5132" w="5609">
                    <a:moveTo>
                      <a:pt x="2846" y="0"/>
                    </a:moveTo>
                    <a:cubicBezTo>
                      <a:pt x="2120" y="0"/>
                      <a:pt x="1441" y="381"/>
                      <a:pt x="1048" y="1012"/>
                    </a:cubicBezTo>
                    <a:lnTo>
                      <a:pt x="1" y="2739"/>
                    </a:lnTo>
                    <a:lnTo>
                      <a:pt x="3763" y="5132"/>
                    </a:lnTo>
                    <a:lnTo>
                      <a:pt x="5608" y="1834"/>
                    </a:lnTo>
                    <a:lnTo>
                      <a:pt x="4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18"/>
              <p:cNvSpPr/>
              <p:nvPr/>
            </p:nvSpPr>
            <p:spPr>
              <a:xfrm>
                <a:off x="2173267" y="2861656"/>
                <a:ext cx="429762" cy="358593"/>
              </a:xfrm>
              <a:custGeom>
                <a:rect b="b" l="l" r="r" t="t"/>
                <a:pathLst>
                  <a:path extrusionOk="0" h="7442" w="8919">
                    <a:moveTo>
                      <a:pt x="0" y="0"/>
                    </a:moveTo>
                    <a:lnTo>
                      <a:pt x="3072" y="5834"/>
                    </a:lnTo>
                    <a:lnTo>
                      <a:pt x="1370" y="6858"/>
                    </a:lnTo>
                    <a:lnTo>
                      <a:pt x="6477" y="7441"/>
                    </a:lnTo>
                    <a:lnTo>
                      <a:pt x="8918" y="2393"/>
                    </a:lnTo>
                    <a:lnTo>
                      <a:pt x="7144" y="3286"/>
                    </a:lnTo>
                    <a:lnTo>
                      <a:pt x="5811" y="1024"/>
                    </a:lnTo>
                    <a:cubicBezTo>
                      <a:pt x="5477" y="393"/>
                      <a:pt x="4822" y="0"/>
                      <a:pt x="4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18"/>
              <p:cNvSpPr/>
              <p:nvPr/>
            </p:nvSpPr>
            <p:spPr>
              <a:xfrm>
                <a:off x="2420505" y="3208734"/>
                <a:ext cx="269113" cy="263957"/>
              </a:xfrm>
              <a:custGeom>
                <a:rect b="b" l="l" r="r" t="t"/>
                <a:pathLst>
                  <a:path extrusionOk="0" h="5478" w="5585">
                    <a:moveTo>
                      <a:pt x="4121" y="0"/>
                    </a:moveTo>
                    <a:lnTo>
                      <a:pt x="1" y="2394"/>
                    </a:lnTo>
                    <a:lnTo>
                      <a:pt x="1715" y="5477"/>
                    </a:lnTo>
                    <a:lnTo>
                      <a:pt x="4454" y="5477"/>
                    </a:lnTo>
                    <a:lnTo>
                      <a:pt x="5168" y="4322"/>
                    </a:lnTo>
                    <a:cubicBezTo>
                      <a:pt x="5573" y="3679"/>
                      <a:pt x="5585" y="2858"/>
                      <a:pt x="5216" y="2203"/>
                    </a:cubicBezTo>
                    <a:lnTo>
                      <a:pt x="412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18"/>
              <p:cNvSpPr/>
              <p:nvPr/>
            </p:nvSpPr>
            <p:spPr>
              <a:xfrm>
                <a:off x="2139971" y="3390007"/>
                <a:ext cx="495149" cy="397044"/>
              </a:xfrm>
              <a:custGeom>
                <a:rect b="b" l="l" r="r" t="t"/>
                <a:pathLst>
                  <a:path extrusionOk="0" h="8240" w="10276">
                    <a:moveTo>
                      <a:pt x="3430" y="1"/>
                    </a:moveTo>
                    <a:lnTo>
                      <a:pt x="1" y="3775"/>
                    </a:lnTo>
                    <a:lnTo>
                      <a:pt x="3430" y="8240"/>
                    </a:lnTo>
                    <a:lnTo>
                      <a:pt x="3430" y="6871"/>
                    </a:lnTo>
                    <a:lnTo>
                      <a:pt x="6168" y="6871"/>
                    </a:lnTo>
                    <a:cubicBezTo>
                      <a:pt x="6179" y="6871"/>
                      <a:pt x="6189" y="6871"/>
                      <a:pt x="6199" y="6871"/>
                    </a:cubicBezTo>
                    <a:cubicBezTo>
                      <a:pt x="6913" y="6871"/>
                      <a:pt x="7554" y="6469"/>
                      <a:pt x="7883" y="5835"/>
                    </a:cubicBezTo>
                    <a:lnTo>
                      <a:pt x="10276" y="1715"/>
                    </a:lnTo>
                    <a:lnTo>
                      <a:pt x="3430" y="1715"/>
                    </a:lnTo>
                    <a:lnTo>
                      <a:pt x="34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18"/>
              <p:cNvSpPr/>
              <p:nvPr/>
            </p:nvSpPr>
            <p:spPr>
              <a:xfrm>
                <a:off x="1851968" y="3488690"/>
                <a:ext cx="204883" cy="231240"/>
              </a:xfrm>
              <a:custGeom>
                <a:rect b="b" l="l" r="r" t="t"/>
                <a:pathLst>
                  <a:path extrusionOk="0" h="4799" w="4252">
                    <a:moveTo>
                      <a:pt x="834" y="1"/>
                    </a:moveTo>
                    <a:lnTo>
                      <a:pt x="834" y="13"/>
                    </a:lnTo>
                    <a:lnTo>
                      <a:pt x="1" y="1929"/>
                    </a:lnTo>
                    <a:lnTo>
                      <a:pt x="1037" y="3727"/>
                    </a:lnTo>
                    <a:cubicBezTo>
                      <a:pt x="1430" y="4382"/>
                      <a:pt x="2132" y="4787"/>
                      <a:pt x="2882" y="4799"/>
                    </a:cubicBezTo>
                    <a:lnTo>
                      <a:pt x="4251" y="4799"/>
                    </a:lnTo>
                    <a:lnTo>
                      <a:pt x="42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18"/>
              <p:cNvSpPr/>
              <p:nvPr/>
            </p:nvSpPr>
            <p:spPr>
              <a:xfrm>
                <a:off x="1726349" y="3125519"/>
                <a:ext cx="363749" cy="456746"/>
              </a:xfrm>
              <a:custGeom>
                <a:rect b="b" l="l" r="r" t="t"/>
                <a:pathLst>
                  <a:path extrusionOk="0" h="9479" w="7549">
                    <a:moveTo>
                      <a:pt x="5489" y="1"/>
                    </a:moveTo>
                    <a:lnTo>
                      <a:pt x="0" y="346"/>
                    </a:lnTo>
                    <a:lnTo>
                      <a:pt x="1965" y="1561"/>
                    </a:lnTo>
                    <a:lnTo>
                      <a:pt x="679" y="4121"/>
                    </a:lnTo>
                    <a:cubicBezTo>
                      <a:pt x="322" y="4763"/>
                      <a:pt x="322" y="5537"/>
                      <a:pt x="679" y="6180"/>
                    </a:cubicBezTo>
                    <a:lnTo>
                      <a:pt x="2584" y="9478"/>
                    </a:lnTo>
                    <a:lnTo>
                      <a:pt x="3310" y="8252"/>
                    </a:lnTo>
                    <a:lnTo>
                      <a:pt x="5846" y="3823"/>
                    </a:lnTo>
                    <a:lnTo>
                      <a:pt x="7549" y="4466"/>
                    </a:lnTo>
                    <a:lnTo>
                      <a:pt x="7549" y="4466"/>
                    </a:lnTo>
                    <a:lnTo>
                      <a:pt x="54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18"/>
              <p:cNvSpPr/>
              <p:nvPr/>
            </p:nvSpPr>
            <p:spPr>
              <a:xfrm>
                <a:off x="1472750" y="4412931"/>
                <a:ext cx="1457837" cy="172743"/>
              </a:xfrm>
              <a:custGeom>
                <a:rect b="b" l="l" r="r" t="t"/>
                <a:pathLst>
                  <a:path extrusionOk="0" h="3585" w="30255">
                    <a:moveTo>
                      <a:pt x="1" y="1"/>
                    </a:moveTo>
                    <a:lnTo>
                      <a:pt x="1" y="310"/>
                    </a:lnTo>
                    <a:cubicBezTo>
                      <a:pt x="1" y="2108"/>
                      <a:pt x="1453" y="3584"/>
                      <a:pt x="3275" y="3584"/>
                    </a:cubicBezTo>
                    <a:lnTo>
                      <a:pt x="26980" y="3584"/>
                    </a:lnTo>
                    <a:cubicBezTo>
                      <a:pt x="28778" y="3584"/>
                      <a:pt x="30255" y="2132"/>
                      <a:pt x="30255" y="310"/>
                    </a:cubicBezTo>
                    <a:lnTo>
                      <a:pt x="30255" y="1"/>
                    </a:ln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54" name="Google Shape;6754;p118"/>
          <p:cNvGrpSpPr/>
          <p:nvPr/>
        </p:nvGrpSpPr>
        <p:grpSpPr>
          <a:xfrm>
            <a:off x="5420282" y="2909573"/>
            <a:ext cx="461768" cy="461768"/>
            <a:chOff x="4162950" y="2153250"/>
            <a:chExt cx="942000" cy="942000"/>
          </a:xfrm>
        </p:grpSpPr>
        <p:sp>
          <p:nvSpPr>
            <p:cNvPr id="6755" name="Google Shape;6755;p118"/>
            <p:cNvSpPr/>
            <p:nvPr/>
          </p:nvSpPr>
          <p:spPr>
            <a:xfrm>
              <a:off x="4162950" y="2153250"/>
              <a:ext cx="942000" cy="942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6" name="Google Shape;6756;p118"/>
            <p:cNvGrpSpPr/>
            <p:nvPr/>
          </p:nvGrpSpPr>
          <p:grpSpPr>
            <a:xfrm>
              <a:off x="4407772" y="2306891"/>
              <a:ext cx="452356" cy="634703"/>
              <a:chOff x="1219200" y="1690129"/>
              <a:chExt cx="2063667" cy="2895545"/>
            </a:xfrm>
          </p:grpSpPr>
          <p:sp>
            <p:nvSpPr>
              <p:cNvPr id="6757" name="Google Shape;6757;p118"/>
              <p:cNvSpPr/>
              <p:nvPr/>
            </p:nvSpPr>
            <p:spPr>
              <a:xfrm>
                <a:off x="1339085" y="2255824"/>
                <a:ext cx="1777978" cy="2329841"/>
              </a:xfrm>
              <a:custGeom>
                <a:rect b="b" l="l" r="r" t="t"/>
                <a:pathLst>
                  <a:path extrusionOk="0" h="48352" w="36899">
                    <a:moveTo>
                      <a:pt x="3275" y="0"/>
                    </a:moveTo>
                    <a:cubicBezTo>
                      <a:pt x="1465" y="0"/>
                      <a:pt x="1" y="1477"/>
                      <a:pt x="1" y="3274"/>
                    </a:cubicBezTo>
                    <a:lnTo>
                      <a:pt x="2751" y="45077"/>
                    </a:lnTo>
                    <a:cubicBezTo>
                      <a:pt x="2751" y="46899"/>
                      <a:pt x="4227" y="48351"/>
                      <a:pt x="6025" y="48351"/>
                    </a:cubicBezTo>
                    <a:lnTo>
                      <a:pt x="29742" y="48351"/>
                    </a:lnTo>
                    <a:cubicBezTo>
                      <a:pt x="31552" y="48351"/>
                      <a:pt x="33017" y="46875"/>
                      <a:pt x="33017" y="45077"/>
                    </a:cubicBezTo>
                    <a:lnTo>
                      <a:pt x="36898" y="3274"/>
                    </a:lnTo>
                    <a:cubicBezTo>
                      <a:pt x="36898" y="1453"/>
                      <a:pt x="35422" y="0"/>
                      <a:pt x="33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18"/>
              <p:cNvSpPr/>
              <p:nvPr/>
            </p:nvSpPr>
            <p:spPr>
              <a:xfrm>
                <a:off x="1339085" y="2255824"/>
                <a:ext cx="1777978" cy="270221"/>
              </a:xfrm>
              <a:custGeom>
                <a:rect b="b" l="l" r="r" t="t"/>
                <a:pathLst>
                  <a:path extrusionOk="0" h="5608" w="36899">
                    <a:moveTo>
                      <a:pt x="3275" y="0"/>
                    </a:moveTo>
                    <a:cubicBezTo>
                      <a:pt x="1477" y="0"/>
                      <a:pt x="1" y="1453"/>
                      <a:pt x="1" y="3274"/>
                    </a:cubicBezTo>
                    <a:lnTo>
                      <a:pt x="60" y="5608"/>
                    </a:lnTo>
                    <a:lnTo>
                      <a:pt x="36803" y="5608"/>
                    </a:lnTo>
                    <a:lnTo>
                      <a:pt x="36898" y="3274"/>
                    </a:lnTo>
                    <a:cubicBezTo>
                      <a:pt x="36898" y="1477"/>
                      <a:pt x="35434" y="0"/>
                      <a:pt x="33624" y="0"/>
                    </a:cubicBez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18"/>
              <p:cNvSpPr/>
              <p:nvPr/>
            </p:nvSpPr>
            <p:spPr>
              <a:xfrm>
                <a:off x="1344241" y="1690129"/>
                <a:ext cx="1805492" cy="686203"/>
              </a:xfrm>
              <a:custGeom>
                <a:rect b="b" l="l" r="r" t="t"/>
                <a:pathLst>
                  <a:path extrusionOk="0" h="14241" w="37470">
                    <a:moveTo>
                      <a:pt x="6097" y="1"/>
                    </a:moveTo>
                    <a:cubicBezTo>
                      <a:pt x="4359" y="1"/>
                      <a:pt x="3001" y="1048"/>
                      <a:pt x="2263" y="3465"/>
                    </a:cubicBezTo>
                    <a:lnTo>
                      <a:pt x="1" y="11061"/>
                    </a:lnTo>
                    <a:cubicBezTo>
                      <a:pt x="1" y="12812"/>
                      <a:pt x="4359" y="14240"/>
                      <a:pt x="6097" y="14240"/>
                    </a:cubicBezTo>
                    <a:lnTo>
                      <a:pt x="31374" y="14240"/>
                    </a:lnTo>
                    <a:cubicBezTo>
                      <a:pt x="33112" y="14240"/>
                      <a:pt x="37470" y="12824"/>
                      <a:pt x="37470" y="11061"/>
                    </a:cubicBezTo>
                    <a:lnTo>
                      <a:pt x="35208" y="3465"/>
                    </a:lnTo>
                    <a:cubicBezTo>
                      <a:pt x="34458" y="1048"/>
                      <a:pt x="33112" y="1"/>
                      <a:pt x="31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18"/>
              <p:cNvSpPr/>
              <p:nvPr/>
            </p:nvSpPr>
            <p:spPr>
              <a:xfrm>
                <a:off x="1445815" y="1690129"/>
                <a:ext cx="1602392" cy="191102"/>
              </a:xfrm>
              <a:custGeom>
                <a:rect b="b" l="l" r="r" t="t"/>
                <a:pathLst>
                  <a:path extrusionOk="0" h="3966" w="33255">
                    <a:moveTo>
                      <a:pt x="3989" y="1"/>
                    </a:moveTo>
                    <a:cubicBezTo>
                      <a:pt x="2251" y="1"/>
                      <a:pt x="893" y="1048"/>
                      <a:pt x="155" y="3465"/>
                    </a:cubicBezTo>
                    <a:lnTo>
                      <a:pt x="0" y="3965"/>
                    </a:lnTo>
                    <a:cubicBezTo>
                      <a:pt x="643" y="3549"/>
                      <a:pt x="1369" y="3346"/>
                      <a:pt x="2191" y="3346"/>
                    </a:cubicBezTo>
                    <a:lnTo>
                      <a:pt x="31052" y="3346"/>
                    </a:lnTo>
                    <a:cubicBezTo>
                      <a:pt x="31873" y="3346"/>
                      <a:pt x="32600" y="3549"/>
                      <a:pt x="33254" y="3965"/>
                    </a:cubicBezTo>
                    <a:lnTo>
                      <a:pt x="33100" y="3465"/>
                    </a:lnTo>
                    <a:cubicBezTo>
                      <a:pt x="32350" y="1048"/>
                      <a:pt x="31004" y="1"/>
                      <a:pt x="292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18"/>
              <p:cNvSpPr/>
              <p:nvPr/>
            </p:nvSpPr>
            <p:spPr>
              <a:xfrm>
                <a:off x="1220356" y="2188123"/>
                <a:ext cx="2062511" cy="218037"/>
              </a:xfrm>
              <a:custGeom>
                <a:rect b="b" l="l" r="r" t="t"/>
                <a:pathLst>
                  <a:path extrusionOk="0" h="4525" w="42804">
                    <a:moveTo>
                      <a:pt x="2262" y="0"/>
                    </a:moveTo>
                    <a:cubicBezTo>
                      <a:pt x="1012" y="0"/>
                      <a:pt x="0" y="1012"/>
                      <a:pt x="0" y="2262"/>
                    </a:cubicBezTo>
                    <a:cubicBezTo>
                      <a:pt x="0" y="3513"/>
                      <a:pt x="1012" y="4525"/>
                      <a:pt x="2262" y="4525"/>
                    </a:cubicBezTo>
                    <a:lnTo>
                      <a:pt x="40541" y="4525"/>
                    </a:lnTo>
                    <a:cubicBezTo>
                      <a:pt x="41791" y="4525"/>
                      <a:pt x="42803" y="3513"/>
                      <a:pt x="42803" y="2262"/>
                    </a:cubicBezTo>
                    <a:cubicBezTo>
                      <a:pt x="42803" y="1012"/>
                      <a:pt x="41791" y="0"/>
                      <a:pt x="405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18"/>
              <p:cNvSpPr/>
              <p:nvPr/>
            </p:nvSpPr>
            <p:spPr>
              <a:xfrm>
                <a:off x="1219200" y="2188123"/>
                <a:ext cx="2062511" cy="113042"/>
              </a:xfrm>
              <a:custGeom>
                <a:rect b="b" l="l" r="r" t="t"/>
                <a:pathLst>
                  <a:path extrusionOk="0" h="2346" w="42804">
                    <a:moveTo>
                      <a:pt x="2262" y="0"/>
                    </a:moveTo>
                    <a:cubicBezTo>
                      <a:pt x="1012" y="0"/>
                      <a:pt x="0" y="1012"/>
                      <a:pt x="0" y="2262"/>
                    </a:cubicBezTo>
                    <a:lnTo>
                      <a:pt x="0" y="2346"/>
                    </a:lnTo>
                    <a:lnTo>
                      <a:pt x="42803" y="2346"/>
                    </a:lnTo>
                    <a:lnTo>
                      <a:pt x="42803" y="2262"/>
                    </a:lnTo>
                    <a:cubicBezTo>
                      <a:pt x="42803" y="1012"/>
                      <a:pt x="41791" y="0"/>
                      <a:pt x="405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18"/>
              <p:cNvSpPr/>
              <p:nvPr/>
            </p:nvSpPr>
            <p:spPr>
              <a:xfrm>
                <a:off x="1524405" y="1928212"/>
                <a:ext cx="1436009" cy="259958"/>
              </a:xfrm>
              <a:custGeom>
                <a:rect b="b" l="l" r="r" t="t"/>
                <a:pathLst>
                  <a:path extrusionOk="0" h="5395" w="29802">
                    <a:moveTo>
                      <a:pt x="5251" y="1"/>
                    </a:moveTo>
                    <a:cubicBezTo>
                      <a:pt x="2346" y="1"/>
                      <a:pt x="0" y="2346"/>
                      <a:pt x="0" y="5251"/>
                    </a:cubicBezTo>
                    <a:lnTo>
                      <a:pt x="0" y="5394"/>
                    </a:lnTo>
                    <a:lnTo>
                      <a:pt x="29802" y="5394"/>
                    </a:lnTo>
                    <a:lnTo>
                      <a:pt x="29802" y="5251"/>
                    </a:lnTo>
                    <a:cubicBezTo>
                      <a:pt x="29802" y="2346"/>
                      <a:pt x="27456" y="1"/>
                      <a:pt x="245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18"/>
              <p:cNvSpPr/>
              <p:nvPr/>
            </p:nvSpPr>
            <p:spPr>
              <a:xfrm>
                <a:off x="1957542" y="2861078"/>
                <a:ext cx="270270" cy="247285"/>
              </a:xfrm>
              <a:custGeom>
                <a:rect b="b" l="l" r="r" t="t"/>
                <a:pathLst>
                  <a:path extrusionOk="0" h="5132" w="5609">
                    <a:moveTo>
                      <a:pt x="2846" y="0"/>
                    </a:moveTo>
                    <a:cubicBezTo>
                      <a:pt x="2120" y="0"/>
                      <a:pt x="1441" y="381"/>
                      <a:pt x="1048" y="1012"/>
                    </a:cubicBezTo>
                    <a:lnTo>
                      <a:pt x="1" y="2739"/>
                    </a:lnTo>
                    <a:lnTo>
                      <a:pt x="3763" y="5132"/>
                    </a:lnTo>
                    <a:lnTo>
                      <a:pt x="5608" y="1834"/>
                    </a:lnTo>
                    <a:lnTo>
                      <a:pt x="4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18"/>
              <p:cNvSpPr/>
              <p:nvPr/>
            </p:nvSpPr>
            <p:spPr>
              <a:xfrm>
                <a:off x="2173267" y="2861656"/>
                <a:ext cx="429762" cy="358593"/>
              </a:xfrm>
              <a:custGeom>
                <a:rect b="b" l="l" r="r" t="t"/>
                <a:pathLst>
                  <a:path extrusionOk="0" h="7442" w="8919">
                    <a:moveTo>
                      <a:pt x="0" y="0"/>
                    </a:moveTo>
                    <a:lnTo>
                      <a:pt x="3072" y="5834"/>
                    </a:lnTo>
                    <a:lnTo>
                      <a:pt x="1370" y="6858"/>
                    </a:lnTo>
                    <a:lnTo>
                      <a:pt x="6477" y="7441"/>
                    </a:lnTo>
                    <a:lnTo>
                      <a:pt x="8918" y="2393"/>
                    </a:lnTo>
                    <a:lnTo>
                      <a:pt x="7144" y="3286"/>
                    </a:lnTo>
                    <a:lnTo>
                      <a:pt x="5811" y="1024"/>
                    </a:lnTo>
                    <a:cubicBezTo>
                      <a:pt x="5477" y="393"/>
                      <a:pt x="4822" y="0"/>
                      <a:pt x="4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18"/>
              <p:cNvSpPr/>
              <p:nvPr/>
            </p:nvSpPr>
            <p:spPr>
              <a:xfrm>
                <a:off x="2420505" y="3208734"/>
                <a:ext cx="269113" cy="263957"/>
              </a:xfrm>
              <a:custGeom>
                <a:rect b="b" l="l" r="r" t="t"/>
                <a:pathLst>
                  <a:path extrusionOk="0" h="5478" w="5585">
                    <a:moveTo>
                      <a:pt x="4121" y="0"/>
                    </a:moveTo>
                    <a:lnTo>
                      <a:pt x="1" y="2394"/>
                    </a:lnTo>
                    <a:lnTo>
                      <a:pt x="1715" y="5477"/>
                    </a:lnTo>
                    <a:lnTo>
                      <a:pt x="4454" y="5477"/>
                    </a:lnTo>
                    <a:lnTo>
                      <a:pt x="5168" y="4322"/>
                    </a:lnTo>
                    <a:cubicBezTo>
                      <a:pt x="5573" y="3679"/>
                      <a:pt x="5585" y="2858"/>
                      <a:pt x="5216" y="2203"/>
                    </a:cubicBezTo>
                    <a:lnTo>
                      <a:pt x="412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18"/>
              <p:cNvSpPr/>
              <p:nvPr/>
            </p:nvSpPr>
            <p:spPr>
              <a:xfrm>
                <a:off x="2139971" y="3390007"/>
                <a:ext cx="495149" cy="397044"/>
              </a:xfrm>
              <a:custGeom>
                <a:rect b="b" l="l" r="r" t="t"/>
                <a:pathLst>
                  <a:path extrusionOk="0" h="8240" w="10276">
                    <a:moveTo>
                      <a:pt x="3430" y="1"/>
                    </a:moveTo>
                    <a:lnTo>
                      <a:pt x="1" y="3775"/>
                    </a:lnTo>
                    <a:lnTo>
                      <a:pt x="3430" y="8240"/>
                    </a:lnTo>
                    <a:lnTo>
                      <a:pt x="3430" y="6871"/>
                    </a:lnTo>
                    <a:lnTo>
                      <a:pt x="6168" y="6871"/>
                    </a:lnTo>
                    <a:cubicBezTo>
                      <a:pt x="6179" y="6871"/>
                      <a:pt x="6189" y="6871"/>
                      <a:pt x="6199" y="6871"/>
                    </a:cubicBezTo>
                    <a:cubicBezTo>
                      <a:pt x="6913" y="6871"/>
                      <a:pt x="7554" y="6469"/>
                      <a:pt x="7883" y="5835"/>
                    </a:cubicBezTo>
                    <a:lnTo>
                      <a:pt x="10276" y="1715"/>
                    </a:lnTo>
                    <a:lnTo>
                      <a:pt x="3430" y="1715"/>
                    </a:lnTo>
                    <a:lnTo>
                      <a:pt x="34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18"/>
              <p:cNvSpPr/>
              <p:nvPr/>
            </p:nvSpPr>
            <p:spPr>
              <a:xfrm>
                <a:off x="1851968" y="3488690"/>
                <a:ext cx="204883" cy="231240"/>
              </a:xfrm>
              <a:custGeom>
                <a:rect b="b" l="l" r="r" t="t"/>
                <a:pathLst>
                  <a:path extrusionOk="0" h="4799" w="4252">
                    <a:moveTo>
                      <a:pt x="834" y="1"/>
                    </a:moveTo>
                    <a:lnTo>
                      <a:pt x="834" y="13"/>
                    </a:lnTo>
                    <a:lnTo>
                      <a:pt x="1" y="1929"/>
                    </a:lnTo>
                    <a:lnTo>
                      <a:pt x="1037" y="3727"/>
                    </a:lnTo>
                    <a:cubicBezTo>
                      <a:pt x="1430" y="4382"/>
                      <a:pt x="2132" y="4787"/>
                      <a:pt x="2882" y="4799"/>
                    </a:cubicBezTo>
                    <a:lnTo>
                      <a:pt x="4251" y="4799"/>
                    </a:lnTo>
                    <a:lnTo>
                      <a:pt x="42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18"/>
              <p:cNvSpPr/>
              <p:nvPr/>
            </p:nvSpPr>
            <p:spPr>
              <a:xfrm>
                <a:off x="1726349" y="3125519"/>
                <a:ext cx="363749" cy="456746"/>
              </a:xfrm>
              <a:custGeom>
                <a:rect b="b" l="l" r="r" t="t"/>
                <a:pathLst>
                  <a:path extrusionOk="0" h="9479" w="7549">
                    <a:moveTo>
                      <a:pt x="5489" y="1"/>
                    </a:moveTo>
                    <a:lnTo>
                      <a:pt x="0" y="346"/>
                    </a:lnTo>
                    <a:lnTo>
                      <a:pt x="1965" y="1561"/>
                    </a:lnTo>
                    <a:lnTo>
                      <a:pt x="679" y="4121"/>
                    </a:lnTo>
                    <a:cubicBezTo>
                      <a:pt x="322" y="4763"/>
                      <a:pt x="322" y="5537"/>
                      <a:pt x="679" y="6180"/>
                    </a:cubicBezTo>
                    <a:lnTo>
                      <a:pt x="2584" y="9478"/>
                    </a:lnTo>
                    <a:lnTo>
                      <a:pt x="3310" y="8252"/>
                    </a:lnTo>
                    <a:lnTo>
                      <a:pt x="5846" y="3823"/>
                    </a:lnTo>
                    <a:lnTo>
                      <a:pt x="7549" y="4466"/>
                    </a:lnTo>
                    <a:lnTo>
                      <a:pt x="7549" y="4466"/>
                    </a:lnTo>
                    <a:lnTo>
                      <a:pt x="54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18"/>
              <p:cNvSpPr/>
              <p:nvPr/>
            </p:nvSpPr>
            <p:spPr>
              <a:xfrm>
                <a:off x="1472750" y="4412931"/>
                <a:ext cx="1457837" cy="172743"/>
              </a:xfrm>
              <a:custGeom>
                <a:rect b="b" l="l" r="r" t="t"/>
                <a:pathLst>
                  <a:path extrusionOk="0" h="3585" w="30255">
                    <a:moveTo>
                      <a:pt x="1" y="1"/>
                    </a:moveTo>
                    <a:lnTo>
                      <a:pt x="1" y="310"/>
                    </a:lnTo>
                    <a:cubicBezTo>
                      <a:pt x="1" y="2108"/>
                      <a:pt x="1453" y="3584"/>
                      <a:pt x="3275" y="3584"/>
                    </a:cubicBezTo>
                    <a:lnTo>
                      <a:pt x="26980" y="3584"/>
                    </a:lnTo>
                    <a:cubicBezTo>
                      <a:pt x="28778" y="3584"/>
                      <a:pt x="30255" y="2132"/>
                      <a:pt x="30255" y="310"/>
                    </a:cubicBezTo>
                    <a:lnTo>
                      <a:pt x="30255" y="1"/>
                    </a:ln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771" name="Google Shape;6771;p118"/>
          <p:cNvSpPr/>
          <p:nvPr/>
        </p:nvSpPr>
        <p:spPr>
          <a:xfrm>
            <a:off x="5909150" y="2338163"/>
            <a:ext cx="271200" cy="271200"/>
          </a:xfrm>
          <a:prstGeom prst="ellipse">
            <a:avLst/>
          </a:pr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18"/>
          <p:cNvSpPr txBox="1"/>
          <p:nvPr/>
        </p:nvSpPr>
        <p:spPr>
          <a:xfrm>
            <a:off x="1205551" y="1359075"/>
            <a:ext cx="23349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accent4"/>
                </a:solidFill>
                <a:latin typeface="Londrina Solid Black"/>
                <a:ea typeface="Londrina Solid Black"/>
                <a:cs typeface="Londrina Solid Black"/>
                <a:sym typeface="Londrina Solid Black"/>
              </a:rPr>
              <a:t>80%</a:t>
            </a:r>
            <a:endParaRPr sz="1800">
              <a:solidFill>
                <a:schemeClr val="accent4"/>
              </a:solidFill>
              <a:latin typeface="Londrina Solid Black"/>
              <a:ea typeface="Londrina Solid Black"/>
              <a:cs typeface="Londrina Solid Black"/>
              <a:sym typeface="Londrina Solid Black"/>
            </a:endParaRPr>
          </a:p>
        </p:txBody>
      </p:sp>
      <p:sp>
        <p:nvSpPr>
          <p:cNvPr id="6773" name="Google Shape;6773;p118"/>
          <p:cNvSpPr txBox="1"/>
          <p:nvPr/>
        </p:nvSpPr>
        <p:spPr>
          <a:xfrm>
            <a:off x="1205550" y="1989600"/>
            <a:ext cx="2334900" cy="67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Hind"/>
                <a:ea typeface="Hind"/>
                <a:cs typeface="Hind"/>
                <a:sym typeface="Hind"/>
              </a:rPr>
              <a:t>Mercury is the closest planet to the Sun</a:t>
            </a:r>
            <a:endParaRPr sz="1600">
              <a:solidFill>
                <a:schemeClr val="dk2"/>
              </a:solidFill>
              <a:latin typeface="Hind"/>
              <a:ea typeface="Hind"/>
              <a:cs typeface="Hind"/>
              <a:sym typeface="Hind"/>
            </a:endParaRPr>
          </a:p>
        </p:txBody>
      </p:sp>
      <p:sp>
        <p:nvSpPr>
          <p:cNvPr id="6774" name="Google Shape;6774;p118"/>
          <p:cNvSpPr txBox="1"/>
          <p:nvPr/>
        </p:nvSpPr>
        <p:spPr>
          <a:xfrm>
            <a:off x="1205551" y="1646375"/>
            <a:ext cx="23349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accent4"/>
                </a:solidFill>
                <a:latin typeface="Londrina Solid Black"/>
                <a:ea typeface="Londrina Solid Black"/>
                <a:cs typeface="Londrina Solid Black"/>
                <a:sym typeface="Londrina Solid Black"/>
              </a:rPr>
              <a:t>MERCURY</a:t>
            </a:r>
            <a:endParaRPr sz="1800">
              <a:solidFill>
                <a:schemeClr val="accent4"/>
              </a:solidFill>
              <a:latin typeface="Londrina Solid Black"/>
              <a:ea typeface="Londrina Solid Black"/>
              <a:cs typeface="Londrina Solid Black"/>
              <a:sym typeface="Londrina Solid Black"/>
            </a:endParaRPr>
          </a:p>
        </p:txBody>
      </p:sp>
      <p:sp>
        <p:nvSpPr>
          <p:cNvPr id="6775" name="Google Shape;6775;p118"/>
          <p:cNvSpPr/>
          <p:nvPr/>
        </p:nvSpPr>
        <p:spPr>
          <a:xfrm>
            <a:off x="891375" y="1459200"/>
            <a:ext cx="276300" cy="276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18"/>
          <p:cNvSpPr txBox="1"/>
          <p:nvPr/>
        </p:nvSpPr>
        <p:spPr>
          <a:xfrm>
            <a:off x="1205551" y="2909575"/>
            <a:ext cx="23349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accent4"/>
                </a:solidFill>
                <a:latin typeface="Londrina Solid Black"/>
                <a:ea typeface="Londrina Solid Black"/>
                <a:cs typeface="Londrina Solid Black"/>
                <a:sym typeface="Londrina Solid Black"/>
              </a:rPr>
              <a:t>20%</a:t>
            </a:r>
            <a:endParaRPr sz="1800">
              <a:solidFill>
                <a:schemeClr val="accent4"/>
              </a:solidFill>
              <a:latin typeface="Londrina Solid Black"/>
              <a:ea typeface="Londrina Solid Black"/>
              <a:cs typeface="Londrina Solid Black"/>
              <a:sym typeface="Londrina Solid Black"/>
            </a:endParaRPr>
          </a:p>
        </p:txBody>
      </p:sp>
      <p:sp>
        <p:nvSpPr>
          <p:cNvPr id="6777" name="Google Shape;6777;p118"/>
          <p:cNvSpPr txBox="1"/>
          <p:nvPr/>
        </p:nvSpPr>
        <p:spPr>
          <a:xfrm>
            <a:off x="1205550" y="3540100"/>
            <a:ext cx="2334900" cy="67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Hind"/>
                <a:ea typeface="Hind"/>
                <a:cs typeface="Hind"/>
                <a:sym typeface="Hind"/>
              </a:rPr>
              <a:t>Neptune is the farthest planet from the Sun</a:t>
            </a:r>
            <a:endParaRPr sz="1600">
              <a:solidFill>
                <a:schemeClr val="dk2"/>
              </a:solidFill>
              <a:latin typeface="Hind"/>
              <a:ea typeface="Hind"/>
              <a:cs typeface="Hind"/>
              <a:sym typeface="Hind"/>
            </a:endParaRPr>
          </a:p>
        </p:txBody>
      </p:sp>
      <p:sp>
        <p:nvSpPr>
          <p:cNvPr id="6778" name="Google Shape;6778;p118"/>
          <p:cNvSpPr txBox="1"/>
          <p:nvPr/>
        </p:nvSpPr>
        <p:spPr>
          <a:xfrm>
            <a:off x="1205551" y="3196875"/>
            <a:ext cx="23349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accent4"/>
                </a:solidFill>
                <a:latin typeface="Londrina Solid Black"/>
                <a:ea typeface="Londrina Solid Black"/>
                <a:cs typeface="Londrina Solid Black"/>
                <a:sym typeface="Londrina Solid Black"/>
              </a:rPr>
              <a:t>NEPTUNE</a:t>
            </a:r>
            <a:endParaRPr sz="1800">
              <a:solidFill>
                <a:schemeClr val="accent4"/>
              </a:solidFill>
              <a:latin typeface="Londrina Solid Black"/>
              <a:ea typeface="Londrina Solid Black"/>
              <a:cs typeface="Londrina Solid Black"/>
              <a:sym typeface="Londrina Solid Black"/>
            </a:endParaRPr>
          </a:p>
        </p:txBody>
      </p:sp>
      <p:sp>
        <p:nvSpPr>
          <p:cNvPr id="6779" name="Google Shape;6779;p118"/>
          <p:cNvSpPr/>
          <p:nvPr/>
        </p:nvSpPr>
        <p:spPr>
          <a:xfrm>
            <a:off x="891375" y="3009700"/>
            <a:ext cx="276300" cy="276300"/>
          </a:xfrm>
          <a:prstGeom prst="ellipse">
            <a:avLst/>
          </a:pr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83" name="Shape 6783"/>
        <p:cNvGrpSpPr/>
        <p:nvPr/>
      </p:nvGrpSpPr>
      <p:grpSpPr>
        <a:xfrm>
          <a:off x="0" y="0"/>
          <a:ext cx="0" cy="0"/>
          <a:chOff x="0" y="0"/>
          <a:chExt cx="0" cy="0"/>
        </a:xfrm>
      </p:grpSpPr>
      <p:pic>
        <p:nvPicPr>
          <p:cNvPr id="6784" name="Google Shape;6784;p119"/>
          <p:cNvPicPr preferRelativeResize="0"/>
          <p:nvPr/>
        </p:nvPicPr>
        <p:blipFill rotWithShape="1">
          <a:blip r:embed="rId3">
            <a:alphaModFix/>
          </a:blip>
          <a:srcRect b="0" l="5662" r="3013" t="0"/>
          <a:stretch/>
        </p:blipFill>
        <p:spPr>
          <a:xfrm>
            <a:off x="821900" y="637275"/>
            <a:ext cx="3699149" cy="2278476"/>
          </a:xfrm>
          <a:prstGeom prst="rect">
            <a:avLst/>
          </a:prstGeom>
          <a:noFill/>
          <a:ln>
            <a:noFill/>
          </a:ln>
        </p:spPr>
      </p:pic>
      <p:sp>
        <p:nvSpPr>
          <p:cNvPr id="6785" name="Google Shape;6785;p119"/>
          <p:cNvSpPr txBox="1"/>
          <p:nvPr>
            <p:ph type="title"/>
          </p:nvPr>
        </p:nvSpPr>
        <p:spPr>
          <a:xfrm>
            <a:off x="5389425" y="2371525"/>
            <a:ext cx="3040200" cy="64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DESKTOP SOFTWARE</a:t>
            </a:r>
            <a:endParaRPr/>
          </a:p>
        </p:txBody>
      </p:sp>
      <p:sp>
        <p:nvSpPr>
          <p:cNvPr id="6786" name="Google Shape;6786;p119"/>
          <p:cNvSpPr txBox="1"/>
          <p:nvPr>
            <p:ph idx="1" type="subTitle"/>
          </p:nvPr>
        </p:nvSpPr>
        <p:spPr>
          <a:xfrm>
            <a:off x="5390525" y="3018025"/>
            <a:ext cx="3040200" cy="141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Right-click on it and then choose "Replace image" so you</a:t>
            </a:r>
            <a:r>
              <a:rPr lang="en"/>
              <a:t> </a:t>
            </a:r>
            <a:r>
              <a:rPr lang="en"/>
              <a:t>can</a:t>
            </a:r>
            <a:endParaRPr/>
          </a:p>
          <a:p>
            <a:pPr indent="0" lvl="0" marL="0" rtl="0" algn="l">
              <a:spcBef>
                <a:spcPts val="0"/>
              </a:spcBef>
              <a:spcAft>
                <a:spcPts val="0"/>
              </a:spcAft>
              <a:buNone/>
            </a:pPr>
            <a:r>
              <a:rPr lang="en"/>
              <a:t>add yours</a:t>
            </a:r>
            <a:endParaRPr/>
          </a:p>
        </p:txBody>
      </p:sp>
      <p:grpSp>
        <p:nvGrpSpPr>
          <p:cNvPr id="6787" name="Google Shape;6787;p119"/>
          <p:cNvGrpSpPr/>
          <p:nvPr/>
        </p:nvGrpSpPr>
        <p:grpSpPr>
          <a:xfrm>
            <a:off x="713409" y="539386"/>
            <a:ext cx="3891167" cy="2949220"/>
            <a:chOff x="713409" y="1097136"/>
            <a:chExt cx="3891167" cy="2949220"/>
          </a:xfrm>
        </p:grpSpPr>
        <p:sp>
          <p:nvSpPr>
            <p:cNvPr id="6788" name="Google Shape;6788;p119"/>
            <p:cNvSpPr/>
            <p:nvPr/>
          </p:nvSpPr>
          <p:spPr>
            <a:xfrm>
              <a:off x="2243875" y="3527623"/>
              <a:ext cx="830099" cy="518714"/>
            </a:xfrm>
            <a:custGeom>
              <a:rect b="b" l="l" r="r" t="t"/>
              <a:pathLst>
                <a:path extrusionOk="0" h="4194" w="7199">
                  <a:moveTo>
                    <a:pt x="1" y="1"/>
                  </a:moveTo>
                  <a:lnTo>
                    <a:pt x="1" y="4194"/>
                  </a:lnTo>
                  <a:lnTo>
                    <a:pt x="7198" y="4194"/>
                  </a:lnTo>
                  <a:lnTo>
                    <a:pt x="71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19"/>
            <p:cNvSpPr/>
            <p:nvPr/>
          </p:nvSpPr>
          <p:spPr>
            <a:xfrm>
              <a:off x="2006583" y="4003807"/>
              <a:ext cx="1305742" cy="42548"/>
            </a:xfrm>
            <a:custGeom>
              <a:rect b="b" l="l" r="r" t="t"/>
              <a:pathLst>
                <a:path extrusionOk="0" h="369" w="11324">
                  <a:moveTo>
                    <a:pt x="67" y="0"/>
                  </a:moveTo>
                  <a:cubicBezTo>
                    <a:pt x="25" y="0"/>
                    <a:pt x="0" y="34"/>
                    <a:pt x="0" y="67"/>
                  </a:cubicBezTo>
                  <a:lnTo>
                    <a:pt x="0" y="293"/>
                  </a:lnTo>
                  <a:cubicBezTo>
                    <a:pt x="0" y="335"/>
                    <a:pt x="25" y="369"/>
                    <a:pt x="67" y="369"/>
                  </a:cubicBezTo>
                  <a:lnTo>
                    <a:pt x="11248" y="369"/>
                  </a:lnTo>
                  <a:cubicBezTo>
                    <a:pt x="11290" y="369"/>
                    <a:pt x="11324" y="335"/>
                    <a:pt x="11324" y="293"/>
                  </a:cubicBezTo>
                  <a:lnTo>
                    <a:pt x="11324" y="67"/>
                  </a:lnTo>
                  <a:cubicBezTo>
                    <a:pt x="11324" y="34"/>
                    <a:pt x="11290" y="0"/>
                    <a:pt x="112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19"/>
            <p:cNvSpPr/>
            <p:nvPr/>
          </p:nvSpPr>
          <p:spPr>
            <a:xfrm>
              <a:off x="713409" y="1097136"/>
              <a:ext cx="3891167" cy="2465736"/>
            </a:xfrm>
            <a:custGeom>
              <a:rect b="b" l="l" r="r" t="t"/>
              <a:pathLst>
                <a:path extrusionOk="0" h="21384" w="33746">
                  <a:moveTo>
                    <a:pt x="32548" y="1021"/>
                  </a:moveTo>
                  <a:lnTo>
                    <a:pt x="32548" y="20362"/>
                  </a:lnTo>
                  <a:lnTo>
                    <a:pt x="1197" y="20362"/>
                  </a:lnTo>
                  <a:lnTo>
                    <a:pt x="1197" y="1021"/>
                  </a:lnTo>
                  <a:close/>
                  <a:moveTo>
                    <a:pt x="477" y="0"/>
                  </a:moveTo>
                  <a:cubicBezTo>
                    <a:pt x="210" y="0"/>
                    <a:pt x="0" y="209"/>
                    <a:pt x="0" y="477"/>
                  </a:cubicBezTo>
                  <a:lnTo>
                    <a:pt x="0" y="20906"/>
                  </a:lnTo>
                  <a:cubicBezTo>
                    <a:pt x="0" y="21174"/>
                    <a:pt x="218" y="21384"/>
                    <a:pt x="477" y="21384"/>
                  </a:cubicBezTo>
                  <a:lnTo>
                    <a:pt x="33268" y="21384"/>
                  </a:lnTo>
                  <a:cubicBezTo>
                    <a:pt x="33536" y="21384"/>
                    <a:pt x="33745" y="21166"/>
                    <a:pt x="33745" y="20906"/>
                  </a:cubicBezTo>
                  <a:lnTo>
                    <a:pt x="33745" y="477"/>
                  </a:lnTo>
                  <a:cubicBezTo>
                    <a:pt x="33745" y="209"/>
                    <a:pt x="33536" y="0"/>
                    <a:pt x="332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1" name="Google Shape;6791;p119"/>
          <p:cNvGrpSpPr/>
          <p:nvPr/>
        </p:nvGrpSpPr>
        <p:grpSpPr>
          <a:xfrm rot="1402704">
            <a:off x="2361577" y="2841975"/>
            <a:ext cx="2063658" cy="2895531"/>
            <a:chOff x="8078875" y="1334829"/>
            <a:chExt cx="2063667" cy="2895545"/>
          </a:xfrm>
        </p:grpSpPr>
        <p:sp>
          <p:nvSpPr>
            <p:cNvPr id="6792" name="Google Shape;6792;p119"/>
            <p:cNvSpPr/>
            <p:nvPr/>
          </p:nvSpPr>
          <p:spPr>
            <a:xfrm>
              <a:off x="8198760" y="1900524"/>
              <a:ext cx="1777978" cy="2329841"/>
            </a:xfrm>
            <a:custGeom>
              <a:rect b="b" l="l" r="r" t="t"/>
              <a:pathLst>
                <a:path extrusionOk="0" h="48352" w="36899">
                  <a:moveTo>
                    <a:pt x="3275" y="0"/>
                  </a:moveTo>
                  <a:cubicBezTo>
                    <a:pt x="1465" y="0"/>
                    <a:pt x="1" y="1477"/>
                    <a:pt x="1" y="3274"/>
                  </a:cubicBezTo>
                  <a:lnTo>
                    <a:pt x="2751" y="45077"/>
                  </a:lnTo>
                  <a:cubicBezTo>
                    <a:pt x="2751" y="46899"/>
                    <a:pt x="4227" y="48351"/>
                    <a:pt x="6025" y="48351"/>
                  </a:cubicBezTo>
                  <a:lnTo>
                    <a:pt x="29742" y="48351"/>
                  </a:lnTo>
                  <a:cubicBezTo>
                    <a:pt x="31552" y="48351"/>
                    <a:pt x="33017" y="46875"/>
                    <a:pt x="33017" y="45077"/>
                  </a:cubicBezTo>
                  <a:lnTo>
                    <a:pt x="36898" y="3274"/>
                  </a:lnTo>
                  <a:cubicBezTo>
                    <a:pt x="36898" y="1453"/>
                    <a:pt x="35422" y="0"/>
                    <a:pt x="33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19"/>
            <p:cNvSpPr/>
            <p:nvPr/>
          </p:nvSpPr>
          <p:spPr>
            <a:xfrm>
              <a:off x="8198760" y="1900524"/>
              <a:ext cx="1777978" cy="270221"/>
            </a:xfrm>
            <a:custGeom>
              <a:rect b="b" l="l" r="r" t="t"/>
              <a:pathLst>
                <a:path extrusionOk="0" h="5608" w="36899">
                  <a:moveTo>
                    <a:pt x="3275" y="0"/>
                  </a:moveTo>
                  <a:cubicBezTo>
                    <a:pt x="1477" y="0"/>
                    <a:pt x="1" y="1453"/>
                    <a:pt x="1" y="3274"/>
                  </a:cubicBezTo>
                  <a:lnTo>
                    <a:pt x="60" y="5608"/>
                  </a:lnTo>
                  <a:lnTo>
                    <a:pt x="36803" y="5608"/>
                  </a:lnTo>
                  <a:lnTo>
                    <a:pt x="36898" y="3274"/>
                  </a:lnTo>
                  <a:cubicBezTo>
                    <a:pt x="36898" y="1477"/>
                    <a:pt x="35434" y="0"/>
                    <a:pt x="33624" y="0"/>
                  </a:cubicBez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19"/>
            <p:cNvSpPr/>
            <p:nvPr/>
          </p:nvSpPr>
          <p:spPr>
            <a:xfrm>
              <a:off x="8203916" y="1334829"/>
              <a:ext cx="1805492" cy="686203"/>
            </a:xfrm>
            <a:custGeom>
              <a:rect b="b" l="l" r="r" t="t"/>
              <a:pathLst>
                <a:path extrusionOk="0" h="14241" w="37470">
                  <a:moveTo>
                    <a:pt x="6097" y="1"/>
                  </a:moveTo>
                  <a:cubicBezTo>
                    <a:pt x="4359" y="1"/>
                    <a:pt x="3001" y="1048"/>
                    <a:pt x="2263" y="3465"/>
                  </a:cubicBezTo>
                  <a:lnTo>
                    <a:pt x="1" y="11061"/>
                  </a:lnTo>
                  <a:cubicBezTo>
                    <a:pt x="1" y="12812"/>
                    <a:pt x="4359" y="14240"/>
                    <a:pt x="6097" y="14240"/>
                  </a:cubicBezTo>
                  <a:lnTo>
                    <a:pt x="31374" y="14240"/>
                  </a:lnTo>
                  <a:cubicBezTo>
                    <a:pt x="33112" y="14240"/>
                    <a:pt x="37470" y="12824"/>
                    <a:pt x="37470" y="11061"/>
                  </a:cubicBezTo>
                  <a:lnTo>
                    <a:pt x="35208" y="3465"/>
                  </a:lnTo>
                  <a:cubicBezTo>
                    <a:pt x="34458" y="1048"/>
                    <a:pt x="33112" y="1"/>
                    <a:pt x="31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19"/>
            <p:cNvSpPr/>
            <p:nvPr/>
          </p:nvSpPr>
          <p:spPr>
            <a:xfrm>
              <a:off x="8305490" y="1334829"/>
              <a:ext cx="1602392" cy="191102"/>
            </a:xfrm>
            <a:custGeom>
              <a:rect b="b" l="l" r="r" t="t"/>
              <a:pathLst>
                <a:path extrusionOk="0" h="3966" w="33255">
                  <a:moveTo>
                    <a:pt x="3989" y="1"/>
                  </a:moveTo>
                  <a:cubicBezTo>
                    <a:pt x="2251" y="1"/>
                    <a:pt x="893" y="1048"/>
                    <a:pt x="155" y="3465"/>
                  </a:cubicBezTo>
                  <a:lnTo>
                    <a:pt x="0" y="3965"/>
                  </a:lnTo>
                  <a:cubicBezTo>
                    <a:pt x="643" y="3549"/>
                    <a:pt x="1369" y="3346"/>
                    <a:pt x="2191" y="3346"/>
                  </a:cubicBezTo>
                  <a:lnTo>
                    <a:pt x="31052" y="3346"/>
                  </a:lnTo>
                  <a:cubicBezTo>
                    <a:pt x="31873" y="3346"/>
                    <a:pt x="32600" y="3549"/>
                    <a:pt x="33254" y="3965"/>
                  </a:cubicBezTo>
                  <a:lnTo>
                    <a:pt x="33100" y="3465"/>
                  </a:lnTo>
                  <a:cubicBezTo>
                    <a:pt x="32350" y="1048"/>
                    <a:pt x="31004" y="1"/>
                    <a:pt x="292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19"/>
            <p:cNvSpPr/>
            <p:nvPr/>
          </p:nvSpPr>
          <p:spPr>
            <a:xfrm>
              <a:off x="8080031" y="1832823"/>
              <a:ext cx="2062511" cy="218037"/>
            </a:xfrm>
            <a:custGeom>
              <a:rect b="b" l="l" r="r" t="t"/>
              <a:pathLst>
                <a:path extrusionOk="0" h="4525" w="42804">
                  <a:moveTo>
                    <a:pt x="2262" y="0"/>
                  </a:moveTo>
                  <a:cubicBezTo>
                    <a:pt x="1012" y="0"/>
                    <a:pt x="0" y="1012"/>
                    <a:pt x="0" y="2262"/>
                  </a:cubicBezTo>
                  <a:cubicBezTo>
                    <a:pt x="0" y="3513"/>
                    <a:pt x="1012" y="4525"/>
                    <a:pt x="2262" y="4525"/>
                  </a:cubicBezTo>
                  <a:lnTo>
                    <a:pt x="40541" y="4525"/>
                  </a:lnTo>
                  <a:cubicBezTo>
                    <a:pt x="41791" y="4525"/>
                    <a:pt x="42803" y="3513"/>
                    <a:pt x="42803" y="2262"/>
                  </a:cubicBezTo>
                  <a:cubicBezTo>
                    <a:pt x="42803" y="1012"/>
                    <a:pt x="41791" y="0"/>
                    <a:pt x="405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19"/>
            <p:cNvSpPr/>
            <p:nvPr/>
          </p:nvSpPr>
          <p:spPr>
            <a:xfrm>
              <a:off x="8078875" y="1832823"/>
              <a:ext cx="2062511" cy="113042"/>
            </a:xfrm>
            <a:custGeom>
              <a:rect b="b" l="l" r="r" t="t"/>
              <a:pathLst>
                <a:path extrusionOk="0" h="2346" w="42804">
                  <a:moveTo>
                    <a:pt x="2262" y="0"/>
                  </a:moveTo>
                  <a:cubicBezTo>
                    <a:pt x="1012" y="0"/>
                    <a:pt x="0" y="1012"/>
                    <a:pt x="0" y="2262"/>
                  </a:cubicBezTo>
                  <a:lnTo>
                    <a:pt x="0" y="2346"/>
                  </a:lnTo>
                  <a:lnTo>
                    <a:pt x="42803" y="2346"/>
                  </a:lnTo>
                  <a:lnTo>
                    <a:pt x="42803" y="2262"/>
                  </a:lnTo>
                  <a:cubicBezTo>
                    <a:pt x="42803" y="1012"/>
                    <a:pt x="41791" y="0"/>
                    <a:pt x="405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19"/>
            <p:cNvSpPr/>
            <p:nvPr/>
          </p:nvSpPr>
          <p:spPr>
            <a:xfrm>
              <a:off x="8384080" y="1572912"/>
              <a:ext cx="1436009" cy="259958"/>
            </a:xfrm>
            <a:custGeom>
              <a:rect b="b" l="l" r="r" t="t"/>
              <a:pathLst>
                <a:path extrusionOk="0" h="5395" w="29802">
                  <a:moveTo>
                    <a:pt x="5251" y="1"/>
                  </a:moveTo>
                  <a:cubicBezTo>
                    <a:pt x="2346" y="1"/>
                    <a:pt x="0" y="2346"/>
                    <a:pt x="0" y="5251"/>
                  </a:cubicBezTo>
                  <a:lnTo>
                    <a:pt x="0" y="5394"/>
                  </a:lnTo>
                  <a:lnTo>
                    <a:pt x="29802" y="5394"/>
                  </a:lnTo>
                  <a:lnTo>
                    <a:pt x="29802" y="5251"/>
                  </a:lnTo>
                  <a:cubicBezTo>
                    <a:pt x="29802" y="2346"/>
                    <a:pt x="27456" y="1"/>
                    <a:pt x="24551" y="1"/>
                  </a:cubicBezTo>
                  <a:close/>
                </a:path>
              </a:pathLst>
            </a:custGeom>
            <a:solidFill>
              <a:srgbClr val="0045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19"/>
            <p:cNvSpPr/>
            <p:nvPr/>
          </p:nvSpPr>
          <p:spPr>
            <a:xfrm>
              <a:off x="8817217" y="2505778"/>
              <a:ext cx="270270" cy="247285"/>
            </a:xfrm>
            <a:custGeom>
              <a:rect b="b" l="l" r="r" t="t"/>
              <a:pathLst>
                <a:path extrusionOk="0" h="5132" w="5609">
                  <a:moveTo>
                    <a:pt x="2846" y="0"/>
                  </a:moveTo>
                  <a:cubicBezTo>
                    <a:pt x="2120" y="0"/>
                    <a:pt x="1441" y="381"/>
                    <a:pt x="1048" y="1012"/>
                  </a:cubicBezTo>
                  <a:lnTo>
                    <a:pt x="1" y="2739"/>
                  </a:lnTo>
                  <a:lnTo>
                    <a:pt x="3763" y="5132"/>
                  </a:lnTo>
                  <a:lnTo>
                    <a:pt x="5608" y="1834"/>
                  </a:lnTo>
                  <a:lnTo>
                    <a:pt x="4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19"/>
            <p:cNvSpPr/>
            <p:nvPr/>
          </p:nvSpPr>
          <p:spPr>
            <a:xfrm>
              <a:off x="9032942" y="2506356"/>
              <a:ext cx="429762" cy="358593"/>
            </a:xfrm>
            <a:custGeom>
              <a:rect b="b" l="l" r="r" t="t"/>
              <a:pathLst>
                <a:path extrusionOk="0" h="7442" w="8919">
                  <a:moveTo>
                    <a:pt x="0" y="0"/>
                  </a:moveTo>
                  <a:lnTo>
                    <a:pt x="3072" y="5834"/>
                  </a:lnTo>
                  <a:lnTo>
                    <a:pt x="1370" y="6858"/>
                  </a:lnTo>
                  <a:lnTo>
                    <a:pt x="6477" y="7441"/>
                  </a:lnTo>
                  <a:lnTo>
                    <a:pt x="8918" y="2393"/>
                  </a:lnTo>
                  <a:lnTo>
                    <a:pt x="7144" y="3286"/>
                  </a:lnTo>
                  <a:lnTo>
                    <a:pt x="5811" y="1024"/>
                  </a:lnTo>
                  <a:cubicBezTo>
                    <a:pt x="5477" y="393"/>
                    <a:pt x="4822" y="0"/>
                    <a:pt x="4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19"/>
            <p:cNvSpPr/>
            <p:nvPr/>
          </p:nvSpPr>
          <p:spPr>
            <a:xfrm>
              <a:off x="9280180" y="2853434"/>
              <a:ext cx="269113" cy="263957"/>
            </a:xfrm>
            <a:custGeom>
              <a:rect b="b" l="l" r="r" t="t"/>
              <a:pathLst>
                <a:path extrusionOk="0" h="5478" w="5585">
                  <a:moveTo>
                    <a:pt x="4121" y="0"/>
                  </a:moveTo>
                  <a:lnTo>
                    <a:pt x="1" y="2394"/>
                  </a:lnTo>
                  <a:lnTo>
                    <a:pt x="1715" y="5477"/>
                  </a:lnTo>
                  <a:lnTo>
                    <a:pt x="4454" y="5477"/>
                  </a:lnTo>
                  <a:lnTo>
                    <a:pt x="5168" y="4322"/>
                  </a:lnTo>
                  <a:cubicBezTo>
                    <a:pt x="5573" y="3679"/>
                    <a:pt x="5585" y="2858"/>
                    <a:pt x="5216" y="2203"/>
                  </a:cubicBezTo>
                  <a:lnTo>
                    <a:pt x="412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19"/>
            <p:cNvSpPr/>
            <p:nvPr/>
          </p:nvSpPr>
          <p:spPr>
            <a:xfrm>
              <a:off x="8999646" y="3034707"/>
              <a:ext cx="495149" cy="397044"/>
            </a:xfrm>
            <a:custGeom>
              <a:rect b="b" l="l" r="r" t="t"/>
              <a:pathLst>
                <a:path extrusionOk="0" h="8240" w="10276">
                  <a:moveTo>
                    <a:pt x="3430" y="1"/>
                  </a:moveTo>
                  <a:lnTo>
                    <a:pt x="1" y="3775"/>
                  </a:lnTo>
                  <a:lnTo>
                    <a:pt x="3430" y="8240"/>
                  </a:lnTo>
                  <a:lnTo>
                    <a:pt x="3430" y="6871"/>
                  </a:lnTo>
                  <a:lnTo>
                    <a:pt x="6168" y="6871"/>
                  </a:lnTo>
                  <a:cubicBezTo>
                    <a:pt x="6179" y="6871"/>
                    <a:pt x="6189" y="6871"/>
                    <a:pt x="6199" y="6871"/>
                  </a:cubicBezTo>
                  <a:cubicBezTo>
                    <a:pt x="6913" y="6871"/>
                    <a:pt x="7554" y="6469"/>
                    <a:pt x="7883" y="5835"/>
                  </a:cubicBezTo>
                  <a:lnTo>
                    <a:pt x="10276" y="1715"/>
                  </a:lnTo>
                  <a:lnTo>
                    <a:pt x="3430" y="1715"/>
                  </a:lnTo>
                  <a:lnTo>
                    <a:pt x="34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19"/>
            <p:cNvSpPr/>
            <p:nvPr/>
          </p:nvSpPr>
          <p:spPr>
            <a:xfrm>
              <a:off x="8711643" y="3133390"/>
              <a:ext cx="204883" cy="231240"/>
            </a:xfrm>
            <a:custGeom>
              <a:rect b="b" l="l" r="r" t="t"/>
              <a:pathLst>
                <a:path extrusionOk="0" h="4799" w="4252">
                  <a:moveTo>
                    <a:pt x="834" y="1"/>
                  </a:moveTo>
                  <a:lnTo>
                    <a:pt x="834" y="13"/>
                  </a:lnTo>
                  <a:lnTo>
                    <a:pt x="1" y="1929"/>
                  </a:lnTo>
                  <a:lnTo>
                    <a:pt x="1037" y="3727"/>
                  </a:lnTo>
                  <a:cubicBezTo>
                    <a:pt x="1430" y="4382"/>
                    <a:pt x="2132" y="4787"/>
                    <a:pt x="2882" y="4799"/>
                  </a:cubicBezTo>
                  <a:lnTo>
                    <a:pt x="4251" y="4799"/>
                  </a:lnTo>
                  <a:lnTo>
                    <a:pt x="42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19"/>
            <p:cNvSpPr/>
            <p:nvPr/>
          </p:nvSpPr>
          <p:spPr>
            <a:xfrm>
              <a:off x="8586024" y="2770219"/>
              <a:ext cx="363749" cy="456746"/>
            </a:xfrm>
            <a:custGeom>
              <a:rect b="b" l="l" r="r" t="t"/>
              <a:pathLst>
                <a:path extrusionOk="0" h="9479" w="7549">
                  <a:moveTo>
                    <a:pt x="5489" y="1"/>
                  </a:moveTo>
                  <a:lnTo>
                    <a:pt x="0" y="346"/>
                  </a:lnTo>
                  <a:lnTo>
                    <a:pt x="1965" y="1561"/>
                  </a:lnTo>
                  <a:lnTo>
                    <a:pt x="679" y="4121"/>
                  </a:lnTo>
                  <a:cubicBezTo>
                    <a:pt x="322" y="4763"/>
                    <a:pt x="322" y="5537"/>
                    <a:pt x="679" y="6180"/>
                  </a:cubicBezTo>
                  <a:lnTo>
                    <a:pt x="2584" y="9478"/>
                  </a:lnTo>
                  <a:lnTo>
                    <a:pt x="3310" y="8252"/>
                  </a:lnTo>
                  <a:lnTo>
                    <a:pt x="5846" y="3823"/>
                  </a:lnTo>
                  <a:lnTo>
                    <a:pt x="7549" y="4466"/>
                  </a:lnTo>
                  <a:lnTo>
                    <a:pt x="7549" y="4466"/>
                  </a:lnTo>
                  <a:lnTo>
                    <a:pt x="54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19"/>
            <p:cNvSpPr/>
            <p:nvPr/>
          </p:nvSpPr>
          <p:spPr>
            <a:xfrm>
              <a:off x="8332425" y="4057631"/>
              <a:ext cx="1457837" cy="172743"/>
            </a:xfrm>
            <a:custGeom>
              <a:rect b="b" l="l" r="r" t="t"/>
              <a:pathLst>
                <a:path extrusionOk="0" h="3585" w="30255">
                  <a:moveTo>
                    <a:pt x="1" y="1"/>
                  </a:moveTo>
                  <a:lnTo>
                    <a:pt x="1" y="310"/>
                  </a:lnTo>
                  <a:cubicBezTo>
                    <a:pt x="1" y="2108"/>
                    <a:pt x="1453" y="3584"/>
                    <a:pt x="3275" y="3584"/>
                  </a:cubicBezTo>
                  <a:lnTo>
                    <a:pt x="26980" y="3584"/>
                  </a:lnTo>
                  <a:cubicBezTo>
                    <a:pt x="28778" y="3584"/>
                    <a:pt x="30255" y="2132"/>
                    <a:pt x="30255" y="310"/>
                  </a:cubicBezTo>
                  <a:lnTo>
                    <a:pt x="30255" y="1"/>
                  </a:lnTo>
                  <a:close/>
                </a:path>
              </a:pathLst>
            </a:custGeom>
            <a:solidFill>
              <a:schemeClr val="accent4">
                <a:alpha val="301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119"/>
          <p:cNvGrpSpPr/>
          <p:nvPr/>
        </p:nvGrpSpPr>
        <p:grpSpPr>
          <a:xfrm rot="2700000">
            <a:off x="5121514" y="952154"/>
            <a:ext cx="458178" cy="1427017"/>
            <a:chOff x="3918625" y="5564500"/>
            <a:chExt cx="601300" cy="1873475"/>
          </a:xfrm>
        </p:grpSpPr>
        <p:sp>
          <p:nvSpPr>
            <p:cNvPr id="6807" name="Google Shape;6807;p119"/>
            <p:cNvSpPr/>
            <p:nvPr/>
          </p:nvSpPr>
          <p:spPr>
            <a:xfrm>
              <a:off x="4084125" y="5564500"/>
              <a:ext cx="269700" cy="175650"/>
            </a:xfrm>
            <a:custGeom>
              <a:rect b="b" l="l" r="r" t="t"/>
              <a:pathLst>
                <a:path extrusionOk="0" h="7026" w="10788">
                  <a:moveTo>
                    <a:pt x="656" y="1"/>
                  </a:moveTo>
                  <a:cubicBezTo>
                    <a:pt x="286" y="1"/>
                    <a:pt x="1" y="298"/>
                    <a:pt x="1" y="655"/>
                  </a:cubicBezTo>
                  <a:lnTo>
                    <a:pt x="1" y="6370"/>
                  </a:lnTo>
                  <a:cubicBezTo>
                    <a:pt x="1" y="6739"/>
                    <a:pt x="298" y="7025"/>
                    <a:pt x="656" y="7025"/>
                  </a:cubicBezTo>
                  <a:lnTo>
                    <a:pt x="10133" y="7025"/>
                  </a:lnTo>
                  <a:cubicBezTo>
                    <a:pt x="10490" y="7025"/>
                    <a:pt x="10776" y="6728"/>
                    <a:pt x="10788" y="6370"/>
                  </a:cubicBezTo>
                  <a:lnTo>
                    <a:pt x="10788" y="655"/>
                  </a:lnTo>
                  <a:cubicBezTo>
                    <a:pt x="10788" y="286"/>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19"/>
            <p:cNvSpPr/>
            <p:nvPr/>
          </p:nvSpPr>
          <p:spPr>
            <a:xfrm>
              <a:off x="3918625" y="5740125"/>
              <a:ext cx="601300" cy="1697850"/>
            </a:xfrm>
            <a:custGeom>
              <a:rect b="b" l="l" r="r" t="t"/>
              <a:pathLst>
                <a:path extrusionOk="0" h="67914" w="24052">
                  <a:moveTo>
                    <a:pt x="8002" y="0"/>
                  </a:moveTo>
                  <a:lnTo>
                    <a:pt x="8002" y="1989"/>
                  </a:lnTo>
                  <a:cubicBezTo>
                    <a:pt x="8002" y="2334"/>
                    <a:pt x="7907" y="2667"/>
                    <a:pt x="7704" y="2941"/>
                  </a:cubicBezTo>
                  <a:lnTo>
                    <a:pt x="799" y="12799"/>
                  </a:lnTo>
                  <a:cubicBezTo>
                    <a:pt x="287" y="13561"/>
                    <a:pt x="1" y="14454"/>
                    <a:pt x="1" y="15359"/>
                  </a:cubicBezTo>
                  <a:lnTo>
                    <a:pt x="1" y="63651"/>
                  </a:lnTo>
                  <a:lnTo>
                    <a:pt x="120" y="63651"/>
                  </a:lnTo>
                  <a:cubicBezTo>
                    <a:pt x="120" y="66008"/>
                    <a:pt x="2025" y="67913"/>
                    <a:pt x="4370" y="67913"/>
                  </a:cubicBezTo>
                  <a:cubicBezTo>
                    <a:pt x="5906" y="67913"/>
                    <a:pt x="7264" y="67092"/>
                    <a:pt x="8002" y="65865"/>
                  </a:cubicBezTo>
                  <a:cubicBezTo>
                    <a:pt x="8752" y="67092"/>
                    <a:pt x="10109" y="67913"/>
                    <a:pt x="11633" y="67913"/>
                  </a:cubicBezTo>
                  <a:cubicBezTo>
                    <a:pt x="13562" y="67913"/>
                    <a:pt x="15181" y="66639"/>
                    <a:pt x="15717" y="64901"/>
                  </a:cubicBezTo>
                  <a:cubicBezTo>
                    <a:pt x="16253" y="66639"/>
                    <a:pt x="17872" y="67913"/>
                    <a:pt x="19789" y="67913"/>
                  </a:cubicBezTo>
                  <a:cubicBezTo>
                    <a:pt x="22146" y="67913"/>
                    <a:pt x="24051" y="65996"/>
                    <a:pt x="24051" y="63651"/>
                  </a:cubicBezTo>
                  <a:lnTo>
                    <a:pt x="24051" y="15359"/>
                  </a:lnTo>
                  <a:lnTo>
                    <a:pt x="24040" y="15359"/>
                  </a:lnTo>
                  <a:cubicBezTo>
                    <a:pt x="24040" y="14431"/>
                    <a:pt x="23754" y="13538"/>
                    <a:pt x="23230" y="12799"/>
                  </a:cubicBezTo>
                  <a:lnTo>
                    <a:pt x="16324" y="2941"/>
                  </a:lnTo>
                  <a:cubicBezTo>
                    <a:pt x="16134" y="2667"/>
                    <a:pt x="16027" y="2334"/>
                    <a:pt x="16027" y="1989"/>
                  </a:cubicBezTo>
                  <a:lnTo>
                    <a:pt x="16027"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119"/>
          <p:cNvGrpSpPr/>
          <p:nvPr/>
        </p:nvGrpSpPr>
        <p:grpSpPr>
          <a:xfrm rot="4430050">
            <a:off x="4231877" y="2355095"/>
            <a:ext cx="465221" cy="1351002"/>
            <a:chOff x="1582325" y="5558550"/>
            <a:chExt cx="645050" cy="1873475"/>
          </a:xfrm>
        </p:grpSpPr>
        <p:sp>
          <p:nvSpPr>
            <p:cNvPr id="6810" name="Google Shape;6810;p119"/>
            <p:cNvSpPr/>
            <p:nvPr/>
          </p:nvSpPr>
          <p:spPr>
            <a:xfrm>
              <a:off x="1770150" y="5558550"/>
              <a:ext cx="269700" cy="175650"/>
            </a:xfrm>
            <a:custGeom>
              <a:rect b="b" l="l" r="r" t="t"/>
              <a:pathLst>
                <a:path extrusionOk="0" h="7026" w="10788">
                  <a:moveTo>
                    <a:pt x="655" y="0"/>
                  </a:moveTo>
                  <a:cubicBezTo>
                    <a:pt x="286" y="0"/>
                    <a:pt x="0" y="298"/>
                    <a:pt x="0" y="655"/>
                  </a:cubicBezTo>
                  <a:lnTo>
                    <a:pt x="0" y="6370"/>
                  </a:lnTo>
                  <a:cubicBezTo>
                    <a:pt x="0" y="6739"/>
                    <a:pt x="298" y="7025"/>
                    <a:pt x="655" y="7025"/>
                  </a:cubicBezTo>
                  <a:lnTo>
                    <a:pt x="10133" y="7025"/>
                  </a:lnTo>
                  <a:cubicBezTo>
                    <a:pt x="10490" y="7025"/>
                    <a:pt x="10776" y="6727"/>
                    <a:pt x="10788" y="6370"/>
                  </a:cubicBezTo>
                  <a:lnTo>
                    <a:pt x="10788" y="655"/>
                  </a:lnTo>
                  <a:cubicBezTo>
                    <a:pt x="10788" y="274"/>
                    <a:pt x="10490" y="0"/>
                    <a:pt x="10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19"/>
            <p:cNvSpPr/>
            <p:nvPr/>
          </p:nvSpPr>
          <p:spPr>
            <a:xfrm>
              <a:off x="1582325" y="5734450"/>
              <a:ext cx="645050" cy="1697575"/>
            </a:xfrm>
            <a:custGeom>
              <a:rect b="b" l="l" r="r" t="t"/>
              <a:pathLst>
                <a:path extrusionOk="0" h="67903" w="25802">
                  <a:moveTo>
                    <a:pt x="8597" y="1"/>
                  </a:moveTo>
                  <a:lnTo>
                    <a:pt x="8597" y="513"/>
                  </a:lnTo>
                  <a:cubicBezTo>
                    <a:pt x="8597" y="942"/>
                    <a:pt x="8347" y="1823"/>
                    <a:pt x="7942" y="1977"/>
                  </a:cubicBezTo>
                  <a:cubicBezTo>
                    <a:pt x="3275" y="3930"/>
                    <a:pt x="1" y="8526"/>
                    <a:pt x="1" y="13907"/>
                  </a:cubicBezTo>
                  <a:lnTo>
                    <a:pt x="1" y="62628"/>
                  </a:lnTo>
                  <a:cubicBezTo>
                    <a:pt x="1" y="65545"/>
                    <a:pt x="2370" y="67902"/>
                    <a:pt x="5263" y="67902"/>
                  </a:cubicBezTo>
                  <a:lnTo>
                    <a:pt x="20539" y="67902"/>
                  </a:lnTo>
                  <a:cubicBezTo>
                    <a:pt x="23456" y="67902"/>
                    <a:pt x="25801" y="65533"/>
                    <a:pt x="25801" y="62628"/>
                  </a:cubicBezTo>
                  <a:lnTo>
                    <a:pt x="25801" y="13907"/>
                  </a:lnTo>
                  <a:cubicBezTo>
                    <a:pt x="25801" y="8526"/>
                    <a:pt x="22527" y="3930"/>
                    <a:pt x="17860" y="1977"/>
                  </a:cubicBezTo>
                  <a:cubicBezTo>
                    <a:pt x="17455" y="1823"/>
                    <a:pt x="17205" y="930"/>
                    <a:pt x="17205" y="513"/>
                  </a:cubicBezTo>
                  <a:lnTo>
                    <a:pt x="17205" y="1"/>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2" name="Google Shape;6812;p119"/>
          <p:cNvSpPr/>
          <p:nvPr/>
        </p:nvSpPr>
        <p:spPr>
          <a:xfrm rot="4253446">
            <a:off x="1840176" y="3901078"/>
            <a:ext cx="232127" cy="470279"/>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6791"/>
                                        </p:tgtEl>
                                        <p:attrNameLst>
                                          <p:attrName>style.visibility</p:attrName>
                                        </p:attrNameLst>
                                      </p:cBhvr>
                                      <p:to>
                                        <p:strVal val="visible"/>
                                      </p:to>
                                    </p:set>
                                    <p:animEffect filter="fade" transition="in">
                                      <p:cBhvr>
                                        <p:cTn dur="1000"/>
                                        <p:tgtEl>
                                          <p:spTgt spid="6791"/>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809"/>
                                        </p:tgtEl>
                                        <p:attrNameLst>
                                          <p:attrName>style.visibility</p:attrName>
                                        </p:attrNameLst>
                                      </p:cBhvr>
                                      <p:to>
                                        <p:strVal val="visible"/>
                                      </p:to>
                                    </p:set>
                                    <p:animEffect filter="fade" transition="in">
                                      <p:cBhvr>
                                        <p:cTn dur="1000"/>
                                        <p:tgtEl>
                                          <p:spTgt spid="6809"/>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6806"/>
                                        </p:tgtEl>
                                        <p:attrNameLst>
                                          <p:attrName>style.visibility</p:attrName>
                                        </p:attrNameLst>
                                      </p:cBhvr>
                                      <p:to>
                                        <p:strVal val="visible"/>
                                      </p:to>
                                    </p:set>
                                    <p:animEffect filter="fade" transition="in">
                                      <p:cBhvr>
                                        <p:cTn dur="1000"/>
                                        <p:tgtEl>
                                          <p:spTgt spid="680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16" name="Shape 6816"/>
        <p:cNvGrpSpPr/>
        <p:nvPr/>
      </p:nvGrpSpPr>
      <p:grpSpPr>
        <a:xfrm>
          <a:off x="0" y="0"/>
          <a:ext cx="0" cy="0"/>
          <a:chOff x="0" y="0"/>
          <a:chExt cx="0" cy="0"/>
        </a:xfrm>
      </p:grpSpPr>
      <p:pic>
        <p:nvPicPr>
          <p:cNvPr id="6817" name="Google Shape;6817;p120"/>
          <p:cNvPicPr preferRelativeResize="0"/>
          <p:nvPr/>
        </p:nvPicPr>
        <p:blipFill rotWithShape="1">
          <a:blip r:embed="rId3">
            <a:alphaModFix/>
          </a:blip>
          <a:srcRect b="0" l="14518" r="33310" t="0"/>
          <a:stretch/>
        </p:blipFill>
        <p:spPr>
          <a:xfrm>
            <a:off x="5438669" y="539375"/>
            <a:ext cx="2019400" cy="3870700"/>
          </a:xfrm>
          <a:prstGeom prst="rect">
            <a:avLst/>
          </a:prstGeom>
          <a:noFill/>
          <a:ln>
            <a:noFill/>
          </a:ln>
        </p:spPr>
      </p:pic>
      <p:sp>
        <p:nvSpPr>
          <p:cNvPr id="6818" name="Google Shape;6818;p120"/>
          <p:cNvSpPr/>
          <p:nvPr/>
        </p:nvSpPr>
        <p:spPr>
          <a:xfrm>
            <a:off x="723900" y="1180525"/>
            <a:ext cx="4019700" cy="2588400"/>
          </a:xfrm>
          <a:prstGeom prst="roundRect">
            <a:avLst>
              <a:gd fmla="val 2612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20"/>
          <p:cNvSpPr txBox="1"/>
          <p:nvPr>
            <p:ph type="title"/>
          </p:nvPr>
        </p:nvSpPr>
        <p:spPr>
          <a:xfrm>
            <a:off x="1213100" y="1443475"/>
            <a:ext cx="3040200" cy="64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MOBILE APP</a:t>
            </a:r>
            <a:endParaRPr/>
          </a:p>
        </p:txBody>
      </p:sp>
      <p:sp>
        <p:nvSpPr>
          <p:cNvPr id="6820" name="Google Shape;6820;p120"/>
          <p:cNvSpPr txBox="1"/>
          <p:nvPr>
            <p:ph idx="1" type="subTitle"/>
          </p:nvPr>
        </p:nvSpPr>
        <p:spPr>
          <a:xfrm>
            <a:off x="1214200" y="2089975"/>
            <a:ext cx="3040200" cy="141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Right-click on it and then choose "Replace image" so you can</a:t>
            </a:r>
            <a:endParaRPr/>
          </a:p>
          <a:p>
            <a:pPr indent="0" lvl="0" marL="0" rtl="0" algn="l">
              <a:spcBef>
                <a:spcPts val="0"/>
              </a:spcBef>
              <a:spcAft>
                <a:spcPts val="0"/>
              </a:spcAft>
              <a:buNone/>
            </a:pPr>
            <a:r>
              <a:rPr lang="en"/>
              <a:t>add yours</a:t>
            </a:r>
            <a:endParaRPr/>
          </a:p>
        </p:txBody>
      </p:sp>
      <p:grpSp>
        <p:nvGrpSpPr>
          <p:cNvPr id="6821" name="Google Shape;6821;p120"/>
          <p:cNvGrpSpPr/>
          <p:nvPr/>
        </p:nvGrpSpPr>
        <p:grpSpPr>
          <a:xfrm rot="-55">
            <a:off x="5403970" y="489871"/>
            <a:ext cx="2094938" cy="4163843"/>
            <a:chOff x="3336600" y="3468450"/>
            <a:chExt cx="336250" cy="668300"/>
          </a:xfrm>
        </p:grpSpPr>
        <p:sp>
          <p:nvSpPr>
            <p:cNvPr id="6822" name="Google Shape;6822;p120"/>
            <p:cNvSpPr/>
            <p:nvPr/>
          </p:nvSpPr>
          <p:spPr>
            <a:xfrm>
              <a:off x="3336600" y="3468450"/>
              <a:ext cx="336250" cy="668300"/>
            </a:xfrm>
            <a:custGeom>
              <a:rect b="b" l="l" r="r" t="t"/>
              <a:pathLst>
                <a:path extrusionOk="0" h="26732" w="13450">
                  <a:moveTo>
                    <a:pt x="12354" y="461"/>
                  </a:moveTo>
                  <a:cubicBezTo>
                    <a:pt x="12730" y="461"/>
                    <a:pt x="13031" y="762"/>
                    <a:pt x="13031" y="1139"/>
                  </a:cubicBezTo>
                  <a:lnTo>
                    <a:pt x="13031" y="24221"/>
                  </a:lnTo>
                  <a:cubicBezTo>
                    <a:pt x="13031" y="24598"/>
                    <a:pt x="12730" y="24899"/>
                    <a:pt x="12354" y="24899"/>
                  </a:cubicBezTo>
                  <a:lnTo>
                    <a:pt x="1097" y="24899"/>
                  </a:lnTo>
                  <a:cubicBezTo>
                    <a:pt x="720" y="24899"/>
                    <a:pt x="419" y="24598"/>
                    <a:pt x="419" y="24221"/>
                  </a:cubicBezTo>
                  <a:lnTo>
                    <a:pt x="419" y="1139"/>
                  </a:lnTo>
                  <a:cubicBezTo>
                    <a:pt x="419" y="762"/>
                    <a:pt x="720" y="461"/>
                    <a:pt x="1097" y="461"/>
                  </a:cubicBezTo>
                  <a:close/>
                  <a:moveTo>
                    <a:pt x="1022" y="0"/>
                  </a:moveTo>
                  <a:cubicBezTo>
                    <a:pt x="461" y="0"/>
                    <a:pt x="1" y="452"/>
                    <a:pt x="1" y="1021"/>
                  </a:cubicBezTo>
                  <a:lnTo>
                    <a:pt x="1" y="25711"/>
                  </a:lnTo>
                  <a:cubicBezTo>
                    <a:pt x="1" y="26280"/>
                    <a:pt x="461" y="26732"/>
                    <a:pt x="1022" y="26732"/>
                  </a:cubicBezTo>
                  <a:lnTo>
                    <a:pt x="12429" y="26732"/>
                  </a:lnTo>
                  <a:cubicBezTo>
                    <a:pt x="12998" y="26732"/>
                    <a:pt x="13450" y="26271"/>
                    <a:pt x="13450" y="25711"/>
                  </a:cubicBezTo>
                  <a:lnTo>
                    <a:pt x="13450" y="1021"/>
                  </a:lnTo>
                  <a:cubicBezTo>
                    <a:pt x="13450" y="452"/>
                    <a:pt x="12998" y="0"/>
                    <a:pt x="124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20"/>
            <p:cNvSpPr/>
            <p:nvPr/>
          </p:nvSpPr>
          <p:spPr>
            <a:xfrm>
              <a:off x="3490375" y="4105350"/>
              <a:ext cx="18250" cy="18225"/>
            </a:xfrm>
            <a:custGeom>
              <a:rect b="b" l="l" r="r" t="t"/>
              <a:pathLst>
                <a:path extrusionOk="0" h="729" w="730">
                  <a:moveTo>
                    <a:pt x="511" y="84"/>
                  </a:moveTo>
                  <a:cubicBezTo>
                    <a:pt x="587" y="84"/>
                    <a:pt x="645" y="143"/>
                    <a:pt x="645" y="218"/>
                  </a:cubicBezTo>
                  <a:lnTo>
                    <a:pt x="645" y="511"/>
                  </a:lnTo>
                  <a:cubicBezTo>
                    <a:pt x="645" y="586"/>
                    <a:pt x="587" y="653"/>
                    <a:pt x="511" y="653"/>
                  </a:cubicBezTo>
                  <a:lnTo>
                    <a:pt x="219" y="653"/>
                  </a:lnTo>
                  <a:cubicBezTo>
                    <a:pt x="143" y="653"/>
                    <a:pt x="76" y="586"/>
                    <a:pt x="76" y="511"/>
                  </a:cubicBezTo>
                  <a:lnTo>
                    <a:pt x="76" y="218"/>
                  </a:lnTo>
                  <a:cubicBezTo>
                    <a:pt x="76" y="143"/>
                    <a:pt x="143" y="84"/>
                    <a:pt x="219" y="84"/>
                  </a:cubicBezTo>
                  <a:close/>
                  <a:moveTo>
                    <a:pt x="219" y="0"/>
                  </a:moveTo>
                  <a:cubicBezTo>
                    <a:pt x="101" y="0"/>
                    <a:pt x="1" y="101"/>
                    <a:pt x="1" y="218"/>
                  </a:cubicBezTo>
                  <a:lnTo>
                    <a:pt x="1" y="511"/>
                  </a:lnTo>
                  <a:cubicBezTo>
                    <a:pt x="1" y="628"/>
                    <a:pt x="101" y="729"/>
                    <a:pt x="219" y="729"/>
                  </a:cubicBezTo>
                  <a:lnTo>
                    <a:pt x="511" y="729"/>
                  </a:lnTo>
                  <a:cubicBezTo>
                    <a:pt x="629" y="729"/>
                    <a:pt x="729" y="628"/>
                    <a:pt x="729" y="511"/>
                  </a:cubicBezTo>
                  <a:lnTo>
                    <a:pt x="729" y="218"/>
                  </a:lnTo>
                  <a:cubicBezTo>
                    <a:pt x="729" y="101"/>
                    <a:pt x="629" y="0"/>
                    <a:pt x="5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120"/>
          <p:cNvGrpSpPr/>
          <p:nvPr/>
        </p:nvGrpSpPr>
        <p:grpSpPr>
          <a:xfrm rot="612711">
            <a:off x="4691413" y="-435304"/>
            <a:ext cx="913976" cy="2653838"/>
            <a:chOff x="6512944" y="2975654"/>
            <a:chExt cx="1594853" cy="4630848"/>
          </a:xfrm>
        </p:grpSpPr>
        <p:grpSp>
          <p:nvGrpSpPr>
            <p:cNvPr id="6825" name="Google Shape;6825;p120"/>
            <p:cNvGrpSpPr/>
            <p:nvPr/>
          </p:nvGrpSpPr>
          <p:grpSpPr>
            <a:xfrm>
              <a:off x="6512944" y="2975654"/>
              <a:ext cx="1594853" cy="4630848"/>
              <a:chOff x="1460575" y="5630575"/>
              <a:chExt cx="645350" cy="1873775"/>
            </a:xfrm>
          </p:grpSpPr>
          <p:sp>
            <p:nvSpPr>
              <p:cNvPr id="6826" name="Google Shape;6826;p120"/>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20"/>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8" name="Google Shape;6828;p120"/>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9" name="Google Shape;6829;p120"/>
          <p:cNvGrpSpPr/>
          <p:nvPr/>
        </p:nvGrpSpPr>
        <p:grpSpPr>
          <a:xfrm flipH="1" rot="-613034">
            <a:off x="8098644" y="2481333"/>
            <a:ext cx="1044770" cy="3033614"/>
            <a:chOff x="6512944" y="2975654"/>
            <a:chExt cx="1594853" cy="4630848"/>
          </a:xfrm>
        </p:grpSpPr>
        <p:grpSp>
          <p:nvGrpSpPr>
            <p:cNvPr id="6830" name="Google Shape;6830;p120"/>
            <p:cNvGrpSpPr/>
            <p:nvPr/>
          </p:nvGrpSpPr>
          <p:grpSpPr>
            <a:xfrm>
              <a:off x="6512944" y="2975654"/>
              <a:ext cx="1594853" cy="4630848"/>
              <a:chOff x="1460575" y="5630575"/>
              <a:chExt cx="645350" cy="1873775"/>
            </a:xfrm>
          </p:grpSpPr>
          <p:sp>
            <p:nvSpPr>
              <p:cNvPr id="6831" name="Google Shape;6831;p120"/>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20"/>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3" name="Google Shape;6833;p120"/>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4" name="Google Shape;6834;p120"/>
          <p:cNvGrpSpPr/>
          <p:nvPr/>
        </p:nvGrpSpPr>
        <p:grpSpPr>
          <a:xfrm rot="-1441240">
            <a:off x="1963905" y="-943806"/>
            <a:ext cx="653901" cy="1898681"/>
            <a:chOff x="6512944" y="2975654"/>
            <a:chExt cx="1594853" cy="4630848"/>
          </a:xfrm>
        </p:grpSpPr>
        <p:grpSp>
          <p:nvGrpSpPr>
            <p:cNvPr id="6835" name="Google Shape;6835;p120"/>
            <p:cNvGrpSpPr/>
            <p:nvPr/>
          </p:nvGrpSpPr>
          <p:grpSpPr>
            <a:xfrm>
              <a:off x="6512944" y="2975654"/>
              <a:ext cx="1594853" cy="4630848"/>
              <a:chOff x="1460575" y="5630575"/>
              <a:chExt cx="645350" cy="1873775"/>
            </a:xfrm>
          </p:grpSpPr>
          <p:sp>
            <p:nvSpPr>
              <p:cNvPr id="6836" name="Google Shape;6836;p120"/>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20"/>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8" name="Google Shape;6838;p120"/>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120"/>
          <p:cNvGrpSpPr/>
          <p:nvPr/>
        </p:nvGrpSpPr>
        <p:grpSpPr>
          <a:xfrm rot="5354527">
            <a:off x="1637594" y="3578203"/>
            <a:ext cx="915558" cy="1668635"/>
            <a:chOff x="-214625" y="3943775"/>
            <a:chExt cx="458725" cy="836125"/>
          </a:xfrm>
        </p:grpSpPr>
        <p:sp>
          <p:nvSpPr>
            <p:cNvPr id="6840" name="Google Shape;6840;p120"/>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20"/>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20"/>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20"/>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20"/>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20"/>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20"/>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20"/>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20"/>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20"/>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20"/>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20"/>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2" name="Google Shape;6852;p120"/>
          <p:cNvGrpSpPr/>
          <p:nvPr/>
        </p:nvGrpSpPr>
        <p:grpSpPr>
          <a:xfrm rot="1781618">
            <a:off x="-221026" y="2892623"/>
            <a:ext cx="1372944" cy="2782526"/>
            <a:chOff x="1803775" y="5029925"/>
            <a:chExt cx="655775" cy="1329050"/>
          </a:xfrm>
        </p:grpSpPr>
        <p:sp>
          <p:nvSpPr>
            <p:cNvPr id="6853" name="Google Shape;6853;p120"/>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20"/>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20"/>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20"/>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20"/>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20"/>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20"/>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20"/>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20"/>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20"/>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20"/>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120"/>
          <p:cNvGrpSpPr/>
          <p:nvPr/>
        </p:nvGrpSpPr>
        <p:grpSpPr>
          <a:xfrm rot="4974220">
            <a:off x="4365759" y="2765070"/>
            <a:ext cx="526998" cy="692095"/>
            <a:chOff x="2136875" y="1156838"/>
            <a:chExt cx="166125" cy="218175"/>
          </a:xfrm>
        </p:grpSpPr>
        <p:sp>
          <p:nvSpPr>
            <p:cNvPr id="6865" name="Google Shape;6865;p120"/>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20"/>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7" name="Google Shape;6867;p120"/>
          <p:cNvSpPr/>
          <p:nvPr/>
        </p:nvSpPr>
        <p:spPr>
          <a:xfrm rot="-7754561">
            <a:off x="4346641" y="4058845"/>
            <a:ext cx="222124" cy="450070"/>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6829"/>
                                        </p:tgtEl>
                                        <p:attrNameLst>
                                          <p:attrName>style.visibility</p:attrName>
                                        </p:attrNameLst>
                                      </p:cBhvr>
                                      <p:to>
                                        <p:strVal val="visible"/>
                                      </p:to>
                                    </p:set>
                                    <p:animEffect filter="fade" transition="in">
                                      <p:cBhvr>
                                        <p:cTn dur="1000"/>
                                        <p:tgtEl>
                                          <p:spTgt spid="682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824"/>
                                        </p:tgtEl>
                                        <p:attrNameLst>
                                          <p:attrName>style.visibility</p:attrName>
                                        </p:attrNameLst>
                                      </p:cBhvr>
                                      <p:to>
                                        <p:strVal val="visible"/>
                                      </p:to>
                                    </p:set>
                                    <p:animEffect filter="fade" transition="in">
                                      <p:cBhvr>
                                        <p:cTn dur="1000"/>
                                        <p:tgtEl>
                                          <p:spTgt spid="6824"/>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6834"/>
                                        </p:tgtEl>
                                        <p:attrNameLst>
                                          <p:attrName>style.visibility</p:attrName>
                                        </p:attrNameLst>
                                      </p:cBhvr>
                                      <p:to>
                                        <p:strVal val="visible"/>
                                      </p:to>
                                    </p:set>
                                    <p:animEffect filter="fade" transition="in">
                                      <p:cBhvr>
                                        <p:cTn dur="1000"/>
                                        <p:tgtEl>
                                          <p:spTgt spid="6834"/>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6839"/>
                                        </p:tgtEl>
                                        <p:attrNameLst>
                                          <p:attrName>style.visibility</p:attrName>
                                        </p:attrNameLst>
                                      </p:cBhvr>
                                      <p:to>
                                        <p:strVal val="visible"/>
                                      </p:to>
                                    </p:set>
                                    <p:animEffect filter="fade" transition="in">
                                      <p:cBhvr>
                                        <p:cTn dur="1000"/>
                                        <p:tgtEl>
                                          <p:spTgt spid="6839"/>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6864"/>
                                        </p:tgtEl>
                                        <p:attrNameLst>
                                          <p:attrName>style.visibility</p:attrName>
                                        </p:attrNameLst>
                                      </p:cBhvr>
                                      <p:to>
                                        <p:strVal val="visible"/>
                                      </p:to>
                                    </p:set>
                                    <p:animEffect filter="fade" transition="in">
                                      <p:cBhvr>
                                        <p:cTn dur="1000"/>
                                        <p:tgtEl>
                                          <p:spTgt spid="686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1" name="Shape 6871"/>
        <p:cNvGrpSpPr/>
        <p:nvPr/>
      </p:nvGrpSpPr>
      <p:grpSpPr>
        <a:xfrm>
          <a:off x="0" y="0"/>
          <a:ext cx="0" cy="0"/>
          <a:chOff x="0" y="0"/>
          <a:chExt cx="0" cy="0"/>
        </a:xfrm>
      </p:grpSpPr>
      <p:pic>
        <p:nvPicPr>
          <p:cNvPr id="6872" name="Google Shape;6872;p121"/>
          <p:cNvPicPr preferRelativeResize="0"/>
          <p:nvPr/>
        </p:nvPicPr>
        <p:blipFill rotWithShape="1">
          <a:blip r:embed="rId3">
            <a:alphaModFix/>
          </a:blip>
          <a:srcRect b="0" l="0" r="2267" t="0"/>
          <a:stretch/>
        </p:blipFill>
        <p:spPr>
          <a:xfrm>
            <a:off x="790152" y="666600"/>
            <a:ext cx="2847225" cy="3798275"/>
          </a:xfrm>
          <a:prstGeom prst="rect">
            <a:avLst/>
          </a:prstGeom>
          <a:noFill/>
          <a:ln>
            <a:noFill/>
          </a:ln>
        </p:spPr>
      </p:pic>
      <p:sp>
        <p:nvSpPr>
          <p:cNvPr id="6873" name="Google Shape;6873;p121"/>
          <p:cNvSpPr txBox="1"/>
          <p:nvPr>
            <p:ph type="title"/>
          </p:nvPr>
        </p:nvSpPr>
        <p:spPr>
          <a:xfrm>
            <a:off x="4722725" y="1443475"/>
            <a:ext cx="3040200" cy="64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TABLET APP</a:t>
            </a:r>
            <a:endParaRPr/>
          </a:p>
        </p:txBody>
      </p:sp>
      <p:sp>
        <p:nvSpPr>
          <p:cNvPr id="6874" name="Google Shape;6874;p121"/>
          <p:cNvSpPr txBox="1"/>
          <p:nvPr>
            <p:ph idx="1" type="subTitle"/>
          </p:nvPr>
        </p:nvSpPr>
        <p:spPr>
          <a:xfrm>
            <a:off x="4723825" y="2089975"/>
            <a:ext cx="3040200" cy="141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Right-click on it and then choose "Replace image" so you can</a:t>
            </a:r>
            <a:endParaRPr/>
          </a:p>
          <a:p>
            <a:pPr indent="0" lvl="0" marL="0" rtl="0" algn="l">
              <a:spcBef>
                <a:spcPts val="0"/>
              </a:spcBef>
              <a:spcAft>
                <a:spcPts val="0"/>
              </a:spcAft>
              <a:buNone/>
            </a:pPr>
            <a:r>
              <a:rPr lang="en"/>
              <a:t>add yours</a:t>
            </a:r>
            <a:endParaRPr/>
          </a:p>
        </p:txBody>
      </p:sp>
      <p:grpSp>
        <p:nvGrpSpPr>
          <p:cNvPr id="6875" name="Google Shape;6875;p121"/>
          <p:cNvGrpSpPr/>
          <p:nvPr/>
        </p:nvGrpSpPr>
        <p:grpSpPr>
          <a:xfrm>
            <a:off x="713409" y="539412"/>
            <a:ext cx="3000711" cy="4064752"/>
            <a:chOff x="2641950" y="3481825"/>
            <a:chExt cx="469125" cy="635475"/>
          </a:xfrm>
        </p:grpSpPr>
        <p:sp>
          <p:nvSpPr>
            <p:cNvPr id="6876" name="Google Shape;6876;p121"/>
            <p:cNvSpPr/>
            <p:nvPr/>
          </p:nvSpPr>
          <p:spPr>
            <a:xfrm>
              <a:off x="2641950" y="3481825"/>
              <a:ext cx="469125" cy="635475"/>
            </a:xfrm>
            <a:custGeom>
              <a:rect b="b" l="l" r="r" t="t"/>
              <a:pathLst>
                <a:path extrusionOk="0" h="25419" w="18765">
                  <a:moveTo>
                    <a:pt x="17861" y="1055"/>
                  </a:moveTo>
                  <a:lnTo>
                    <a:pt x="17861" y="24364"/>
                  </a:lnTo>
                  <a:lnTo>
                    <a:pt x="896" y="24364"/>
                  </a:lnTo>
                  <a:lnTo>
                    <a:pt x="896" y="1055"/>
                  </a:lnTo>
                  <a:close/>
                  <a:moveTo>
                    <a:pt x="419" y="1"/>
                  </a:moveTo>
                  <a:cubicBezTo>
                    <a:pt x="185" y="1"/>
                    <a:pt x="1" y="193"/>
                    <a:pt x="1" y="428"/>
                  </a:cubicBezTo>
                  <a:lnTo>
                    <a:pt x="1" y="24992"/>
                  </a:lnTo>
                  <a:cubicBezTo>
                    <a:pt x="1" y="25226"/>
                    <a:pt x="185" y="25418"/>
                    <a:pt x="419" y="25418"/>
                  </a:cubicBezTo>
                  <a:lnTo>
                    <a:pt x="18338" y="25418"/>
                  </a:lnTo>
                  <a:cubicBezTo>
                    <a:pt x="18572" y="25418"/>
                    <a:pt x="18764" y="25226"/>
                    <a:pt x="18764" y="24992"/>
                  </a:cubicBezTo>
                  <a:lnTo>
                    <a:pt x="18764" y="428"/>
                  </a:lnTo>
                  <a:cubicBezTo>
                    <a:pt x="18764" y="193"/>
                    <a:pt x="18572" y="1"/>
                    <a:pt x="183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21"/>
            <p:cNvSpPr/>
            <p:nvPr/>
          </p:nvSpPr>
          <p:spPr>
            <a:xfrm>
              <a:off x="2872325" y="3491050"/>
              <a:ext cx="8175" cy="7975"/>
            </a:xfrm>
            <a:custGeom>
              <a:rect b="b" l="l" r="r" t="t"/>
              <a:pathLst>
                <a:path extrusionOk="0" h="319" w="327">
                  <a:moveTo>
                    <a:pt x="168" y="0"/>
                  </a:moveTo>
                  <a:cubicBezTo>
                    <a:pt x="75" y="0"/>
                    <a:pt x="0" y="76"/>
                    <a:pt x="0" y="159"/>
                  </a:cubicBezTo>
                  <a:cubicBezTo>
                    <a:pt x="0" y="251"/>
                    <a:pt x="75" y="318"/>
                    <a:pt x="168" y="318"/>
                  </a:cubicBezTo>
                  <a:cubicBezTo>
                    <a:pt x="251" y="318"/>
                    <a:pt x="327" y="251"/>
                    <a:pt x="327" y="159"/>
                  </a:cubicBezTo>
                  <a:cubicBezTo>
                    <a:pt x="327" y="76"/>
                    <a:pt x="251" y="0"/>
                    <a:pt x="1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121"/>
          <p:cNvGrpSpPr/>
          <p:nvPr/>
        </p:nvGrpSpPr>
        <p:grpSpPr>
          <a:xfrm flipH="1" rot="-4448948">
            <a:off x="6758941" y="3274088"/>
            <a:ext cx="1506821" cy="3053852"/>
            <a:chOff x="1803775" y="5029925"/>
            <a:chExt cx="655775" cy="1329050"/>
          </a:xfrm>
        </p:grpSpPr>
        <p:sp>
          <p:nvSpPr>
            <p:cNvPr id="6879" name="Google Shape;6879;p121"/>
            <p:cNvSpPr/>
            <p:nvPr/>
          </p:nvSpPr>
          <p:spPr>
            <a:xfrm>
              <a:off x="1955600" y="5030950"/>
              <a:ext cx="183975" cy="658600"/>
            </a:xfrm>
            <a:custGeom>
              <a:rect b="b" l="l" r="r" t="t"/>
              <a:pathLst>
                <a:path extrusionOk="0" h="26344" w="7359">
                  <a:moveTo>
                    <a:pt x="2447" y="1"/>
                  </a:moveTo>
                  <a:cubicBezTo>
                    <a:pt x="2378" y="1"/>
                    <a:pt x="2308" y="6"/>
                    <a:pt x="2238" y="19"/>
                  </a:cubicBezTo>
                  <a:cubicBezTo>
                    <a:pt x="1441" y="138"/>
                    <a:pt x="988" y="959"/>
                    <a:pt x="714" y="1709"/>
                  </a:cubicBezTo>
                  <a:cubicBezTo>
                    <a:pt x="12" y="3769"/>
                    <a:pt x="0" y="6031"/>
                    <a:pt x="655" y="8079"/>
                  </a:cubicBezTo>
                  <a:cubicBezTo>
                    <a:pt x="1107" y="9448"/>
                    <a:pt x="1846" y="10722"/>
                    <a:pt x="2262" y="12103"/>
                  </a:cubicBezTo>
                  <a:cubicBezTo>
                    <a:pt x="3131" y="14925"/>
                    <a:pt x="2631" y="18045"/>
                    <a:pt x="3572" y="20855"/>
                  </a:cubicBezTo>
                  <a:cubicBezTo>
                    <a:pt x="3822" y="21640"/>
                    <a:pt x="5763" y="26343"/>
                    <a:pt x="5763" y="26343"/>
                  </a:cubicBezTo>
                  <a:cubicBezTo>
                    <a:pt x="5763" y="26343"/>
                    <a:pt x="5977" y="23295"/>
                    <a:pt x="6227" y="22533"/>
                  </a:cubicBezTo>
                  <a:cubicBezTo>
                    <a:pt x="6882" y="20462"/>
                    <a:pt x="7358" y="18247"/>
                    <a:pt x="6858" y="16092"/>
                  </a:cubicBezTo>
                  <a:cubicBezTo>
                    <a:pt x="6620" y="15020"/>
                    <a:pt x="6144" y="14008"/>
                    <a:pt x="5834" y="12949"/>
                  </a:cubicBezTo>
                  <a:cubicBezTo>
                    <a:pt x="5120" y="10603"/>
                    <a:pt x="5179" y="8079"/>
                    <a:pt x="5167" y="5626"/>
                  </a:cubicBezTo>
                  <a:cubicBezTo>
                    <a:pt x="5167" y="3841"/>
                    <a:pt x="5036" y="1852"/>
                    <a:pt x="3739" y="614"/>
                  </a:cubicBezTo>
                  <a:cubicBezTo>
                    <a:pt x="3385" y="271"/>
                    <a:pt x="2923" y="1"/>
                    <a:pt x="2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21"/>
            <p:cNvSpPr/>
            <p:nvPr/>
          </p:nvSpPr>
          <p:spPr>
            <a:xfrm>
              <a:off x="2114250" y="5235650"/>
              <a:ext cx="231000" cy="585750"/>
            </a:xfrm>
            <a:custGeom>
              <a:rect b="b" l="l" r="r" t="t"/>
              <a:pathLst>
                <a:path extrusionOk="0" h="23430" w="9240">
                  <a:moveTo>
                    <a:pt x="7573" y="1"/>
                  </a:moveTo>
                  <a:cubicBezTo>
                    <a:pt x="7215" y="1"/>
                    <a:pt x="6845" y="121"/>
                    <a:pt x="6549" y="332"/>
                  </a:cubicBezTo>
                  <a:cubicBezTo>
                    <a:pt x="6013" y="701"/>
                    <a:pt x="5667" y="1296"/>
                    <a:pt x="5417" y="1891"/>
                  </a:cubicBezTo>
                  <a:cubicBezTo>
                    <a:pt x="3715" y="5785"/>
                    <a:pt x="4584" y="10476"/>
                    <a:pt x="2643" y="14274"/>
                  </a:cubicBezTo>
                  <a:cubicBezTo>
                    <a:pt x="2286" y="14988"/>
                    <a:pt x="1822" y="15643"/>
                    <a:pt x="1465" y="16369"/>
                  </a:cubicBezTo>
                  <a:cubicBezTo>
                    <a:pt x="857" y="17572"/>
                    <a:pt x="0" y="21299"/>
                    <a:pt x="274" y="23430"/>
                  </a:cubicBezTo>
                  <a:cubicBezTo>
                    <a:pt x="1167" y="21251"/>
                    <a:pt x="2346" y="18858"/>
                    <a:pt x="3548" y="16810"/>
                  </a:cubicBezTo>
                  <a:cubicBezTo>
                    <a:pt x="5834" y="12976"/>
                    <a:pt x="7572" y="8821"/>
                    <a:pt x="8715" y="4511"/>
                  </a:cubicBezTo>
                  <a:cubicBezTo>
                    <a:pt x="9001" y="3451"/>
                    <a:pt x="9239" y="2332"/>
                    <a:pt x="8966" y="1260"/>
                  </a:cubicBezTo>
                  <a:cubicBezTo>
                    <a:pt x="8870" y="879"/>
                    <a:pt x="8692" y="486"/>
                    <a:pt x="8370" y="248"/>
                  </a:cubicBezTo>
                  <a:cubicBezTo>
                    <a:pt x="8142" y="78"/>
                    <a:pt x="7861"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21"/>
            <p:cNvSpPr/>
            <p:nvPr/>
          </p:nvSpPr>
          <p:spPr>
            <a:xfrm>
              <a:off x="2142525" y="5476450"/>
              <a:ext cx="239625" cy="558375"/>
            </a:xfrm>
            <a:custGeom>
              <a:rect b="b" l="l" r="r" t="t"/>
              <a:pathLst>
                <a:path extrusionOk="0" h="22335" w="9585">
                  <a:moveTo>
                    <a:pt x="8295" y="0"/>
                  </a:moveTo>
                  <a:cubicBezTo>
                    <a:pt x="7885" y="0"/>
                    <a:pt x="7450" y="190"/>
                    <a:pt x="7120" y="475"/>
                  </a:cubicBezTo>
                  <a:cubicBezTo>
                    <a:pt x="5120" y="2201"/>
                    <a:pt x="6096" y="5952"/>
                    <a:pt x="4025" y="7607"/>
                  </a:cubicBezTo>
                  <a:cubicBezTo>
                    <a:pt x="3655" y="7904"/>
                    <a:pt x="3227" y="8095"/>
                    <a:pt x="2882" y="8404"/>
                  </a:cubicBezTo>
                  <a:cubicBezTo>
                    <a:pt x="2048" y="9130"/>
                    <a:pt x="1810" y="10309"/>
                    <a:pt x="1762" y="11428"/>
                  </a:cubicBezTo>
                  <a:cubicBezTo>
                    <a:pt x="1727" y="12524"/>
                    <a:pt x="1822" y="13655"/>
                    <a:pt x="1465" y="14703"/>
                  </a:cubicBezTo>
                  <a:cubicBezTo>
                    <a:pt x="1286" y="15226"/>
                    <a:pt x="1012" y="15703"/>
                    <a:pt x="798" y="16203"/>
                  </a:cubicBezTo>
                  <a:cubicBezTo>
                    <a:pt x="12" y="18048"/>
                    <a:pt x="0" y="20406"/>
                    <a:pt x="417" y="22335"/>
                  </a:cubicBezTo>
                  <a:cubicBezTo>
                    <a:pt x="572" y="19632"/>
                    <a:pt x="2155" y="17393"/>
                    <a:pt x="3477" y="15131"/>
                  </a:cubicBezTo>
                  <a:cubicBezTo>
                    <a:pt x="5156" y="12286"/>
                    <a:pt x="6453" y="9226"/>
                    <a:pt x="7739" y="6178"/>
                  </a:cubicBezTo>
                  <a:cubicBezTo>
                    <a:pt x="8251" y="4940"/>
                    <a:pt x="8775" y="3701"/>
                    <a:pt x="9192" y="2415"/>
                  </a:cubicBezTo>
                  <a:cubicBezTo>
                    <a:pt x="9442" y="1641"/>
                    <a:pt x="9585" y="653"/>
                    <a:pt x="8930" y="189"/>
                  </a:cubicBezTo>
                  <a:cubicBezTo>
                    <a:pt x="8740" y="58"/>
                    <a:pt x="8521" y="0"/>
                    <a:pt x="8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21"/>
            <p:cNvSpPr/>
            <p:nvPr/>
          </p:nvSpPr>
          <p:spPr>
            <a:xfrm>
              <a:off x="2187475" y="5688250"/>
              <a:ext cx="272075" cy="546300"/>
            </a:xfrm>
            <a:custGeom>
              <a:rect b="b" l="l" r="r" t="t"/>
              <a:pathLst>
                <a:path extrusionOk="0" h="21852" w="10883">
                  <a:moveTo>
                    <a:pt x="9750" y="1"/>
                  </a:moveTo>
                  <a:cubicBezTo>
                    <a:pt x="9429" y="1"/>
                    <a:pt x="9097" y="124"/>
                    <a:pt x="8823" y="289"/>
                  </a:cubicBezTo>
                  <a:cubicBezTo>
                    <a:pt x="7382" y="1182"/>
                    <a:pt x="6965" y="3075"/>
                    <a:pt x="5941" y="4433"/>
                  </a:cubicBezTo>
                  <a:cubicBezTo>
                    <a:pt x="5417" y="5123"/>
                    <a:pt x="4715" y="5707"/>
                    <a:pt x="4310" y="6481"/>
                  </a:cubicBezTo>
                  <a:cubicBezTo>
                    <a:pt x="3751" y="7588"/>
                    <a:pt x="3881" y="8874"/>
                    <a:pt x="3774" y="10112"/>
                  </a:cubicBezTo>
                  <a:cubicBezTo>
                    <a:pt x="3751" y="10422"/>
                    <a:pt x="3703" y="10743"/>
                    <a:pt x="3560" y="11017"/>
                  </a:cubicBezTo>
                  <a:cubicBezTo>
                    <a:pt x="3358" y="11374"/>
                    <a:pt x="3000" y="11612"/>
                    <a:pt x="2727" y="11898"/>
                  </a:cubicBezTo>
                  <a:cubicBezTo>
                    <a:pt x="1798" y="12850"/>
                    <a:pt x="1655" y="14279"/>
                    <a:pt x="1488" y="15601"/>
                  </a:cubicBezTo>
                  <a:cubicBezTo>
                    <a:pt x="1357" y="16732"/>
                    <a:pt x="1143" y="17851"/>
                    <a:pt x="905" y="18958"/>
                  </a:cubicBezTo>
                  <a:cubicBezTo>
                    <a:pt x="738" y="19673"/>
                    <a:pt x="0" y="21232"/>
                    <a:pt x="369" y="21852"/>
                  </a:cubicBezTo>
                  <a:cubicBezTo>
                    <a:pt x="2941" y="15696"/>
                    <a:pt x="6489" y="10279"/>
                    <a:pt x="9751" y="4457"/>
                  </a:cubicBezTo>
                  <a:cubicBezTo>
                    <a:pt x="10239" y="3576"/>
                    <a:pt x="10716" y="2671"/>
                    <a:pt x="10823" y="1671"/>
                  </a:cubicBezTo>
                  <a:cubicBezTo>
                    <a:pt x="10882" y="1075"/>
                    <a:pt x="10739" y="397"/>
                    <a:pt x="10228" y="111"/>
                  </a:cubicBezTo>
                  <a:cubicBezTo>
                    <a:pt x="10078" y="34"/>
                    <a:pt x="9915" y="1"/>
                    <a:pt x="9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121"/>
            <p:cNvSpPr/>
            <p:nvPr/>
          </p:nvSpPr>
          <p:spPr>
            <a:xfrm>
              <a:off x="1875225" y="5439475"/>
              <a:ext cx="275350" cy="581350"/>
            </a:xfrm>
            <a:custGeom>
              <a:rect b="b" l="l" r="r" t="t"/>
              <a:pathLst>
                <a:path extrusionOk="0" h="23254" w="11014">
                  <a:moveTo>
                    <a:pt x="1532" y="0"/>
                  </a:moveTo>
                  <a:cubicBezTo>
                    <a:pt x="1396" y="0"/>
                    <a:pt x="1258" y="23"/>
                    <a:pt x="1120" y="72"/>
                  </a:cubicBezTo>
                  <a:cubicBezTo>
                    <a:pt x="167" y="418"/>
                    <a:pt x="0" y="1668"/>
                    <a:pt x="72" y="2668"/>
                  </a:cubicBezTo>
                  <a:cubicBezTo>
                    <a:pt x="405" y="6859"/>
                    <a:pt x="2215" y="10836"/>
                    <a:pt x="4501" y="14396"/>
                  </a:cubicBezTo>
                  <a:cubicBezTo>
                    <a:pt x="6465" y="17444"/>
                    <a:pt x="8692" y="20456"/>
                    <a:pt x="11014" y="23254"/>
                  </a:cubicBezTo>
                  <a:cubicBezTo>
                    <a:pt x="10966" y="22111"/>
                    <a:pt x="9954" y="20718"/>
                    <a:pt x="9335" y="19801"/>
                  </a:cubicBezTo>
                  <a:cubicBezTo>
                    <a:pt x="8763" y="18968"/>
                    <a:pt x="8132" y="18158"/>
                    <a:pt x="7906" y="17182"/>
                  </a:cubicBezTo>
                  <a:cubicBezTo>
                    <a:pt x="7632" y="15967"/>
                    <a:pt x="8073" y="14598"/>
                    <a:pt x="7454" y="13515"/>
                  </a:cubicBezTo>
                  <a:cubicBezTo>
                    <a:pt x="7001" y="12681"/>
                    <a:pt x="6025" y="12253"/>
                    <a:pt x="5346" y="11586"/>
                  </a:cubicBezTo>
                  <a:cubicBezTo>
                    <a:pt x="4108" y="10371"/>
                    <a:pt x="3858" y="8478"/>
                    <a:pt x="3858" y="6764"/>
                  </a:cubicBezTo>
                  <a:cubicBezTo>
                    <a:pt x="3858" y="5025"/>
                    <a:pt x="4037" y="3240"/>
                    <a:pt x="3406" y="1632"/>
                  </a:cubicBezTo>
                  <a:cubicBezTo>
                    <a:pt x="3089" y="816"/>
                    <a:pt x="2345"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21"/>
            <p:cNvSpPr/>
            <p:nvPr/>
          </p:nvSpPr>
          <p:spPr>
            <a:xfrm>
              <a:off x="1803775" y="5791475"/>
              <a:ext cx="395625" cy="436825"/>
            </a:xfrm>
            <a:custGeom>
              <a:rect b="b" l="l" r="r" t="t"/>
              <a:pathLst>
                <a:path extrusionOk="0" h="17473" w="15825">
                  <a:moveTo>
                    <a:pt x="1787" y="0"/>
                  </a:moveTo>
                  <a:cubicBezTo>
                    <a:pt x="1712" y="0"/>
                    <a:pt x="1636" y="6"/>
                    <a:pt x="1561" y="18"/>
                  </a:cubicBezTo>
                  <a:cubicBezTo>
                    <a:pt x="489" y="197"/>
                    <a:pt x="1" y="1471"/>
                    <a:pt x="1" y="2566"/>
                  </a:cubicBezTo>
                  <a:cubicBezTo>
                    <a:pt x="13" y="4554"/>
                    <a:pt x="1001" y="6447"/>
                    <a:pt x="2335" y="7924"/>
                  </a:cubicBezTo>
                  <a:cubicBezTo>
                    <a:pt x="3680" y="9388"/>
                    <a:pt x="5347" y="10519"/>
                    <a:pt x="7002" y="11638"/>
                  </a:cubicBezTo>
                  <a:cubicBezTo>
                    <a:pt x="8442" y="12627"/>
                    <a:pt x="9895" y="13591"/>
                    <a:pt x="11371" y="14556"/>
                  </a:cubicBezTo>
                  <a:cubicBezTo>
                    <a:pt x="12752" y="15484"/>
                    <a:pt x="14288" y="16877"/>
                    <a:pt x="15824" y="17473"/>
                  </a:cubicBezTo>
                  <a:cubicBezTo>
                    <a:pt x="15670" y="16258"/>
                    <a:pt x="14824" y="14734"/>
                    <a:pt x="13931" y="13901"/>
                  </a:cubicBezTo>
                  <a:cubicBezTo>
                    <a:pt x="13276" y="13305"/>
                    <a:pt x="12479" y="12901"/>
                    <a:pt x="11836" y="12305"/>
                  </a:cubicBezTo>
                  <a:cubicBezTo>
                    <a:pt x="10395" y="10936"/>
                    <a:pt x="9931" y="8614"/>
                    <a:pt x="8157" y="7721"/>
                  </a:cubicBezTo>
                  <a:cubicBezTo>
                    <a:pt x="7276" y="7293"/>
                    <a:pt x="6180" y="7245"/>
                    <a:pt x="5525" y="6519"/>
                  </a:cubicBezTo>
                  <a:cubicBezTo>
                    <a:pt x="5192" y="6162"/>
                    <a:pt x="5049" y="5673"/>
                    <a:pt x="4894" y="5209"/>
                  </a:cubicBezTo>
                  <a:cubicBezTo>
                    <a:pt x="4644" y="4364"/>
                    <a:pt x="4382" y="3530"/>
                    <a:pt x="4120" y="2685"/>
                  </a:cubicBezTo>
                  <a:cubicBezTo>
                    <a:pt x="3918" y="2030"/>
                    <a:pt x="3728" y="1375"/>
                    <a:pt x="3311" y="840"/>
                  </a:cubicBezTo>
                  <a:cubicBezTo>
                    <a:pt x="2951" y="364"/>
                    <a:pt x="2385"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21"/>
            <p:cNvSpPr/>
            <p:nvPr/>
          </p:nvSpPr>
          <p:spPr>
            <a:xfrm>
              <a:off x="2005900" y="5029925"/>
              <a:ext cx="226525" cy="1329050"/>
            </a:xfrm>
            <a:custGeom>
              <a:rect b="b" l="l" r="r" t="t"/>
              <a:pathLst>
                <a:path extrusionOk="0" h="53162" w="9061">
                  <a:moveTo>
                    <a:pt x="441" y="0"/>
                  </a:moveTo>
                  <a:lnTo>
                    <a:pt x="0" y="83"/>
                  </a:lnTo>
                  <a:cubicBezTo>
                    <a:pt x="1381" y="6787"/>
                    <a:pt x="2286" y="14180"/>
                    <a:pt x="3239" y="22015"/>
                  </a:cubicBezTo>
                  <a:cubicBezTo>
                    <a:pt x="4548" y="32754"/>
                    <a:pt x="5906" y="43875"/>
                    <a:pt x="8632" y="53161"/>
                  </a:cubicBezTo>
                  <a:lnTo>
                    <a:pt x="9061" y="53042"/>
                  </a:lnTo>
                  <a:cubicBezTo>
                    <a:pt x="6358" y="43779"/>
                    <a:pt x="5001" y="32695"/>
                    <a:pt x="3691" y="21967"/>
                  </a:cubicBezTo>
                  <a:cubicBezTo>
                    <a:pt x="2739" y="14121"/>
                    <a:pt x="1846" y="6727"/>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21"/>
            <p:cNvSpPr/>
            <p:nvPr/>
          </p:nvSpPr>
          <p:spPr>
            <a:xfrm>
              <a:off x="2117225" y="5235900"/>
              <a:ext cx="205700" cy="572100"/>
            </a:xfrm>
            <a:custGeom>
              <a:rect b="b" l="l" r="r" t="t"/>
              <a:pathLst>
                <a:path extrusionOk="0" h="22884" w="8228">
                  <a:moveTo>
                    <a:pt x="7834" y="0"/>
                  </a:moveTo>
                  <a:cubicBezTo>
                    <a:pt x="6584" y="1989"/>
                    <a:pt x="6037" y="4596"/>
                    <a:pt x="5513" y="7132"/>
                  </a:cubicBezTo>
                  <a:cubicBezTo>
                    <a:pt x="5215" y="8561"/>
                    <a:pt x="4929" y="9906"/>
                    <a:pt x="4548" y="11109"/>
                  </a:cubicBezTo>
                  <a:cubicBezTo>
                    <a:pt x="4024" y="12704"/>
                    <a:pt x="3286" y="14228"/>
                    <a:pt x="2572" y="15716"/>
                  </a:cubicBezTo>
                  <a:cubicBezTo>
                    <a:pt x="1465" y="17967"/>
                    <a:pt x="357" y="20288"/>
                    <a:pt x="0" y="22824"/>
                  </a:cubicBezTo>
                  <a:lnTo>
                    <a:pt x="453" y="22884"/>
                  </a:lnTo>
                  <a:cubicBezTo>
                    <a:pt x="798" y="20419"/>
                    <a:pt x="1917" y="18133"/>
                    <a:pt x="2989" y="15907"/>
                  </a:cubicBezTo>
                  <a:cubicBezTo>
                    <a:pt x="3703" y="14407"/>
                    <a:pt x="4453" y="12859"/>
                    <a:pt x="4977" y="11252"/>
                  </a:cubicBezTo>
                  <a:cubicBezTo>
                    <a:pt x="5382" y="10025"/>
                    <a:pt x="5668" y="8668"/>
                    <a:pt x="5965" y="7239"/>
                  </a:cubicBezTo>
                  <a:cubicBezTo>
                    <a:pt x="6477" y="4751"/>
                    <a:pt x="7001" y="2179"/>
                    <a:pt x="8227" y="250"/>
                  </a:cubicBezTo>
                  <a:lnTo>
                    <a:pt x="7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21"/>
            <p:cNvSpPr/>
            <p:nvPr/>
          </p:nvSpPr>
          <p:spPr>
            <a:xfrm>
              <a:off x="2144900" y="5476700"/>
              <a:ext cx="224750" cy="525675"/>
            </a:xfrm>
            <a:custGeom>
              <a:rect b="b" l="l" r="r" t="t"/>
              <a:pathLst>
                <a:path extrusionOk="0" h="21027" w="8990">
                  <a:moveTo>
                    <a:pt x="8680" y="0"/>
                  </a:moveTo>
                  <a:cubicBezTo>
                    <a:pt x="7239" y="1358"/>
                    <a:pt x="6096" y="3620"/>
                    <a:pt x="5715" y="5930"/>
                  </a:cubicBezTo>
                  <a:cubicBezTo>
                    <a:pt x="5692" y="6084"/>
                    <a:pt x="5680" y="6251"/>
                    <a:pt x="5644" y="6418"/>
                  </a:cubicBezTo>
                  <a:cubicBezTo>
                    <a:pt x="5442" y="7692"/>
                    <a:pt x="5227" y="9001"/>
                    <a:pt x="4513" y="10049"/>
                  </a:cubicBezTo>
                  <a:cubicBezTo>
                    <a:pt x="4394" y="10216"/>
                    <a:pt x="4275" y="10371"/>
                    <a:pt x="4144" y="10537"/>
                  </a:cubicBezTo>
                  <a:cubicBezTo>
                    <a:pt x="3918" y="10823"/>
                    <a:pt x="3679" y="11121"/>
                    <a:pt x="3513" y="11442"/>
                  </a:cubicBezTo>
                  <a:cubicBezTo>
                    <a:pt x="3263" y="11918"/>
                    <a:pt x="3168" y="12442"/>
                    <a:pt x="3084" y="12954"/>
                  </a:cubicBezTo>
                  <a:cubicBezTo>
                    <a:pt x="3037" y="13157"/>
                    <a:pt x="3013" y="13395"/>
                    <a:pt x="2953" y="13609"/>
                  </a:cubicBezTo>
                  <a:cubicBezTo>
                    <a:pt x="2703" y="14621"/>
                    <a:pt x="2144" y="15574"/>
                    <a:pt x="1632" y="16479"/>
                  </a:cubicBezTo>
                  <a:cubicBezTo>
                    <a:pt x="1513" y="16705"/>
                    <a:pt x="1370" y="16907"/>
                    <a:pt x="1251" y="17133"/>
                  </a:cubicBezTo>
                  <a:cubicBezTo>
                    <a:pt x="679" y="18193"/>
                    <a:pt x="0" y="19586"/>
                    <a:pt x="143" y="21027"/>
                  </a:cubicBezTo>
                  <a:lnTo>
                    <a:pt x="584" y="20967"/>
                  </a:lnTo>
                  <a:cubicBezTo>
                    <a:pt x="477" y="19658"/>
                    <a:pt x="1060" y="18395"/>
                    <a:pt x="1655" y="17336"/>
                  </a:cubicBezTo>
                  <a:cubicBezTo>
                    <a:pt x="1774" y="17133"/>
                    <a:pt x="1905" y="16907"/>
                    <a:pt x="2025" y="16705"/>
                  </a:cubicBezTo>
                  <a:cubicBezTo>
                    <a:pt x="2572" y="15764"/>
                    <a:pt x="3132" y="14800"/>
                    <a:pt x="3394" y="13704"/>
                  </a:cubicBezTo>
                  <a:cubicBezTo>
                    <a:pt x="3441" y="13490"/>
                    <a:pt x="3489" y="13252"/>
                    <a:pt x="3525" y="13026"/>
                  </a:cubicBezTo>
                  <a:cubicBezTo>
                    <a:pt x="3620" y="12538"/>
                    <a:pt x="3715" y="12073"/>
                    <a:pt x="3918" y="11657"/>
                  </a:cubicBezTo>
                  <a:cubicBezTo>
                    <a:pt x="4060" y="11371"/>
                    <a:pt x="4275" y="11109"/>
                    <a:pt x="4501" y="10835"/>
                  </a:cubicBezTo>
                  <a:cubicBezTo>
                    <a:pt x="4632" y="10668"/>
                    <a:pt x="4763" y="10514"/>
                    <a:pt x="4882" y="10335"/>
                  </a:cubicBezTo>
                  <a:cubicBezTo>
                    <a:pt x="5680" y="9192"/>
                    <a:pt x="5882" y="7835"/>
                    <a:pt x="6096" y="6501"/>
                  </a:cubicBezTo>
                  <a:cubicBezTo>
                    <a:pt x="6120" y="6346"/>
                    <a:pt x="6132" y="6180"/>
                    <a:pt x="6168" y="6013"/>
                  </a:cubicBezTo>
                  <a:cubicBezTo>
                    <a:pt x="6537" y="3810"/>
                    <a:pt x="7609" y="1643"/>
                    <a:pt x="8990" y="346"/>
                  </a:cubicBezTo>
                  <a:lnTo>
                    <a:pt x="86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21"/>
            <p:cNvSpPr/>
            <p:nvPr/>
          </p:nvSpPr>
          <p:spPr>
            <a:xfrm>
              <a:off x="1821950" y="5686250"/>
              <a:ext cx="624500" cy="553650"/>
            </a:xfrm>
            <a:custGeom>
              <a:rect b="b" l="l" r="r" t="t"/>
              <a:pathLst>
                <a:path extrusionOk="0" h="22146" w="24980">
                  <a:moveTo>
                    <a:pt x="24694" y="0"/>
                  </a:moveTo>
                  <a:cubicBezTo>
                    <a:pt x="23420" y="1012"/>
                    <a:pt x="22610" y="2810"/>
                    <a:pt x="22241" y="3798"/>
                  </a:cubicBezTo>
                  <a:cubicBezTo>
                    <a:pt x="22110" y="4120"/>
                    <a:pt x="22003" y="4453"/>
                    <a:pt x="21884" y="4775"/>
                  </a:cubicBezTo>
                  <a:cubicBezTo>
                    <a:pt x="21539" y="5739"/>
                    <a:pt x="21193" y="6727"/>
                    <a:pt x="20681" y="7608"/>
                  </a:cubicBezTo>
                  <a:cubicBezTo>
                    <a:pt x="20455" y="7977"/>
                    <a:pt x="20181" y="8335"/>
                    <a:pt x="19931" y="8692"/>
                  </a:cubicBezTo>
                  <a:cubicBezTo>
                    <a:pt x="19586" y="9168"/>
                    <a:pt x="19229" y="9668"/>
                    <a:pt x="18955" y="10204"/>
                  </a:cubicBezTo>
                  <a:cubicBezTo>
                    <a:pt x="18610" y="10883"/>
                    <a:pt x="18395" y="11609"/>
                    <a:pt x="18193" y="12323"/>
                  </a:cubicBezTo>
                  <a:cubicBezTo>
                    <a:pt x="18062" y="12788"/>
                    <a:pt x="17919" y="13276"/>
                    <a:pt x="17740" y="13716"/>
                  </a:cubicBezTo>
                  <a:cubicBezTo>
                    <a:pt x="17550" y="14216"/>
                    <a:pt x="17312" y="14693"/>
                    <a:pt x="17086" y="15145"/>
                  </a:cubicBezTo>
                  <a:cubicBezTo>
                    <a:pt x="16931" y="15466"/>
                    <a:pt x="16764" y="15800"/>
                    <a:pt x="16609" y="16133"/>
                  </a:cubicBezTo>
                  <a:cubicBezTo>
                    <a:pt x="16216" y="17026"/>
                    <a:pt x="15919" y="17979"/>
                    <a:pt x="15633" y="18884"/>
                  </a:cubicBezTo>
                  <a:lnTo>
                    <a:pt x="14883" y="21265"/>
                  </a:lnTo>
                  <a:cubicBezTo>
                    <a:pt x="14740" y="21122"/>
                    <a:pt x="14585" y="20967"/>
                    <a:pt x="14442" y="20800"/>
                  </a:cubicBezTo>
                  <a:cubicBezTo>
                    <a:pt x="13311" y="19634"/>
                    <a:pt x="12025" y="18324"/>
                    <a:pt x="10799" y="17407"/>
                  </a:cubicBezTo>
                  <a:lnTo>
                    <a:pt x="10466" y="17169"/>
                  </a:lnTo>
                  <a:cubicBezTo>
                    <a:pt x="9847" y="16717"/>
                    <a:pt x="9204" y="16252"/>
                    <a:pt x="8680" y="15681"/>
                  </a:cubicBezTo>
                  <a:cubicBezTo>
                    <a:pt x="8489" y="15466"/>
                    <a:pt x="8299" y="15205"/>
                    <a:pt x="8096" y="14966"/>
                  </a:cubicBezTo>
                  <a:cubicBezTo>
                    <a:pt x="7858" y="14669"/>
                    <a:pt x="7620" y="14371"/>
                    <a:pt x="7358" y="14097"/>
                  </a:cubicBezTo>
                  <a:cubicBezTo>
                    <a:pt x="6930" y="13657"/>
                    <a:pt x="6418" y="13300"/>
                    <a:pt x="5929" y="12966"/>
                  </a:cubicBezTo>
                  <a:cubicBezTo>
                    <a:pt x="5739" y="12823"/>
                    <a:pt x="5537" y="12692"/>
                    <a:pt x="5358" y="12561"/>
                  </a:cubicBezTo>
                  <a:cubicBezTo>
                    <a:pt x="2822" y="10680"/>
                    <a:pt x="929" y="7561"/>
                    <a:pt x="453" y="4418"/>
                  </a:cubicBezTo>
                  <a:lnTo>
                    <a:pt x="0" y="4489"/>
                  </a:lnTo>
                  <a:cubicBezTo>
                    <a:pt x="512" y="7739"/>
                    <a:pt x="2465" y="10978"/>
                    <a:pt x="5096" y="12930"/>
                  </a:cubicBezTo>
                  <a:cubicBezTo>
                    <a:pt x="5287" y="13085"/>
                    <a:pt x="5477" y="13216"/>
                    <a:pt x="5679" y="13347"/>
                  </a:cubicBezTo>
                  <a:cubicBezTo>
                    <a:pt x="6180" y="13704"/>
                    <a:pt x="6644" y="14038"/>
                    <a:pt x="7049" y="14431"/>
                  </a:cubicBezTo>
                  <a:cubicBezTo>
                    <a:pt x="7299" y="14693"/>
                    <a:pt x="7501" y="14966"/>
                    <a:pt x="7739" y="15264"/>
                  </a:cubicBezTo>
                  <a:cubicBezTo>
                    <a:pt x="7942" y="15526"/>
                    <a:pt x="8132" y="15776"/>
                    <a:pt x="8358" y="16014"/>
                  </a:cubicBezTo>
                  <a:cubicBezTo>
                    <a:pt x="8906" y="16621"/>
                    <a:pt x="9573" y="17098"/>
                    <a:pt x="10216" y="17562"/>
                  </a:cubicBezTo>
                  <a:lnTo>
                    <a:pt x="10537" y="17800"/>
                  </a:lnTo>
                  <a:cubicBezTo>
                    <a:pt x="11752" y="18681"/>
                    <a:pt x="13014" y="19991"/>
                    <a:pt x="14133" y="21134"/>
                  </a:cubicBezTo>
                  <a:cubicBezTo>
                    <a:pt x="14371" y="21396"/>
                    <a:pt x="14609" y="21634"/>
                    <a:pt x="14847" y="21872"/>
                  </a:cubicBezTo>
                  <a:lnTo>
                    <a:pt x="15109" y="22146"/>
                  </a:lnTo>
                  <a:lnTo>
                    <a:pt x="16097" y="18991"/>
                  </a:lnTo>
                  <a:cubicBezTo>
                    <a:pt x="16371" y="18074"/>
                    <a:pt x="16657" y="17157"/>
                    <a:pt x="17050" y="16276"/>
                  </a:cubicBezTo>
                  <a:cubicBezTo>
                    <a:pt x="17193" y="15955"/>
                    <a:pt x="17348" y="15621"/>
                    <a:pt x="17502" y="15312"/>
                  </a:cubicBezTo>
                  <a:cubicBezTo>
                    <a:pt x="17740" y="14835"/>
                    <a:pt x="17979" y="14347"/>
                    <a:pt x="18181" y="13835"/>
                  </a:cubicBezTo>
                  <a:cubicBezTo>
                    <a:pt x="18360" y="13383"/>
                    <a:pt x="18502" y="12883"/>
                    <a:pt x="18633" y="12407"/>
                  </a:cubicBezTo>
                  <a:cubicBezTo>
                    <a:pt x="18836" y="11728"/>
                    <a:pt x="19038" y="11025"/>
                    <a:pt x="19372" y="10383"/>
                  </a:cubicBezTo>
                  <a:cubicBezTo>
                    <a:pt x="19634" y="9871"/>
                    <a:pt x="19979" y="9394"/>
                    <a:pt x="20324" y="8930"/>
                  </a:cubicBezTo>
                  <a:cubicBezTo>
                    <a:pt x="20574" y="8573"/>
                    <a:pt x="20836" y="8204"/>
                    <a:pt x="21074" y="7811"/>
                  </a:cubicBezTo>
                  <a:cubicBezTo>
                    <a:pt x="21634" y="6906"/>
                    <a:pt x="21991" y="5894"/>
                    <a:pt x="22324" y="4906"/>
                  </a:cubicBezTo>
                  <a:cubicBezTo>
                    <a:pt x="22432" y="4584"/>
                    <a:pt x="22551" y="4275"/>
                    <a:pt x="22670" y="3941"/>
                  </a:cubicBezTo>
                  <a:cubicBezTo>
                    <a:pt x="23015" y="3001"/>
                    <a:pt x="23789" y="1298"/>
                    <a:pt x="24979" y="357"/>
                  </a:cubicBezTo>
                  <a:lnTo>
                    <a:pt x="24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21"/>
            <p:cNvSpPr/>
            <p:nvPr/>
          </p:nvSpPr>
          <p:spPr>
            <a:xfrm>
              <a:off x="1896650" y="5436500"/>
              <a:ext cx="263450" cy="569750"/>
            </a:xfrm>
            <a:custGeom>
              <a:rect b="b" l="l" r="r" t="t"/>
              <a:pathLst>
                <a:path extrusionOk="0" h="22790" w="10538">
                  <a:moveTo>
                    <a:pt x="322" y="1"/>
                  </a:moveTo>
                  <a:lnTo>
                    <a:pt x="322" y="1"/>
                  </a:lnTo>
                  <a:cubicBezTo>
                    <a:pt x="1" y="1382"/>
                    <a:pt x="215" y="2751"/>
                    <a:pt x="501" y="4275"/>
                  </a:cubicBezTo>
                  <a:cubicBezTo>
                    <a:pt x="977" y="6895"/>
                    <a:pt x="1572" y="9657"/>
                    <a:pt x="3037" y="11955"/>
                  </a:cubicBezTo>
                  <a:cubicBezTo>
                    <a:pt x="3239" y="12252"/>
                    <a:pt x="3442" y="12550"/>
                    <a:pt x="3656" y="12848"/>
                  </a:cubicBezTo>
                  <a:cubicBezTo>
                    <a:pt x="3954" y="13253"/>
                    <a:pt x="4239" y="13669"/>
                    <a:pt x="4489" y="14098"/>
                  </a:cubicBezTo>
                  <a:cubicBezTo>
                    <a:pt x="4763" y="14586"/>
                    <a:pt x="5013" y="15110"/>
                    <a:pt x="5227" y="15634"/>
                  </a:cubicBezTo>
                  <a:cubicBezTo>
                    <a:pt x="5347" y="15932"/>
                    <a:pt x="5489" y="16241"/>
                    <a:pt x="5632" y="16539"/>
                  </a:cubicBezTo>
                  <a:cubicBezTo>
                    <a:pt x="6763" y="18908"/>
                    <a:pt x="8514" y="20885"/>
                    <a:pt x="10204" y="22790"/>
                  </a:cubicBezTo>
                  <a:lnTo>
                    <a:pt x="10538" y="22480"/>
                  </a:lnTo>
                  <a:cubicBezTo>
                    <a:pt x="8871" y="20599"/>
                    <a:pt x="7144" y="18646"/>
                    <a:pt x="6049" y="16348"/>
                  </a:cubicBezTo>
                  <a:lnTo>
                    <a:pt x="5644" y="15455"/>
                  </a:lnTo>
                  <a:cubicBezTo>
                    <a:pt x="5418" y="14931"/>
                    <a:pt x="5180" y="14384"/>
                    <a:pt x="4882" y="13872"/>
                  </a:cubicBezTo>
                  <a:cubicBezTo>
                    <a:pt x="4632" y="13407"/>
                    <a:pt x="4335" y="12991"/>
                    <a:pt x="4037" y="12574"/>
                  </a:cubicBezTo>
                  <a:cubicBezTo>
                    <a:pt x="3834" y="12300"/>
                    <a:pt x="3620" y="12002"/>
                    <a:pt x="3430" y="11705"/>
                  </a:cubicBezTo>
                  <a:cubicBezTo>
                    <a:pt x="2001" y="9466"/>
                    <a:pt x="1417" y="6776"/>
                    <a:pt x="941" y="4180"/>
                  </a:cubicBezTo>
                  <a:cubicBezTo>
                    <a:pt x="679" y="2716"/>
                    <a:pt x="477" y="1382"/>
                    <a:pt x="763" y="108"/>
                  </a:cubicBezTo>
                  <a:lnTo>
                    <a:pt x="3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0" name="Google Shape;6890;p121"/>
          <p:cNvGrpSpPr/>
          <p:nvPr/>
        </p:nvGrpSpPr>
        <p:grpSpPr>
          <a:xfrm rot="-1055400">
            <a:off x="8238996" y="2696001"/>
            <a:ext cx="956147" cy="1742838"/>
            <a:chOff x="-214625" y="3943775"/>
            <a:chExt cx="458725" cy="836125"/>
          </a:xfrm>
        </p:grpSpPr>
        <p:sp>
          <p:nvSpPr>
            <p:cNvPr id="6891" name="Google Shape;6891;p121"/>
            <p:cNvSpPr/>
            <p:nvPr/>
          </p:nvSpPr>
          <p:spPr>
            <a:xfrm>
              <a:off x="-114025" y="3943775"/>
              <a:ext cx="195000" cy="501875"/>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21"/>
            <p:cNvSpPr/>
            <p:nvPr/>
          </p:nvSpPr>
          <p:spPr>
            <a:xfrm>
              <a:off x="64875" y="4296800"/>
              <a:ext cx="179225" cy="327425"/>
            </a:xfrm>
            <a:custGeom>
              <a:rect b="b" l="l" r="r" t="t"/>
              <a:pathLst>
                <a:path extrusionOk="0" h="13097" w="7169">
                  <a:moveTo>
                    <a:pt x="6787" y="0"/>
                  </a:moveTo>
                  <a:cubicBezTo>
                    <a:pt x="5692" y="2536"/>
                    <a:pt x="2810" y="3798"/>
                    <a:pt x="1322" y="6120"/>
                  </a:cubicBezTo>
                  <a:cubicBezTo>
                    <a:pt x="1" y="8192"/>
                    <a:pt x="12" y="11049"/>
                    <a:pt x="1358" y="13097"/>
                  </a:cubicBezTo>
                  <a:cubicBezTo>
                    <a:pt x="1703" y="12502"/>
                    <a:pt x="2287" y="12109"/>
                    <a:pt x="2846" y="11704"/>
                  </a:cubicBezTo>
                  <a:cubicBezTo>
                    <a:pt x="4680" y="10406"/>
                    <a:pt x="6299" y="8632"/>
                    <a:pt x="6751" y="6429"/>
                  </a:cubicBezTo>
                  <a:cubicBezTo>
                    <a:pt x="7168" y="4429"/>
                    <a:pt x="6561" y="2048"/>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121"/>
            <p:cNvSpPr/>
            <p:nvPr/>
          </p:nvSpPr>
          <p:spPr>
            <a:xfrm>
              <a:off x="-214625" y="4372100"/>
              <a:ext cx="233975" cy="263550"/>
            </a:xfrm>
            <a:custGeom>
              <a:rect b="b" l="l" r="r" t="t"/>
              <a:pathLst>
                <a:path extrusionOk="0" h="10542" w="9359">
                  <a:moveTo>
                    <a:pt x="1" y="0"/>
                  </a:moveTo>
                  <a:lnTo>
                    <a:pt x="1" y="0"/>
                  </a:lnTo>
                  <a:cubicBezTo>
                    <a:pt x="382" y="2548"/>
                    <a:pt x="810" y="5168"/>
                    <a:pt x="2168" y="7346"/>
                  </a:cubicBezTo>
                  <a:cubicBezTo>
                    <a:pt x="2620" y="8049"/>
                    <a:pt x="3156" y="8704"/>
                    <a:pt x="3846" y="9132"/>
                  </a:cubicBezTo>
                  <a:cubicBezTo>
                    <a:pt x="4596" y="9585"/>
                    <a:pt x="5477" y="9775"/>
                    <a:pt x="6323" y="9954"/>
                  </a:cubicBezTo>
                  <a:cubicBezTo>
                    <a:pt x="7024" y="10104"/>
                    <a:pt x="8138" y="10541"/>
                    <a:pt x="8942" y="10541"/>
                  </a:cubicBezTo>
                  <a:cubicBezTo>
                    <a:pt x="9094" y="10541"/>
                    <a:pt x="9234" y="10526"/>
                    <a:pt x="9359" y="10490"/>
                  </a:cubicBezTo>
                  <a:cubicBezTo>
                    <a:pt x="8180" y="8204"/>
                    <a:pt x="7037" y="5465"/>
                    <a:pt x="5299" y="3525"/>
                  </a:cubicBezTo>
                  <a:cubicBezTo>
                    <a:pt x="3870" y="1929"/>
                    <a:pt x="1906" y="9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21"/>
            <p:cNvSpPr/>
            <p:nvPr/>
          </p:nvSpPr>
          <p:spPr>
            <a:xfrm>
              <a:off x="-32750" y="3943775"/>
              <a:ext cx="219700" cy="836125"/>
            </a:xfrm>
            <a:custGeom>
              <a:rect b="b" l="l" r="r" t="t"/>
              <a:pathLst>
                <a:path extrusionOk="0" h="33445" w="8788">
                  <a:moveTo>
                    <a:pt x="1072" y="0"/>
                  </a:moveTo>
                  <a:cubicBezTo>
                    <a:pt x="858" y="1489"/>
                    <a:pt x="679" y="2965"/>
                    <a:pt x="536" y="4453"/>
                  </a:cubicBezTo>
                  <a:cubicBezTo>
                    <a:pt x="369" y="5941"/>
                    <a:pt x="250" y="7430"/>
                    <a:pt x="167" y="8918"/>
                  </a:cubicBezTo>
                  <a:cubicBezTo>
                    <a:pt x="0" y="11906"/>
                    <a:pt x="60" y="14907"/>
                    <a:pt x="524" y="17883"/>
                  </a:cubicBezTo>
                  <a:cubicBezTo>
                    <a:pt x="1012" y="20848"/>
                    <a:pt x="1870" y="23765"/>
                    <a:pt x="3227" y="26444"/>
                  </a:cubicBezTo>
                  <a:cubicBezTo>
                    <a:pt x="3917" y="27789"/>
                    <a:pt x="4703" y="29063"/>
                    <a:pt x="5620" y="30254"/>
                  </a:cubicBezTo>
                  <a:cubicBezTo>
                    <a:pt x="6561" y="31433"/>
                    <a:pt x="7608" y="32516"/>
                    <a:pt x="8787" y="33445"/>
                  </a:cubicBezTo>
                  <a:cubicBezTo>
                    <a:pt x="7668" y="32445"/>
                    <a:pt x="6668" y="31326"/>
                    <a:pt x="5811" y="30123"/>
                  </a:cubicBezTo>
                  <a:cubicBezTo>
                    <a:pt x="4930" y="28920"/>
                    <a:pt x="4179" y="27635"/>
                    <a:pt x="3536" y="26301"/>
                  </a:cubicBezTo>
                  <a:cubicBezTo>
                    <a:pt x="2274" y="23622"/>
                    <a:pt x="1417" y="20753"/>
                    <a:pt x="965" y="17812"/>
                  </a:cubicBezTo>
                  <a:cubicBezTo>
                    <a:pt x="477" y="14883"/>
                    <a:pt x="417" y="11906"/>
                    <a:pt x="512" y="8930"/>
                  </a:cubicBezTo>
                  <a:cubicBezTo>
                    <a:pt x="548" y="7442"/>
                    <a:pt x="643" y="5953"/>
                    <a:pt x="739" y="4465"/>
                  </a:cubicBez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21"/>
            <p:cNvSpPr/>
            <p:nvPr/>
          </p:nvSpPr>
          <p:spPr>
            <a:xfrm>
              <a:off x="-214625" y="4297375"/>
              <a:ext cx="450675" cy="395925"/>
            </a:xfrm>
            <a:custGeom>
              <a:rect b="b" l="l" r="r" t="t"/>
              <a:pathLst>
                <a:path extrusionOk="0" h="15837" w="18027">
                  <a:moveTo>
                    <a:pt x="17979" y="1"/>
                  </a:moveTo>
                  <a:lnTo>
                    <a:pt x="17979" y="1"/>
                  </a:lnTo>
                  <a:cubicBezTo>
                    <a:pt x="17920" y="1394"/>
                    <a:pt x="17431" y="2704"/>
                    <a:pt x="16812" y="3930"/>
                  </a:cubicBezTo>
                  <a:cubicBezTo>
                    <a:pt x="16217" y="5144"/>
                    <a:pt x="15443" y="6287"/>
                    <a:pt x="14669" y="7442"/>
                  </a:cubicBezTo>
                  <a:cubicBezTo>
                    <a:pt x="13895" y="8585"/>
                    <a:pt x="13169" y="9788"/>
                    <a:pt x="12693" y="11109"/>
                  </a:cubicBezTo>
                  <a:cubicBezTo>
                    <a:pt x="12276" y="12275"/>
                    <a:pt x="12087" y="13514"/>
                    <a:pt x="12134" y="14746"/>
                  </a:cubicBezTo>
                  <a:lnTo>
                    <a:pt x="12134" y="14746"/>
                  </a:lnTo>
                  <a:cubicBezTo>
                    <a:pt x="11083" y="13910"/>
                    <a:pt x="9889" y="13326"/>
                    <a:pt x="8752" y="12705"/>
                  </a:cubicBezTo>
                  <a:cubicBezTo>
                    <a:pt x="8097" y="12348"/>
                    <a:pt x="7466" y="11979"/>
                    <a:pt x="6871" y="11562"/>
                  </a:cubicBezTo>
                  <a:cubicBezTo>
                    <a:pt x="6275" y="11145"/>
                    <a:pt x="5739" y="10633"/>
                    <a:pt x="5239" y="10121"/>
                  </a:cubicBezTo>
                  <a:cubicBezTo>
                    <a:pt x="4227" y="9062"/>
                    <a:pt x="3358" y="7835"/>
                    <a:pt x="2537" y="6621"/>
                  </a:cubicBezTo>
                  <a:cubicBezTo>
                    <a:pt x="1703" y="5394"/>
                    <a:pt x="905" y="4132"/>
                    <a:pt x="1" y="2977"/>
                  </a:cubicBezTo>
                  <a:lnTo>
                    <a:pt x="1" y="2977"/>
                  </a:lnTo>
                  <a:cubicBezTo>
                    <a:pt x="834" y="4204"/>
                    <a:pt x="1572" y="5490"/>
                    <a:pt x="2382" y="6764"/>
                  </a:cubicBezTo>
                  <a:cubicBezTo>
                    <a:pt x="3168" y="8014"/>
                    <a:pt x="3989" y="9264"/>
                    <a:pt x="5001" y="10383"/>
                  </a:cubicBezTo>
                  <a:cubicBezTo>
                    <a:pt x="5501" y="10931"/>
                    <a:pt x="6061" y="11455"/>
                    <a:pt x="6668" y="11907"/>
                  </a:cubicBezTo>
                  <a:cubicBezTo>
                    <a:pt x="7275" y="12348"/>
                    <a:pt x="7918" y="12741"/>
                    <a:pt x="8573" y="13098"/>
                  </a:cubicBezTo>
                  <a:cubicBezTo>
                    <a:pt x="9883" y="13812"/>
                    <a:pt x="11192" y="14491"/>
                    <a:pt x="12276" y="15443"/>
                  </a:cubicBezTo>
                  <a:lnTo>
                    <a:pt x="12705" y="15836"/>
                  </a:lnTo>
                  <a:lnTo>
                    <a:pt x="12645" y="15253"/>
                  </a:lnTo>
                  <a:cubicBezTo>
                    <a:pt x="12502" y="13907"/>
                    <a:pt x="12645" y="12538"/>
                    <a:pt x="13097" y="11264"/>
                  </a:cubicBezTo>
                  <a:cubicBezTo>
                    <a:pt x="13538" y="9978"/>
                    <a:pt x="14252" y="8811"/>
                    <a:pt x="14967" y="7633"/>
                  </a:cubicBezTo>
                  <a:cubicBezTo>
                    <a:pt x="15693" y="6454"/>
                    <a:pt x="16455" y="5275"/>
                    <a:pt x="17027" y="4013"/>
                  </a:cubicBezTo>
                  <a:cubicBezTo>
                    <a:pt x="17574" y="2751"/>
                    <a:pt x="18027" y="1382"/>
                    <a:pt x="17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21"/>
            <p:cNvSpPr/>
            <p:nvPr/>
          </p:nvSpPr>
          <p:spPr>
            <a:xfrm>
              <a:off x="-67875" y="4054800"/>
              <a:ext cx="89325" cy="96750"/>
            </a:xfrm>
            <a:custGeom>
              <a:rect b="b" l="l" r="r" t="t"/>
              <a:pathLst>
                <a:path extrusionOk="0" h="3870" w="3573">
                  <a:moveTo>
                    <a:pt x="0" y="0"/>
                  </a:moveTo>
                  <a:lnTo>
                    <a:pt x="0" y="0"/>
                  </a:lnTo>
                  <a:cubicBezTo>
                    <a:pt x="84" y="655"/>
                    <a:pt x="274" y="1286"/>
                    <a:pt x="512" y="1905"/>
                  </a:cubicBezTo>
                  <a:cubicBezTo>
                    <a:pt x="774" y="2513"/>
                    <a:pt x="1096" y="3096"/>
                    <a:pt x="1477" y="3644"/>
                  </a:cubicBezTo>
                  <a:lnTo>
                    <a:pt x="1632" y="3870"/>
                  </a:lnTo>
                  <a:lnTo>
                    <a:pt x="1822" y="3691"/>
                  </a:lnTo>
                  <a:cubicBezTo>
                    <a:pt x="2227" y="3298"/>
                    <a:pt x="2560" y="2870"/>
                    <a:pt x="2858" y="2405"/>
                  </a:cubicBezTo>
                  <a:cubicBezTo>
                    <a:pt x="3013" y="2179"/>
                    <a:pt x="3144" y="1929"/>
                    <a:pt x="3263" y="1691"/>
                  </a:cubicBezTo>
                  <a:cubicBezTo>
                    <a:pt x="3382" y="1441"/>
                    <a:pt x="3501" y="1191"/>
                    <a:pt x="3572" y="929"/>
                  </a:cubicBezTo>
                  <a:lnTo>
                    <a:pt x="3572" y="929"/>
                  </a:lnTo>
                  <a:lnTo>
                    <a:pt x="3096" y="1584"/>
                  </a:lnTo>
                  <a:lnTo>
                    <a:pt x="3096" y="1584"/>
                  </a:lnTo>
                  <a:cubicBezTo>
                    <a:pt x="2953" y="1798"/>
                    <a:pt x="2775" y="2001"/>
                    <a:pt x="2608" y="2215"/>
                  </a:cubicBezTo>
                  <a:cubicBezTo>
                    <a:pt x="2323" y="2549"/>
                    <a:pt x="2030" y="2867"/>
                    <a:pt x="1722" y="3169"/>
                  </a:cubicBezTo>
                  <a:lnTo>
                    <a:pt x="1722" y="3169"/>
                  </a:lnTo>
                  <a:cubicBezTo>
                    <a:pt x="1417" y="2702"/>
                    <a:pt x="1126" y="2220"/>
                    <a:pt x="870" y="1739"/>
                  </a:cubicBezTo>
                  <a:cubicBezTo>
                    <a:pt x="572" y="1167"/>
                    <a:pt x="286" y="59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21"/>
            <p:cNvSpPr/>
            <p:nvPr/>
          </p:nvSpPr>
          <p:spPr>
            <a:xfrm>
              <a:off x="-90800" y="4143200"/>
              <a:ext cx="138150" cy="133375"/>
            </a:xfrm>
            <a:custGeom>
              <a:rect b="b" l="l" r="r" t="t"/>
              <a:pathLst>
                <a:path extrusionOk="0" h="5335" w="5526">
                  <a:moveTo>
                    <a:pt x="1" y="0"/>
                  </a:moveTo>
                  <a:cubicBezTo>
                    <a:pt x="132" y="453"/>
                    <a:pt x="310" y="882"/>
                    <a:pt x="489" y="1310"/>
                  </a:cubicBezTo>
                  <a:cubicBezTo>
                    <a:pt x="667" y="1739"/>
                    <a:pt x="846" y="2179"/>
                    <a:pt x="1060" y="2596"/>
                  </a:cubicBezTo>
                  <a:cubicBezTo>
                    <a:pt x="1453" y="3441"/>
                    <a:pt x="1918" y="4275"/>
                    <a:pt x="2406" y="5061"/>
                  </a:cubicBezTo>
                  <a:lnTo>
                    <a:pt x="2572" y="5334"/>
                  </a:lnTo>
                  <a:lnTo>
                    <a:pt x="2763" y="5096"/>
                  </a:lnTo>
                  <a:cubicBezTo>
                    <a:pt x="3322" y="4418"/>
                    <a:pt x="3858" y="3715"/>
                    <a:pt x="4311" y="2989"/>
                  </a:cubicBezTo>
                  <a:cubicBezTo>
                    <a:pt x="4549" y="2620"/>
                    <a:pt x="4763" y="2251"/>
                    <a:pt x="4966" y="1858"/>
                  </a:cubicBezTo>
                  <a:cubicBezTo>
                    <a:pt x="5168" y="1477"/>
                    <a:pt x="5358" y="1084"/>
                    <a:pt x="5525" y="679"/>
                  </a:cubicBezTo>
                  <a:lnTo>
                    <a:pt x="5525" y="679"/>
                  </a:lnTo>
                  <a:cubicBezTo>
                    <a:pt x="5287" y="1048"/>
                    <a:pt x="5049" y="1417"/>
                    <a:pt x="4787" y="1763"/>
                  </a:cubicBezTo>
                  <a:cubicBezTo>
                    <a:pt x="4537" y="2120"/>
                    <a:pt x="4287" y="2453"/>
                    <a:pt x="4037" y="2798"/>
                  </a:cubicBezTo>
                  <a:cubicBezTo>
                    <a:pt x="3578" y="3403"/>
                    <a:pt x="3110" y="3990"/>
                    <a:pt x="2633" y="4566"/>
                  </a:cubicBezTo>
                  <a:lnTo>
                    <a:pt x="2633" y="4566"/>
                  </a:lnTo>
                  <a:cubicBezTo>
                    <a:pt x="2202" y="3867"/>
                    <a:pt x="1781" y="3159"/>
                    <a:pt x="1370" y="2441"/>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121"/>
            <p:cNvSpPr/>
            <p:nvPr/>
          </p:nvSpPr>
          <p:spPr>
            <a:xfrm>
              <a:off x="-80675" y="4247375"/>
              <a:ext cx="136350" cy="111050"/>
            </a:xfrm>
            <a:custGeom>
              <a:rect b="b" l="l" r="r" t="t"/>
              <a:pathLst>
                <a:path extrusionOk="0" h="4442" w="5454">
                  <a:moveTo>
                    <a:pt x="5453" y="1"/>
                  </a:moveTo>
                  <a:lnTo>
                    <a:pt x="5453" y="1"/>
                  </a:lnTo>
                  <a:cubicBezTo>
                    <a:pt x="4942" y="691"/>
                    <a:pt x="4430" y="1358"/>
                    <a:pt x="3894" y="2013"/>
                  </a:cubicBezTo>
                  <a:cubicBezTo>
                    <a:pt x="3632" y="2358"/>
                    <a:pt x="3358" y="2668"/>
                    <a:pt x="3096" y="2989"/>
                  </a:cubicBezTo>
                  <a:lnTo>
                    <a:pt x="2449" y="3758"/>
                  </a:lnTo>
                  <a:lnTo>
                    <a:pt x="2449" y="3758"/>
                  </a:lnTo>
                  <a:lnTo>
                    <a:pt x="1310" y="2382"/>
                  </a:lnTo>
                  <a:cubicBezTo>
                    <a:pt x="870" y="1858"/>
                    <a:pt x="441" y="1322"/>
                    <a:pt x="0" y="810"/>
                  </a:cubicBezTo>
                  <a:lnTo>
                    <a:pt x="0" y="810"/>
                  </a:lnTo>
                  <a:cubicBezTo>
                    <a:pt x="298" y="1429"/>
                    <a:pt x="655" y="2013"/>
                    <a:pt x="1036" y="2572"/>
                  </a:cubicBezTo>
                  <a:cubicBezTo>
                    <a:pt x="1405" y="3156"/>
                    <a:pt x="1822" y="3703"/>
                    <a:pt x="2263" y="4239"/>
                  </a:cubicBezTo>
                  <a:lnTo>
                    <a:pt x="2417" y="4442"/>
                  </a:lnTo>
                  <a:lnTo>
                    <a:pt x="2596" y="4239"/>
                  </a:lnTo>
                  <a:cubicBezTo>
                    <a:pt x="2894" y="3930"/>
                    <a:pt x="3167" y="3584"/>
                    <a:pt x="3429" y="3263"/>
                  </a:cubicBezTo>
                  <a:cubicBezTo>
                    <a:pt x="3703" y="2930"/>
                    <a:pt x="3953" y="2596"/>
                    <a:pt x="4191" y="2239"/>
                  </a:cubicBezTo>
                  <a:cubicBezTo>
                    <a:pt x="4680" y="1525"/>
                    <a:pt x="5120" y="786"/>
                    <a:pt x="5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21"/>
            <p:cNvSpPr/>
            <p:nvPr/>
          </p:nvSpPr>
          <p:spPr>
            <a:xfrm>
              <a:off x="164900" y="4391450"/>
              <a:ext cx="61025" cy="77100"/>
            </a:xfrm>
            <a:custGeom>
              <a:rect b="b" l="l" r="r" t="t"/>
              <a:pathLst>
                <a:path extrusionOk="0" h="3084" w="2441">
                  <a:moveTo>
                    <a:pt x="631" y="0"/>
                  </a:moveTo>
                  <a:lnTo>
                    <a:pt x="631" y="0"/>
                  </a:lnTo>
                  <a:cubicBezTo>
                    <a:pt x="441" y="441"/>
                    <a:pt x="310" y="893"/>
                    <a:pt x="191" y="1358"/>
                  </a:cubicBezTo>
                  <a:cubicBezTo>
                    <a:pt x="95" y="1810"/>
                    <a:pt x="36" y="2274"/>
                    <a:pt x="12" y="2751"/>
                  </a:cubicBezTo>
                  <a:lnTo>
                    <a:pt x="0" y="3084"/>
                  </a:lnTo>
                  <a:lnTo>
                    <a:pt x="0" y="3084"/>
                  </a:lnTo>
                  <a:lnTo>
                    <a:pt x="310" y="2989"/>
                  </a:lnTo>
                  <a:cubicBezTo>
                    <a:pt x="691" y="2870"/>
                    <a:pt x="1084" y="2739"/>
                    <a:pt x="1441" y="2548"/>
                  </a:cubicBezTo>
                  <a:cubicBezTo>
                    <a:pt x="1798" y="2346"/>
                    <a:pt x="2143" y="2120"/>
                    <a:pt x="2441" y="1846"/>
                  </a:cubicBezTo>
                  <a:lnTo>
                    <a:pt x="2441" y="1846"/>
                  </a:lnTo>
                  <a:cubicBezTo>
                    <a:pt x="2048" y="1989"/>
                    <a:pt x="1679" y="2108"/>
                    <a:pt x="1310" y="2227"/>
                  </a:cubicBezTo>
                  <a:lnTo>
                    <a:pt x="502" y="2465"/>
                  </a:lnTo>
                  <a:lnTo>
                    <a:pt x="502" y="2465"/>
                  </a:lnTo>
                  <a:cubicBezTo>
                    <a:pt x="528" y="2112"/>
                    <a:pt x="553" y="1761"/>
                    <a:pt x="572" y="1417"/>
                  </a:cubicBezTo>
                  <a:cubicBezTo>
                    <a:pt x="607" y="941"/>
                    <a:pt x="631" y="476"/>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21"/>
            <p:cNvSpPr/>
            <p:nvPr/>
          </p:nvSpPr>
          <p:spPr>
            <a:xfrm>
              <a:off x="119050" y="4444725"/>
              <a:ext cx="83075" cy="98250"/>
            </a:xfrm>
            <a:custGeom>
              <a:rect b="b" l="l" r="r" t="t"/>
              <a:pathLst>
                <a:path extrusionOk="0" h="3930" w="3323">
                  <a:moveTo>
                    <a:pt x="239" y="0"/>
                  </a:moveTo>
                  <a:cubicBezTo>
                    <a:pt x="108" y="596"/>
                    <a:pt x="48" y="1203"/>
                    <a:pt x="36" y="1810"/>
                  </a:cubicBezTo>
                  <a:cubicBezTo>
                    <a:pt x="1" y="2417"/>
                    <a:pt x="36" y="3013"/>
                    <a:pt x="96" y="3632"/>
                  </a:cubicBezTo>
                  <a:lnTo>
                    <a:pt x="120" y="3930"/>
                  </a:lnTo>
                  <a:lnTo>
                    <a:pt x="405" y="3822"/>
                  </a:lnTo>
                  <a:cubicBezTo>
                    <a:pt x="941" y="3632"/>
                    <a:pt x="1453" y="3394"/>
                    <a:pt x="1953" y="3108"/>
                  </a:cubicBezTo>
                  <a:cubicBezTo>
                    <a:pt x="2441" y="2822"/>
                    <a:pt x="2906" y="2477"/>
                    <a:pt x="3322" y="2096"/>
                  </a:cubicBezTo>
                  <a:lnTo>
                    <a:pt x="3322" y="2096"/>
                  </a:lnTo>
                  <a:cubicBezTo>
                    <a:pt x="2798" y="2346"/>
                    <a:pt x="2287" y="2572"/>
                    <a:pt x="1786" y="2798"/>
                  </a:cubicBezTo>
                  <a:cubicBezTo>
                    <a:pt x="1367" y="2964"/>
                    <a:pt x="947" y="3138"/>
                    <a:pt x="521" y="3294"/>
                  </a:cubicBezTo>
                  <a:lnTo>
                    <a:pt x="521" y="3294"/>
                  </a:lnTo>
                  <a:cubicBezTo>
                    <a:pt x="477" y="2795"/>
                    <a:pt x="445" y="2297"/>
                    <a:pt x="405" y="1798"/>
                  </a:cubicBezTo>
                  <a:cubicBezTo>
                    <a:pt x="358" y="1203"/>
                    <a:pt x="310" y="608"/>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21"/>
            <p:cNvSpPr/>
            <p:nvPr/>
          </p:nvSpPr>
          <p:spPr>
            <a:xfrm>
              <a:off x="-177425" y="4447700"/>
              <a:ext cx="64625" cy="80700"/>
            </a:xfrm>
            <a:custGeom>
              <a:rect b="b" l="l" r="r" t="t"/>
              <a:pathLst>
                <a:path extrusionOk="0" h="3228" w="2585">
                  <a:moveTo>
                    <a:pt x="2204" y="1"/>
                  </a:moveTo>
                  <a:lnTo>
                    <a:pt x="2168" y="1405"/>
                  </a:lnTo>
                  <a:cubicBezTo>
                    <a:pt x="2159" y="1730"/>
                    <a:pt x="2151" y="2056"/>
                    <a:pt x="2135" y="2381"/>
                  </a:cubicBezTo>
                  <a:lnTo>
                    <a:pt x="2135" y="2381"/>
                  </a:lnTo>
                  <a:cubicBezTo>
                    <a:pt x="1857" y="2192"/>
                    <a:pt x="1569" y="2007"/>
                    <a:pt x="1275" y="1822"/>
                  </a:cubicBezTo>
                  <a:cubicBezTo>
                    <a:pt x="858" y="1572"/>
                    <a:pt x="441" y="1334"/>
                    <a:pt x="1" y="1144"/>
                  </a:cubicBezTo>
                  <a:lnTo>
                    <a:pt x="1" y="1144"/>
                  </a:lnTo>
                  <a:cubicBezTo>
                    <a:pt x="322" y="1501"/>
                    <a:pt x="691" y="1810"/>
                    <a:pt x="1049" y="2108"/>
                  </a:cubicBezTo>
                  <a:cubicBezTo>
                    <a:pt x="1430" y="2406"/>
                    <a:pt x="1811" y="2691"/>
                    <a:pt x="2204" y="2977"/>
                  </a:cubicBezTo>
                  <a:lnTo>
                    <a:pt x="2561" y="3227"/>
                  </a:lnTo>
                  <a:lnTo>
                    <a:pt x="2573" y="2810"/>
                  </a:lnTo>
                  <a:cubicBezTo>
                    <a:pt x="2585" y="2334"/>
                    <a:pt x="2585" y="1858"/>
                    <a:pt x="2525" y="1382"/>
                  </a:cubicBezTo>
                  <a:cubicBezTo>
                    <a:pt x="2477" y="917"/>
                    <a:pt x="2382" y="44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21"/>
            <p:cNvSpPr/>
            <p:nvPr/>
          </p:nvSpPr>
          <p:spPr>
            <a:xfrm>
              <a:off x="-128300" y="4497700"/>
              <a:ext cx="77700" cy="93200"/>
            </a:xfrm>
            <a:custGeom>
              <a:rect b="b" l="l" r="r" t="t"/>
              <a:pathLst>
                <a:path extrusionOk="0" h="3728" w="3108">
                  <a:moveTo>
                    <a:pt x="2263" y="1"/>
                  </a:moveTo>
                  <a:lnTo>
                    <a:pt x="2263" y="1"/>
                  </a:lnTo>
                  <a:cubicBezTo>
                    <a:pt x="2346" y="572"/>
                    <a:pt x="2417" y="1132"/>
                    <a:pt x="2501" y="1703"/>
                  </a:cubicBezTo>
                  <a:cubicBezTo>
                    <a:pt x="2548" y="2141"/>
                    <a:pt x="2596" y="2594"/>
                    <a:pt x="2625" y="3045"/>
                  </a:cubicBezTo>
                  <a:lnTo>
                    <a:pt x="2625" y="3045"/>
                  </a:lnTo>
                  <a:lnTo>
                    <a:pt x="1489" y="2644"/>
                  </a:lnTo>
                  <a:cubicBezTo>
                    <a:pt x="989" y="2477"/>
                    <a:pt x="500" y="2299"/>
                    <a:pt x="0" y="2144"/>
                  </a:cubicBezTo>
                  <a:lnTo>
                    <a:pt x="0" y="2144"/>
                  </a:lnTo>
                  <a:cubicBezTo>
                    <a:pt x="429" y="2465"/>
                    <a:pt x="870" y="2727"/>
                    <a:pt x="1334" y="2977"/>
                  </a:cubicBezTo>
                  <a:cubicBezTo>
                    <a:pt x="1572" y="3096"/>
                    <a:pt x="1810" y="3204"/>
                    <a:pt x="2048" y="3311"/>
                  </a:cubicBezTo>
                  <a:cubicBezTo>
                    <a:pt x="2286" y="3430"/>
                    <a:pt x="2536" y="3513"/>
                    <a:pt x="2775" y="3608"/>
                  </a:cubicBezTo>
                  <a:lnTo>
                    <a:pt x="3108" y="3727"/>
                  </a:lnTo>
                  <a:lnTo>
                    <a:pt x="3096" y="3370"/>
                  </a:lnTo>
                  <a:cubicBezTo>
                    <a:pt x="3060" y="2787"/>
                    <a:pt x="2989" y="2203"/>
                    <a:pt x="2858" y="1644"/>
                  </a:cubicBezTo>
                  <a:cubicBezTo>
                    <a:pt x="2715" y="1072"/>
                    <a:pt x="2525" y="525"/>
                    <a:pt x="2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3" name="Google Shape;6903;p121"/>
          <p:cNvGrpSpPr/>
          <p:nvPr/>
        </p:nvGrpSpPr>
        <p:grpSpPr>
          <a:xfrm flipH="1" rot="-4974220">
            <a:off x="7358609" y="3307995"/>
            <a:ext cx="526998" cy="692095"/>
            <a:chOff x="2136875" y="1156838"/>
            <a:chExt cx="166125" cy="218175"/>
          </a:xfrm>
        </p:grpSpPr>
        <p:sp>
          <p:nvSpPr>
            <p:cNvPr id="6904" name="Google Shape;6904;p121"/>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21"/>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121"/>
          <p:cNvGrpSpPr/>
          <p:nvPr/>
        </p:nvGrpSpPr>
        <p:grpSpPr>
          <a:xfrm flipH="1" rot="-612919">
            <a:off x="3349411" y="-239578"/>
            <a:ext cx="839927" cy="2438828"/>
            <a:chOff x="6512944" y="2975654"/>
            <a:chExt cx="1594853" cy="4630848"/>
          </a:xfrm>
        </p:grpSpPr>
        <p:grpSp>
          <p:nvGrpSpPr>
            <p:cNvPr id="6907" name="Google Shape;6907;p121"/>
            <p:cNvGrpSpPr/>
            <p:nvPr/>
          </p:nvGrpSpPr>
          <p:grpSpPr>
            <a:xfrm>
              <a:off x="6512944" y="2975654"/>
              <a:ext cx="1594853" cy="4630848"/>
              <a:chOff x="1460575" y="5630575"/>
              <a:chExt cx="645350" cy="1873775"/>
            </a:xfrm>
          </p:grpSpPr>
          <p:sp>
            <p:nvSpPr>
              <p:cNvPr id="6908" name="Google Shape;6908;p121"/>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21"/>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0" name="Google Shape;6910;p121"/>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1" name="Google Shape;6911;p121"/>
          <p:cNvGrpSpPr/>
          <p:nvPr/>
        </p:nvGrpSpPr>
        <p:grpSpPr>
          <a:xfrm flipH="1" rot="-6528303">
            <a:off x="3994923" y="736428"/>
            <a:ext cx="527004" cy="692104"/>
            <a:chOff x="2136875" y="1156838"/>
            <a:chExt cx="166125" cy="218175"/>
          </a:xfrm>
        </p:grpSpPr>
        <p:sp>
          <p:nvSpPr>
            <p:cNvPr id="6912" name="Google Shape;6912;p121"/>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21"/>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121"/>
          <p:cNvGrpSpPr/>
          <p:nvPr/>
        </p:nvGrpSpPr>
        <p:grpSpPr>
          <a:xfrm flipH="1" rot="-4598164">
            <a:off x="5083315" y="4021991"/>
            <a:ext cx="395232" cy="519044"/>
            <a:chOff x="2136875" y="1156838"/>
            <a:chExt cx="166125" cy="218175"/>
          </a:xfrm>
        </p:grpSpPr>
        <p:sp>
          <p:nvSpPr>
            <p:cNvPr id="6915" name="Google Shape;6915;p121"/>
            <p:cNvSpPr/>
            <p:nvPr/>
          </p:nvSpPr>
          <p:spPr>
            <a:xfrm>
              <a:off x="2136875" y="1156838"/>
              <a:ext cx="166125" cy="218175"/>
            </a:xfrm>
            <a:custGeom>
              <a:rect b="b" l="l" r="r" t="t"/>
              <a:pathLst>
                <a:path extrusionOk="0" h="8727" w="6645">
                  <a:moveTo>
                    <a:pt x="2150" y="0"/>
                  </a:moveTo>
                  <a:cubicBezTo>
                    <a:pt x="1873" y="0"/>
                    <a:pt x="1619" y="82"/>
                    <a:pt x="1406" y="261"/>
                  </a:cubicBezTo>
                  <a:cubicBezTo>
                    <a:pt x="1" y="1428"/>
                    <a:pt x="2275" y="4845"/>
                    <a:pt x="3965" y="6404"/>
                  </a:cubicBezTo>
                  <a:cubicBezTo>
                    <a:pt x="5644" y="7976"/>
                    <a:pt x="5763" y="8726"/>
                    <a:pt x="5763" y="8726"/>
                  </a:cubicBezTo>
                  <a:cubicBezTo>
                    <a:pt x="5763" y="8726"/>
                    <a:pt x="6644" y="7416"/>
                    <a:pt x="6263" y="4761"/>
                  </a:cubicBezTo>
                  <a:cubicBezTo>
                    <a:pt x="5981" y="2530"/>
                    <a:pt x="3695" y="0"/>
                    <a:pt x="2150"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21"/>
            <p:cNvSpPr/>
            <p:nvPr/>
          </p:nvSpPr>
          <p:spPr>
            <a:xfrm>
              <a:off x="2201775" y="1202338"/>
              <a:ext cx="79500" cy="166425"/>
            </a:xfrm>
            <a:custGeom>
              <a:rect b="b" l="l" r="r" t="t"/>
              <a:pathLst>
                <a:path extrusionOk="0" h="6657" w="3180">
                  <a:moveTo>
                    <a:pt x="131" y="1"/>
                  </a:moveTo>
                  <a:lnTo>
                    <a:pt x="0" y="179"/>
                  </a:lnTo>
                  <a:cubicBezTo>
                    <a:pt x="24" y="203"/>
                    <a:pt x="2953" y="2584"/>
                    <a:pt x="2953" y="6656"/>
                  </a:cubicBezTo>
                  <a:lnTo>
                    <a:pt x="3179" y="6656"/>
                  </a:lnTo>
                  <a:cubicBezTo>
                    <a:pt x="3179" y="2465"/>
                    <a:pt x="155" y="24"/>
                    <a:pt x="1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873"/>
                                        </p:tgtEl>
                                        <p:attrNameLst>
                                          <p:attrName>style.visibility</p:attrName>
                                        </p:attrNameLst>
                                      </p:cBhvr>
                                      <p:to>
                                        <p:strVal val="visible"/>
                                      </p:to>
                                    </p:set>
                                    <p:animEffect filter="fade" transition="in">
                                      <p:cBhvr>
                                        <p:cTn dur="1000"/>
                                        <p:tgtEl>
                                          <p:spTgt spid="6873"/>
                                        </p:tgtEl>
                                      </p:cBhvr>
                                    </p:animEffect>
                                  </p:childTnLst>
                                </p:cTn>
                              </p:par>
                              <p:par>
                                <p:cTn fill="hold" nodeType="withEffect" presetClass="entr" presetID="10" presetSubtype="0">
                                  <p:stCondLst>
                                    <p:cond delay="0"/>
                                  </p:stCondLst>
                                  <p:childTnLst>
                                    <p:set>
                                      <p:cBhvr>
                                        <p:cTn dur="1" fill="hold">
                                          <p:stCondLst>
                                            <p:cond delay="0"/>
                                          </p:stCondLst>
                                        </p:cTn>
                                        <p:tgtEl>
                                          <p:spTgt spid="6874"/>
                                        </p:tgtEl>
                                        <p:attrNameLst>
                                          <p:attrName>style.visibility</p:attrName>
                                        </p:attrNameLst>
                                      </p:cBhvr>
                                      <p:to>
                                        <p:strVal val="visible"/>
                                      </p:to>
                                    </p:set>
                                    <p:animEffect filter="fade" transition="in">
                                      <p:cBhvr>
                                        <p:cTn dur="1000"/>
                                        <p:tgtEl>
                                          <p:spTgt spid="687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0" name="Shape 6920"/>
        <p:cNvGrpSpPr/>
        <p:nvPr/>
      </p:nvGrpSpPr>
      <p:grpSpPr>
        <a:xfrm>
          <a:off x="0" y="0"/>
          <a:ext cx="0" cy="0"/>
          <a:chOff x="0" y="0"/>
          <a:chExt cx="0" cy="0"/>
        </a:xfrm>
      </p:grpSpPr>
      <p:sp>
        <p:nvSpPr>
          <p:cNvPr id="6921" name="Google Shape;6921;p122"/>
          <p:cNvSpPr/>
          <p:nvPr/>
        </p:nvSpPr>
        <p:spPr>
          <a:xfrm rot="-10098913">
            <a:off x="887516" y="823235"/>
            <a:ext cx="3792701" cy="2665951"/>
          </a:xfrm>
          <a:custGeom>
            <a:rect b="b" l="l" r="r" t="t"/>
            <a:pathLst>
              <a:path extrusionOk="0" h="52409" w="69045">
                <a:moveTo>
                  <a:pt x="54204" y="1"/>
                </a:moveTo>
                <a:cubicBezTo>
                  <a:pt x="53288" y="1"/>
                  <a:pt x="52358" y="89"/>
                  <a:pt x="51423" y="275"/>
                </a:cubicBezTo>
                <a:cubicBezTo>
                  <a:pt x="43720" y="1811"/>
                  <a:pt x="38195" y="8955"/>
                  <a:pt x="30802" y="11836"/>
                </a:cubicBezTo>
                <a:cubicBezTo>
                  <a:pt x="24051" y="14479"/>
                  <a:pt x="16371" y="13312"/>
                  <a:pt x="9942" y="16718"/>
                </a:cubicBezTo>
                <a:cubicBezTo>
                  <a:pt x="3155" y="20301"/>
                  <a:pt x="0" y="28279"/>
                  <a:pt x="1512" y="34553"/>
                </a:cubicBezTo>
                <a:cubicBezTo>
                  <a:pt x="3036" y="40816"/>
                  <a:pt x="8334" y="45471"/>
                  <a:pt x="14442" y="48448"/>
                </a:cubicBezTo>
                <a:cubicBezTo>
                  <a:pt x="19241" y="50769"/>
                  <a:pt x="24765" y="52174"/>
                  <a:pt x="30492" y="52377"/>
                </a:cubicBezTo>
                <a:cubicBezTo>
                  <a:pt x="31072" y="52398"/>
                  <a:pt x="31655" y="52409"/>
                  <a:pt x="32241" y="52409"/>
                </a:cubicBezTo>
                <a:cubicBezTo>
                  <a:pt x="40620" y="52409"/>
                  <a:pt x="49442" y="50200"/>
                  <a:pt x="55674" y="44090"/>
                </a:cubicBezTo>
                <a:cubicBezTo>
                  <a:pt x="62758" y="37161"/>
                  <a:pt x="67473" y="28433"/>
                  <a:pt x="68473" y="19611"/>
                </a:cubicBezTo>
                <a:cubicBezTo>
                  <a:pt x="69044" y="14551"/>
                  <a:pt x="68366" y="9383"/>
                  <a:pt x="65437" y="5466"/>
                </a:cubicBezTo>
                <a:cubicBezTo>
                  <a:pt x="63005" y="2220"/>
                  <a:pt x="58794" y="1"/>
                  <a:pt x="54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22"/>
          <p:cNvSpPr txBox="1"/>
          <p:nvPr>
            <p:ph type="title"/>
          </p:nvPr>
        </p:nvSpPr>
        <p:spPr>
          <a:xfrm>
            <a:off x="1120088" y="1534425"/>
            <a:ext cx="3327600" cy="95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 YOU!</a:t>
            </a:r>
            <a:endParaRPr/>
          </a:p>
        </p:txBody>
      </p:sp>
      <p:sp>
        <p:nvSpPr>
          <p:cNvPr id="6923" name="Google Shape;6923;p122"/>
          <p:cNvSpPr txBox="1"/>
          <p:nvPr>
            <p:ph idx="1" type="subTitle"/>
          </p:nvPr>
        </p:nvSpPr>
        <p:spPr>
          <a:xfrm>
            <a:off x="4999150" y="738325"/>
            <a:ext cx="3463800" cy="6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DO YOU HAVE ANY QUESTIONS?</a:t>
            </a:r>
            <a:endParaRPr/>
          </a:p>
        </p:txBody>
      </p:sp>
      <p:sp>
        <p:nvSpPr>
          <p:cNvPr id="6924" name="Google Shape;6924;p122"/>
          <p:cNvSpPr txBox="1"/>
          <p:nvPr>
            <p:ph idx="2" type="subTitle"/>
          </p:nvPr>
        </p:nvSpPr>
        <p:spPr>
          <a:xfrm>
            <a:off x="4999150" y="1358950"/>
            <a:ext cx="3463800" cy="92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youremail@freepik.com </a:t>
            </a:r>
            <a:endParaRPr/>
          </a:p>
          <a:p>
            <a:pPr indent="0" lvl="0" marL="0" rtl="0" algn="ctr">
              <a:spcBef>
                <a:spcPts val="0"/>
              </a:spcBef>
              <a:spcAft>
                <a:spcPts val="0"/>
              </a:spcAft>
              <a:buClr>
                <a:schemeClr val="dk1"/>
              </a:buClr>
              <a:buSzPts val="1100"/>
              <a:buFont typeface="Arial"/>
              <a:buNone/>
            </a:pPr>
            <a:r>
              <a:rPr lang="en"/>
              <a:t>+91 620 421 838 </a:t>
            </a:r>
            <a:endParaRPr/>
          </a:p>
          <a:p>
            <a:pPr indent="0" lvl="0" marL="0" rtl="0" algn="ctr">
              <a:spcBef>
                <a:spcPts val="0"/>
              </a:spcBef>
              <a:spcAft>
                <a:spcPts val="0"/>
              </a:spcAft>
              <a:buNone/>
            </a:pPr>
            <a:r>
              <a:rPr lang="en"/>
              <a:t>yourwebsite.com</a:t>
            </a:r>
            <a:endParaRPr/>
          </a:p>
        </p:txBody>
      </p:sp>
      <p:grpSp>
        <p:nvGrpSpPr>
          <p:cNvPr id="6925" name="Google Shape;6925;p122"/>
          <p:cNvGrpSpPr/>
          <p:nvPr/>
        </p:nvGrpSpPr>
        <p:grpSpPr>
          <a:xfrm>
            <a:off x="780500" y="3103725"/>
            <a:ext cx="3579730" cy="1500356"/>
            <a:chOff x="780500" y="3103725"/>
            <a:chExt cx="3579730" cy="1500356"/>
          </a:xfrm>
        </p:grpSpPr>
        <p:sp>
          <p:nvSpPr>
            <p:cNvPr id="6926" name="Google Shape;6926;p122"/>
            <p:cNvSpPr/>
            <p:nvPr/>
          </p:nvSpPr>
          <p:spPr>
            <a:xfrm>
              <a:off x="2285954" y="3184601"/>
              <a:ext cx="1179056" cy="981657"/>
            </a:xfrm>
            <a:custGeom>
              <a:rect b="b" l="l" r="r" t="t"/>
              <a:pathLst>
                <a:path extrusionOk="0" h="25745" w="30922">
                  <a:moveTo>
                    <a:pt x="12428" y="0"/>
                  </a:moveTo>
                  <a:cubicBezTo>
                    <a:pt x="11665" y="0"/>
                    <a:pt x="10885" y="175"/>
                    <a:pt x="10228" y="514"/>
                  </a:cubicBezTo>
                  <a:cubicBezTo>
                    <a:pt x="7704" y="1788"/>
                    <a:pt x="6109" y="4705"/>
                    <a:pt x="6394" y="7539"/>
                  </a:cubicBezTo>
                  <a:cubicBezTo>
                    <a:pt x="5525" y="6562"/>
                    <a:pt x="4608" y="5574"/>
                    <a:pt x="3370" y="5181"/>
                  </a:cubicBezTo>
                  <a:cubicBezTo>
                    <a:pt x="3090" y="5090"/>
                    <a:pt x="2791" y="5045"/>
                    <a:pt x="2492" y="5045"/>
                  </a:cubicBezTo>
                  <a:cubicBezTo>
                    <a:pt x="1469" y="5045"/>
                    <a:pt x="444" y="5568"/>
                    <a:pt x="167" y="6527"/>
                  </a:cubicBezTo>
                  <a:cubicBezTo>
                    <a:pt x="1" y="7074"/>
                    <a:pt x="120" y="7658"/>
                    <a:pt x="239" y="8217"/>
                  </a:cubicBezTo>
                  <a:cubicBezTo>
                    <a:pt x="1179" y="12420"/>
                    <a:pt x="3084" y="16409"/>
                    <a:pt x="5728" y="19814"/>
                  </a:cubicBezTo>
                  <a:cubicBezTo>
                    <a:pt x="8918" y="23922"/>
                    <a:pt x="11073" y="25136"/>
                    <a:pt x="16134" y="25707"/>
                  </a:cubicBezTo>
                  <a:cubicBezTo>
                    <a:pt x="16312" y="25728"/>
                    <a:pt x="16495" y="25745"/>
                    <a:pt x="16674" y="25745"/>
                  </a:cubicBezTo>
                  <a:cubicBezTo>
                    <a:pt x="17010" y="25745"/>
                    <a:pt x="17334" y="25687"/>
                    <a:pt x="17598" y="25493"/>
                  </a:cubicBezTo>
                  <a:cubicBezTo>
                    <a:pt x="17920" y="25231"/>
                    <a:pt x="18074" y="24803"/>
                    <a:pt x="18372" y="24481"/>
                  </a:cubicBezTo>
                  <a:cubicBezTo>
                    <a:pt x="18729" y="24112"/>
                    <a:pt x="19277" y="23993"/>
                    <a:pt x="19789" y="23886"/>
                  </a:cubicBezTo>
                  <a:cubicBezTo>
                    <a:pt x="20837" y="23683"/>
                    <a:pt x="21884" y="23457"/>
                    <a:pt x="22944" y="23255"/>
                  </a:cubicBezTo>
                  <a:cubicBezTo>
                    <a:pt x="24444" y="22933"/>
                    <a:pt x="26040" y="22576"/>
                    <a:pt x="27111" y="21481"/>
                  </a:cubicBezTo>
                  <a:cubicBezTo>
                    <a:pt x="28183" y="20373"/>
                    <a:pt x="28314" y="18278"/>
                    <a:pt x="27004" y="17492"/>
                  </a:cubicBezTo>
                  <a:cubicBezTo>
                    <a:pt x="29254" y="15254"/>
                    <a:pt x="30647" y="12182"/>
                    <a:pt x="30826" y="9027"/>
                  </a:cubicBezTo>
                  <a:cubicBezTo>
                    <a:pt x="30921" y="7431"/>
                    <a:pt x="30647" y="5681"/>
                    <a:pt x="29504" y="4574"/>
                  </a:cubicBezTo>
                  <a:cubicBezTo>
                    <a:pt x="28949" y="4035"/>
                    <a:pt x="28148" y="3745"/>
                    <a:pt x="27380" y="3745"/>
                  </a:cubicBezTo>
                  <a:cubicBezTo>
                    <a:pt x="26552" y="3745"/>
                    <a:pt x="25763" y="4083"/>
                    <a:pt x="25361" y="4812"/>
                  </a:cubicBezTo>
                  <a:cubicBezTo>
                    <a:pt x="25801" y="2681"/>
                    <a:pt x="23896" y="597"/>
                    <a:pt x="21753" y="228"/>
                  </a:cubicBezTo>
                  <a:cubicBezTo>
                    <a:pt x="21424" y="169"/>
                    <a:pt x="21093" y="142"/>
                    <a:pt x="20763" y="142"/>
                  </a:cubicBezTo>
                  <a:cubicBezTo>
                    <a:pt x="18958" y="142"/>
                    <a:pt x="17167" y="967"/>
                    <a:pt x="15657" y="2014"/>
                  </a:cubicBezTo>
                  <a:cubicBezTo>
                    <a:pt x="15297" y="644"/>
                    <a:pt x="13893" y="0"/>
                    <a:pt x="12428" y="0"/>
                  </a:cubicBezTo>
                  <a:close/>
                </a:path>
              </a:pathLst>
            </a:custGeom>
            <a:solidFill>
              <a:srgbClr val="4F99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22"/>
            <p:cNvSpPr/>
            <p:nvPr/>
          </p:nvSpPr>
          <p:spPr>
            <a:xfrm>
              <a:off x="2643700" y="3289537"/>
              <a:ext cx="98108" cy="657399"/>
            </a:xfrm>
            <a:custGeom>
              <a:rect b="b" l="l" r="r" t="t"/>
              <a:pathLst>
                <a:path extrusionOk="0" h="17241" w="2573">
                  <a:moveTo>
                    <a:pt x="1120" y="0"/>
                  </a:moveTo>
                  <a:cubicBezTo>
                    <a:pt x="1310" y="1477"/>
                    <a:pt x="1418" y="2941"/>
                    <a:pt x="1489" y="4406"/>
                  </a:cubicBezTo>
                  <a:cubicBezTo>
                    <a:pt x="1560" y="5870"/>
                    <a:pt x="1620" y="7346"/>
                    <a:pt x="1656" y="8799"/>
                  </a:cubicBezTo>
                  <a:cubicBezTo>
                    <a:pt x="1668" y="10263"/>
                    <a:pt x="1608" y="11692"/>
                    <a:pt x="1334" y="13097"/>
                  </a:cubicBezTo>
                  <a:cubicBezTo>
                    <a:pt x="1084" y="14514"/>
                    <a:pt x="644" y="15895"/>
                    <a:pt x="1" y="17240"/>
                  </a:cubicBezTo>
                  <a:cubicBezTo>
                    <a:pt x="1001" y="16121"/>
                    <a:pt x="1668" y="14728"/>
                    <a:pt x="2072" y="13264"/>
                  </a:cubicBezTo>
                  <a:cubicBezTo>
                    <a:pt x="2453" y="11811"/>
                    <a:pt x="2573" y="10275"/>
                    <a:pt x="2513" y="8787"/>
                  </a:cubicBezTo>
                  <a:cubicBezTo>
                    <a:pt x="2501" y="8037"/>
                    <a:pt x="2453" y="7299"/>
                    <a:pt x="2382" y="6549"/>
                  </a:cubicBezTo>
                  <a:cubicBezTo>
                    <a:pt x="2322" y="5810"/>
                    <a:pt x="2227" y="5060"/>
                    <a:pt x="2132" y="4334"/>
                  </a:cubicBezTo>
                  <a:cubicBezTo>
                    <a:pt x="1906" y="2882"/>
                    <a:pt x="1620" y="1405"/>
                    <a:pt x="1120" y="0"/>
                  </a:cubicBezTo>
                  <a:close/>
                </a:path>
              </a:pathLst>
            </a:custGeom>
            <a:solidFill>
              <a:srgbClr val="2B68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22"/>
            <p:cNvSpPr/>
            <p:nvPr/>
          </p:nvSpPr>
          <p:spPr>
            <a:xfrm>
              <a:off x="2783985" y="3361719"/>
              <a:ext cx="287881" cy="582474"/>
            </a:xfrm>
            <a:custGeom>
              <a:rect b="b" l="l" r="r" t="t"/>
              <a:pathLst>
                <a:path extrusionOk="0" h="15276" w="7550">
                  <a:moveTo>
                    <a:pt x="7537" y="0"/>
                  </a:moveTo>
                  <a:lnTo>
                    <a:pt x="7537" y="0"/>
                  </a:lnTo>
                  <a:cubicBezTo>
                    <a:pt x="7204" y="1417"/>
                    <a:pt x="6764" y="2774"/>
                    <a:pt x="6216" y="4060"/>
                  </a:cubicBezTo>
                  <a:cubicBezTo>
                    <a:pt x="5680" y="5370"/>
                    <a:pt x="5073" y="6656"/>
                    <a:pt x="4382" y="7894"/>
                  </a:cubicBezTo>
                  <a:cubicBezTo>
                    <a:pt x="3716" y="9144"/>
                    <a:pt x="2977" y="10359"/>
                    <a:pt x="2227" y="11585"/>
                  </a:cubicBezTo>
                  <a:cubicBezTo>
                    <a:pt x="1489" y="12800"/>
                    <a:pt x="703" y="14002"/>
                    <a:pt x="1" y="15276"/>
                  </a:cubicBezTo>
                  <a:cubicBezTo>
                    <a:pt x="989" y="14228"/>
                    <a:pt x="1930" y="13133"/>
                    <a:pt x="2787" y="11966"/>
                  </a:cubicBezTo>
                  <a:cubicBezTo>
                    <a:pt x="3668" y="10823"/>
                    <a:pt x="4466" y="9597"/>
                    <a:pt x="5156" y="8323"/>
                  </a:cubicBezTo>
                  <a:cubicBezTo>
                    <a:pt x="5847" y="7037"/>
                    <a:pt x="6454" y="5703"/>
                    <a:pt x="6871" y="4298"/>
                  </a:cubicBezTo>
                  <a:cubicBezTo>
                    <a:pt x="7299" y="2905"/>
                    <a:pt x="7549" y="1441"/>
                    <a:pt x="7537" y="0"/>
                  </a:cubicBezTo>
                  <a:close/>
                </a:path>
              </a:pathLst>
            </a:custGeom>
            <a:solidFill>
              <a:srgbClr val="2B68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22"/>
            <p:cNvSpPr/>
            <p:nvPr/>
          </p:nvSpPr>
          <p:spPr>
            <a:xfrm>
              <a:off x="2571976" y="3224066"/>
              <a:ext cx="264470" cy="141310"/>
            </a:xfrm>
            <a:custGeom>
              <a:rect b="b" l="l" r="r" t="t"/>
              <a:pathLst>
                <a:path extrusionOk="0" h="3706" w="6936">
                  <a:moveTo>
                    <a:pt x="4804" y="0"/>
                  </a:moveTo>
                  <a:cubicBezTo>
                    <a:pt x="3790" y="0"/>
                    <a:pt x="2773" y="236"/>
                    <a:pt x="1906" y="765"/>
                  </a:cubicBezTo>
                  <a:cubicBezTo>
                    <a:pt x="882" y="1408"/>
                    <a:pt x="108" y="2491"/>
                    <a:pt x="1" y="3706"/>
                  </a:cubicBezTo>
                  <a:cubicBezTo>
                    <a:pt x="524" y="2539"/>
                    <a:pt x="1525" y="1598"/>
                    <a:pt x="2727" y="1146"/>
                  </a:cubicBezTo>
                  <a:cubicBezTo>
                    <a:pt x="3727" y="765"/>
                    <a:pt x="4775" y="741"/>
                    <a:pt x="5835" y="729"/>
                  </a:cubicBezTo>
                  <a:cubicBezTo>
                    <a:pt x="5936" y="729"/>
                    <a:pt x="6112" y="743"/>
                    <a:pt x="6283" y="743"/>
                  </a:cubicBezTo>
                  <a:cubicBezTo>
                    <a:pt x="6618" y="743"/>
                    <a:pt x="6935" y="691"/>
                    <a:pt x="6644" y="384"/>
                  </a:cubicBezTo>
                  <a:cubicBezTo>
                    <a:pt x="6359" y="110"/>
                    <a:pt x="5751" y="50"/>
                    <a:pt x="5394" y="27"/>
                  </a:cubicBezTo>
                  <a:cubicBezTo>
                    <a:pt x="5198" y="9"/>
                    <a:pt x="5001" y="0"/>
                    <a:pt x="4804" y="0"/>
                  </a:cubicBez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22"/>
            <p:cNvSpPr/>
            <p:nvPr/>
          </p:nvSpPr>
          <p:spPr>
            <a:xfrm>
              <a:off x="2907034" y="3224257"/>
              <a:ext cx="281514" cy="59407"/>
            </a:xfrm>
            <a:custGeom>
              <a:rect b="b" l="l" r="r" t="t"/>
              <a:pathLst>
                <a:path extrusionOk="0" h="1558" w="7383">
                  <a:moveTo>
                    <a:pt x="4344" y="0"/>
                  </a:moveTo>
                  <a:cubicBezTo>
                    <a:pt x="4085" y="0"/>
                    <a:pt x="3826" y="18"/>
                    <a:pt x="3572" y="45"/>
                  </a:cubicBezTo>
                  <a:cubicBezTo>
                    <a:pt x="2263" y="188"/>
                    <a:pt x="881" y="557"/>
                    <a:pt x="0" y="1557"/>
                  </a:cubicBezTo>
                  <a:cubicBezTo>
                    <a:pt x="381" y="1188"/>
                    <a:pt x="917" y="1045"/>
                    <a:pt x="1441" y="926"/>
                  </a:cubicBezTo>
                  <a:cubicBezTo>
                    <a:pt x="2263" y="745"/>
                    <a:pt x="3119" y="630"/>
                    <a:pt x="3964" y="630"/>
                  </a:cubicBezTo>
                  <a:cubicBezTo>
                    <a:pt x="5064" y="630"/>
                    <a:pt x="6145" y="826"/>
                    <a:pt x="7108" y="1331"/>
                  </a:cubicBezTo>
                  <a:lnTo>
                    <a:pt x="7382" y="1474"/>
                  </a:lnTo>
                  <a:cubicBezTo>
                    <a:pt x="6870" y="760"/>
                    <a:pt x="6084" y="248"/>
                    <a:pt x="5227" y="81"/>
                  </a:cubicBezTo>
                  <a:cubicBezTo>
                    <a:pt x="4940" y="24"/>
                    <a:pt x="4642" y="0"/>
                    <a:pt x="4344" y="0"/>
                  </a:cubicBezTo>
                  <a:close/>
                </a:path>
              </a:pathLst>
            </a:custGeom>
            <a:solidFill>
              <a:srgbClr val="70B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22"/>
            <p:cNvSpPr/>
            <p:nvPr/>
          </p:nvSpPr>
          <p:spPr>
            <a:xfrm>
              <a:off x="1492370" y="3103725"/>
              <a:ext cx="1465031" cy="1134406"/>
            </a:xfrm>
            <a:custGeom>
              <a:rect b="b" l="l" r="r" t="t"/>
              <a:pathLst>
                <a:path extrusionOk="0" h="29751" w="38422">
                  <a:moveTo>
                    <a:pt x="13008" y="1"/>
                  </a:moveTo>
                  <a:cubicBezTo>
                    <a:pt x="11455" y="1"/>
                    <a:pt x="9941" y="652"/>
                    <a:pt x="9204" y="1992"/>
                  </a:cubicBezTo>
                  <a:cubicBezTo>
                    <a:pt x="8216" y="3790"/>
                    <a:pt x="8883" y="6111"/>
                    <a:pt x="8168" y="8052"/>
                  </a:cubicBezTo>
                  <a:cubicBezTo>
                    <a:pt x="6996" y="7532"/>
                    <a:pt x="5735" y="7133"/>
                    <a:pt x="4466" y="7133"/>
                  </a:cubicBezTo>
                  <a:cubicBezTo>
                    <a:pt x="4137" y="7133"/>
                    <a:pt x="3806" y="7160"/>
                    <a:pt x="3477" y="7219"/>
                  </a:cubicBezTo>
                  <a:cubicBezTo>
                    <a:pt x="1906" y="7493"/>
                    <a:pt x="382" y="8683"/>
                    <a:pt x="155" y="10279"/>
                  </a:cubicBezTo>
                  <a:cubicBezTo>
                    <a:pt x="1" y="11481"/>
                    <a:pt x="536" y="12660"/>
                    <a:pt x="1096" y="13743"/>
                  </a:cubicBezTo>
                  <a:cubicBezTo>
                    <a:pt x="2513" y="16482"/>
                    <a:pt x="4727" y="19030"/>
                    <a:pt x="5966" y="21816"/>
                  </a:cubicBezTo>
                  <a:cubicBezTo>
                    <a:pt x="6882" y="23911"/>
                    <a:pt x="6608" y="26519"/>
                    <a:pt x="8728" y="27936"/>
                  </a:cubicBezTo>
                  <a:cubicBezTo>
                    <a:pt x="10192" y="28900"/>
                    <a:pt x="11990" y="29126"/>
                    <a:pt x="13728" y="29281"/>
                  </a:cubicBezTo>
                  <a:cubicBezTo>
                    <a:pt x="17026" y="29585"/>
                    <a:pt x="20324" y="29750"/>
                    <a:pt x="23630" y="29750"/>
                  </a:cubicBezTo>
                  <a:cubicBezTo>
                    <a:pt x="23953" y="29750"/>
                    <a:pt x="24276" y="29749"/>
                    <a:pt x="24599" y="29745"/>
                  </a:cubicBezTo>
                  <a:cubicBezTo>
                    <a:pt x="27742" y="29722"/>
                    <a:pt x="31290" y="29376"/>
                    <a:pt x="33255" y="26924"/>
                  </a:cubicBezTo>
                  <a:cubicBezTo>
                    <a:pt x="33969" y="26031"/>
                    <a:pt x="34410" y="24935"/>
                    <a:pt x="34791" y="23852"/>
                  </a:cubicBezTo>
                  <a:cubicBezTo>
                    <a:pt x="35910" y="20828"/>
                    <a:pt x="36827" y="17756"/>
                    <a:pt x="37600" y="14624"/>
                  </a:cubicBezTo>
                  <a:cubicBezTo>
                    <a:pt x="38112" y="12577"/>
                    <a:pt x="38422" y="10100"/>
                    <a:pt x="36910" y="8648"/>
                  </a:cubicBezTo>
                  <a:cubicBezTo>
                    <a:pt x="36255" y="8016"/>
                    <a:pt x="35338" y="7695"/>
                    <a:pt x="34445" y="7612"/>
                  </a:cubicBezTo>
                  <a:cubicBezTo>
                    <a:pt x="34292" y="7598"/>
                    <a:pt x="34138" y="7591"/>
                    <a:pt x="33984" y="7591"/>
                  </a:cubicBezTo>
                  <a:cubicBezTo>
                    <a:pt x="32038" y="7591"/>
                    <a:pt x="30106" y="8687"/>
                    <a:pt x="29135" y="10386"/>
                  </a:cubicBezTo>
                  <a:cubicBezTo>
                    <a:pt x="28826" y="8362"/>
                    <a:pt x="28004" y="6409"/>
                    <a:pt x="26801" y="4754"/>
                  </a:cubicBezTo>
                  <a:cubicBezTo>
                    <a:pt x="25976" y="3619"/>
                    <a:pt x="24712" y="2556"/>
                    <a:pt x="23367" y="2556"/>
                  </a:cubicBezTo>
                  <a:cubicBezTo>
                    <a:pt x="23160" y="2556"/>
                    <a:pt x="22951" y="2581"/>
                    <a:pt x="22741" y="2635"/>
                  </a:cubicBezTo>
                  <a:cubicBezTo>
                    <a:pt x="21098" y="3028"/>
                    <a:pt x="20372" y="4909"/>
                    <a:pt x="19884" y="6528"/>
                  </a:cubicBezTo>
                  <a:cubicBezTo>
                    <a:pt x="19062" y="4218"/>
                    <a:pt x="17812" y="1920"/>
                    <a:pt x="15681" y="694"/>
                  </a:cubicBezTo>
                  <a:cubicBezTo>
                    <a:pt x="14882" y="235"/>
                    <a:pt x="13938" y="1"/>
                    <a:pt x="13008" y="1"/>
                  </a:cubicBezTo>
                  <a:close/>
                </a:path>
              </a:pathLst>
            </a:custGeom>
            <a:solidFill>
              <a:srgbClr val="83BF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22"/>
            <p:cNvSpPr/>
            <p:nvPr/>
          </p:nvSpPr>
          <p:spPr>
            <a:xfrm>
              <a:off x="1745255" y="3588712"/>
              <a:ext cx="208876" cy="369594"/>
            </a:xfrm>
            <a:custGeom>
              <a:rect b="b" l="l" r="r" t="t"/>
              <a:pathLst>
                <a:path extrusionOk="0" h="9693" w="5478">
                  <a:moveTo>
                    <a:pt x="48" y="0"/>
                  </a:moveTo>
                  <a:lnTo>
                    <a:pt x="0" y="72"/>
                  </a:lnTo>
                  <a:cubicBezTo>
                    <a:pt x="631" y="822"/>
                    <a:pt x="1179" y="1560"/>
                    <a:pt x="1786" y="2310"/>
                  </a:cubicBezTo>
                  <a:cubicBezTo>
                    <a:pt x="2382" y="3048"/>
                    <a:pt x="3096" y="3679"/>
                    <a:pt x="3644" y="4418"/>
                  </a:cubicBezTo>
                  <a:cubicBezTo>
                    <a:pt x="4215" y="5156"/>
                    <a:pt x="4644" y="5965"/>
                    <a:pt x="4882" y="6882"/>
                  </a:cubicBezTo>
                  <a:cubicBezTo>
                    <a:pt x="5156" y="7787"/>
                    <a:pt x="5251" y="8740"/>
                    <a:pt x="5370" y="9692"/>
                  </a:cubicBezTo>
                  <a:lnTo>
                    <a:pt x="5465" y="9668"/>
                  </a:lnTo>
                  <a:cubicBezTo>
                    <a:pt x="5477" y="8704"/>
                    <a:pt x="5477" y="7739"/>
                    <a:pt x="5310" y="6775"/>
                  </a:cubicBezTo>
                  <a:cubicBezTo>
                    <a:pt x="5156" y="5799"/>
                    <a:pt x="4751" y="4846"/>
                    <a:pt x="4227" y="4013"/>
                  </a:cubicBezTo>
                  <a:cubicBezTo>
                    <a:pt x="3703" y="3191"/>
                    <a:pt x="3132" y="2370"/>
                    <a:pt x="2429" y="1715"/>
                  </a:cubicBezTo>
                  <a:cubicBezTo>
                    <a:pt x="1727" y="1060"/>
                    <a:pt x="989" y="370"/>
                    <a:pt x="48" y="0"/>
                  </a:cubicBezTo>
                  <a:close/>
                </a:path>
              </a:pathLst>
            </a:custGeom>
            <a:solidFill>
              <a:srgbClr val="4F99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22"/>
            <p:cNvSpPr/>
            <p:nvPr/>
          </p:nvSpPr>
          <p:spPr>
            <a:xfrm>
              <a:off x="2083936" y="3395312"/>
              <a:ext cx="119881" cy="563409"/>
            </a:xfrm>
            <a:custGeom>
              <a:rect b="b" l="l" r="r" t="t"/>
              <a:pathLst>
                <a:path extrusionOk="0" h="14776" w="3144">
                  <a:moveTo>
                    <a:pt x="96" y="0"/>
                  </a:moveTo>
                  <a:lnTo>
                    <a:pt x="0" y="48"/>
                  </a:lnTo>
                  <a:cubicBezTo>
                    <a:pt x="643" y="1143"/>
                    <a:pt x="1131" y="2322"/>
                    <a:pt x="1477" y="3525"/>
                  </a:cubicBezTo>
                  <a:cubicBezTo>
                    <a:pt x="1834" y="4727"/>
                    <a:pt x="2048" y="5965"/>
                    <a:pt x="2132" y="7216"/>
                  </a:cubicBezTo>
                  <a:cubicBezTo>
                    <a:pt x="2227" y="8466"/>
                    <a:pt x="2132" y="9716"/>
                    <a:pt x="2120" y="10966"/>
                  </a:cubicBezTo>
                  <a:cubicBezTo>
                    <a:pt x="2084" y="12216"/>
                    <a:pt x="2013" y="13466"/>
                    <a:pt x="2001" y="14764"/>
                  </a:cubicBezTo>
                  <a:lnTo>
                    <a:pt x="2084" y="14776"/>
                  </a:lnTo>
                  <a:cubicBezTo>
                    <a:pt x="2584" y="13573"/>
                    <a:pt x="2858" y="12288"/>
                    <a:pt x="3001" y="11014"/>
                  </a:cubicBezTo>
                  <a:cubicBezTo>
                    <a:pt x="3144" y="9728"/>
                    <a:pt x="3013" y="8418"/>
                    <a:pt x="2834" y="7144"/>
                  </a:cubicBezTo>
                  <a:cubicBezTo>
                    <a:pt x="2655" y="5858"/>
                    <a:pt x="2358" y="4596"/>
                    <a:pt x="1905" y="3394"/>
                  </a:cubicBezTo>
                  <a:cubicBezTo>
                    <a:pt x="1453" y="2191"/>
                    <a:pt x="858" y="1024"/>
                    <a:pt x="96" y="0"/>
                  </a:cubicBezTo>
                  <a:close/>
                </a:path>
              </a:pathLst>
            </a:custGeom>
            <a:solidFill>
              <a:srgbClr val="4F99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22"/>
            <p:cNvSpPr/>
            <p:nvPr/>
          </p:nvSpPr>
          <p:spPr>
            <a:xfrm>
              <a:off x="2323170" y="3533308"/>
              <a:ext cx="111721" cy="468122"/>
            </a:xfrm>
            <a:custGeom>
              <a:rect b="b" l="l" r="r" t="t"/>
              <a:pathLst>
                <a:path extrusionOk="0" h="12277" w="2930">
                  <a:moveTo>
                    <a:pt x="2823" y="1"/>
                  </a:moveTo>
                  <a:lnTo>
                    <a:pt x="2739" y="13"/>
                  </a:lnTo>
                  <a:cubicBezTo>
                    <a:pt x="2704" y="1072"/>
                    <a:pt x="2585" y="2108"/>
                    <a:pt x="2394" y="3132"/>
                  </a:cubicBezTo>
                  <a:cubicBezTo>
                    <a:pt x="2204" y="4168"/>
                    <a:pt x="1942" y="5180"/>
                    <a:pt x="1644" y="6168"/>
                  </a:cubicBezTo>
                  <a:cubicBezTo>
                    <a:pt x="1346" y="7180"/>
                    <a:pt x="930" y="8133"/>
                    <a:pt x="668" y="9145"/>
                  </a:cubicBezTo>
                  <a:cubicBezTo>
                    <a:pt x="394" y="10157"/>
                    <a:pt x="132" y="11169"/>
                    <a:pt x="1" y="12240"/>
                  </a:cubicBezTo>
                  <a:lnTo>
                    <a:pt x="84" y="12276"/>
                  </a:lnTo>
                  <a:cubicBezTo>
                    <a:pt x="680" y="11371"/>
                    <a:pt x="1132" y="10395"/>
                    <a:pt x="1513" y="9419"/>
                  </a:cubicBezTo>
                  <a:cubicBezTo>
                    <a:pt x="1918" y="8419"/>
                    <a:pt x="2120" y="7383"/>
                    <a:pt x="2346" y="6335"/>
                  </a:cubicBezTo>
                  <a:cubicBezTo>
                    <a:pt x="2573" y="5299"/>
                    <a:pt x="2739" y="4239"/>
                    <a:pt x="2835" y="3180"/>
                  </a:cubicBezTo>
                  <a:cubicBezTo>
                    <a:pt x="2918" y="2108"/>
                    <a:pt x="2930" y="1049"/>
                    <a:pt x="2823" y="1"/>
                  </a:cubicBezTo>
                  <a:close/>
                </a:path>
              </a:pathLst>
            </a:custGeom>
            <a:solidFill>
              <a:srgbClr val="4F99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22"/>
            <p:cNvSpPr/>
            <p:nvPr/>
          </p:nvSpPr>
          <p:spPr>
            <a:xfrm>
              <a:off x="2417621" y="3596872"/>
              <a:ext cx="285594" cy="448599"/>
            </a:xfrm>
            <a:custGeom>
              <a:rect b="b" l="l" r="r" t="t"/>
              <a:pathLst>
                <a:path extrusionOk="0" h="11765" w="7490">
                  <a:moveTo>
                    <a:pt x="7489" y="1"/>
                  </a:moveTo>
                  <a:lnTo>
                    <a:pt x="7382" y="13"/>
                  </a:lnTo>
                  <a:cubicBezTo>
                    <a:pt x="7204" y="1215"/>
                    <a:pt x="6930" y="2394"/>
                    <a:pt x="6525" y="3537"/>
                  </a:cubicBezTo>
                  <a:cubicBezTo>
                    <a:pt x="6132" y="4680"/>
                    <a:pt x="5644" y="5799"/>
                    <a:pt x="5061" y="6847"/>
                  </a:cubicBezTo>
                  <a:cubicBezTo>
                    <a:pt x="4489" y="7895"/>
                    <a:pt x="3751" y="8776"/>
                    <a:pt x="2894" y="9538"/>
                  </a:cubicBezTo>
                  <a:cubicBezTo>
                    <a:pt x="2025" y="10312"/>
                    <a:pt x="989" y="10931"/>
                    <a:pt x="0" y="11693"/>
                  </a:cubicBezTo>
                  <a:lnTo>
                    <a:pt x="48" y="11764"/>
                  </a:lnTo>
                  <a:cubicBezTo>
                    <a:pt x="1251" y="11443"/>
                    <a:pt x="2417" y="10966"/>
                    <a:pt x="3453" y="10204"/>
                  </a:cubicBezTo>
                  <a:cubicBezTo>
                    <a:pt x="3977" y="9823"/>
                    <a:pt x="4441" y="9347"/>
                    <a:pt x="4799" y="8811"/>
                  </a:cubicBezTo>
                  <a:cubicBezTo>
                    <a:pt x="5156" y="8264"/>
                    <a:pt x="5442" y="7704"/>
                    <a:pt x="5704" y="7144"/>
                  </a:cubicBezTo>
                  <a:cubicBezTo>
                    <a:pt x="6227" y="6013"/>
                    <a:pt x="6644" y="4835"/>
                    <a:pt x="6954" y="3644"/>
                  </a:cubicBezTo>
                  <a:cubicBezTo>
                    <a:pt x="7251" y="2442"/>
                    <a:pt x="7430" y="1215"/>
                    <a:pt x="7489" y="1"/>
                  </a:cubicBezTo>
                  <a:close/>
                </a:path>
              </a:pathLst>
            </a:custGeom>
            <a:solidFill>
              <a:srgbClr val="4F99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22"/>
            <p:cNvSpPr/>
            <p:nvPr/>
          </p:nvSpPr>
          <p:spPr>
            <a:xfrm>
              <a:off x="1513266" y="3402938"/>
              <a:ext cx="270609" cy="210325"/>
            </a:xfrm>
            <a:custGeom>
              <a:rect b="b" l="l" r="r" t="t"/>
              <a:pathLst>
                <a:path extrusionOk="0" h="5516" w="7097">
                  <a:moveTo>
                    <a:pt x="3750" y="0"/>
                  </a:moveTo>
                  <a:cubicBezTo>
                    <a:pt x="3340" y="0"/>
                    <a:pt x="2929" y="36"/>
                    <a:pt x="2524" y="110"/>
                  </a:cubicBezTo>
                  <a:cubicBezTo>
                    <a:pt x="2108" y="181"/>
                    <a:pt x="1691" y="300"/>
                    <a:pt x="1334" y="527"/>
                  </a:cubicBezTo>
                  <a:cubicBezTo>
                    <a:pt x="524" y="1015"/>
                    <a:pt x="48" y="1967"/>
                    <a:pt x="24" y="2908"/>
                  </a:cubicBezTo>
                  <a:cubicBezTo>
                    <a:pt x="0" y="3860"/>
                    <a:pt x="405" y="4789"/>
                    <a:pt x="1000" y="5515"/>
                  </a:cubicBezTo>
                  <a:cubicBezTo>
                    <a:pt x="965" y="5063"/>
                    <a:pt x="953" y="4622"/>
                    <a:pt x="941" y="4170"/>
                  </a:cubicBezTo>
                  <a:cubicBezTo>
                    <a:pt x="917" y="3515"/>
                    <a:pt x="953" y="2848"/>
                    <a:pt x="1274" y="2289"/>
                  </a:cubicBezTo>
                  <a:cubicBezTo>
                    <a:pt x="1584" y="1753"/>
                    <a:pt x="2143" y="1372"/>
                    <a:pt x="2727" y="1182"/>
                  </a:cubicBezTo>
                  <a:cubicBezTo>
                    <a:pt x="3256" y="1012"/>
                    <a:pt x="3804" y="965"/>
                    <a:pt x="4362" y="965"/>
                  </a:cubicBezTo>
                  <a:cubicBezTo>
                    <a:pt x="4432" y="965"/>
                    <a:pt x="4502" y="966"/>
                    <a:pt x="4572" y="967"/>
                  </a:cubicBezTo>
                  <a:cubicBezTo>
                    <a:pt x="4880" y="981"/>
                    <a:pt x="5199" y="1005"/>
                    <a:pt x="5515" y="1005"/>
                  </a:cubicBezTo>
                  <a:cubicBezTo>
                    <a:pt x="5761" y="1005"/>
                    <a:pt x="6005" y="990"/>
                    <a:pt x="6239" y="943"/>
                  </a:cubicBezTo>
                  <a:cubicBezTo>
                    <a:pt x="7096" y="777"/>
                    <a:pt x="6239" y="455"/>
                    <a:pt x="5846" y="312"/>
                  </a:cubicBezTo>
                  <a:cubicBezTo>
                    <a:pt x="5174" y="108"/>
                    <a:pt x="4463" y="0"/>
                    <a:pt x="3750" y="0"/>
                  </a:cubicBezTo>
                  <a:close/>
                </a:path>
              </a:pathLst>
            </a:custGeom>
            <a:solidFill>
              <a:srgbClr val="ACD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22"/>
            <p:cNvSpPr/>
            <p:nvPr/>
          </p:nvSpPr>
          <p:spPr>
            <a:xfrm>
              <a:off x="1841041" y="3133162"/>
              <a:ext cx="218866" cy="249027"/>
            </a:xfrm>
            <a:custGeom>
              <a:rect b="b" l="l" r="r" t="t"/>
              <a:pathLst>
                <a:path extrusionOk="0" h="6531" w="5740">
                  <a:moveTo>
                    <a:pt x="3676" y="1"/>
                  </a:moveTo>
                  <a:cubicBezTo>
                    <a:pt x="3463" y="1"/>
                    <a:pt x="3250" y="14"/>
                    <a:pt x="3037" y="41"/>
                  </a:cubicBezTo>
                  <a:cubicBezTo>
                    <a:pt x="2144" y="172"/>
                    <a:pt x="1251" y="613"/>
                    <a:pt x="715" y="1339"/>
                  </a:cubicBezTo>
                  <a:cubicBezTo>
                    <a:pt x="203" y="2053"/>
                    <a:pt x="36" y="2970"/>
                    <a:pt x="24" y="3863"/>
                  </a:cubicBezTo>
                  <a:cubicBezTo>
                    <a:pt x="1" y="4756"/>
                    <a:pt x="96" y="5649"/>
                    <a:pt x="1" y="6530"/>
                  </a:cubicBezTo>
                  <a:cubicBezTo>
                    <a:pt x="298" y="5351"/>
                    <a:pt x="584" y="4185"/>
                    <a:pt x="882" y="3006"/>
                  </a:cubicBezTo>
                  <a:cubicBezTo>
                    <a:pt x="1060" y="2291"/>
                    <a:pt x="1274" y="1529"/>
                    <a:pt x="1870" y="1113"/>
                  </a:cubicBezTo>
                  <a:cubicBezTo>
                    <a:pt x="2310" y="803"/>
                    <a:pt x="2858" y="744"/>
                    <a:pt x="3394" y="696"/>
                  </a:cubicBezTo>
                  <a:cubicBezTo>
                    <a:pt x="4144" y="637"/>
                    <a:pt x="4870" y="506"/>
                    <a:pt x="5620" y="446"/>
                  </a:cubicBezTo>
                  <a:lnTo>
                    <a:pt x="5739" y="351"/>
                  </a:lnTo>
                  <a:cubicBezTo>
                    <a:pt x="5072" y="141"/>
                    <a:pt x="4377" y="1"/>
                    <a:pt x="3676" y="1"/>
                  </a:cubicBezTo>
                  <a:close/>
                </a:path>
              </a:pathLst>
            </a:custGeom>
            <a:solidFill>
              <a:srgbClr val="ACD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22"/>
            <p:cNvSpPr/>
            <p:nvPr/>
          </p:nvSpPr>
          <p:spPr>
            <a:xfrm>
              <a:off x="2280044" y="3243208"/>
              <a:ext cx="206169" cy="106268"/>
            </a:xfrm>
            <a:custGeom>
              <a:rect b="b" l="l" r="r" t="t"/>
              <a:pathLst>
                <a:path extrusionOk="0" h="2787" w="5407">
                  <a:moveTo>
                    <a:pt x="2947" y="1"/>
                  </a:moveTo>
                  <a:cubicBezTo>
                    <a:pt x="2866" y="1"/>
                    <a:pt x="2784" y="5"/>
                    <a:pt x="2704" y="13"/>
                  </a:cubicBezTo>
                  <a:cubicBezTo>
                    <a:pt x="2037" y="84"/>
                    <a:pt x="1406" y="441"/>
                    <a:pt x="965" y="941"/>
                  </a:cubicBezTo>
                  <a:cubicBezTo>
                    <a:pt x="513" y="1430"/>
                    <a:pt x="215" y="2049"/>
                    <a:pt x="60" y="2704"/>
                  </a:cubicBezTo>
                  <a:lnTo>
                    <a:pt x="42" y="2730"/>
                  </a:lnTo>
                  <a:lnTo>
                    <a:pt x="42" y="2730"/>
                  </a:lnTo>
                  <a:cubicBezTo>
                    <a:pt x="481" y="2129"/>
                    <a:pt x="1104" y="1703"/>
                    <a:pt x="1715" y="1299"/>
                  </a:cubicBezTo>
                  <a:cubicBezTo>
                    <a:pt x="2037" y="1084"/>
                    <a:pt x="2358" y="882"/>
                    <a:pt x="2727" y="822"/>
                  </a:cubicBezTo>
                  <a:cubicBezTo>
                    <a:pt x="2817" y="808"/>
                    <a:pt x="2909" y="802"/>
                    <a:pt x="3001" y="802"/>
                  </a:cubicBezTo>
                  <a:cubicBezTo>
                    <a:pt x="3216" y="802"/>
                    <a:pt x="3436" y="833"/>
                    <a:pt x="3644" y="858"/>
                  </a:cubicBezTo>
                  <a:cubicBezTo>
                    <a:pt x="4251" y="965"/>
                    <a:pt x="4894" y="1060"/>
                    <a:pt x="5406" y="1394"/>
                  </a:cubicBezTo>
                  <a:cubicBezTo>
                    <a:pt x="5216" y="1108"/>
                    <a:pt x="4990" y="858"/>
                    <a:pt x="4728" y="656"/>
                  </a:cubicBezTo>
                  <a:cubicBezTo>
                    <a:pt x="4231" y="244"/>
                    <a:pt x="3585" y="1"/>
                    <a:pt x="2947" y="1"/>
                  </a:cubicBezTo>
                  <a:close/>
                  <a:moveTo>
                    <a:pt x="42" y="2730"/>
                  </a:moveTo>
                  <a:lnTo>
                    <a:pt x="42" y="2730"/>
                  </a:lnTo>
                  <a:cubicBezTo>
                    <a:pt x="28" y="2749"/>
                    <a:pt x="14" y="2768"/>
                    <a:pt x="1" y="2787"/>
                  </a:cubicBezTo>
                  <a:lnTo>
                    <a:pt x="42" y="2730"/>
                  </a:lnTo>
                  <a:close/>
                </a:path>
              </a:pathLst>
            </a:custGeom>
            <a:solidFill>
              <a:srgbClr val="ACD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22"/>
            <p:cNvSpPr/>
            <p:nvPr/>
          </p:nvSpPr>
          <p:spPr>
            <a:xfrm>
              <a:off x="2624635" y="3439506"/>
              <a:ext cx="239761" cy="104743"/>
            </a:xfrm>
            <a:custGeom>
              <a:rect b="b" l="l" r="r" t="t"/>
              <a:pathLst>
                <a:path extrusionOk="0" h="2747" w="6288">
                  <a:moveTo>
                    <a:pt x="4572" y="0"/>
                  </a:moveTo>
                  <a:cubicBezTo>
                    <a:pt x="4377" y="0"/>
                    <a:pt x="4182" y="15"/>
                    <a:pt x="3989" y="44"/>
                  </a:cubicBezTo>
                  <a:cubicBezTo>
                    <a:pt x="3203" y="163"/>
                    <a:pt x="2477" y="484"/>
                    <a:pt x="1775" y="877"/>
                  </a:cubicBezTo>
                  <a:cubicBezTo>
                    <a:pt x="1001" y="1306"/>
                    <a:pt x="215" y="1889"/>
                    <a:pt x="1" y="2747"/>
                  </a:cubicBezTo>
                  <a:cubicBezTo>
                    <a:pt x="1810" y="1485"/>
                    <a:pt x="3954" y="711"/>
                    <a:pt x="6132" y="484"/>
                  </a:cubicBezTo>
                  <a:lnTo>
                    <a:pt x="6287" y="473"/>
                  </a:lnTo>
                  <a:cubicBezTo>
                    <a:pt x="5790" y="147"/>
                    <a:pt x="5184" y="0"/>
                    <a:pt x="4572" y="0"/>
                  </a:cubicBezTo>
                  <a:close/>
                </a:path>
              </a:pathLst>
            </a:custGeom>
            <a:solidFill>
              <a:srgbClr val="ACD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22"/>
            <p:cNvSpPr/>
            <p:nvPr/>
          </p:nvSpPr>
          <p:spPr>
            <a:xfrm>
              <a:off x="2993287" y="3167175"/>
              <a:ext cx="1175395" cy="1147560"/>
            </a:xfrm>
            <a:custGeom>
              <a:rect b="b" l="l" r="r" t="t"/>
              <a:pathLst>
                <a:path extrusionOk="0" h="30096" w="30826">
                  <a:moveTo>
                    <a:pt x="19690" y="1"/>
                  </a:moveTo>
                  <a:cubicBezTo>
                    <a:pt x="19318" y="1"/>
                    <a:pt x="18946" y="56"/>
                    <a:pt x="18586" y="173"/>
                  </a:cubicBezTo>
                  <a:cubicBezTo>
                    <a:pt x="16134" y="995"/>
                    <a:pt x="15122" y="3840"/>
                    <a:pt x="14419" y="6329"/>
                  </a:cubicBezTo>
                  <a:cubicBezTo>
                    <a:pt x="13919" y="5079"/>
                    <a:pt x="13228" y="3757"/>
                    <a:pt x="12026" y="3150"/>
                  </a:cubicBezTo>
                  <a:cubicBezTo>
                    <a:pt x="11577" y="2921"/>
                    <a:pt x="11097" y="2817"/>
                    <a:pt x="10613" y="2817"/>
                  </a:cubicBezTo>
                  <a:cubicBezTo>
                    <a:pt x="9058" y="2817"/>
                    <a:pt x="7458" y="3885"/>
                    <a:pt x="6668" y="5293"/>
                  </a:cubicBezTo>
                  <a:cubicBezTo>
                    <a:pt x="5620" y="7138"/>
                    <a:pt x="5585" y="9377"/>
                    <a:pt x="5561" y="11508"/>
                  </a:cubicBezTo>
                  <a:cubicBezTo>
                    <a:pt x="5444" y="10427"/>
                    <a:pt x="4416" y="9872"/>
                    <a:pt x="3333" y="9872"/>
                  </a:cubicBezTo>
                  <a:cubicBezTo>
                    <a:pt x="2533" y="9872"/>
                    <a:pt x="1703" y="10176"/>
                    <a:pt x="1191" y="10794"/>
                  </a:cubicBezTo>
                  <a:cubicBezTo>
                    <a:pt x="1" y="12246"/>
                    <a:pt x="179" y="14365"/>
                    <a:pt x="620" y="16187"/>
                  </a:cubicBezTo>
                  <a:cubicBezTo>
                    <a:pt x="1894" y="21331"/>
                    <a:pt x="5227" y="28736"/>
                    <a:pt x="10942" y="29879"/>
                  </a:cubicBezTo>
                  <a:cubicBezTo>
                    <a:pt x="11681" y="30028"/>
                    <a:pt x="12432" y="30096"/>
                    <a:pt x="13184" y="30096"/>
                  </a:cubicBezTo>
                  <a:cubicBezTo>
                    <a:pt x="14904" y="30096"/>
                    <a:pt x="16637" y="29740"/>
                    <a:pt x="18277" y="29177"/>
                  </a:cubicBezTo>
                  <a:cubicBezTo>
                    <a:pt x="18872" y="28974"/>
                    <a:pt x="19467" y="28736"/>
                    <a:pt x="19920" y="28331"/>
                  </a:cubicBezTo>
                  <a:cubicBezTo>
                    <a:pt x="20539" y="27796"/>
                    <a:pt x="20884" y="27010"/>
                    <a:pt x="21182" y="26248"/>
                  </a:cubicBezTo>
                  <a:cubicBezTo>
                    <a:pt x="23742" y="19628"/>
                    <a:pt x="24527" y="12210"/>
                    <a:pt x="28397" y="6245"/>
                  </a:cubicBezTo>
                  <a:cubicBezTo>
                    <a:pt x="29492" y="4531"/>
                    <a:pt x="30826" y="2209"/>
                    <a:pt x="29433" y="721"/>
                  </a:cubicBezTo>
                  <a:cubicBezTo>
                    <a:pt x="28993" y="249"/>
                    <a:pt x="28357" y="37"/>
                    <a:pt x="27697" y="37"/>
                  </a:cubicBezTo>
                  <a:cubicBezTo>
                    <a:pt x="27143" y="37"/>
                    <a:pt x="26571" y="187"/>
                    <a:pt x="26087" y="459"/>
                  </a:cubicBezTo>
                  <a:cubicBezTo>
                    <a:pt x="25028" y="1054"/>
                    <a:pt x="24313" y="2078"/>
                    <a:pt x="23694" y="3126"/>
                  </a:cubicBezTo>
                  <a:cubicBezTo>
                    <a:pt x="23318" y="1317"/>
                    <a:pt x="21507" y="1"/>
                    <a:pt x="19690" y="1"/>
                  </a:cubicBezTo>
                  <a:close/>
                </a:path>
              </a:pathLst>
            </a:custGeom>
            <a:solidFill>
              <a:srgbClr val="83BF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22"/>
            <p:cNvSpPr/>
            <p:nvPr/>
          </p:nvSpPr>
          <p:spPr>
            <a:xfrm>
              <a:off x="3733755" y="3422080"/>
              <a:ext cx="192518" cy="498512"/>
            </a:xfrm>
            <a:custGeom>
              <a:rect b="b" l="l" r="r" t="t"/>
              <a:pathLst>
                <a:path extrusionOk="0" h="13074" w="5049">
                  <a:moveTo>
                    <a:pt x="5049" y="1"/>
                  </a:moveTo>
                  <a:lnTo>
                    <a:pt x="5049" y="1"/>
                  </a:lnTo>
                  <a:cubicBezTo>
                    <a:pt x="4406" y="989"/>
                    <a:pt x="3858" y="2037"/>
                    <a:pt x="3323" y="3096"/>
                  </a:cubicBezTo>
                  <a:cubicBezTo>
                    <a:pt x="2787" y="4132"/>
                    <a:pt x="2287" y="5192"/>
                    <a:pt x="1810" y="6264"/>
                  </a:cubicBezTo>
                  <a:cubicBezTo>
                    <a:pt x="1358" y="7347"/>
                    <a:pt x="906" y="8430"/>
                    <a:pt x="584" y="9585"/>
                  </a:cubicBezTo>
                  <a:cubicBezTo>
                    <a:pt x="239" y="10716"/>
                    <a:pt x="1" y="11883"/>
                    <a:pt x="1" y="13074"/>
                  </a:cubicBezTo>
                  <a:cubicBezTo>
                    <a:pt x="370" y="11943"/>
                    <a:pt x="775" y="10871"/>
                    <a:pt x="1215" y="9800"/>
                  </a:cubicBezTo>
                  <a:cubicBezTo>
                    <a:pt x="1668" y="8728"/>
                    <a:pt x="2144" y="7680"/>
                    <a:pt x="2620" y="6609"/>
                  </a:cubicBezTo>
                  <a:cubicBezTo>
                    <a:pt x="3084" y="5513"/>
                    <a:pt x="3549" y="4442"/>
                    <a:pt x="3942" y="3347"/>
                  </a:cubicBezTo>
                  <a:cubicBezTo>
                    <a:pt x="4358" y="2239"/>
                    <a:pt x="4751" y="1144"/>
                    <a:pt x="5049" y="1"/>
                  </a:cubicBezTo>
                  <a:close/>
                </a:path>
              </a:pathLst>
            </a:custGeom>
            <a:solidFill>
              <a:srgbClr val="2B68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22"/>
            <p:cNvSpPr/>
            <p:nvPr/>
          </p:nvSpPr>
          <p:spPr>
            <a:xfrm>
              <a:off x="3536274" y="3361719"/>
              <a:ext cx="197971" cy="540264"/>
            </a:xfrm>
            <a:custGeom>
              <a:rect b="b" l="l" r="r" t="t"/>
              <a:pathLst>
                <a:path extrusionOk="0" h="14169" w="5192">
                  <a:moveTo>
                    <a:pt x="5192" y="0"/>
                  </a:moveTo>
                  <a:lnTo>
                    <a:pt x="5192" y="0"/>
                  </a:lnTo>
                  <a:cubicBezTo>
                    <a:pt x="4477" y="1072"/>
                    <a:pt x="3727" y="2084"/>
                    <a:pt x="3072" y="3191"/>
                  </a:cubicBezTo>
                  <a:cubicBezTo>
                    <a:pt x="2417" y="4287"/>
                    <a:pt x="1834" y="5430"/>
                    <a:pt x="1346" y="6620"/>
                  </a:cubicBezTo>
                  <a:cubicBezTo>
                    <a:pt x="882" y="7811"/>
                    <a:pt x="477" y="9049"/>
                    <a:pt x="274" y="10335"/>
                  </a:cubicBezTo>
                  <a:cubicBezTo>
                    <a:pt x="60" y="11597"/>
                    <a:pt x="0" y="12907"/>
                    <a:pt x="167" y="14169"/>
                  </a:cubicBezTo>
                  <a:cubicBezTo>
                    <a:pt x="358" y="12907"/>
                    <a:pt x="608" y="11680"/>
                    <a:pt x="941" y="10478"/>
                  </a:cubicBezTo>
                  <a:cubicBezTo>
                    <a:pt x="1048" y="10180"/>
                    <a:pt x="1132" y="9882"/>
                    <a:pt x="1203" y="9585"/>
                  </a:cubicBezTo>
                  <a:lnTo>
                    <a:pt x="1501" y="8692"/>
                  </a:lnTo>
                  <a:cubicBezTo>
                    <a:pt x="1715" y="8097"/>
                    <a:pt x="1905" y="7513"/>
                    <a:pt x="2155" y="6942"/>
                  </a:cubicBezTo>
                  <a:cubicBezTo>
                    <a:pt x="2620" y="5775"/>
                    <a:pt x="3144" y="4644"/>
                    <a:pt x="3679" y="3501"/>
                  </a:cubicBezTo>
                  <a:cubicBezTo>
                    <a:pt x="4203" y="2358"/>
                    <a:pt x="4811" y="1239"/>
                    <a:pt x="5192" y="0"/>
                  </a:cubicBezTo>
                  <a:close/>
                </a:path>
              </a:pathLst>
            </a:custGeom>
            <a:solidFill>
              <a:srgbClr val="2B68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22"/>
            <p:cNvSpPr/>
            <p:nvPr/>
          </p:nvSpPr>
          <p:spPr>
            <a:xfrm>
              <a:off x="3322892" y="3458419"/>
              <a:ext cx="108556" cy="433576"/>
            </a:xfrm>
            <a:custGeom>
              <a:rect b="b" l="l" r="r" t="t"/>
              <a:pathLst>
                <a:path extrusionOk="0" h="11371" w="2847">
                  <a:moveTo>
                    <a:pt x="60" y="0"/>
                  </a:moveTo>
                  <a:cubicBezTo>
                    <a:pt x="1" y="989"/>
                    <a:pt x="48" y="1977"/>
                    <a:pt x="143" y="2953"/>
                  </a:cubicBezTo>
                  <a:cubicBezTo>
                    <a:pt x="251" y="3941"/>
                    <a:pt x="441" y="4906"/>
                    <a:pt x="667" y="5870"/>
                  </a:cubicBezTo>
                  <a:cubicBezTo>
                    <a:pt x="905" y="6835"/>
                    <a:pt x="1191" y="7775"/>
                    <a:pt x="1548" y="8704"/>
                  </a:cubicBezTo>
                  <a:cubicBezTo>
                    <a:pt x="1906" y="9621"/>
                    <a:pt x="2322" y="10514"/>
                    <a:pt x="2846" y="11371"/>
                  </a:cubicBezTo>
                  <a:cubicBezTo>
                    <a:pt x="2668" y="10383"/>
                    <a:pt x="2429" y="9442"/>
                    <a:pt x="2203" y="8489"/>
                  </a:cubicBezTo>
                  <a:lnTo>
                    <a:pt x="1525" y="5668"/>
                  </a:lnTo>
                  <a:lnTo>
                    <a:pt x="822" y="2834"/>
                  </a:lnTo>
                  <a:cubicBezTo>
                    <a:pt x="584" y="1905"/>
                    <a:pt x="358" y="953"/>
                    <a:pt x="60" y="0"/>
                  </a:cubicBezTo>
                  <a:close/>
                </a:path>
              </a:pathLst>
            </a:custGeom>
            <a:solidFill>
              <a:srgbClr val="2B68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22"/>
            <p:cNvSpPr/>
            <p:nvPr/>
          </p:nvSpPr>
          <p:spPr>
            <a:xfrm>
              <a:off x="3097728" y="3709015"/>
              <a:ext cx="202966" cy="238846"/>
            </a:xfrm>
            <a:custGeom>
              <a:rect b="b" l="l" r="r" t="t"/>
              <a:pathLst>
                <a:path extrusionOk="0" h="6264" w="5323">
                  <a:moveTo>
                    <a:pt x="0" y="1"/>
                  </a:moveTo>
                  <a:lnTo>
                    <a:pt x="0" y="1"/>
                  </a:lnTo>
                  <a:cubicBezTo>
                    <a:pt x="202" y="691"/>
                    <a:pt x="500" y="1310"/>
                    <a:pt x="857" y="1917"/>
                  </a:cubicBezTo>
                  <a:cubicBezTo>
                    <a:pt x="1214" y="2537"/>
                    <a:pt x="1631" y="3096"/>
                    <a:pt x="2084" y="3632"/>
                  </a:cubicBezTo>
                  <a:cubicBezTo>
                    <a:pt x="2524" y="4168"/>
                    <a:pt x="3036" y="4656"/>
                    <a:pt x="3572" y="5108"/>
                  </a:cubicBezTo>
                  <a:cubicBezTo>
                    <a:pt x="4108" y="5549"/>
                    <a:pt x="4691" y="5954"/>
                    <a:pt x="5322" y="6263"/>
                  </a:cubicBezTo>
                  <a:cubicBezTo>
                    <a:pt x="4929" y="5668"/>
                    <a:pt x="4489" y="5132"/>
                    <a:pt x="4060" y="4620"/>
                  </a:cubicBezTo>
                  <a:cubicBezTo>
                    <a:pt x="3631" y="4084"/>
                    <a:pt x="3203" y="3561"/>
                    <a:pt x="2750" y="3049"/>
                  </a:cubicBezTo>
                  <a:lnTo>
                    <a:pt x="1417" y="1525"/>
                  </a:lnTo>
                  <a:cubicBezTo>
                    <a:pt x="964" y="1001"/>
                    <a:pt x="500" y="489"/>
                    <a:pt x="0" y="1"/>
                  </a:cubicBezTo>
                  <a:close/>
                </a:path>
              </a:pathLst>
            </a:custGeom>
            <a:solidFill>
              <a:srgbClr val="2B68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22"/>
            <p:cNvSpPr/>
            <p:nvPr/>
          </p:nvSpPr>
          <p:spPr>
            <a:xfrm>
              <a:off x="3030502" y="3579217"/>
              <a:ext cx="147144" cy="149813"/>
            </a:xfrm>
            <a:custGeom>
              <a:rect b="b" l="l" r="r" t="t"/>
              <a:pathLst>
                <a:path extrusionOk="0" h="3929" w="3859">
                  <a:moveTo>
                    <a:pt x="2345" y="1"/>
                  </a:moveTo>
                  <a:cubicBezTo>
                    <a:pt x="1929" y="1"/>
                    <a:pt x="1518" y="114"/>
                    <a:pt x="1132" y="297"/>
                  </a:cubicBezTo>
                  <a:cubicBezTo>
                    <a:pt x="834" y="440"/>
                    <a:pt x="537" y="642"/>
                    <a:pt x="382" y="940"/>
                  </a:cubicBezTo>
                  <a:cubicBezTo>
                    <a:pt x="287" y="1083"/>
                    <a:pt x="239" y="1261"/>
                    <a:pt x="215" y="1428"/>
                  </a:cubicBezTo>
                  <a:cubicBezTo>
                    <a:pt x="37" y="2250"/>
                    <a:pt x="1" y="3095"/>
                    <a:pt x="156" y="3928"/>
                  </a:cubicBezTo>
                  <a:cubicBezTo>
                    <a:pt x="287" y="3190"/>
                    <a:pt x="501" y="2500"/>
                    <a:pt x="775" y="1809"/>
                  </a:cubicBezTo>
                  <a:cubicBezTo>
                    <a:pt x="870" y="1583"/>
                    <a:pt x="977" y="1381"/>
                    <a:pt x="1120" y="1190"/>
                  </a:cubicBezTo>
                  <a:cubicBezTo>
                    <a:pt x="1418" y="833"/>
                    <a:pt x="1882" y="630"/>
                    <a:pt x="2358" y="595"/>
                  </a:cubicBezTo>
                  <a:cubicBezTo>
                    <a:pt x="2480" y="579"/>
                    <a:pt x="2603" y="573"/>
                    <a:pt x="2727" y="573"/>
                  </a:cubicBezTo>
                  <a:cubicBezTo>
                    <a:pt x="3076" y="573"/>
                    <a:pt x="3432" y="625"/>
                    <a:pt x="3775" y="678"/>
                  </a:cubicBezTo>
                  <a:lnTo>
                    <a:pt x="3859" y="666"/>
                  </a:lnTo>
                  <a:cubicBezTo>
                    <a:pt x="3549" y="285"/>
                    <a:pt x="3061" y="71"/>
                    <a:pt x="2561" y="11"/>
                  </a:cubicBezTo>
                  <a:cubicBezTo>
                    <a:pt x="2489" y="4"/>
                    <a:pt x="2417" y="1"/>
                    <a:pt x="2345" y="1"/>
                  </a:cubicBezTo>
                  <a:close/>
                </a:path>
              </a:pathLst>
            </a:custGeom>
            <a:solidFill>
              <a:srgbClr val="ACD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22"/>
            <p:cNvSpPr/>
            <p:nvPr/>
          </p:nvSpPr>
          <p:spPr>
            <a:xfrm>
              <a:off x="3225734" y="3307039"/>
              <a:ext cx="285136" cy="194997"/>
            </a:xfrm>
            <a:custGeom>
              <a:rect b="b" l="l" r="r" t="t"/>
              <a:pathLst>
                <a:path extrusionOk="0" h="5114" w="7478">
                  <a:moveTo>
                    <a:pt x="4454" y="1"/>
                  </a:moveTo>
                  <a:cubicBezTo>
                    <a:pt x="3256" y="1"/>
                    <a:pt x="2108" y="608"/>
                    <a:pt x="1239" y="1434"/>
                  </a:cubicBezTo>
                  <a:cubicBezTo>
                    <a:pt x="84" y="2518"/>
                    <a:pt x="1" y="5113"/>
                    <a:pt x="1" y="5113"/>
                  </a:cubicBezTo>
                  <a:cubicBezTo>
                    <a:pt x="1" y="5113"/>
                    <a:pt x="703" y="3327"/>
                    <a:pt x="882" y="3030"/>
                  </a:cubicBezTo>
                  <a:cubicBezTo>
                    <a:pt x="1429" y="2101"/>
                    <a:pt x="2072" y="1101"/>
                    <a:pt x="3084" y="768"/>
                  </a:cubicBezTo>
                  <a:cubicBezTo>
                    <a:pt x="3337" y="680"/>
                    <a:pt x="3601" y="640"/>
                    <a:pt x="3867" y="640"/>
                  </a:cubicBezTo>
                  <a:cubicBezTo>
                    <a:pt x="4465" y="640"/>
                    <a:pt x="5074" y="840"/>
                    <a:pt x="5585" y="1137"/>
                  </a:cubicBezTo>
                  <a:cubicBezTo>
                    <a:pt x="6335" y="1589"/>
                    <a:pt x="7478" y="2839"/>
                    <a:pt x="7478" y="2839"/>
                  </a:cubicBezTo>
                  <a:cubicBezTo>
                    <a:pt x="7311" y="2280"/>
                    <a:pt x="7061" y="1744"/>
                    <a:pt x="6751" y="1256"/>
                  </a:cubicBezTo>
                  <a:cubicBezTo>
                    <a:pt x="6525" y="910"/>
                    <a:pt x="6251" y="601"/>
                    <a:pt x="5918" y="375"/>
                  </a:cubicBezTo>
                  <a:cubicBezTo>
                    <a:pt x="5573" y="172"/>
                    <a:pt x="5180" y="65"/>
                    <a:pt x="4799" y="17"/>
                  </a:cubicBezTo>
                  <a:cubicBezTo>
                    <a:pt x="4684" y="6"/>
                    <a:pt x="4569" y="1"/>
                    <a:pt x="4454" y="1"/>
                  </a:cubicBezTo>
                  <a:close/>
                </a:path>
              </a:pathLst>
            </a:custGeom>
            <a:solidFill>
              <a:srgbClr val="ACD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22"/>
            <p:cNvSpPr/>
            <p:nvPr/>
          </p:nvSpPr>
          <p:spPr>
            <a:xfrm>
              <a:off x="3561707" y="3197298"/>
              <a:ext cx="291466" cy="207580"/>
            </a:xfrm>
            <a:custGeom>
              <a:rect b="b" l="l" r="r" t="t"/>
              <a:pathLst>
                <a:path extrusionOk="0" h="5444" w="7644">
                  <a:moveTo>
                    <a:pt x="4895" y="0"/>
                  </a:moveTo>
                  <a:cubicBezTo>
                    <a:pt x="4345" y="0"/>
                    <a:pt x="3793" y="156"/>
                    <a:pt x="3334" y="455"/>
                  </a:cubicBezTo>
                  <a:cubicBezTo>
                    <a:pt x="2786" y="836"/>
                    <a:pt x="2370" y="1371"/>
                    <a:pt x="1989" y="1907"/>
                  </a:cubicBezTo>
                  <a:cubicBezTo>
                    <a:pt x="1167" y="2991"/>
                    <a:pt x="345" y="4122"/>
                    <a:pt x="0" y="5443"/>
                  </a:cubicBezTo>
                  <a:cubicBezTo>
                    <a:pt x="417" y="4860"/>
                    <a:pt x="822" y="4265"/>
                    <a:pt x="1238" y="3693"/>
                  </a:cubicBezTo>
                  <a:cubicBezTo>
                    <a:pt x="1715" y="3003"/>
                    <a:pt x="2203" y="2324"/>
                    <a:pt x="2834" y="1752"/>
                  </a:cubicBezTo>
                  <a:cubicBezTo>
                    <a:pt x="3453" y="1205"/>
                    <a:pt x="4251" y="788"/>
                    <a:pt x="5084" y="752"/>
                  </a:cubicBezTo>
                  <a:cubicBezTo>
                    <a:pt x="5106" y="752"/>
                    <a:pt x="5129" y="752"/>
                    <a:pt x="5151" y="752"/>
                  </a:cubicBezTo>
                  <a:cubicBezTo>
                    <a:pt x="6084" y="752"/>
                    <a:pt x="7060" y="1236"/>
                    <a:pt x="7537" y="2038"/>
                  </a:cubicBezTo>
                  <a:lnTo>
                    <a:pt x="7644" y="2145"/>
                  </a:lnTo>
                  <a:cubicBezTo>
                    <a:pt x="7418" y="1264"/>
                    <a:pt x="6763" y="514"/>
                    <a:pt x="5918" y="193"/>
                  </a:cubicBezTo>
                  <a:cubicBezTo>
                    <a:pt x="5594" y="63"/>
                    <a:pt x="5245" y="0"/>
                    <a:pt x="4895" y="0"/>
                  </a:cubicBezTo>
                  <a:close/>
                </a:path>
              </a:pathLst>
            </a:custGeom>
            <a:solidFill>
              <a:srgbClr val="ACD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22"/>
            <p:cNvSpPr/>
            <p:nvPr/>
          </p:nvSpPr>
          <p:spPr>
            <a:xfrm>
              <a:off x="3919911" y="3204047"/>
              <a:ext cx="197513" cy="83238"/>
            </a:xfrm>
            <a:custGeom>
              <a:rect b="b" l="l" r="r" t="t"/>
              <a:pathLst>
                <a:path extrusionOk="0" h="2183" w="5180">
                  <a:moveTo>
                    <a:pt x="3571" y="0"/>
                  </a:moveTo>
                  <a:cubicBezTo>
                    <a:pt x="3335" y="0"/>
                    <a:pt x="3095" y="43"/>
                    <a:pt x="2870" y="123"/>
                  </a:cubicBezTo>
                  <a:cubicBezTo>
                    <a:pt x="2310" y="325"/>
                    <a:pt x="1846" y="694"/>
                    <a:pt x="1405" y="1099"/>
                  </a:cubicBezTo>
                  <a:cubicBezTo>
                    <a:pt x="971" y="1476"/>
                    <a:pt x="560" y="1863"/>
                    <a:pt x="65" y="2147"/>
                  </a:cubicBezTo>
                  <a:lnTo>
                    <a:pt x="65" y="2147"/>
                  </a:lnTo>
                  <a:cubicBezTo>
                    <a:pt x="647" y="2130"/>
                    <a:pt x="1116" y="1619"/>
                    <a:pt x="1643" y="1385"/>
                  </a:cubicBezTo>
                  <a:cubicBezTo>
                    <a:pt x="2227" y="1116"/>
                    <a:pt x="2853" y="846"/>
                    <a:pt x="3501" y="846"/>
                  </a:cubicBezTo>
                  <a:cubicBezTo>
                    <a:pt x="3541" y="846"/>
                    <a:pt x="3580" y="847"/>
                    <a:pt x="3620" y="849"/>
                  </a:cubicBezTo>
                  <a:cubicBezTo>
                    <a:pt x="4298" y="873"/>
                    <a:pt x="5037" y="1337"/>
                    <a:pt x="5120" y="2028"/>
                  </a:cubicBezTo>
                  <a:cubicBezTo>
                    <a:pt x="5179" y="1409"/>
                    <a:pt x="5048" y="730"/>
                    <a:pt x="4572" y="325"/>
                  </a:cubicBezTo>
                  <a:cubicBezTo>
                    <a:pt x="4291" y="102"/>
                    <a:pt x="3935" y="0"/>
                    <a:pt x="3571" y="0"/>
                  </a:cubicBezTo>
                  <a:close/>
                  <a:moveTo>
                    <a:pt x="65" y="2147"/>
                  </a:moveTo>
                  <a:cubicBezTo>
                    <a:pt x="55" y="2147"/>
                    <a:pt x="46" y="2147"/>
                    <a:pt x="36" y="2147"/>
                  </a:cubicBezTo>
                  <a:lnTo>
                    <a:pt x="0" y="2183"/>
                  </a:lnTo>
                  <a:cubicBezTo>
                    <a:pt x="22" y="2171"/>
                    <a:pt x="43" y="2159"/>
                    <a:pt x="65" y="2147"/>
                  </a:cubicBezTo>
                  <a:close/>
                </a:path>
              </a:pathLst>
            </a:custGeom>
            <a:solidFill>
              <a:srgbClr val="ACD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22"/>
            <p:cNvSpPr/>
            <p:nvPr/>
          </p:nvSpPr>
          <p:spPr>
            <a:xfrm>
              <a:off x="781873" y="3790958"/>
              <a:ext cx="3577890" cy="813122"/>
            </a:xfrm>
            <a:custGeom>
              <a:rect b="b" l="l" r="r" t="t"/>
              <a:pathLst>
                <a:path extrusionOk="0" h="21325" w="93834">
                  <a:moveTo>
                    <a:pt x="67318" y="1"/>
                  </a:moveTo>
                  <a:cubicBezTo>
                    <a:pt x="67164" y="1"/>
                    <a:pt x="67009" y="3"/>
                    <a:pt x="66854" y="7"/>
                  </a:cubicBezTo>
                  <a:cubicBezTo>
                    <a:pt x="64008" y="78"/>
                    <a:pt x="60305" y="340"/>
                    <a:pt x="57805" y="1709"/>
                  </a:cubicBezTo>
                  <a:cubicBezTo>
                    <a:pt x="55460" y="2983"/>
                    <a:pt x="53459" y="3864"/>
                    <a:pt x="51709" y="4448"/>
                  </a:cubicBezTo>
                  <a:cubicBezTo>
                    <a:pt x="49714" y="5111"/>
                    <a:pt x="48053" y="5373"/>
                    <a:pt x="46618" y="5373"/>
                  </a:cubicBezTo>
                  <a:cubicBezTo>
                    <a:pt x="44859" y="5373"/>
                    <a:pt x="43439" y="4979"/>
                    <a:pt x="42160" y="4448"/>
                  </a:cubicBezTo>
                  <a:cubicBezTo>
                    <a:pt x="39440" y="3311"/>
                    <a:pt x="37361" y="1534"/>
                    <a:pt x="34001" y="1534"/>
                  </a:cubicBezTo>
                  <a:cubicBezTo>
                    <a:pt x="33699" y="1534"/>
                    <a:pt x="33388" y="1548"/>
                    <a:pt x="33064" y="1578"/>
                  </a:cubicBezTo>
                  <a:cubicBezTo>
                    <a:pt x="29706" y="1876"/>
                    <a:pt x="26396" y="2566"/>
                    <a:pt x="23110" y="3364"/>
                  </a:cubicBezTo>
                  <a:lnTo>
                    <a:pt x="22027" y="3626"/>
                  </a:lnTo>
                  <a:cubicBezTo>
                    <a:pt x="17931" y="4626"/>
                    <a:pt x="13835" y="5710"/>
                    <a:pt x="9680" y="6269"/>
                  </a:cubicBezTo>
                  <a:cubicBezTo>
                    <a:pt x="9323" y="6317"/>
                    <a:pt x="8954" y="6365"/>
                    <a:pt x="8597" y="6412"/>
                  </a:cubicBezTo>
                  <a:cubicBezTo>
                    <a:pt x="7406" y="6543"/>
                    <a:pt x="6215" y="6638"/>
                    <a:pt x="5025" y="6662"/>
                  </a:cubicBezTo>
                  <a:lnTo>
                    <a:pt x="5441" y="6936"/>
                  </a:lnTo>
                  <a:cubicBezTo>
                    <a:pt x="4620" y="6638"/>
                    <a:pt x="3749" y="6494"/>
                    <a:pt x="2875" y="6494"/>
                  </a:cubicBezTo>
                  <a:cubicBezTo>
                    <a:pt x="1898" y="6494"/>
                    <a:pt x="918" y="6674"/>
                    <a:pt x="0" y="7019"/>
                  </a:cubicBezTo>
                  <a:lnTo>
                    <a:pt x="0" y="8091"/>
                  </a:lnTo>
                  <a:lnTo>
                    <a:pt x="12" y="12484"/>
                  </a:lnTo>
                  <a:cubicBezTo>
                    <a:pt x="12" y="13389"/>
                    <a:pt x="727" y="14151"/>
                    <a:pt x="1643" y="14211"/>
                  </a:cubicBezTo>
                  <a:lnTo>
                    <a:pt x="8608" y="14639"/>
                  </a:lnTo>
                  <a:lnTo>
                    <a:pt x="8608" y="13211"/>
                  </a:lnTo>
                  <a:cubicBezTo>
                    <a:pt x="8608" y="13211"/>
                    <a:pt x="8704" y="13205"/>
                    <a:pt x="8873" y="13205"/>
                  </a:cubicBezTo>
                  <a:cubicBezTo>
                    <a:pt x="8958" y="13205"/>
                    <a:pt x="9061" y="13207"/>
                    <a:pt x="9180" y="13211"/>
                  </a:cubicBezTo>
                  <a:cubicBezTo>
                    <a:pt x="9406" y="13223"/>
                    <a:pt x="9668" y="13223"/>
                    <a:pt x="10001" y="13246"/>
                  </a:cubicBezTo>
                  <a:cubicBezTo>
                    <a:pt x="12359" y="13377"/>
                    <a:pt x="17169" y="13842"/>
                    <a:pt x="19503" y="15723"/>
                  </a:cubicBezTo>
                  <a:cubicBezTo>
                    <a:pt x="19503" y="15723"/>
                    <a:pt x="26659" y="21105"/>
                    <a:pt x="33803" y="21105"/>
                  </a:cubicBezTo>
                  <a:cubicBezTo>
                    <a:pt x="33826" y="21105"/>
                    <a:pt x="33850" y="21105"/>
                    <a:pt x="33874" y="21104"/>
                  </a:cubicBezTo>
                  <a:lnTo>
                    <a:pt x="51102" y="21009"/>
                  </a:lnTo>
                  <a:cubicBezTo>
                    <a:pt x="52769" y="20997"/>
                    <a:pt x="54400" y="20807"/>
                    <a:pt x="56031" y="20426"/>
                  </a:cubicBezTo>
                  <a:cubicBezTo>
                    <a:pt x="59490" y="19619"/>
                    <a:pt x="62986" y="19355"/>
                    <a:pt x="66078" y="19355"/>
                  </a:cubicBezTo>
                  <a:cubicBezTo>
                    <a:pt x="70605" y="19355"/>
                    <a:pt x="74264" y="19921"/>
                    <a:pt x="75664" y="20176"/>
                  </a:cubicBezTo>
                  <a:cubicBezTo>
                    <a:pt x="75700" y="20176"/>
                    <a:pt x="75736" y="20188"/>
                    <a:pt x="75760" y="20188"/>
                  </a:cubicBezTo>
                  <a:cubicBezTo>
                    <a:pt x="76081" y="20235"/>
                    <a:pt x="76379" y="20331"/>
                    <a:pt x="76688" y="20402"/>
                  </a:cubicBezTo>
                  <a:cubicBezTo>
                    <a:pt x="79175" y="21076"/>
                    <a:pt x="81410" y="21325"/>
                    <a:pt x="83355" y="21325"/>
                  </a:cubicBezTo>
                  <a:cubicBezTo>
                    <a:pt x="87286" y="21325"/>
                    <a:pt x="90031" y="20309"/>
                    <a:pt x="91274" y="19735"/>
                  </a:cubicBezTo>
                  <a:cubicBezTo>
                    <a:pt x="92643" y="19021"/>
                    <a:pt x="93667" y="17925"/>
                    <a:pt x="93655" y="15806"/>
                  </a:cubicBezTo>
                  <a:cubicBezTo>
                    <a:pt x="93655" y="14806"/>
                    <a:pt x="93357" y="13877"/>
                    <a:pt x="92881" y="13187"/>
                  </a:cubicBezTo>
                  <a:cubicBezTo>
                    <a:pt x="92452" y="12556"/>
                    <a:pt x="92464" y="11710"/>
                    <a:pt x="92929" y="11079"/>
                  </a:cubicBezTo>
                  <a:cubicBezTo>
                    <a:pt x="93012" y="10960"/>
                    <a:pt x="93107" y="10829"/>
                    <a:pt x="93179" y="10675"/>
                  </a:cubicBezTo>
                  <a:cubicBezTo>
                    <a:pt x="93583" y="9936"/>
                    <a:pt x="93833" y="8817"/>
                    <a:pt x="93833" y="7555"/>
                  </a:cubicBezTo>
                  <a:cubicBezTo>
                    <a:pt x="93821" y="6138"/>
                    <a:pt x="93488" y="4900"/>
                    <a:pt x="92988" y="4186"/>
                  </a:cubicBezTo>
                  <a:cubicBezTo>
                    <a:pt x="92952" y="4150"/>
                    <a:pt x="92929" y="4090"/>
                    <a:pt x="92881" y="4043"/>
                  </a:cubicBezTo>
                  <a:cubicBezTo>
                    <a:pt x="92774" y="3912"/>
                    <a:pt x="92702" y="3757"/>
                    <a:pt x="92643" y="3590"/>
                  </a:cubicBezTo>
                  <a:cubicBezTo>
                    <a:pt x="92250" y="3507"/>
                    <a:pt x="91869" y="3424"/>
                    <a:pt x="91464" y="3364"/>
                  </a:cubicBezTo>
                  <a:cubicBezTo>
                    <a:pt x="89035" y="2959"/>
                    <a:pt x="86440" y="2924"/>
                    <a:pt x="83951" y="2805"/>
                  </a:cubicBezTo>
                  <a:cubicBezTo>
                    <a:pt x="83582" y="2793"/>
                    <a:pt x="83225" y="2781"/>
                    <a:pt x="82868" y="2745"/>
                  </a:cubicBezTo>
                  <a:lnTo>
                    <a:pt x="82808" y="2745"/>
                  </a:lnTo>
                  <a:cubicBezTo>
                    <a:pt x="77427" y="2352"/>
                    <a:pt x="72675" y="1"/>
                    <a:pt x="67318" y="1"/>
                  </a:cubicBezTo>
                  <a:close/>
                </a:path>
              </a:pathLst>
            </a:custGeom>
            <a:solidFill>
              <a:srgbClr val="6B5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22"/>
            <p:cNvSpPr/>
            <p:nvPr/>
          </p:nvSpPr>
          <p:spPr>
            <a:xfrm>
              <a:off x="3219823" y="3853379"/>
              <a:ext cx="66766" cy="48082"/>
            </a:xfrm>
            <a:custGeom>
              <a:rect b="b" l="l" r="r" t="t"/>
              <a:pathLst>
                <a:path extrusionOk="0" h="1261" w="1751">
                  <a:moveTo>
                    <a:pt x="775" y="1"/>
                  </a:moveTo>
                  <a:lnTo>
                    <a:pt x="691" y="36"/>
                  </a:lnTo>
                  <a:cubicBezTo>
                    <a:pt x="263" y="156"/>
                    <a:pt x="1" y="644"/>
                    <a:pt x="120" y="1084"/>
                  </a:cubicBezTo>
                  <a:cubicBezTo>
                    <a:pt x="132" y="1132"/>
                    <a:pt x="144" y="1191"/>
                    <a:pt x="191" y="1215"/>
                  </a:cubicBezTo>
                  <a:cubicBezTo>
                    <a:pt x="227" y="1250"/>
                    <a:pt x="278" y="1261"/>
                    <a:pt x="330" y="1261"/>
                  </a:cubicBezTo>
                  <a:cubicBezTo>
                    <a:pt x="365" y="1261"/>
                    <a:pt x="400" y="1256"/>
                    <a:pt x="429" y="1251"/>
                  </a:cubicBezTo>
                  <a:cubicBezTo>
                    <a:pt x="679" y="1203"/>
                    <a:pt x="929" y="1168"/>
                    <a:pt x="1203" y="1132"/>
                  </a:cubicBezTo>
                  <a:cubicBezTo>
                    <a:pt x="1310" y="1108"/>
                    <a:pt x="1430" y="1096"/>
                    <a:pt x="1513" y="1037"/>
                  </a:cubicBezTo>
                  <a:cubicBezTo>
                    <a:pt x="1751" y="894"/>
                    <a:pt x="1739" y="501"/>
                    <a:pt x="1549" y="298"/>
                  </a:cubicBezTo>
                  <a:cubicBezTo>
                    <a:pt x="1346" y="84"/>
                    <a:pt x="1049" y="13"/>
                    <a:pt x="775" y="1"/>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22"/>
            <p:cNvSpPr/>
            <p:nvPr/>
          </p:nvSpPr>
          <p:spPr>
            <a:xfrm>
              <a:off x="3694708" y="3883616"/>
              <a:ext cx="40913" cy="43811"/>
            </a:xfrm>
            <a:custGeom>
              <a:rect b="b" l="l" r="r" t="t"/>
              <a:pathLst>
                <a:path extrusionOk="0" h="1149" w="1073">
                  <a:moveTo>
                    <a:pt x="325" y="1"/>
                  </a:moveTo>
                  <a:cubicBezTo>
                    <a:pt x="314" y="1"/>
                    <a:pt x="305" y="2"/>
                    <a:pt x="298" y="5"/>
                  </a:cubicBezTo>
                  <a:cubicBezTo>
                    <a:pt x="239" y="17"/>
                    <a:pt x="203" y="65"/>
                    <a:pt x="191" y="125"/>
                  </a:cubicBezTo>
                  <a:cubicBezTo>
                    <a:pt x="144" y="279"/>
                    <a:pt x="84" y="434"/>
                    <a:pt x="48" y="589"/>
                  </a:cubicBezTo>
                  <a:cubicBezTo>
                    <a:pt x="25" y="648"/>
                    <a:pt x="1" y="720"/>
                    <a:pt x="13" y="791"/>
                  </a:cubicBezTo>
                  <a:cubicBezTo>
                    <a:pt x="60" y="994"/>
                    <a:pt x="358" y="1148"/>
                    <a:pt x="560" y="1148"/>
                  </a:cubicBezTo>
                  <a:cubicBezTo>
                    <a:pt x="787" y="1137"/>
                    <a:pt x="941" y="1018"/>
                    <a:pt x="1025" y="875"/>
                  </a:cubicBezTo>
                  <a:lnTo>
                    <a:pt x="1025" y="791"/>
                  </a:lnTo>
                  <a:cubicBezTo>
                    <a:pt x="1072" y="517"/>
                    <a:pt x="775" y="136"/>
                    <a:pt x="417" y="17"/>
                  </a:cubicBezTo>
                  <a:cubicBezTo>
                    <a:pt x="384" y="9"/>
                    <a:pt x="350" y="1"/>
                    <a:pt x="325" y="1"/>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22"/>
            <p:cNvSpPr/>
            <p:nvPr/>
          </p:nvSpPr>
          <p:spPr>
            <a:xfrm>
              <a:off x="3007357" y="3903711"/>
              <a:ext cx="47243" cy="38321"/>
            </a:xfrm>
            <a:custGeom>
              <a:rect b="b" l="l" r="r" t="t"/>
              <a:pathLst>
                <a:path extrusionOk="0" h="1005" w="1239">
                  <a:moveTo>
                    <a:pt x="773" y="1"/>
                  </a:moveTo>
                  <a:cubicBezTo>
                    <a:pt x="533" y="1"/>
                    <a:pt x="246" y="139"/>
                    <a:pt x="72" y="348"/>
                  </a:cubicBezTo>
                  <a:cubicBezTo>
                    <a:pt x="48" y="371"/>
                    <a:pt x="13" y="419"/>
                    <a:pt x="13" y="443"/>
                  </a:cubicBezTo>
                  <a:cubicBezTo>
                    <a:pt x="1" y="502"/>
                    <a:pt x="48" y="550"/>
                    <a:pt x="96" y="586"/>
                  </a:cubicBezTo>
                  <a:cubicBezTo>
                    <a:pt x="203" y="681"/>
                    <a:pt x="346" y="788"/>
                    <a:pt x="465" y="895"/>
                  </a:cubicBezTo>
                  <a:cubicBezTo>
                    <a:pt x="525" y="943"/>
                    <a:pt x="572" y="979"/>
                    <a:pt x="644" y="1002"/>
                  </a:cubicBezTo>
                  <a:cubicBezTo>
                    <a:pt x="654" y="1004"/>
                    <a:pt x="664" y="1004"/>
                    <a:pt x="675" y="1004"/>
                  </a:cubicBezTo>
                  <a:cubicBezTo>
                    <a:pt x="862" y="1004"/>
                    <a:pt x="1100" y="812"/>
                    <a:pt x="1167" y="610"/>
                  </a:cubicBezTo>
                  <a:cubicBezTo>
                    <a:pt x="1239" y="407"/>
                    <a:pt x="1167" y="229"/>
                    <a:pt x="1072" y="74"/>
                  </a:cubicBezTo>
                  <a:lnTo>
                    <a:pt x="1013" y="62"/>
                  </a:lnTo>
                  <a:cubicBezTo>
                    <a:pt x="945" y="20"/>
                    <a:pt x="862" y="1"/>
                    <a:pt x="773" y="1"/>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22"/>
            <p:cNvSpPr/>
            <p:nvPr/>
          </p:nvSpPr>
          <p:spPr>
            <a:xfrm>
              <a:off x="3422376" y="3972500"/>
              <a:ext cx="256424" cy="177724"/>
            </a:xfrm>
            <a:custGeom>
              <a:rect b="b" l="l" r="r" t="t"/>
              <a:pathLst>
                <a:path extrusionOk="0" h="4661" w="6725">
                  <a:moveTo>
                    <a:pt x="4311" y="0"/>
                  </a:moveTo>
                  <a:cubicBezTo>
                    <a:pt x="4247" y="0"/>
                    <a:pt x="4182" y="3"/>
                    <a:pt x="4119" y="8"/>
                  </a:cubicBezTo>
                  <a:cubicBezTo>
                    <a:pt x="2821" y="115"/>
                    <a:pt x="1249" y="925"/>
                    <a:pt x="666" y="2116"/>
                  </a:cubicBezTo>
                  <a:cubicBezTo>
                    <a:pt x="654" y="2151"/>
                    <a:pt x="630" y="2187"/>
                    <a:pt x="618" y="2235"/>
                  </a:cubicBezTo>
                  <a:cubicBezTo>
                    <a:pt x="606" y="2246"/>
                    <a:pt x="606" y="2258"/>
                    <a:pt x="594" y="2270"/>
                  </a:cubicBezTo>
                  <a:cubicBezTo>
                    <a:pt x="1" y="3701"/>
                    <a:pt x="1266" y="4660"/>
                    <a:pt x="2534" y="4660"/>
                  </a:cubicBezTo>
                  <a:cubicBezTo>
                    <a:pt x="2690" y="4660"/>
                    <a:pt x="2847" y="4646"/>
                    <a:pt x="2999" y="4616"/>
                  </a:cubicBezTo>
                  <a:cubicBezTo>
                    <a:pt x="4297" y="4342"/>
                    <a:pt x="6666" y="3675"/>
                    <a:pt x="6690" y="2008"/>
                  </a:cubicBezTo>
                  <a:cubicBezTo>
                    <a:pt x="6724" y="781"/>
                    <a:pt x="5447" y="0"/>
                    <a:pt x="4311" y="0"/>
                  </a:cubicBezTo>
                  <a:close/>
                </a:path>
              </a:pathLst>
            </a:custGeom>
            <a:solidFill>
              <a:srgbClr val="563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22"/>
            <p:cNvSpPr/>
            <p:nvPr/>
          </p:nvSpPr>
          <p:spPr>
            <a:xfrm>
              <a:off x="3888567" y="4209559"/>
              <a:ext cx="113551" cy="91970"/>
            </a:xfrm>
            <a:custGeom>
              <a:rect b="b" l="l" r="r" t="t"/>
              <a:pathLst>
                <a:path extrusionOk="0" h="2412" w="2978">
                  <a:moveTo>
                    <a:pt x="1650" y="1"/>
                  </a:moveTo>
                  <a:cubicBezTo>
                    <a:pt x="1399" y="1"/>
                    <a:pt x="1145" y="71"/>
                    <a:pt x="929" y="209"/>
                  </a:cubicBezTo>
                  <a:cubicBezTo>
                    <a:pt x="382" y="554"/>
                    <a:pt x="1" y="1256"/>
                    <a:pt x="346" y="1875"/>
                  </a:cubicBezTo>
                  <a:cubicBezTo>
                    <a:pt x="558" y="2262"/>
                    <a:pt x="914" y="2412"/>
                    <a:pt x="1293" y="2412"/>
                  </a:cubicBezTo>
                  <a:cubicBezTo>
                    <a:pt x="1510" y="2412"/>
                    <a:pt x="1733" y="2363"/>
                    <a:pt x="1941" y="2280"/>
                  </a:cubicBezTo>
                  <a:cubicBezTo>
                    <a:pt x="1989" y="2268"/>
                    <a:pt x="2049" y="2245"/>
                    <a:pt x="2084" y="2221"/>
                  </a:cubicBezTo>
                  <a:cubicBezTo>
                    <a:pt x="2132" y="2209"/>
                    <a:pt x="2180" y="2173"/>
                    <a:pt x="2203" y="2149"/>
                  </a:cubicBezTo>
                  <a:cubicBezTo>
                    <a:pt x="2715" y="1768"/>
                    <a:pt x="2977" y="1137"/>
                    <a:pt x="2656" y="554"/>
                  </a:cubicBezTo>
                  <a:cubicBezTo>
                    <a:pt x="2443" y="180"/>
                    <a:pt x="2051" y="1"/>
                    <a:pt x="1650" y="1"/>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22"/>
            <p:cNvSpPr/>
            <p:nvPr/>
          </p:nvSpPr>
          <p:spPr>
            <a:xfrm>
              <a:off x="3941684" y="4245174"/>
              <a:ext cx="38" cy="38"/>
            </a:xfrm>
            <a:custGeom>
              <a:rect b="b" l="l" r="r" t="t"/>
              <a:pathLst>
                <a:path extrusionOk="0" h="1" w="1">
                  <a:moveTo>
                    <a:pt x="1" y="1"/>
                  </a:moveTo>
                  <a:lnTo>
                    <a:pt x="1" y="1"/>
                  </a:lnTo>
                  <a:lnTo>
                    <a:pt x="1" y="1"/>
                  </a:lnTo>
                  <a:lnTo>
                    <a:pt x="1" y="1"/>
                  </a:ln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22"/>
            <p:cNvSpPr/>
            <p:nvPr/>
          </p:nvSpPr>
          <p:spPr>
            <a:xfrm>
              <a:off x="3941684" y="4244297"/>
              <a:ext cx="496" cy="915"/>
            </a:xfrm>
            <a:custGeom>
              <a:rect b="b" l="l" r="r" t="t"/>
              <a:pathLst>
                <a:path extrusionOk="0" h="24" w="13">
                  <a:moveTo>
                    <a:pt x="1" y="24"/>
                  </a:moveTo>
                  <a:lnTo>
                    <a:pt x="1" y="24"/>
                  </a:lnTo>
                  <a:cubicBezTo>
                    <a:pt x="13" y="0"/>
                    <a:pt x="13" y="0"/>
                    <a:pt x="1" y="24"/>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22"/>
            <p:cNvSpPr/>
            <p:nvPr/>
          </p:nvSpPr>
          <p:spPr>
            <a:xfrm>
              <a:off x="3941684" y="4245174"/>
              <a:ext cx="38" cy="38"/>
            </a:xfrm>
            <a:custGeom>
              <a:rect b="b" l="l" r="r" t="t"/>
              <a:pathLst>
                <a:path extrusionOk="0" h="1" w="1">
                  <a:moveTo>
                    <a:pt x="1" y="1"/>
                  </a:moveTo>
                  <a:lnTo>
                    <a:pt x="1" y="1"/>
                  </a:lnTo>
                  <a:lnTo>
                    <a:pt x="1" y="1"/>
                  </a:lnTo>
                  <a:lnTo>
                    <a:pt x="1" y="1"/>
                  </a:ln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22"/>
            <p:cNvSpPr/>
            <p:nvPr/>
          </p:nvSpPr>
          <p:spPr>
            <a:xfrm>
              <a:off x="2207404" y="4104928"/>
              <a:ext cx="248722" cy="147334"/>
            </a:xfrm>
            <a:custGeom>
              <a:rect b="b" l="l" r="r" t="t"/>
              <a:pathLst>
                <a:path extrusionOk="0" h="3864" w="6523">
                  <a:moveTo>
                    <a:pt x="4897" y="1"/>
                  </a:moveTo>
                  <a:cubicBezTo>
                    <a:pt x="4382" y="1"/>
                    <a:pt x="3847" y="100"/>
                    <a:pt x="3489" y="190"/>
                  </a:cubicBezTo>
                  <a:cubicBezTo>
                    <a:pt x="2644" y="393"/>
                    <a:pt x="1" y="738"/>
                    <a:pt x="370" y="2095"/>
                  </a:cubicBezTo>
                  <a:cubicBezTo>
                    <a:pt x="695" y="3265"/>
                    <a:pt x="2340" y="3863"/>
                    <a:pt x="3504" y="3863"/>
                  </a:cubicBezTo>
                  <a:cubicBezTo>
                    <a:pt x="3619" y="3863"/>
                    <a:pt x="3730" y="3857"/>
                    <a:pt x="3835" y="3846"/>
                  </a:cubicBezTo>
                  <a:cubicBezTo>
                    <a:pt x="5156" y="3703"/>
                    <a:pt x="6192" y="2548"/>
                    <a:pt x="6383" y="1262"/>
                  </a:cubicBezTo>
                  <a:cubicBezTo>
                    <a:pt x="6523" y="265"/>
                    <a:pt x="5738" y="1"/>
                    <a:pt x="4897" y="1"/>
                  </a:cubicBezTo>
                  <a:close/>
                </a:path>
              </a:pathLst>
            </a:custGeom>
            <a:solidFill>
              <a:srgbClr val="563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22"/>
            <p:cNvSpPr/>
            <p:nvPr/>
          </p:nvSpPr>
          <p:spPr>
            <a:xfrm>
              <a:off x="1651262" y="3997780"/>
              <a:ext cx="212498" cy="105696"/>
            </a:xfrm>
            <a:custGeom>
              <a:rect b="b" l="l" r="r" t="t"/>
              <a:pathLst>
                <a:path extrusionOk="0" h="2772" w="5573">
                  <a:moveTo>
                    <a:pt x="2653" y="1"/>
                  </a:moveTo>
                  <a:cubicBezTo>
                    <a:pt x="1978" y="1"/>
                    <a:pt x="1328" y="213"/>
                    <a:pt x="751" y="595"/>
                  </a:cubicBezTo>
                  <a:cubicBezTo>
                    <a:pt x="667" y="631"/>
                    <a:pt x="572" y="691"/>
                    <a:pt x="489" y="798"/>
                  </a:cubicBezTo>
                  <a:cubicBezTo>
                    <a:pt x="382" y="881"/>
                    <a:pt x="310" y="976"/>
                    <a:pt x="275" y="1072"/>
                  </a:cubicBezTo>
                  <a:cubicBezTo>
                    <a:pt x="84" y="1405"/>
                    <a:pt x="1" y="1774"/>
                    <a:pt x="215" y="2131"/>
                  </a:cubicBezTo>
                  <a:cubicBezTo>
                    <a:pt x="501" y="2607"/>
                    <a:pt x="1156" y="2655"/>
                    <a:pt x="1644" y="2715"/>
                  </a:cubicBezTo>
                  <a:cubicBezTo>
                    <a:pt x="1970" y="2753"/>
                    <a:pt x="2296" y="2771"/>
                    <a:pt x="2621" y="2771"/>
                  </a:cubicBezTo>
                  <a:cubicBezTo>
                    <a:pt x="2996" y="2771"/>
                    <a:pt x="3369" y="2747"/>
                    <a:pt x="3739" y="2703"/>
                  </a:cubicBezTo>
                  <a:cubicBezTo>
                    <a:pt x="4275" y="2619"/>
                    <a:pt x="4966" y="2596"/>
                    <a:pt x="5204" y="2012"/>
                  </a:cubicBezTo>
                  <a:cubicBezTo>
                    <a:pt x="5573" y="1060"/>
                    <a:pt x="4180" y="286"/>
                    <a:pt x="3477" y="107"/>
                  </a:cubicBezTo>
                  <a:cubicBezTo>
                    <a:pt x="3200" y="35"/>
                    <a:pt x="2924" y="1"/>
                    <a:pt x="2653" y="1"/>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22"/>
            <p:cNvSpPr/>
            <p:nvPr/>
          </p:nvSpPr>
          <p:spPr>
            <a:xfrm>
              <a:off x="2749057" y="4074652"/>
              <a:ext cx="70388" cy="61618"/>
            </a:xfrm>
            <a:custGeom>
              <a:rect b="b" l="l" r="r" t="t"/>
              <a:pathLst>
                <a:path extrusionOk="0" h="1616" w="1846">
                  <a:moveTo>
                    <a:pt x="958" y="0"/>
                  </a:moveTo>
                  <a:cubicBezTo>
                    <a:pt x="777" y="0"/>
                    <a:pt x="597" y="66"/>
                    <a:pt x="464" y="210"/>
                  </a:cubicBezTo>
                  <a:cubicBezTo>
                    <a:pt x="405" y="270"/>
                    <a:pt x="357" y="329"/>
                    <a:pt x="298" y="389"/>
                  </a:cubicBezTo>
                  <a:cubicBezTo>
                    <a:pt x="95" y="603"/>
                    <a:pt x="0" y="996"/>
                    <a:pt x="179" y="1258"/>
                  </a:cubicBezTo>
                  <a:cubicBezTo>
                    <a:pt x="348" y="1508"/>
                    <a:pt x="585" y="1615"/>
                    <a:pt x="847" y="1615"/>
                  </a:cubicBezTo>
                  <a:cubicBezTo>
                    <a:pt x="897" y="1615"/>
                    <a:pt x="948" y="1611"/>
                    <a:pt x="1000" y="1603"/>
                  </a:cubicBezTo>
                  <a:cubicBezTo>
                    <a:pt x="1214" y="1580"/>
                    <a:pt x="1405" y="1437"/>
                    <a:pt x="1548" y="1294"/>
                  </a:cubicBezTo>
                  <a:cubicBezTo>
                    <a:pt x="1822" y="1020"/>
                    <a:pt x="1845" y="532"/>
                    <a:pt x="1548" y="270"/>
                  </a:cubicBezTo>
                  <a:cubicBezTo>
                    <a:pt x="1548" y="270"/>
                    <a:pt x="1536" y="246"/>
                    <a:pt x="1524" y="246"/>
                  </a:cubicBezTo>
                  <a:cubicBezTo>
                    <a:pt x="1512" y="234"/>
                    <a:pt x="1512" y="222"/>
                    <a:pt x="1488" y="210"/>
                  </a:cubicBezTo>
                  <a:cubicBezTo>
                    <a:pt x="1347" y="75"/>
                    <a:pt x="1152" y="0"/>
                    <a:pt x="958" y="0"/>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22"/>
            <p:cNvSpPr/>
            <p:nvPr/>
          </p:nvSpPr>
          <p:spPr>
            <a:xfrm>
              <a:off x="4027936" y="4018981"/>
              <a:ext cx="70426" cy="61732"/>
            </a:xfrm>
            <a:custGeom>
              <a:rect b="b" l="l" r="r" t="t"/>
              <a:pathLst>
                <a:path extrusionOk="0" h="1619" w="1847">
                  <a:moveTo>
                    <a:pt x="942" y="0"/>
                  </a:moveTo>
                  <a:cubicBezTo>
                    <a:pt x="762" y="0"/>
                    <a:pt x="584" y="64"/>
                    <a:pt x="453" y="206"/>
                  </a:cubicBezTo>
                  <a:cubicBezTo>
                    <a:pt x="394" y="265"/>
                    <a:pt x="346" y="325"/>
                    <a:pt x="299" y="385"/>
                  </a:cubicBezTo>
                  <a:cubicBezTo>
                    <a:pt x="84" y="611"/>
                    <a:pt x="1" y="992"/>
                    <a:pt x="180" y="1266"/>
                  </a:cubicBezTo>
                  <a:cubicBezTo>
                    <a:pt x="343" y="1521"/>
                    <a:pt x="585" y="1619"/>
                    <a:pt x="854" y="1619"/>
                  </a:cubicBezTo>
                  <a:cubicBezTo>
                    <a:pt x="898" y="1619"/>
                    <a:pt x="944" y="1616"/>
                    <a:pt x="989" y="1611"/>
                  </a:cubicBezTo>
                  <a:cubicBezTo>
                    <a:pt x="1203" y="1575"/>
                    <a:pt x="1394" y="1444"/>
                    <a:pt x="1549" y="1289"/>
                  </a:cubicBezTo>
                  <a:cubicBezTo>
                    <a:pt x="1811" y="1027"/>
                    <a:pt x="1846" y="551"/>
                    <a:pt x="1549" y="265"/>
                  </a:cubicBezTo>
                  <a:cubicBezTo>
                    <a:pt x="1549" y="265"/>
                    <a:pt x="1525" y="254"/>
                    <a:pt x="1513" y="254"/>
                  </a:cubicBezTo>
                  <a:cubicBezTo>
                    <a:pt x="1501" y="242"/>
                    <a:pt x="1501" y="218"/>
                    <a:pt x="1489" y="206"/>
                  </a:cubicBezTo>
                  <a:cubicBezTo>
                    <a:pt x="1340" y="76"/>
                    <a:pt x="1139" y="0"/>
                    <a:pt x="942" y="0"/>
                  </a:cubicBezTo>
                  <a:close/>
                </a:path>
              </a:pathLst>
            </a:custGeom>
            <a:solidFill>
              <a:srgbClr val="563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22"/>
            <p:cNvSpPr/>
            <p:nvPr/>
          </p:nvSpPr>
          <p:spPr>
            <a:xfrm>
              <a:off x="3064554" y="4013719"/>
              <a:ext cx="110806" cy="121253"/>
            </a:xfrm>
            <a:custGeom>
              <a:rect b="b" l="l" r="r" t="t"/>
              <a:pathLst>
                <a:path extrusionOk="0" h="3180" w="2906">
                  <a:moveTo>
                    <a:pt x="1304" y="0"/>
                  </a:moveTo>
                  <a:cubicBezTo>
                    <a:pt x="909" y="0"/>
                    <a:pt x="523" y="191"/>
                    <a:pt x="299" y="582"/>
                  </a:cubicBezTo>
                  <a:cubicBezTo>
                    <a:pt x="1" y="1094"/>
                    <a:pt x="25" y="1808"/>
                    <a:pt x="263" y="2344"/>
                  </a:cubicBezTo>
                  <a:cubicBezTo>
                    <a:pt x="275" y="2404"/>
                    <a:pt x="299" y="2439"/>
                    <a:pt x="334" y="2499"/>
                  </a:cubicBezTo>
                  <a:cubicBezTo>
                    <a:pt x="382" y="2594"/>
                    <a:pt x="441" y="2666"/>
                    <a:pt x="513" y="2713"/>
                  </a:cubicBezTo>
                  <a:cubicBezTo>
                    <a:pt x="760" y="2994"/>
                    <a:pt x="1092" y="3180"/>
                    <a:pt x="1499" y="3180"/>
                  </a:cubicBezTo>
                  <a:cubicBezTo>
                    <a:pt x="1523" y="3180"/>
                    <a:pt x="1548" y="3179"/>
                    <a:pt x="1572" y="3178"/>
                  </a:cubicBezTo>
                  <a:cubicBezTo>
                    <a:pt x="1989" y="3154"/>
                    <a:pt x="2358" y="2904"/>
                    <a:pt x="2561" y="2547"/>
                  </a:cubicBezTo>
                  <a:cubicBezTo>
                    <a:pt x="2906" y="1892"/>
                    <a:pt x="2727" y="951"/>
                    <a:pt x="2239" y="415"/>
                  </a:cubicBezTo>
                  <a:cubicBezTo>
                    <a:pt x="1986" y="141"/>
                    <a:pt x="1642" y="0"/>
                    <a:pt x="1304" y="0"/>
                  </a:cubicBezTo>
                  <a:close/>
                </a:path>
              </a:pathLst>
            </a:custGeom>
            <a:solidFill>
              <a:srgbClr val="563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22"/>
            <p:cNvSpPr/>
            <p:nvPr/>
          </p:nvSpPr>
          <p:spPr>
            <a:xfrm>
              <a:off x="2681832" y="4368146"/>
              <a:ext cx="116258" cy="96583"/>
            </a:xfrm>
            <a:custGeom>
              <a:rect b="b" l="l" r="r" t="t"/>
              <a:pathLst>
                <a:path extrusionOk="0" h="2533" w="3049">
                  <a:moveTo>
                    <a:pt x="2374" y="0"/>
                  </a:moveTo>
                  <a:cubicBezTo>
                    <a:pt x="1665" y="0"/>
                    <a:pt x="558" y="1286"/>
                    <a:pt x="310" y="1634"/>
                  </a:cubicBezTo>
                  <a:cubicBezTo>
                    <a:pt x="120" y="1896"/>
                    <a:pt x="1" y="2348"/>
                    <a:pt x="299" y="2491"/>
                  </a:cubicBezTo>
                  <a:cubicBezTo>
                    <a:pt x="346" y="2521"/>
                    <a:pt x="398" y="2533"/>
                    <a:pt x="452" y="2533"/>
                  </a:cubicBezTo>
                  <a:cubicBezTo>
                    <a:pt x="547" y="2533"/>
                    <a:pt x="648" y="2497"/>
                    <a:pt x="739" y="2467"/>
                  </a:cubicBezTo>
                  <a:cubicBezTo>
                    <a:pt x="1275" y="2277"/>
                    <a:pt x="1799" y="1991"/>
                    <a:pt x="2263" y="1645"/>
                  </a:cubicBezTo>
                  <a:cubicBezTo>
                    <a:pt x="2656" y="1348"/>
                    <a:pt x="3049" y="872"/>
                    <a:pt x="2870" y="407"/>
                  </a:cubicBezTo>
                  <a:cubicBezTo>
                    <a:pt x="2763" y="116"/>
                    <a:pt x="2586" y="0"/>
                    <a:pt x="2374" y="0"/>
                  </a:cubicBezTo>
                  <a:close/>
                </a:path>
              </a:pathLst>
            </a:custGeom>
            <a:solidFill>
              <a:srgbClr val="563B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22"/>
            <p:cNvSpPr/>
            <p:nvPr/>
          </p:nvSpPr>
          <p:spPr>
            <a:xfrm>
              <a:off x="1980410" y="3927238"/>
              <a:ext cx="88576" cy="37444"/>
            </a:xfrm>
            <a:custGeom>
              <a:rect b="b" l="l" r="r" t="t"/>
              <a:pathLst>
                <a:path extrusionOk="0" h="982" w="2323">
                  <a:moveTo>
                    <a:pt x="1706" y="1"/>
                  </a:moveTo>
                  <a:cubicBezTo>
                    <a:pt x="1233" y="1"/>
                    <a:pt x="602" y="208"/>
                    <a:pt x="417" y="290"/>
                  </a:cubicBezTo>
                  <a:cubicBezTo>
                    <a:pt x="215" y="385"/>
                    <a:pt x="1" y="576"/>
                    <a:pt x="120" y="766"/>
                  </a:cubicBezTo>
                  <a:cubicBezTo>
                    <a:pt x="179" y="862"/>
                    <a:pt x="275" y="886"/>
                    <a:pt x="370" y="897"/>
                  </a:cubicBezTo>
                  <a:cubicBezTo>
                    <a:pt x="612" y="952"/>
                    <a:pt x="855" y="981"/>
                    <a:pt x="1104" y="981"/>
                  </a:cubicBezTo>
                  <a:cubicBezTo>
                    <a:pt x="1234" y="981"/>
                    <a:pt x="1366" y="973"/>
                    <a:pt x="1501" y="957"/>
                  </a:cubicBezTo>
                  <a:cubicBezTo>
                    <a:pt x="1822" y="933"/>
                    <a:pt x="2203" y="814"/>
                    <a:pt x="2251" y="481"/>
                  </a:cubicBezTo>
                  <a:cubicBezTo>
                    <a:pt x="2322" y="115"/>
                    <a:pt x="2058" y="1"/>
                    <a:pt x="1706" y="1"/>
                  </a:cubicBezTo>
                  <a:close/>
                </a:path>
              </a:pathLst>
            </a:custGeom>
            <a:solidFill>
              <a:srgbClr val="825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22"/>
            <p:cNvSpPr/>
            <p:nvPr/>
          </p:nvSpPr>
          <p:spPr>
            <a:xfrm>
              <a:off x="780500" y="3846591"/>
              <a:ext cx="329634" cy="502592"/>
            </a:xfrm>
            <a:custGeom>
              <a:rect b="b" l="l" r="r" t="t"/>
              <a:pathLst>
                <a:path extrusionOk="0" h="13181" w="8645">
                  <a:moveTo>
                    <a:pt x="8585" y="0"/>
                  </a:moveTo>
                  <a:lnTo>
                    <a:pt x="1620" y="500"/>
                  </a:lnTo>
                  <a:cubicBezTo>
                    <a:pt x="703" y="572"/>
                    <a:pt x="1" y="1334"/>
                    <a:pt x="1" y="2262"/>
                  </a:cubicBezTo>
                  <a:lnTo>
                    <a:pt x="12" y="5560"/>
                  </a:lnTo>
                  <a:lnTo>
                    <a:pt x="12" y="6632"/>
                  </a:lnTo>
                  <a:lnTo>
                    <a:pt x="48" y="11025"/>
                  </a:lnTo>
                  <a:cubicBezTo>
                    <a:pt x="48" y="11930"/>
                    <a:pt x="763" y="12692"/>
                    <a:pt x="1679" y="12752"/>
                  </a:cubicBezTo>
                  <a:lnTo>
                    <a:pt x="8644" y="13180"/>
                  </a:lnTo>
                  <a:lnTo>
                    <a:pt x="8644" y="11740"/>
                  </a:lnTo>
                  <a:lnTo>
                    <a:pt x="8644" y="10978"/>
                  </a:lnTo>
                  <a:lnTo>
                    <a:pt x="8621" y="6572"/>
                  </a:lnTo>
                  <a:lnTo>
                    <a:pt x="8609" y="4929"/>
                  </a:lnTo>
                  <a:lnTo>
                    <a:pt x="8585" y="1417"/>
                  </a:lnTo>
                  <a:lnTo>
                    <a:pt x="85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22"/>
            <p:cNvSpPr/>
            <p:nvPr/>
          </p:nvSpPr>
          <p:spPr>
            <a:xfrm>
              <a:off x="1108733" y="3560724"/>
              <a:ext cx="3251498" cy="1043351"/>
            </a:xfrm>
            <a:custGeom>
              <a:rect b="b" l="l" r="r" t="t"/>
              <a:pathLst>
                <a:path extrusionOk="0" h="27363" w="85274">
                  <a:moveTo>
                    <a:pt x="74905" y="0"/>
                  </a:moveTo>
                  <a:cubicBezTo>
                    <a:pt x="74709" y="0"/>
                    <a:pt x="74510" y="3"/>
                    <a:pt x="74308" y="8"/>
                  </a:cubicBezTo>
                  <a:lnTo>
                    <a:pt x="74308" y="10498"/>
                  </a:lnTo>
                  <a:lnTo>
                    <a:pt x="14550" y="10498"/>
                  </a:lnTo>
                  <a:lnTo>
                    <a:pt x="14550" y="3985"/>
                  </a:lnTo>
                  <a:cubicBezTo>
                    <a:pt x="12324" y="5199"/>
                    <a:pt x="10871" y="6307"/>
                    <a:pt x="10871" y="6307"/>
                  </a:cubicBezTo>
                  <a:cubicBezTo>
                    <a:pt x="8549" y="8223"/>
                    <a:pt x="3751" y="8747"/>
                    <a:pt x="1382" y="8890"/>
                  </a:cubicBezTo>
                  <a:cubicBezTo>
                    <a:pt x="1048" y="8902"/>
                    <a:pt x="787" y="8902"/>
                    <a:pt x="560" y="8926"/>
                  </a:cubicBezTo>
                  <a:cubicBezTo>
                    <a:pt x="203" y="8938"/>
                    <a:pt x="1" y="8938"/>
                    <a:pt x="1" y="8938"/>
                  </a:cubicBezTo>
                  <a:lnTo>
                    <a:pt x="13" y="12450"/>
                  </a:lnTo>
                  <a:lnTo>
                    <a:pt x="13" y="14081"/>
                  </a:lnTo>
                  <a:lnTo>
                    <a:pt x="36" y="18487"/>
                  </a:lnTo>
                  <a:lnTo>
                    <a:pt x="36" y="19249"/>
                  </a:lnTo>
                  <a:cubicBezTo>
                    <a:pt x="36" y="19249"/>
                    <a:pt x="132" y="19243"/>
                    <a:pt x="301" y="19243"/>
                  </a:cubicBezTo>
                  <a:cubicBezTo>
                    <a:pt x="386" y="19243"/>
                    <a:pt x="489" y="19245"/>
                    <a:pt x="608" y="19249"/>
                  </a:cubicBezTo>
                  <a:cubicBezTo>
                    <a:pt x="834" y="19261"/>
                    <a:pt x="1096" y="19261"/>
                    <a:pt x="1429" y="19284"/>
                  </a:cubicBezTo>
                  <a:cubicBezTo>
                    <a:pt x="3787" y="19415"/>
                    <a:pt x="8597" y="19880"/>
                    <a:pt x="10931" y="21761"/>
                  </a:cubicBezTo>
                  <a:cubicBezTo>
                    <a:pt x="10931" y="21761"/>
                    <a:pt x="18087" y="27143"/>
                    <a:pt x="25231" y="27143"/>
                  </a:cubicBezTo>
                  <a:cubicBezTo>
                    <a:pt x="25254" y="27143"/>
                    <a:pt x="25278" y="27143"/>
                    <a:pt x="25302" y="27142"/>
                  </a:cubicBezTo>
                  <a:lnTo>
                    <a:pt x="42530" y="27047"/>
                  </a:lnTo>
                  <a:cubicBezTo>
                    <a:pt x="44197" y="27035"/>
                    <a:pt x="45828" y="26845"/>
                    <a:pt x="47459" y="26464"/>
                  </a:cubicBezTo>
                  <a:cubicBezTo>
                    <a:pt x="50918" y="25657"/>
                    <a:pt x="54414" y="25393"/>
                    <a:pt x="57506" y="25393"/>
                  </a:cubicBezTo>
                  <a:cubicBezTo>
                    <a:pt x="62033" y="25393"/>
                    <a:pt x="65692" y="25959"/>
                    <a:pt x="67092" y="26214"/>
                  </a:cubicBezTo>
                  <a:cubicBezTo>
                    <a:pt x="67128" y="26214"/>
                    <a:pt x="67164" y="26226"/>
                    <a:pt x="67188" y="26226"/>
                  </a:cubicBezTo>
                  <a:cubicBezTo>
                    <a:pt x="67509" y="26273"/>
                    <a:pt x="67807" y="26369"/>
                    <a:pt x="68116" y="26440"/>
                  </a:cubicBezTo>
                  <a:cubicBezTo>
                    <a:pt x="70603" y="27114"/>
                    <a:pt x="72838" y="27363"/>
                    <a:pt x="74783" y="27363"/>
                  </a:cubicBezTo>
                  <a:cubicBezTo>
                    <a:pt x="78714" y="27363"/>
                    <a:pt x="81459" y="26347"/>
                    <a:pt x="82702" y="25773"/>
                  </a:cubicBezTo>
                  <a:cubicBezTo>
                    <a:pt x="84071" y="25059"/>
                    <a:pt x="85095" y="23963"/>
                    <a:pt x="85083" y="21844"/>
                  </a:cubicBezTo>
                  <a:cubicBezTo>
                    <a:pt x="85083" y="20844"/>
                    <a:pt x="84785" y="19915"/>
                    <a:pt x="84309" y="19225"/>
                  </a:cubicBezTo>
                  <a:cubicBezTo>
                    <a:pt x="83880" y="18594"/>
                    <a:pt x="83892" y="17748"/>
                    <a:pt x="84368" y="17141"/>
                  </a:cubicBezTo>
                  <a:cubicBezTo>
                    <a:pt x="84452" y="17022"/>
                    <a:pt x="84547" y="16879"/>
                    <a:pt x="84618" y="16736"/>
                  </a:cubicBezTo>
                  <a:cubicBezTo>
                    <a:pt x="85023" y="15986"/>
                    <a:pt x="85273" y="14879"/>
                    <a:pt x="85273" y="13605"/>
                  </a:cubicBezTo>
                  <a:cubicBezTo>
                    <a:pt x="85261" y="12200"/>
                    <a:pt x="84928" y="10962"/>
                    <a:pt x="84428" y="10248"/>
                  </a:cubicBezTo>
                  <a:cubicBezTo>
                    <a:pt x="84392" y="10200"/>
                    <a:pt x="84368" y="10140"/>
                    <a:pt x="84321" y="10093"/>
                  </a:cubicBezTo>
                  <a:cubicBezTo>
                    <a:pt x="84214" y="9962"/>
                    <a:pt x="84142" y="9819"/>
                    <a:pt x="84083" y="9652"/>
                  </a:cubicBezTo>
                  <a:cubicBezTo>
                    <a:pt x="83892" y="9128"/>
                    <a:pt x="83952" y="8521"/>
                    <a:pt x="84273" y="8033"/>
                  </a:cubicBezTo>
                  <a:cubicBezTo>
                    <a:pt x="84749" y="7330"/>
                    <a:pt x="85023" y="6402"/>
                    <a:pt x="85023" y="5414"/>
                  </a:cubicBezTo>
                  <a:cubicBezTo>
                    <a:pt x="85011" y="3282"/>
                    <a:pt x="83976" y="2211"/>
                    <a:pt x="82594" y="1508"/>
                  </a:cubicBezTo>
                  <a:cubicBezTo>
                    <a:pt x="81360" y="954"/>
                    <a:pt x="78705" y="0"/>
                    <a:pt x="74905" y="0"/>
                  </a:cubicBez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22"/>
            <p:cNvSpPr/>
            <p:nvPr/>
          </p:nvSpPr>
          <p:spPr>
            <a:xfrm>
              <a:off x="1150067" y="3784400"/>
              <a:ext cx="471249" cy="429039"/>
            </a:xfrm>
            <a:custGeom>
              <a:rect b="b" l="l" r="r" t="t"/>
              <a:pathLst>
                <a:path extrusionOk="0" h="11252" w="12359">
                  <a:moveTo>
                    <a:pt x="12359" y="0"/>
                  </a:moveTo>
                  <a:cubicBezTo>
                    <a:pt x="11264" y="691"/>
                    <a:pt x="10561" y="1214"/>
                    <a:pt x="10466" y="1286"/>
                  </a:cubicBezTo>
                  <a:cubicBezTo>
                    <a:pt x="7930" y="3358"/>
                    <a:pt x="3048" y="3929"/>
                    <a:pt x="345" y="4096"/>
                  </a:cubicBezTo>
                  <a:cubicBezTo>
                    <a:pt x="226" y="4096"/>
                    <a:pt x="107" y="4108"/>
                    <a:pt x="0" y="4108"/>
                  </a:cubicBezTo>
                  <a:lnTo>
                    <a:pt x="12" y="6572"/>
                  </a:lnTo>
                  <a:lnTo>
                    <a:pt x="24" y="11251"/>
                  </a:lnTo>
                  <a:cubicBezTo>
                    <a:pt x="24" y="11251"/>
                    <a:pt x="9406" y="11251"/>
                    <a:pt x="12359" y="4727"/>
                  </a:cubicBezTo>
                  <a:lnTo>
                    <a:pt x="12359" y="0"/>
                  </a:lnTo>
                  <a:close/>
                </a:path>
              </a:pathLst>
            </a:cu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22"/>
            <p:cNvSpPr/>
            <p:nvPr/>
          </p:nvSpPr>
          <p:spPr>
            <a:xfrm>
              <a:off x="3983018" y="3601867"/>
              <a:ext cx="334629" cy="503735"/>
            </a:xfrm>
            <a:custGeom>
              <a:rect b="b" l="l" r="r" t="t"/>
              <a:pathLst>
                <a:path extrusionOk="0" h="13211" w="8776">
                  <a:moveTo>
                    <a:pt x="0" y="1"/>
                  </a:moveTo>
                  <a:lnTo>
                    <a:pt x="0" y="4966"/>
                  </a:lnTo>
                  <a:lnTo>
                    <a:pt x="0" y="9430"/>
                  </a:lnTo>
                  <a:cubicBezTo>
                    <a:pt x="2866" y="12754"/>
                    <a:pt x="6183" y="13211"/>
                    <a:pt x="7790" y="13211"/>
                  </a:cubicBezTo>
                  <a:cubicBezTo>
                    <a:pt x="8400" y="13211"/>
                    <a:pt x="8763" y="13145"/>
                    <a:pt x="8763" y="13145"/>
                  </a:cubicBezTo>
                  <a:cubicBezTo>
                    <a:pt x="8775" y="12931"/>
                    <a:pt x="8775" y="12740"/>
                    <a:pt x="8775" y="12526"/>
                  </a:cubicBezTo>
                  <a:cubicBezTo>
                    <a:pt x="8763" y="11193"/>
                    <a:pt x="8418" y="10228"/>
                    <a:pt x="8108" y="9764"/>
                  </a:cubicBezTo>
                  <a:cubicBezTo>
                    <a:pt x="8096" y="9728"/>
                    <a:pt x="8061" y="9716"/>
                    <a:pt x="8049" y="9680"/>
                  </a:cubicBezTo>
                  <a:lnTo>
                    <a:pt x="8037" y="9657"/>
                  </a:lnTo>
                  <a:cubicBezTo>
                    <a:pt x="7858" y="9430"/>
                    <a:pt x="7739" y="9180"/>
                    <a:pt x="7644" y="8942"/>
                  </a:cubicBezTo>
                  <a:cubicBezTo>
                    <a:pt x="7334" y="8073"/>
                    <a:pt x="7442" y="7097"/>
                    <a:pt x="7965" y="6323"/>
                  </a:cubicBezTo>
                  <a:cubicBezTo>
                    <a:pt x="8335" y="5775"/>
                    <a:pt x="8525" y="5061"/>
                    <a:pt x="8525" y="4311"/>
                  </a:cubicBezTo>
                  <a:cubicBezTo>
                    <a:pt x="8525" y="2894"/>
                    <a:pt x="8001" y="2049"/>
                    <a:pt x="6727" y="1394"/>
                  </a:cubicBezTo>
                  <a:cubicBezTo>
                    <a:pt x="5596" y="894"/>
                    <a:pt x="3286" y="72"/>
                    <a:pt x="0" y="1"/>
                  </a:cubicBezTo>
                  <a:close/>
                </a:path>
              </a:pathLst>
            </a:cu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9" name="Google Shape;6969;p122"/>
          <p:cNvGrpSpPr/>
          <p:nvPr/>
        </p:nvGrpSpPr>
        <p:grpSpPr>
          <a:xfrm>
            <a:off x="5706734" y="2492145"/>
            <a:ext cx="2048856" cy="557110"/>
            <a:chOff x="2429549" y="3007925"/>
            <a:chExt cx="1608965" cy="437498"/>
          </a:xfrm>
        </p:grpSpPr>
        <p:grpSp>
          <p:nvGrpSpPr>
            <p:cNvPr id="6970" name="Google Shape;6970;p122"/>
            <p:cNvGrpSpPr/>
            <p:nvPr/>
          </p:nvGrpSpPr>
          <p:grpSpPr>
            <a:xfrm>
              <a:off x="3600785" y="3007925"/>
              <a:ext cx="437728" cy="437498"/>
              <a:chOff x="7257760" y="2528900"/>
              <a:chExt cx="437728" cy="437498"/>
            </a:xfrm>
          </p:grpSpPr>
          <p:sp>
            <p:nvSpPr>
              <p:cNvPr id="6971" name="Google Shape;6971;p122"/>
              <p:cNvSpPr/>
              <p:nvPr/>
            </p:nvSpPr>
            <p:spPr>
              <a:xfrm>
                <a:off x="7370273" y="2659335"/>
                <a:ext cx="211341" cy="176073"/>
              </a:xfrm>
              <a:custGeom>
                <a:rect b="b" l="l" r="r" t="t"/>
                <a:pathLst>
                  <a:path extrusionOk="0" h="9186" w="11026">
                    <a:moveTo>
                      <a:pt x="7566" y="480"/>
                    </a:moveTo>
                    <a:cubicBezTo>
                      <a:pt x="7832" y="480"/>
                      <a:pt x="8088" y="529"/>
                      <a:pt x="8335" y="625"/>
                    </a:cubicBezTo>
                    <a:cubicBezTo>
                      <a:pt x="8525" y="708"/>
                      <a:pt x="8704" y="816"/>
                      <a:pt x="8882" y="958"/>
                    </a:cubicBezTo>
                    <a:cubicBezTo>
                      <a:pt x="8894" y="994"/>
                      <a:pt x="8930" y="1018"/>
                      <a:pt x="8966" y="1066"/>
                    </a:cubicBezTo>
                    <a:cubicBezTo>
                      <a:pt x="9029" y="1138"/>
                      <a:pt x="9114" y="1169"/>
                      <a:pt x="9193" y="1169"/>
                    </a:cubicBezTo>
                    <a:cubicBezTo>
                      <a:pt x="9217" y="1169"/>
                      <a:pt x="9241" y="1166"/>
                      <a:pt x="9263" y="1161"/>
                    </a:cubicBezTo>
                    <a:cubicBezTo>
                      <a:pt x="9561" y="1078"/>
                      <a:pt x="9847" y="994"/>
                      <a:pt x="10120" y="875"/>
                    </a:cubicBezTo>
                    <a:lnTo>
                      <a:pt x="10120" y="875"/>
                    </a:lnTo>
                    <a:cubicBezTo>
                      <a:pt x="10085" y="923"/>
                      <a:pt x="10037" y="958"/>
                      <a:pt x="10013" y="1006"/>
                    </a:cubicBezTo>
                    <a:cubicBezTo>
                      <a:pt x="9739" y="1351"/>
                      <a:pt x="9644" y="1399"/>
                      <a:pt x="9620" y="1399"/>
                    </a:cubicBezTo>
                    <a:cubicBezTo>
                      <a:pt x="9501" y="1411"/>
                      <a:pt x="9430" y="1530"/>
                      <a:pt x="9442" y="1649"/>
                    </a:cubicBezTo>
                    <a:cubicBezTo>
                      <a:pt x="9464" y="1759"/>
                      <a:pt x="9568" y="1829"/>
                      <a:pt x="9678" y="1829"/>
                    </a:cubicBezTo>
                    <a:cubicBezTo>
                      <a:pt x="9686" y="1829"/>
                      <a:pt x="9695" y="1828"/>
                      <a:pt x="9704" y="1828"/>
                    </a:cubicBezTo>
                    <a:cubicBezTo>
                      <a:pt x="9894" y="1792"/>
                      <a:pt x="10085" y="1756"/>
                      <a:pt x="10251" y="1709"/>
                    </a:cubicBezTo>
                    <a:lnTo>
                      <a:pt x="10251" y="1709"/>
                    </a:lnTo>
                    <a:cubicBezTo>
                      <a:pt x="10085" y="1899"/>
                      <a:pt x="9918" y="2054"/>
                      <a:pt x="9739" y="2185"/>
                    </a:cubicBezTo>
                    <a:lnTo>
                      <a:pt x="9728" y="2197"/>
                    </a:lnTo>
                    <a:cubicBezTo>
                      <a:pt x="9668" y="2244"/>
                      <a:pt x="9537" y="2328"/>
                      <a:pt x="9537" y="2506"/>
                    </a:cubicBezTo>
                    <a:cubicBezTo>
                      <a:pt x="9537" y="4471"/>
                      <a:pt x="8989" y="6019"/>
                      <a:pt x="7882" y="7114"/>
                    </a:cubicBezTo>
                    <a:cubicBezTo>
                      <a:pt x="6800" y="8179"/>
                      <a:pt x="5295" y="8753"/>
                      <a:pt x="3703" y="8753"/>
                    </a:cubicBezTo>
                    <a:cubicBezTo>
                      <a:pt x="3106" y="8753"/>
                      <a:pt x="2497" y="8673"/>
                      <a:pt x="1893" y="8507"/>
                    </a:cubicBezTo>
                    <a:cubicBezTo>
                      <a:pt x="1608" y="8424"/>
                      <a:pt x="1310" y="8316"/>
                      <a:pt x="1024" y="8186"/>
                    </a:cubicBezTo>
                    <a:cubicBezTo>
                      <a:pt x="1441" y="8150"/>
                      <a:pt x="1858" y="8066"/>
                      <a:pt x="2215" y="7888"/>
                    </a:cubicBezTo>
                    <a:lnTo>
                      <a:pt x="2274" y="7864"/>
                    </a:lnTo>
                    <a:cubicBezTo>
                      <a:pt x="2762" y="7709"/>
                      <a:pt x="3286" y="7507"/>
                      <a:pt x="3513" y="7197"/>
                    </a:cubicBezTo>
                    <a:cubicBezTo>
                      <a:pt x="3524" y="7185"/>
                      <a:pt x="3536" y="7185"/>
                      <a:pt x="3536" y="7173"/>
                    </a:cubicBezTo>
                    <a:cubicBezTo>
                      <a:pt x="3584" y="7114"/>
                      <a:pt x="3596" y="7031"/>
                      <a:pt x="3572" y="6959"/>
                    </a:cubicBezTo>
                    <a:cubicBezTo>
                      <a:pt x="3536" y="6900"/>
                      <a:pt x="3477" y="6840"/>
                      <a:pt x="3405" y="6828"/>
                    </a:cubicBezTo>
                    <a:cubicBezTo>
                      <a:pt x="3346" y="6816"/>
                      <a:pt x="3286" y="6792"/>
                      <a:pt x="3239" y="6792"/>
                    </a:cubicBezTo>
                    <a:cubicBezTo>
                      <a:pt x="3215" y="6781"/>
                      <a:pt x="3191" y="6781"/>
                      <a:pt x="3167" y="6781"/>
                    </a:cubicBezTo>
                    <a:cubicBezTo>
                      <a:pt x="2584" y="6614"/>
                      <a:pt x="2024" y="6364"/>
                      <a:pt x="1691" y="5709"/>
                    </a:cubicBezTo>
                    <a:lnTo>
                      <a:pt x="1691" y="5709"/>
                    </a:lnTo>
                    <a:cubicBezTo>
                      <a:pt x="1750" y="5711"/>
                      <a:pt x="1803" y="5712"/>
                      <a:pt x="1851" y="5712"/>
                    </a:cubicBezTo>
                    <a:cubicBezTo>
                      <a:pt x="2075" y="5712"/>
                      <a:pt x="2195" y="5691"/>
                      <a:pt x="2322" y="5661"/>
                    </a:cubicBezTo>
                    <a:cubicBezTo>
                      <a:pt x="2417" y="5638"/>
                      <a:pt x="2500" y="5542"/>
                      <a:pt x="2500" y="5447"/>
                    </a:cubicBezTo>
                    <a:cubicBezTo>
                      <a:pt x="2500" y="5340"/>
                      <a:pt x="2417" y="5245"/>
                      <a:pt x="2322" y="5233"/>
                    </a:cubicBezTo>
                    <a:cubicBezTo>
                      <a:pt x="2239" y="5221"/>
                      <a:pt x="2167" y="5209"/>
                      <a:pt x="2084" y="5161"/>
                    </a:cubicBezTo>
                    <a:cubicBezTo>
                      <a:pt x="1441" y="4923"/>
                      <a:pt x="953" y="4292"/>
                      <a:pt x="846" y="3614"/>
                    </a:cubicBezTo>
                    <a:lnTo>
                      <a:pt x="846" y="3614"/>
                    </a:lnTo>
                    <a:cubicBezTo>
                      <a:pt x="1113" y="3713"/>
                      <a:pt x="1381" y="3762"/>
                      <a:pt x="1511" y="3762"/>
                    </a:cubicBezTo>
                    <a:cubicBezTo>
                      <a:pt x="1537" y="3762"/>
                      <a:pt x="1558" y="3760"/>
                      <a:pt x="1572" y="3756"/>
                    </a:cubicBezTo>
                    <a:cubicBezTo>
                      <a:pt x="1667" y="3745"/>
                      <a:pt x="1738" y="3685"/>
                      <a:pt x="1750" y="3602"/>
                    </a:cubicBezTo>
                    <a:cubicBezTo>
                      <a:pt x="1786" y="3518"/>
                      <a:pt x="1750" y="3435"/>
                      <a:pt x="1679" y="3375"/>
                    </a:cubicBezTo>
                    <a:cubicBezTo>
                      <a:pt x="1584" y="3316"/>
                      <a:pt x="1512" y="3244"/>
                      <a:pt x="1429" y="3149"/>
                    </a:cubicBezTo>
                    <a:cubicBezTo>
                      <a:pt x="917" y="2673"/>
                      <a:pt x="655" y="1697"/>
                      <a:pt x="976" y="994"/>
                    </a:cubicBezTo>
                    <a:lnTo>
                      <a:pt x="976" y="994"/>
                    </a:lnTo>
                    <a:cubicBezTo>
                      <a:pt x="2084" y="2173"/>
                      <a:pt x="3465" y="2852"/>
                      <a:pt x="5334" y="3137"/>
                    </a:cubicBezTo>
                    <a:cubicBezTo>
                      <a:pt x="5356" y="3140"/>
                      <a:pt x="5376" y="3141"/>
                      <a:pt x="5395" y="3141"/>
                    </a:cubicBezTo>
                    <a:cubicBezTo>
                      <a:pt x="5461" y="3141"/>
                      <a:pt x="5514" y="3124"/>
                      <a:pt x="5560" y="3078"/>
                    </a:cubicBezTo>
                    <a:cubicBezTo>
                      <a:pt x="5632" y="2983"/>
                      <a:pt x="5620" y="2887"/>
                      <a:pt x="5620" y="2840"/>
                    </a:cubicBezTo>
                    <a:cubicBezTo>
                      <a:pt x="5572" y="2530"/>
                      <a:pt x="5572" y="2256"/>
                      <a:pt x="5632" y="2018"/>
                    </a:cubicBezTo>
                    <a:cubicBezTo>
                      <a:pt x="5715" y="1732"/>
                      <a:pt x="5846" y="1470"/>
                      <a:pt x="6025" y="1244"/>
                    </a:cubicBezTo>
                    <a:cubicBezTo>
                      <a:pt x="6203" y="1018"/>
                      <a:pt x="6430" y="839"/>
                      <a:pt x="6680" y="708"/>
                    </a:cubicBezTo>
                    <a:cubicBezTo>
                      <a:pt x="6930" y="577"/>
                      <a:pt x="7203" y="506"/>
                      <a:pt x="7477" y="482"/>
                    </a:cubicBezTo>
                    <a:cubicBezTo>
                      <a:pt x="7507" y="481"/>
                      <a:pt x="7537" y="480"/>
                      <a:pt x="7566" y="480"/>
                    </a:cubicBezTo>
                    <a:close/>
                    <a:moveTo>
                      <a:pt x="7656" y="1"/>
                    </a:moveTo>
                    <a:cubicBezTo>
                      <a:pt x="7604" y="1"/>
                      <a:pt x="7553" y="3"/>
                      <a:pt x="7501" y="6"/>
                    </a:cubicBezTo>
                    <a:cubicBezTo>
                      <a:pt x="7156" y="42"/>
                      <a:pt x="6834" y="125"/>
                      <a:pt x="6513" y="292"/>
                    </a:cubicBezTo>
                    <a:cubicBezTo>
                      <a:pt x="6215" y="435"/>
                      <a:pt x="5941" y="661"/>
                      <a:pt x="5727" y="935"/>
                    </a:cubicBezTo>
                    <a:cubicBezTo>
                      <a:pt x="5501" y="1208"/>
                      <a:pt x="5346" y="1542"/>
                      <a:pt x="5251" y="1887"/>
                    </a:cubicBezTo>
                    <a:cubicBezTo>
                      <a:pt x="5191" y="2125"/>
                      <a:pt x="5179" y="2363"/>
                      <a:pt x="5191" y="2637"/>
                    </a:cubicBezTo>
                    <a:cubicBezTo>
                      <a:pt x="3477" y="2340"/>
                      <a:pt x="2203" y="1661"/>
                      <a:pt x="1203" y="530"/>
                    </a:cubicBezTo>
                    <a:cubicBezTo>
                      <a:pt x="1180" y="507"/>
                      <a:pt x="1093" y="410"/>
                      <a:pt x="973" y="410"/>
                    </a:cubicBezTo>
                    <a:cubicBezTo>
                      <a:pt x="966" y="410"/>
                      <a:pt x="960" y="410"/>
                      <a:pt x="953" y="411"/>
                    </a:cubicBezTo>
                    <a:cubicBezTo>
                      <a:pt x="857" y="423"/>
                      <a:pt x="786" y="470"/>
                      <a:pt x="726" y="554"/>
                    </a:cubicBezTo>
                    <a:cubicBezTo>
                      <a:pt x="229" y="1312"/>
                      <a:pt x="368" y="2399"/>
                      <a:pt x="838" y="3090"/>
                    </a:cubicBezTo>
                    <a:lnTo>
                      <a:pt x="838" y="3090"/>
                    </a:lnTo>
                    <a:cubicBezTo>
                      <a:pt x="836" y="3090"/>
                      <a:pt x="834" y="3090"/>
                      <a:pt x="834" y="3090"/>
                    </a:cubicBezTo>
                    <a:cubicBezTo>
                      <a:pt x="777" y="3056"/>
                      <a:pt x="724" y="3043"/>
                      <a:pt x="678" y="3043"/>
                    </a:cubicBezTo>
                    <a:cubicBezTo>
                      <a:pt x="627" y="3043"/>
                      <a:pt x="585" y="3059"/>
                      <a:pt x="560" y="3078"/>
                    </a:cubicBezTo>
                    <a:cubicBezTo>
                      <a:pt x="524" y="3090"/>
                      <a:pt x="429" y="3161"/>
                      <a:pt x="417" y="3316"/>
                    </a:cubicBezTo>
                    <a:cubicBezTo>
                      <a:pt x="417" y="3411"/>
                      <a:pt x="417" y="3506"/>
                      <a:pt x="429" y="3614"/>
                    </a:cubicBezTo>
                    <a:cubicBezTo>
                      <a:pt x="500" y="4268"/>
                      <a:pt x="881" y="4876"/>
                      <a:pt x="1381" y="5268"/>
                    </a:cubicBezTo>
                    <a:cubicBezTo>
                      <a:pt x="1310" y="5280"/>
                      <a:pt x="1262" y="5328"/>
                      <a:pt x="1250" y="5352"/>
                    </a:cubicBezTo>
                    <a:cubicBezTo>
                      <a:pt x="1215" y="5376"/>
                      <a:pt x="1155" y="5483"/>
                      <a:pt x="1215" y="5638"/>
                    </a:cubicBezTo>
                    <a:cubicBezTo>
                      <a:pt x="1560" y="6566"/>
                      <a:pt x="2250" y="6959"/>
                      <a:pt x="2905" y="7162"/>
                    </a:cubicBezTo>
                    <a:cubicBezTo>
                      <a:pt x="2667" y="7304"/>
                      <a:pt x="2346" y="7400"/>
                      <a:pt x="2191" y="7459"/>
                    </a:cubicBezTo>
                    <a:lnTo>
                      <a:pt x="2131" y="7483"/>
                    </a:lnTo>
                    <a:cubicBezTo>
                      <a:pt x="1682" y="7633"/>
                      <a:pt x="1218" y="7716"/>
                      <a:pt x="780" y="7716"/>
                    </a:cubicBezTo>
                    <a:cubicBezTo>
                      <a:pt x="661" y="7716"/>
                      <a:pt x="543" y="7710"/>
                      <a:pt x="429" y="7697"/>
                    </a:cubicBezTo>
                    <a:cubicBezTo>
                      <a:pt x="381" y="7692"/>
                      <a:pt x="338" y="7687"/>
                      <a:pt x="296" y="7687"/>
                    </a:cubicBezTo>
                    <a:cubicBezTo>
                      <a:pt x="245" y="7687"/>
                      <a:pt x="196" y="7695"/>
                      <a:pt x="143" y="7721"/>
                    </a:cubicBezTo>
                    <a:cubicBezTo>
                      <a:pt x="143" y="7733"/>
                      <a:pt x="131" y="7733"/>
                      <a:pt x="131" y="7733"/>
                    </a:cubicBezTo>
                    <a:cubicBezTo>
                      <a:pt x="60" y="7781"/>
                      <a:pt x="12" y="7852"/>
                      <a:pt x="12" y="7924"/>
                    </a:cubicBezTo>
                    <a:cubicBezTo>
                      <a:pt x="0" y="8055"/>
                      <a:pt x="107" y="8138"/>
                      <a:pt x="131" y="8162"/>
                    </a:cubicBezTo>
                    <a:lnTo>
                      <a:pt x="143" y="8186"/>
                    </a:lnTo>
                    <a:cubicBezTo>
                      <a:pt x="250" y="8257"/>
                      <a:pt x="369" y="8328"/>
                      <a:pt x="536" y="8424"/>
                    </a:cubicBezTo>
                    <a:cubicBezTo>
                      <a:pt x="941" y="8638"/>
                      <a:pt x="1369" y="8805"/>
                      <a:pt x="1786" y="8924"/>
                    </a:cubicBezTo>
                    <a:cubicBezTo>
                      <a:pt x="2429" y="9102"/>
                      <a:pt x="3084" y="9186"/>
                      <a:pt x="3715" y="9186"/>
                    </a:cubicBezTo>
                    <a:cubicBezTo>
                      <a:pt x="5429" y="9186"/>
                      <a:pt x="7049" y="8567"/>
                      <a:pt x="8215" y="7400"/>
                    </a:cubicBezTo>
                    <a:cubicBezTo>
                      <a:pt x="9382" y="6245"/>
                      <a:pt x="9990" y="4614"/>
                      <a:pt x="10001" y="2554"/>
                    </a:cubicBezTo>
                    <a:cubicBezTo>
                      <a:pt x="10013" y="2542"/>
                      <a:pt x="10025" y="2542"/>
                      <a:pt x="10037" y="2530"/>
                    </a:cubicBezTo>
                    <a:cubicBezTo>
                      <a:pt x="10359" y="2292"/>
                      <a:pt x="10632" y="2006"/>
                      <a:pt x="10930" y="1601"/>
                    </a:cubicBezTo>
                    <a:cubicBezTo>
                      <a:pt x="11025" y="1470"/>
                      <a:pt x="11025" y="1351"/>
                      <a:pt x="11025" y="1304"/>
                    </a:cubicBezTo>
                    <a:lnTo>
                      <a:pt x="10811" y="1304"/>
                    </a:lnTo>
                    <a:lnTo>
                      <a:pt x="11025" y="1292"/>
                    </a:lnTo>
                    <a:cubicBezTo>
                      <a:pt x="11025" y="1161"/>
                      <a:pt x="10954" y="1101"/>
                      <a:pt x="10918" y="1078"/>
                    </a:cubicBezTo>
                    <a:cubicBezTo>
                      <a:pt x="10882" y="1060"/>
                      <a:pt x="10841" y="1051"/>
                      <a:pt x="10799" y="1051"/>
                    </a:cubicBezTo>
                    <a:cubicBezTo>
                      <a:pt x="10757" y="1051"/>
                      <a:pt x="10716" y="1060"/>
                      <a:pt x="10680" y="1078"/>
                    </a:cubicBezTo>
                    <a:lnTo>
                      <a:pt x="10668" y="1078"/>
                    </a:lnTo>
                    <a:cubicBezTo>
                      <a:pt x="10609" y="1101"/>
                      <a:pt x="10549" y="1125"/>
                      <a:pt x="10478" y="1161"/>
                    </a:cubicBezTo>
                    <a:cubicBezTo>
                      <a:pt x="10621" y="958"/>
                      <a:pt x="10728" y="756"/>
                      <a:pt x="10787" y="542"/>
                    </a:cubicBezTo>
                    <a:cubicBezTo>
                      <a:pt x="10847" y="411"/>
                      <a:pt x="10787" y="292"/>
                      <a:pt x="10716" y="232"/>
                    </a:cubicBezTo>
                    <a:cubicBezTo>
                      <a:pt x="10692" y="220"/>
                      <a:pt x="10680" y="208"/>
                      <a:pt x="10668" y="208"/>
                    </a:cubicBezTo>
                    <a:cubicBezTo>
                      <a:pt x="10635" y="192"/>
                      <a:pt x="10599" y="183"/>
                      <a:pt x="10562" y="183"/>
                    </a:cubicBezTo>
                    <a:cubicBezTo>
                      <a:pt x="10519" y="183"/>
                      <a:pt x="10475" y="195"/>
                      <a:pt x="10430" y="220"/>
                    </a:cubicBezTo>
                    <a:cubicBezTo>
                      <a:pt x="10073" y="411"/>
                      <a:pt x="9704" y="566"/>
                      <a:pt x="9287" y="661"/>
                    </a:cubicBezTo>
                    <a:cubicBezTo>
                      <a:pt x="9251" y="637"/>
                      <a:pt x="9239" y="601"/>
                      <a:pt x="9216" y="589"/>
                    </a:cubicBezTo>
                    <a:cubicBezTo>
                      <a:pt x="9001" y="411"/>
                      <a:pt x="8775" y="280"/>
                      <a:pt x="8537" y="173"/>
                    </a:cubicBezTo>
                    <a:cubicBezTo>
                      <a:pt x="8262" y="61"/>
                      <a:pt x="7961" y="1"/>
                      <a:pt x="7656"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sp>
            <p:nvSpPr>
              <p:cNvPr id="6972" name="Google Shape;6972;p122"/>
              <p:cNvSpPr/>
              <p:nvPr/>
            </p:nvSpPr>
            <p:spPr>
              <a:xfrm>
                <a:off x="7257760" y="2528900"/>
                <a:ext cx="437728" cy="437498"/>
              </a:xfrm>
              <a:custGeom>
                <a:rect b="b" l="l" r="r" t="t"/>
                <a:pathLst>
                  <a:path extrusionOk="0" h="22825" w="22837">
                    <a:moveTo>
                      <a:pt x="11418" y="441"/>
                    </a:moveTo>
                    <a:cubicBezTo>
                      <a:pt x="17479" y="441"/>
                      <a:pt x="22384" y="5370"/>
                      <a:pt x="22384" y="11419"/>
                    </a:cubicBezTo>
                    <a:cubicBezTo>
                      <a:pt x="22384" y="17455"/>
                      <a:pt x="17455" y="22384"/>
                      <a:pt x="11418" y="22384"/>
                    </a:cubicBezTo>
                    <a:cubicBezTo>
                      <a:pt x="5382" y="22384"/>
                      <a:pt x="453" y="17455"/>
                      <a:pt x="453" y="11419"/>
                    </a:cubicBezTo>
                    <a:cubicBezTo>
                      <a:pt x="453" y="5370"/>
                      <a:pt x="5382" y="441"/>
                      <a:pt x="11418" y="441"/>
                    </a:cubicBezTo>
                    <a:close/>
                    <a:moveTo>
                      <a:pt x="11418" y="1"/>
                    </a:moveTo>
                    <a:cubicBezTo>
                      <a:pt x="5120" y="1"/>
                      <a:pt x="0" y="5120"/>
                      <a:pt x="0" y="11419"/>
                    </a:cubicBezTo>
                    <a:cubicBezTo>
                      <a:pt x="0" y="17705"/>
                      <a:pt x="5120" y="22825"/>
                      <a:pt x="11418" y="22825"/>
                    </a:cubicBezTo>
                    <a:cubicBezTo>
                      <a:pt x="17717" y="22825"/>
                      <a:pt x="22837" y="17705"/>
                      <a:pt x="22837" y="11419"/>
                    </a:cubicBezTo>
                    <a:cubicBezTo>
                      <a:pt x="22837" y="5120"/>
                      <a:pt x="17717" y="1"/>
                      <a:pt x="11418"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grpSp>
        <p:grpSp>
          <p:nvGrpSpPr>
            <p:cNvPr id="6973" name="Google Shape;6973;p122"/>
            <p:cNvGrpSpPr/>
            <p:nvPr/>
          </p:nvGrpSpPr>
          <p:grpSpPr>
            <a:xfrm>
              <a:off x="3015052" y="3007925"/>
              <a:ext cx="437728" cy="437498"/>
              <a:chOff x="6110293" y="2528900"/>
              <a:chExt cx="437728" cy="437498"/>
            </a:xfrm>
          </p:grpSpPr>
          <p:sp>
            <p:nvSpPr>
              <p:cNvPr id="6974" name="Google Shape;6974;p122"/>
              <p:cNvSpPr/>
              <p:nvPr/>
            </p:nvSpPr>
            <p:spPr>
              <a:xfrm>
                <a:off x="6217094" y="2691383"/>
                <a:ext cx="244424" cy="166163"/>
              </a:xfrm>
              <a:custGeom>
                <a:rect b="b" l="l" r="r" t="t"/>
                <a:pathLst>
                  <a:path extrusionOk="0" h="8669" w="12752">
                    <a:moveTo>
                      <a:pt x="2655" y="632"/>
                    </a:moveTo>
                    <a:lnTo>
                      <a:pt x="2655" y="8216"/>
                    </a:lnTo>
                    <a:lnTo>
                      <a:pt x="441" y="8216"/>
                    </a:lnTo>
                    <a:lnTo>
                      <a:pt x="441" y="632"/>
                    </a:lnTo>
                    <a:close/>
                    <a:moveTo>
                      <a:pt x="9430" y="441"/>
                    </a:moveTo>
                    <a:cubicBezTo>
                      <a:pt x="11252" y="441"/>
                      <a:pt x="12288" y="1668"/>
                      <a:pt x="12288" y="3835"/>
                    </a:cubicBezTo>
                    <a:lnTo>
                      <a:pt x="12288" y="8216"/>
                    </a:lnTo>
                    <a:lnTo>
                      <a:pt x="10073" y="8216"/>
                    </a:lnTo>
                    <a:lnTo>
                      <a:pt x="10073" y="4156"/>
                    </a:lnTo>
                    <a:cubicBezTo>
                      <a:pt x="10073" y="2382"/>
                      <a:pt x="9085" y="2120"/>
                      <a:pt x="8490" y="2120"/>
                    </a:cubicBezTo>
                    <a:cubicBezTo>
                      <a:pt x="7775" y="2120"/>
                      <a:pt x="7204" y="2537"/>
                      <a:pt x="6918" y="3239"/>
                    </a:cubicBezTo>
                    <a:cubicBezTo>
                      <a:pt x="6846" y="3394"/>
                      <a:pt x="6811" y="3632"/>
                      <a:pt x="6811" y="3966"/>
                    </a:cubicBezTo>
                    <a:lnTo>
                      <a:pt x="6811" y="8216"/>
                    </a:lnTo>
                    <a:lnTo>
                      <a:pt x="4596" y="8216"/>
                    </a:lnTo>
                    <a:cubicBezTo>
                      <a:pt x="4596" y="6704"/>
                      <a:pt x="4608" y="1882"/>
                      <a:pt x="4596" y="632"/>
                    </a:cubicBezTo>
                    <a:lnTo>
                      <a:pt x="6811" y="632"/>
                    </a:lnTo>
                    <a:lnTo>
                      <a:pt x="6811" y="1537"/>
                    </a:lnTo>
                    <a:lnTo>
                      <a:pt x="7025" y="1537"/>
                    </a:lnTo>
                    <a:lnTo>
                      <a:pt x="7216" y="1656"/>
                    </a:lnTo>
                    <a:cubicBezTo>
                      <a:pt x="7585" y="1096"/>
                      <a:pt x="8168" y="441"/>
                      <a:pt x="9430" y="441"/>
                    </a:cubicBezTo>
                    <a:close/>
                    <a:moveTo>
                      <a:pt x="417" y="203"/>
                    </a:moveTo>
                    <a:cubicBezTo>
                      <a:pt x="191" y="203"/>
                      <a:pt x="0" y="382"/>
                      <a:pt x="0" y="620"/>
                    </a:cubicBezTo>
                    <a:lnTo>
                      <a:pt x="0" y="8252"/>
                    </a:lnTo>
                    <a:cubicBezTo>
                      <a:pt x="0" y="8478"/>
                      <a:pt x="179" y="8669"/>
                      <a:pt x="417" y="8669"/>
                    </a:cubicBezTo>
                    <a:lnTo>
                      <a:pt x="2691" y="8669"/>
                    </a:lnTo>
                    <a:cubicBezTo>
                      <a:pt x="2929" y="8669"/>
                      <a:pt x="3120" y="8478"/>
                      <a:pt x="3108" y="8252"/>
                    </a:cubicBezTo>
                    <a:lnTo>
                      <a:pt x="3108" y="620"/>
                    </a:lnTo>
                    <a:cubicBezTo>
                      <a:pt x="3108" y="394"/>
                      <a:pt x="2929" y="203"/>
                      <a:pt x="2691" y="203"/>
                    </a:cubicBezTo>
                    <a:close/>
                    <a:moveTo>
                      <a:pt x="9442" y="1"/>
                    </a:moveTo>
                    <a:cubicBezTo>
                      <a:pt x="8359" y="1"/>
                      <a:pt x="7704" y="418"/>
                      <a:pt x="7263" y="894"/>
                    </a:cubicBezTo>
                    <a:lnTo>
                      <a:pt x="7263" y="620"/>
                    </a:lnTo>
                    <a:cubicBezTo>
                      <a:pt x="7263" y="394"/>
                      <a:pt x="7085" y="203"/>
                      <a:pt x="6846" y="203"/>
                    </a:cubicBezTo>
                    <a:lnTo>
                      <a:pt x="4560" y="203"/>
                    </a:lnTo>
                    <a:cubicBezTo>
                      <a:pt x="4465" y="203"/>
                      <a:pt x="4346" y="239"/>
                      <a:pt x="4263" y="322"/>
                    </a:cubicBezTo>
                    <a:cubicBezTo>
                      <a:pt x="4191" y="394"/>
                      <a:pt x="4144" y="501"/>
                      <a:pt x="4144" y="620"/>
                    </a:cubicBezTo>
                    <a:cubicBezTo>
                      <a:pt x="4179" y="1846"/>
                      <a:pt x="4144" y="7192"/>
                      <a:pt x="4144" y="8252"/>
                    </a:cubicBezTo>
                    <a:cubicBezTo>
                      <a:pt x="4144" y="8371"/>
                      <a:pt x="4191" y="8478"/>
                      <a:pt x="4263" y="8549"/>
                    </a:cubicBezTo>
                    <a:cubicBezTo>
                      <a:pt x="4346" y="8621"/>
                      <a:pt x="4441" y="8669"/>
                      <a:pt x="4560" y="8669"/>
                    </a:cubicBezTo>
                    <a:lnTo>
                      <a:pt x="6846" y="8669"/>
                    </a:lnTo>
                    <a:cubicBezTo>
                      <a:pt x="7061" y="8669"/>
                      <a:pt x="7263" y="8490"/>
                      <a:pt x="7263" y="8252"/>
                    </a:cubicBezTo>
                    <a:lnTo>
                      <a:pt x="7263" y="3966"/>
                    </a:lnTo>
                    <a:cubicBezTo>
                      <a:pt x="7263" y="3692"/>
                      <a:pt x="7287" y="3513"/>
                      <a:pt x="7335" y="3394"/>
                    </a:cubicBezTo>
                    <a:cubicBezTo>
                      <a:pt x="7442" y="3144"/>
                      <a:pt x="7751" y="2561"/>
                      <a:pt x="8490" y="2561"/>
                    </a:cubicBezTo>
                    <a:cubicBezTo>
                      <a:pt x="8775" y="2561"/>
                      <a:pt x="9621" y="2561"/>
                      <a:pt x="9621" y="4156"/>
                    </a:cubicBezTo>
                    <a:lnTo>
                      <a:pt x="9621" y="8252"/>
                    </a:lnTo>
                    <a:cubicBezTo>
                      <a:pt x="9621" y="8478"/>
                      <a:pt x="9799" y="8669"/>
                      <a:pt x="10037" y="8669"/>
                    </a:cubicBezTo>
                    <a:lnTo>
                      <a:pt x="12323" y="8669"/>
                    </a:lnTo>
                    <a:cubicBezTo>
                      <a:pt x="12561" y="8669"/>
                      <a:pt x="12752" y="8478"/>
                      <a:pt x="12752" y="8252"/>
                    </a:cubicBezTo>
                    <a:lnTo>
                      <a:pt x="12752" y="3847"/>
                    </a:lnTo>
                    <a:cubicBezTo>
                      <a:pt x="12752" y="1430"/>
                      <a:pt x="11514" y="1"/>
                      <a:pt x="9442"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sp>
            <p:nvSpPr>
              <p:cNvPr id="6975" name="Google Shape;6975;p122"/>
              <p:cNvSpPr/>
              <p:nvPr/>
            </p:nvSpPr>
            <p:spPr>
              <a:xfrm>
                <a:off x="6213893" y="2620636"/>
                <a:ext cx="63234" cy="63464"/>
              </a:xfrm>
              <a:custGeom>
                <a:rect b="b" l="l" r="r" t="t"/>
                <a:pathLst>
                  <a:path extrusionOk="0" h="3311" w="3299">
                    <a:moveTo>
                      <a:pt x="1656" y="453"/>
                    </a:moveTo>
                    <a:cubicBezTo>
                      <a:pt x="2311" y="453"/>
                      <a:pt x="2858" y="989"/>
                      <a:pt x="2858" y="1656"/>
                    </a:cubicBezTo>
                    <a:cubicBezTo>
                      <a:pt x="2858" y="2323"/>
                      <a:pt x="2322" y="2858"/>
                      <a:pt x="1656" y="2858"/>
                    </a:cubicBezTo>
                    <a:cubicBezTo>
                      <a:pt x="977" y="2858"/>
                      <a:pt x="441" y="2323"/>
                      <a:pt x="441" y="1656"/>
                    </a:cubicBezTo>
                    <a:cubicBezTo>
                      <a:pt x="441" y="989"/>
                      <a:pt x="977" y="453"/>
                      <a:pt x="1656" y="453"/>
                    </a:cubicBezTo>
                    <a:close/>
                    <a:moveTo>
                      <a:pt x="1656" y="1"/>
                    </a:moveTo>
                    <a:cubicBezTo>
                      <a:pt x="739" y="1"/>
                      <a:pt x="1" y="751"/>
                      <a:pt x="1" y="1656"/>
                    </a:cubicBezTo>
                    <a:cubicBezTo>
                      <a:pt x="1" y="2561"/>
                      <a:pt x="739" y="3311"/>
                      <a:pt x="1656" y="3311"/>
                    </a:cubicBezTo>
                    <a:cubicBezTo>
                      <a:pt x="2561" y="3311"/>
                      <a:pt x="3299" y="2561"/>
                      <a:pt x="3299" y="1656"/>
                    </a:cubicBezTo>
                    <a:cubicBezTo>
                      <a:pt x="3299" y="751"/>
                      <a:pt x="2561" y="1"/>
                      <a:pt x="1656"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sp>
            <p:nvSpPr>
              <p:cNvPr id="6976" name="Google Shape;6976;p122"/>
              <p:cNvSpPr/>
              <p:nvPr/>
            </p:nvSpPr>
            <p:spPr>
              <a:xfrm>
                <a:off x="6110293" y="2528900"/>
                <a:ext cx="437728" cy="437498"/>
              </a:xfrm>
              <a:custGeom>
                <a:rect b="b" l="l" r="r" t="t"/>
                <a:pathLst>
                  <a:path extrusionOk="0" h="22825" w="22837">
                    <a:moveTo>
                      <a:pt x="11418" y="441"/>
                    </a:moveTo>
                    <a:cubicBezTo>
                      <a:pt x="17455" y="441"/>
                      <a:pt x="22384" y="5370"/>
                      <a:pt x="22384" y="11419"/>
                    </a:cubicBezTo>
                    <a:cubicBezTo>
                      <a:pt x="22384" y="17455"/>
                      <a:pt x="17455" y="22384"/>
                      <a:pt x="11418" y="22384"/>
                    </a:cubicBezTo>
                    <a:cubicBezTo>
                      <a:pt x="5370" y="22384"/>
                      <a:pt x="453" y="17455"/>
                      <a:pt x="453" y="11419"/>
                    </a:cubicBezTo>
                    <a:cubicBezTo>
                      <a:pt x="453" y="5370"/>
                      <a:pt x="5370" y="441"/>
                      <a:pt x="11418" y="441"/>
                    </a:cubicBezTo>
                    <a:close/>
                    <a:moveTo>
                      <a:pt x="11418" y="1"/>
                    </a:moveTo>
                    <a:cubicBezTo>
                      <a:pt x="5120" y="1"/>
                      <a:pt x="0" y="5120"/>
                      <a:pt x="0" y="11419"/>
                    </a:cubicBezTo>
                    <a:cubicBezTo>
                      <a:pt x="0" y="17705"/>
                      <a:pt x="5120" y="22825"/>
                      <a:pt x="11418" y="22825"/>
                    </a:cubicBezTo>
                    <a:cubicBezTo>
                      <a:pt x="17717" y="22825"/>
                      <a:pt x="22836" y="17705"/>
                      <a:pt x="22836" y="11419"/>
                    </a:cubicBezTo>
                    <a:cubicBezTo>
                      <a:pt x="22836" y="5120"/>
                      <a:pt x="17717" y="1"/>
                      <a:pt x="11418"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grpSp>
        <p:grpSp>
          <p:nvGrpSpPr>
            <p:cNvPr id="6977" name="Google Shape;6977;p122"/>
            <p:cNvGrpSpPr/>
            <p:nvPr/>
          </p:nvGrpSpPr>
          <p:grpSpPr>
            <a:xfrm>
              <a:off x="2429549" y="3007925"/>
              <a:ext cx="437498" cy="437498"/>
              <a:chOff x="5572625" y="2528900"/>
              <a:chExt cx="437498" cy="437498"/>
            </a:xfrm>
          </p:grpSpPr>
          <p:sp>
            <p:nvSpPr>
              <p:cNvPr id="6978" name="Google Shape;6978;p122"/>
              <p:cNvSpPr/>
              <p:nvPr/>
            </p:nvSpPr>
            <p:spPr>
              <a:xfrm>
                <a:off x="5736239" y="2635011"/>
                <a:ext cx="109561" cy="225276"/>
              </a:xfrm>
              <a:custGeom>
                <a:rect b="b" l="l" r="r" t="t"/>
                <a:pathLst>
                  <a:path extrusionOk="0" h="11753" w="5716">
                    <a:moveTo>
                      <a:pt x="5275" y="430"/>
                    </a:moveTo>
                    <a:lnTo>
                      <a:pt x="5275" y="1954"/>
                    </a:lnTo>
                    <a:lnTo>
                      <a:pt x="4216" y="1954"/>
                    </a:lnTo>
                    <a:cubicBezTo>
                      <a:pt x="3811" y="1954"/>
                      <a:pt x="3489" y="2275"/>
                      <a:pt x="3489" y="2680"/>
                    </a:cubicBezTo>
                    <a:lnTo>
                      <a:pt x="3489" y="4097"/>
                    </a:lnTo>
                    <a:lnTo>
                      <a:pt x="5228" y="4097"/>
                    </a:lnTo>
                    <a:lnTo>
                      <a:pt x="5097" y="5609"/>
                    </a:lnTo>
                    <a:lnTo>
                      <a:pt x="3478" y="5609"/>
                    </a:lnTo>
                    <a:lnTo>
                      <a:pt x="3478" y="11312"/>
                    </a:lnTo>
                    <a:lnTo>
                      <a:pt x="1620" y="11312"/>
                    </a:lnTo>
                    <a:lnTo>
                      <a:pt x="1620" y="5609"/>
                    </a:lnTo>
                    <a:lnTo>
                      <a:pt x="465" y="5609"/>
                    </a:lnTo>
                    <a:lnTo>
                      <a:pt x="465" y="4097"/>
                    </a:lnTo>
                    <a:lnTo>
                      <a:pt x="1620" y="4097"/>
                    </a:lnTo>
                    <a:lnTo>
                      <a:pt x="1620" y="2251"/>
                    </a:lnTo>
                    <a:cubicBezTo>
                      <a:pt x="1620" y="1251"/>
                      <a:pt x="2442" y="430"/>
                      <a:pt x="3442" y="430"/>
                    </a:cubicBezTo>
                    <a:close/>
                    <a:moveTo>
                      <a:pt x="3430" y="1"/>
                    </a:moveTo>
                    <a:cubicBezTo>
                      <a:pt x="2180" y="1"/>
                      <a:pt x="1168" y="1013"/>
                      <a:pt x="1168" y="2263"/>
                    </a:cubicBezTo>
                    <a:lnTo>
                      <a:pt x="1168" y="3644"/>
                    </a:lnTo>
                    <a:lnTo>
                      <a:pt x="382" y="3644"/>
                    </a:lnTo>
                    <a:cubicBezTo>
                      <a:pt x="168" y="3644"/>
                      <a:pt x="1" y="3811"/>
                      <a:pt x="1" y="4013"/>
                    </a:cubicBezTo>
                    <a:lnTo>
                      <a:pt x="1" y="5680"/>
                    </a:lnTo>
                    <a:cubicBezTo>
                      <a:pt x="1" y="5895"/>
                      <a:pt x="168" y="6061"/>
                      <a:pt x="382" y="6061"/>
                    </a:cubicBezTo>
                    <a:lnTo>
                      <a:pt x="1168" y="6061"/>
                    </a:lnTo>
                    <a:lnTo>
                      <a:pt x="1168" y="11383"/>
                    </a:lnTo>
                    <a:cubicBezTo>
                      <a:pt x="1168" y="11598"/>
                      <a:pt x="1334" y="11752"/>
                      <a:pt x="1537" y="11752"/>
                    </a:cubicBezTo>
                    <a:lnTo>
                      <a:pt x="3561" y="11752"/>
                    </a:lnTo>
                    <a:cubicBezTo>
                      <a:pt x="3775" y="11752"/>
                      <a:pt x="3930" y="11598"/>
                      <a:pt x="3918" y="11383"/>
                    </a:cubicBezTo>
                    <a:lnTo>
                      <a:pt x="3918" y="6049"/>
                    </a:lnTo>
                    <a:lnTo>
                      <a:pt x="5168" y="6049"/>
                    </a:lnTo>
                    <a:cubicBezTo>
                      <a:pt x="5347" y="6049"/>
                      <a:pt x="5514" y="5918"/>
                      <a:pt x="5525" y="5728"/>
                    </a:cubicBezTo>
                    <a:lnTo>
                      <a:pt x="5668" y="4061"/>
                    </a:lnTo>
                    <a:cubicBezTo>
                      <a:pt x="5692" y="3954"/>
                      <a:pt x="5656" y="3859"/>
                      <a:pt x="5585" y="3775"/>
                    </a:cubicBezTo>
                    <a:cubicBezTo>
                      <a:pt x="5514" y="3704"/>
                      <a:pt x="5418" y="3656"/>
                      <a:pt x="5323" y="3656"/>
                    </a:cubicBezTo>
                    <a:lnTo>
                      <a:pt x="3930" y="3656"/>
                    </a:lnTo>
                    <a:lnTo>
                      <a:pt x="3930" y="2692"/>
                    </a:lnTo>
                    <a:cubicBezTo>
                      <a:pt x="3930" y="2525"/>
                      <a:pt x="4073" y="2406"/>
                      <a:pt x="4216" y="2406"/>
                    </a:cubicBezTo>
                    <a:lnTo>
                      <a:pt x="5347" y="2406"/>
                    </a:lnTo>
                    <a:cubicBezTo>
                      <a:pt x="5561" y="2406"/>
                      <a:pt x="5716" y="2251"/>
                      <a:pt x="5716" y="2037"/>
                    </a:cubicBezTo>
                    <a:lnTo>
                      <a:pt x="5716" y="370"/>
                    </a:lnTo>
                    <a:cubicBezTo>
                      <a:pt x="5716" y="168"/>
                      <a:pt x="5561" y="1"/>
                      <a:pt x="5347"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sp>
            <p:nvSpPr>
              <p:cNvPr id="6979" name="Google Shape;6979;p122"/>
              <p:cNvSpPr/>
              <p:nvPr/>
            </p:nvSpPr>
            <p:spPr>
              <a:xfrm>
                <a:off x="5572625" y="2528900"/>
                <a:ext cx="437498" cy="437498"/>
              </a:xfrm>
              <a:custGeom>
                <a:rect b="b" l="l" r="r" t="t"/>
                <a:pathLst>
                  <a:path extrusionOk="0" h="22825" w="22825">
                    <a:moveTo>
                      <a:pt x="11418" y="441"/>
                    </a:moveTo>
                    <a:cubicBezTo>
                      <a:pt x="17455" y="441"/>
                      <a:pt x="22384" y="5370"/>
                      <a:pt x="22384" y="11419"/>
                    </a:cubicBezTo>
                    <a:cubicBezTo>
                      <a:pt x="22384" y="17455"/>
                      <a:pt x="17455" y="22384"/>
                      <a:pt x="11418" y="22384"/>
                    </a:cubicBezTo>
                    <a:cubicBezTo>
                      <a:pt x="5370" y="22384"/>
                      <a:pt x="441" y="17455"/>
                      <a:pt x="441" y="11419"/>
                    </a:cubicBezTo>
                    <a:cubicBezTo>
                      <a:pt x="441" y="5370"/>
                      <a:pt x="5370" y="441"/>
                      <a:pt x="11418" y="441"/>
                    </a:cubicBezTo>
                    <a:close/>
                    <a:moveTo>
                      <a:pt x="11418" y="1"/>
                    </a:moveTo>
                    <a:cubicBezTo>
                      <a:pt x="5120" y="1"/>
                      <a:pt x="0" y="5120"/>
                      <a:pt x="0" y="11419"/>
                    </a:cubicBezTo>
                    <a:cubicBezTo>
                      <a:pt x="0" y="17705"/>
                      <a:pt x="5120" y="22825"/>
                      <a:pt x="11418" y="22825"/>
                    </a:cubicBezTo>
                    <a:cubicBezTo>
                      <a:pt x="17705" y="22825"/>
                      <a:pt x="22824" y="17705"/>
                      <a:pt x="22824" y="11419"/>
                    </a:cubicBezTo>
                    <a:cubicBezTo>
                      <a:pt x="22824" y="5120"/>
                      <a:pt x="17705" y="1"/>
                      <a:pt x="11418"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grpSp>
      </p:grpSp>
      <p:sp>
        <p:nvSpPr>
          <p:cNvPr id="6980" name="Google Shape;6980;p122"/>
          <p:cNvSpPr txBox="1"/>
          <p:nvPr/>
        </p:nvSpPr>
        <p:spPr>
          <a:xfrm>
            <a:off x="4999150" y="4035875"/>
            <a:ext cx="3463800" cy="369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2"/>
                </a:solidFill>
                <a:latin typeface="Hind"/>
                <a:ea typeface="Hind"/>
                <a:cs typeface="Hind"/>
                <a:sym typeface="Hind"/>
              </a:rPr>
              <a:t>Please keep this slide for attribution</a:t>
            </a:r>
            <a:endParaRPr sz="1200">
              <a:solidFill>
                <a:schemeClr val="dk2"/>
              </a:solidFill>
              <a:latin typeface="Hind"/>
              <a:ea typeface="Hind"/>
              <a:cs typeface="Hind"/>
              <a:sym typeface="Hind"/>
            </a:endParaRPr>
          </a:p>
        </p:txBody>
      </p:sp>
      <p:grpSp>
        <p:nvGrpSpPr>
          <p:cNvPr id="6981" name="Google Shape;6981;p122"/>
          <p:cNvGrpSpPr/>
          <p:nvPr/>
        </p:nvGrpSpPr>
        <p:grpSpPr>
          <a:xfrm rot="1700277">
            <a:off x="2615201" y="330473"/>
            <a:ext cx="1125193" cy="1125193"/>
            <a:chOff x="-149451" y="2973528"/>
            <a:chExt cx="2344587" cy="2344587"/>
          </a:xfrm>
        </p:grpSpPr>
        <p:sp>
          <p:nvSpPr>
            <p:cNvPr id="6982" name="Google Shape;6982;p122"/>
            <p:cNvSpPr/>
            <p:nvPr/>
          </p:nvSpPr>
          <p:spPr>
            <a:xfrm>
              <a:off x="-149451" y="2973528"/>
              <a:ext cx="2344587" cy="2344587"/>
            </a:xfrm>
            <a:custGeom>
              <a:rect b="b" l="l" r="r" t="t"/>
              <a:pathLst>
                <a:path extrusionOk="0" h="51972" w="51972">
                  <a:moveTo>
                    <a:pt x="25980" y="1"/>
                  </a:moveTo>
                  <a:cubicBezTo>
                    <a:pt x="11633" y="1"/>
                    <a:pt x="1" y="11633"/>
                    <a:pt x="1" y="25980"/>
                  </a:cubicBezTo>
                  <a:cubicBezTo>
                    <a:pt x="1" y="40339"/>
                    <a:pt x="11633" y="51971"/>
                    <a:pt x="25980" y="51971"/>
                  </a:cubicBezTo>
                  <a:cubicBezTo>
                    <a:pt x="40339" y="51971"/>
                    <a:pt x="51971" y="40339"/>
                    <a:pt x="51971" y="25980"/>
                  </a:cubicBezTo>
                  <a:cubicBezTo>
                    <a:pt x="51971" y="11633"/>
                    <a:pt x="40339" y="1"/>
                    <a:pt x="25980" y="1"/>
                  </a:cubicBez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22"/>
            <p:cNvSpPr/>
            <p:nvPr/>
          </p:nvSpPr>
          <p:spPr>
            <a:xfrm>
              <a:off x="184655" y="3002536"/>
              <a:ext cx="1127993" cy="1247406"/>
            </a:xfrm>
            <a:custGeom>
              <a:rect b="b" l="l" r="r" t="t"/>
              <a:pathLst>
                <a:path extrusionOk="0" h="27651" w="25004">
                  <a:moveTo>
                    <a:pt x="12811" y="1"/>
                  </a:moveTo>
                  <a:cubicBezTo>
                    <a:pt x="9180" y="810"/>
                    <a:pt x="5822" y="2394"/>
                    <a:pt x="2953" y="4561"/>
                  </a:cubicBezTo>
                  <a:cubicBezTo>
                    <a:pt x="2953" y="4561"/>
                    <a:pt x="2977" y="4823"/>
                    <a:pt x="3191" y="5180"/>
                  </a:cubicBezTo>
                  <a:cubicBezTo>
                    <a:pt x="3394" y="5537"/>
                    <a:pt x="3048" y="5739"/>
                    <a:pt x="3072" y="5858"/>
                  </a:cubicBezTo>
                  <a:cubicBezTo>
                    <a:pt x="3084" y="5966"/>
                    <a:pt x="3275" y="5954"/>
                    <a:pt x="3096" y="6156"/>
                  </a:cubicBezTo>
                  <a:cubicBezTo>
                    <a:pt x="2929" y="6370"/>
                    <a:pt x="3096" y="6323"/>
                    <a:pt x="2953" y="6466"/>
                  </a:cubicBezTo>
                  <a:cubicBezTo>
                    <a:pt x="2798" y="6620"/>
                    <a:pt x="2655" y="6751"/>
                    <a:pt x="2548" y="6823"/>
                  </a:cubicBezTo>
                  <a:cubicBezTo>
                    <a:pt x="2441" y="6906"/>
                    <a:pt x="2477" y="7109"/>
                    <a:pt x="2262" y="7359"/>
                  </a:cubicBezTo>
                  <a:cubicBezTo>
                    <a:pt x="2060" y="7621"/>
                    <a:pt x="1655" y="7823"/>
                    <a:pt x="1655" y="8228"/>
                  </a:cubicBezTo>
                  <a:cubicBezTo>
                    <a:pt x="1655" y="8609"/>
                    <a:pt x="1048" y="9145"/>
                    <a:pt x="965" y="9371"/>
                  </a:cubicBezTo>
                  <a:cubicBezTo>
                    <a:pt x="893" y="9585"/>
                    <a:pt x="286" y="10395"/>
                    <a:pt x="250" y="10931"/>
                  </a:cubicBezTo>
                  <a:cubicBezTo>
                    <a:pt x="227" y="11466"/>
                    <a:pt x="227" y="12038"/>
                    <a:pt x="250" y="12359"/>
                  </a:cubicBezTo>
                  <a:cubicBezTo>
                    <a:pt x="286" y="12693"/>
                    <a:pt x="310" y="13050"/>
                    <a:pt x="227" y="13431"/>
                  </a:cubicBezTo>
                  <a:cubicBezTo>
                    <a:pt x="155" y="13824"/>
                    <a:pt x="72" y="14181"/>
                    <a:pt x="36" y="14895"/>
                  </a:cubicBezTo>
                  <a:cubicBezTo>
                    <a:pt x="0" y="15610"/>
                    <a:pt x="286" y="15919"/>
                    <a:pt x="953" y="16145"/>
                  </a:cubicBezTo>
                  <a:cubicBezTo>
                    <a:pt x="1643" y="16348"/>
                    <a:pt x="2917" y="16967"/>
                    <a:pt x="3227" y="17419"/>
                  </a:cubicBezTo>
                  <a:cubicBezTo>
                    <a:pt x="3560" y="17884"/>
                    <a:pt x="3739" y="18455"/>
                    <a:pt x="3977" y="18527"/>
                  </a:cubicBezTo>
                  <a:cubicBezTo>
                    <a:pt x="4227" y="18598"/>
                    <a:pt x="4441" y="19348"/>
                    <a:pt x="5251" y="19908"/>
                  </a:cubicBezTo>
                  <a:cubicBezTo>
                    <a:pt x="6072" y="20479"/>
                    <a:pt x="7608" y="20551"/>
                    <a:pt x="8287" y="21277"/>
                  </a:cubicBezTo>
                  <a:cubicBezTo>
                    <a:pt x="8978" y="22003"/>
                    <a:pt x="10216" y="23789"/>
                    <a:pt x="10537" y="24777"/>
                  </a:cubicBezTo>
                  <a:cubicBezTo>
                    <a:pt x="10871" y="25766"/>
                    <a:pt x="11406" y="26111"/>
                    <a:pt x="11966" y="26587"/>
                  </a:cubicBezTo>
                  <a:cubicBezTo>
                    <a:pt x="12538" y="27063"/>
                    <a:pt x="13252" y="27599"/>
                    <a:pt x="13788" y="27647"/>
                  </a:cubicBezTo>
                  <a:cubicBezTo>
                    <a:pt x="13826" y="27649"/>
                    <a:pt x="13862" y="27651"/>
                    <a:pt x="13897" y="27651"/>
                  </a:cubicBezTo>
                  <a:cubicBezTo>
                    <a:pt x="14354" y="27651"/>
                    <a:pt x="14547" y="27443"/>
                    <a:pt x="14514" y="27266"/>
                  </a:cubicBezTo>
                  <a:cubicBezTo>
                    <a:pt x="14502" y="27063"/>
                    <a:pt x="13812" y="26504"/>
                    <a:pt x="13704" y="26349"/>
                  </a:cubicBezTo>
                  <a:cubicBezTo>
                    <a:pt x="13609" y="26206"/>
                    <a:pt x="13383" y="25254"/>
                    <a:pt x="13073" y="24563"/>
                  </a:cubicBezTo>
                  <a:cubicBezTo>
                    <a:pt x="12740" y="23884"/>
                    <a:pt x="12716" y="23873"/>
                    <a:pt x="12811" y="23539"/>
                  </a:cubicBezTo>
                  <a:cubicBezTo>
                    <a:pt x="12919" y="23218"/>
                    <a:pt x="13145" y="22503"/>
                    <a:pt x="13454" y="22325"/>
                  </a:cubicBezTo>
                  <a:cubicBezTo>
                    <a:pt x="13788" y="22146"/>
                    <a:pt x="14026" y="22277"/>
                    <a:pt x="14252" y="21968"/>
                  </a:cubicBezTo>
                  <a:cubicBezTo>
                    <a:pt x="14454" y="21646"/>
                    <a:pt x="14526" y="21468"/>
                    <a:pt x="14514" y="21277"/>
                  </a:cubicBezTo>
                  <a:cubicBezTo>
                    <a:pt x="14502" y="21087"/>
                    <a:pt x="14169" y="20967"/>
                    <a:pt x="13859" y="20932"/>
                  </a:cubicBezTo>
                  <a:cubicBezTo>
                    <a:pt x="13538" y="20908"/>
                    <a:pt x="13431" y="20622"/>
                    <a:pt x="13002" y="20551"/>
                  </a:cubicBezTo>
                  <a:cubicBezTo>
                    <a:pt x="12561" y="20479"/>
                    <a:pt x="11966" y="20301"/>
                    <a:pt x="11823" y="20039"/>
                  </a:cubicBezTo>
                  <a:cubicBezTo>
                    <a:pt x="11698" y="19836"/>
                    <a:pt x="11471" y="19751"/>
                    <a:pt x="11270" y="19751"/>
                  </a:cubicBezTo>
                  <a:cubicBezTo>
                    <a:pt x="11222" y="19751"/>
                    <a:pt x="11176" y="19756"/>
                    <a:pt x="11133" y="19765"/>
                  </a:cubicBezTo>
                  <a:cubicBezTo>
                    <a:pt x="11053" y="19774"/>
                    <a:pt x="10905" y="19798"/>
                    <a:pt x="10729" y="19798"/>
                  </a:cubicBezTo>
                  <a:cubicBezTo>
                    <a:pt x="10455" y="19798"/>
                    <a:pt x="10112" y="19740"/>
                    <a:pt x="9859" y="19479"/>
                  </a:cubicBezTo>
                  <a:cubicBezTo>
                    <a:pt x="9430" y="19051"/>
                    <a:pt x="9394" y="18229"/>
                    <a:pt x="9323" y="17800"/>
                  </a:cubicBezTo>
                  <a:cubicBezTo>
                    <a:pt x="9240" y="17372"/>
                    <a:pt x="9168" y="17229"/>
                    <a:pt x="9287" y="16907"/>
                  </a:cubicBezTo>
                  <a:cubicBezTo>
                    <a:pt x="9394" y="16574"/>
                    <a:pt x="9394" y="16336"/>
                    <a:pt x="9894" y="16098"/>
                  </a:cubicBezTo>
                  <a:cubicBezTo>
                    <a:pt x="10184" y="15963"/>
                    <a:pt x="10571" y="15848"/>
                    <a:pt x="10942" y="15848"/>
                  </a:cubicBezTo>
                  <a:cubicBezTo>
                    <a:pt x="11228" y="15848"/>
                    <a:pt x="11504" y="15916"/>
                    <a:pt x="11716" y="16098"/>
                  </a:cubicBezTo>
                  <a:cubicBezTo>
                    <a:pt x="11890" y="16243"/>
                    <a:pt x="12124" y="16298"/>
                    <a:pt x="12365" y="16298"/>
                  </a:cubicBezTo>
                  <a:cubicBezTo>
                    <a:pt x="12816" y="16298"/>
                    <a:pt x="13291" y="16102"/>
                    <a:pt x="13431" y="15931"/>
                  </a:cubicBezTo>
                  <a:cubicBezTo>
                    <a:pt x="13633" y="15681"/>
                    <a:pt x="14252" y="14943"/>
                    <a:pt x="14752" y="14907"/>
                  </a:cubicBezTo>
                  <a:cubicBezTo>
                    <a:pt x="15252" y="14883"/>
                    <a:pt x="16074" y="14907"/>
                    <a:pt x="16383" y="14633"/>
                  </a:cubicBezTo>
                  <a:cubicBezTo>
                    <a:pt x="16717" y="14348"/>
                    <a:pt x="17919" y="13740"/>
                    <a:pt x="18134" y="13264"/>
                  </a:cubicBezTo>
                  <a:cubicBezTo>
                    <a:pt x="18336" y="12764"/>
                    <a:pt x="19157" y="11371"/>
                    <a:pt x="19157" y="10907"/>
                  </a:cubicBezTo>
                  <a:cubicBezTo>
                    <a:pt x="19157" y="10479"/>
                    <a:pt x="20432" y="9686"/>
                    <a:pt x="20958" y="9686"/>
                  </a:cubicBezTo>
                  <a:cubicBezTo>
                    <a:pt x="21003" y="9686"/>
                    <a:pt x="21042" y="9692"/>
                    <a:pt x="21074" y="9704"/>
                  </a:cubicBezTo>
                  <a:cubicBezTo>
                    <a:pt x="21115" y="9718"/>
                    <a:pt x="21157" y="9724"/>
                    <a:pt x="21200" y="9724"/>
                  </a:cubicBezTo>
                  <a:cubicBezTo>
                    <a:pt x="21608" y="9724"/>
                    <a:pt x="22094" y="9168"/>
                    <a:pt x="22277" y="9168"/>
                  </a:cubicBezTo>
                  <a:cubicBezTo>
                    <a:pt x="22347" y="9168"/>
                    <a:pt x="22464" y="9180"/>
                    <a:pt x="22603" y="9180"/>
                  </a:cubicBezTo>
                  <a:cubicBezTo>
                    <a:pt x="22887" y="9180"/>
                    <a:pt x="23259" y="9131"/>
                    <a:pt x="23491" y="8835"/>
                  </a:cubicBezTo>
                  <a:cubicBezTo>
                    <a:pt x="23849" y="8406"/>
                    <a:pt x="24122" y="8121"/>
                    <a:pt x="24408" y="7704"/>
                  </a:cubicBezTo>
                  <a:cubicBezTo>
                    <a:pt x="24789" y="7311"/>
                    <a:pt x="25003" y="6668"/>
                    <a:pt x="23968" y="6359"/>
                  </a:cubicBezTo>
                  <a:cubicBezTo>
                    <a:pt x="22944" y="6025"/>
                    <a:pt x="22182" y="5930"/>
                    <a:pt x="21563" y="5597"/>
                  </a:cubicBezTo>
                  <a:cubicBezTo>
                    <a:pt x="20969" y="5259"/>
                    <a:pt x="20387" y="5013"/>
                    <a:pt x="19917" y="5013"/>
                  </a:cubicBezTo>
                  <a:cubicBezTo>
                    <a:pt x="19906" y="5013"/>
                    <a:pt x="19895" y="5013"/>
                    <a:pt x="19884" y="5013"/>
                  </a:cubicBezTo>
                  <a:cubicBezTo>
                    <a:pt x="19873" y="5013"/>
                    <a:pt x="19862" y="5014"/>
                    <a:pt x="19850" y="5014"/>
                  </a:cubicBezTo>
                  <a:cubicBezTo>
                    <a:pt x="19533" y="5014"/>
                    <a:pt x="19012" y="4910"/>
                    <a:pt x="18538" y="4910"/>
                  </a:cubicBezTo>
                  <a:cubicBezTo>
                    <a:pt x="18302" y="4910"/>
                    <a:pt x="18077" y="4936"/>
                    <a:pt x="17895" y="5013"/>
                  </a:cubicBezTo>
                  <a:cubicBezTo>
                    <a:pt x="17324" y="5251"/>
                    <a:pt x="16717" y="6430"/>
                    <a:pt x="15836" y="6632"/>
                  </a:cubicBezTo>
                  <a:cubicBezTo>
                    <a:pt x="15683" y="6670"/>
                    <a:pt x="15491" y="6687"/>
                    <a:pt x="15273" y="6687"/>
                  </a:cubicBezTo>
                  <a:cubicBezTo>
                    <a:pt x="14247" y="6687"/>
                    <a:pt x="12665" y="6316"/>
                    <a:pt x="12145" y="6001"/>
                  </a:cubicBezTo>
                  <a:cubicBezTo>
                    <a:pt x="11537" y="5608"/>
                    <a:pt x="11359" y="4823"/>
                    <a:pt x="11537" y="4430"/>
                  </a:cubicBezTo>
                  <a:cubicBezTo>
                    <a:pt x="11716" y="4049"/>
                    <a:pt x="11787" y="3346"/>
                    <a:pt x="11740" y="3084"/>
                  </a:cubicBezTo>
                  <a:cubicBezTo>
                    <a:pt x="11704" y="2810"/>
                    <a:pt x="12633" y="2322"/>
                    <a:pt x="12954" y="1977"/>
                  </a:cubicBezTo>
                  <a:cubicBezTo>
                    <a:pt x="13276" y="1632"/>
                    <a:pt x="13573" y="548"/>
                    <a:pt x="12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22"/>
            <p:cNvSpPr/>
            <p:nvPr/>
          </p:nvSpPr>
          <p:spPr>
            <a:xfrm>
              <a:off x="951664" y="4213956"/>
              <a:ext cx="884160" cy="1042550"/>
            </a:xfrm>
            <a:custGeom>
              <a:rect b="b" l="l" r="r" t="t"/>
              <a:pathLst>
                <a:path extrusionOk="0" h="23110" w="19599">
                  <a:moveTo>
                    <a:pt x="5062" y="0"/>
                  </a:moveTo>
                  <a:cubicBezTo>
                    <a:pt x="4588" y="0"/>
                    <a:pt x="4017" y="122"/>
                    <a:pt x="3706" y="122"/>
                  </a:cubicBezTo>
                  <a:cubicBezTo>
                    <a:pt x="3664" y="122"/>
                    <a:pt x="3627" y="120"/>
                    <a:pt x="3596" y="115"/>
                  </a:cubicBezTo>
                  <a:cubicBezTo>
                    <a:pt x="3575" y="112"/>
                    <a:pt x="3553" y="110"/>
                    <a:pt x="3529" y="110"/>
                  </a:cubicBezTo>
                  <a:cubicBezTo>
                    <a:pt x="3139" y="110"/>
                    <a:pt x="2420" y="558"/>
                    <a:pt x="2263" y="794"/>
                  </a:cubicBezTo>
                  <a:cubicBezTo>
                    <a:pt x="2096" y="1056"/>
                    <a:pt x="2096" y="2580"/>
                    <a:pt x="2263" y="2854"/>
                  </a:cubicBezTo>
                  <a:cubicBezTo>
                    <a:pt x="2429" y="3116"/>
                    <a:pt x="2263" y="3556"/>
                    <a:pt x="1858" y="4187"/>
                  </a:cubicBezTo>
                  <a:cubicBezTo>
                    <a:pt x="1453" y="4830"/>
                    <a:pt x="977" y="5640"/>
                    <a:pt x="489" y="6128"/>
                  </a:cubicBezTo>
                  <a:cubicBezTo>
                    <a:pt x="0" y="6616"/>
                    <a:pt x="227" y="9354"/>
                    <a:pt x="489" y="9664"/>
                  </a:cubicBezTo>
                  <a:cubicBezTo>
                    <a:pt x="762" y="9985"/>
                    <a:pt x="1501" y="11498"/>
                    <a:pt x="2525" y="11926"/>
                  </a:cubicBezTo>
                  <a:cubicBezTo>
                    <a:pt x="3537" y="12343"/>
                    <a:pt x="4751" y="13105"/>
                    <a:pt x="4751" y="13105"/>
                  </a:cubicBezTo>
                  <a:cubicBezTo>
                    <a:pt x="6620" y="14129"/>
                    <a:pt x="6668" y="15855"/>
                    <a:pt x="6513" y="16189"/>
                  </a:cubicBezTo>
                  <a:cubicBezTo>
                    <a:pt x="6335" y="16498"/>
                    <a:pt x="6251" y="17546"/>
                    <a:pt x="5715" y="17903"/>
                  </a:cubicBezTo>
                  <a:cubicBezTo>
                    <a:pt x="5180" y="18260"/>
                    <a:pt x="5977" y="19094"/>
                    <a:pt x="5370" y="19963"/>
                  </a:cubicBezTo>
                  <a:cubicBezTo>
                    <a:pt x="4763" y="20832"/>
                    <a:pt x="3668" y="21796"/>
                    <a:pt x="3239" y="22332"/>
                  </a:cubicBezTo>
                  <a:cubicBezTo>
                    <a:pt x="2810" y="22880"/>
                    <a:pt x="2810" y="23035"/>
                    <a:pt x="3572" y="23106"/>
                  </a:cubicBezTo>
                  <a:cubicBezTo>
                    <a:pt x="3593" y="23108"/>
                    <a:pt x="3615" y="23109"/>
                    <a:pt x="3638" y="23109"/>
                  </a:cubicBezTo>
                  <a:cubicBezTo>
                    <a:pt x="4422" y="23109"/>
                    <a:pt x="6317" y="21943"/>
                    <a:pt x="6942" y="21677"/>
                  </a:cubicBezTo>
                  <a:cubicBezTo>
                    <a:pt x="7609" y="21392"/>
                    <a:pt x="7704" y="19808"/>
                    <a:pt x="8406" y="19213"/>
                  </a:cubicBezTo>
                  <a:cubicBezTo>
                    <a:pt x="9109" y="18617"/>
                    <a:pt x="9954" y="18558"/>
                    <a:pt x="10978" y="18320"/>
                  </a:cubicBezTo>
                  <a:cubicBezTo>
                    <a:pt x="11990" y="18058"/>
                    <a:pt x="13657" y="17320"/>
                    <a:pt x="14407" y="17046"/>
                  </a:cubicBezTo>
                  <a:cubicBezTo>
                    <a:pt x="15133" y="16784"/>
                    <a:pt x="15109" y="16355"/>
                    <a:pt x="15431" y="15760"/>
                  </a:cubicBezTo>
                  <a:cubicBezTo>
                    <a:pt x="15764" y="15165"/>
                    <a:pt x="16562" y="14629"/>
                    <a:pt x="16931" y="14296"/>
                  </a:cubicBezTo>
                  <a:cubicBezTo>
                    <a:pt x="17312" y="13974"/>
                    <a:pt x="17515" y="12843"/>
                    <a:pt x="17253" y="12569"/>
                  </a:cubicBezTo>
                  <a:cubicBezTo>
                    <a:pt x="16979" y="12307"/>
                    <a:pt x="16812" y="11331"/>
                    <a:pt x="17253" y="10700"/>
                  </a:cubicBezTo>
                  <a:cubicBezTo>
                    <a:pt x="17681" y="10057"/>
                    <a:pt x="18336" y="9033"/>
                    <a:pt x="18860" y="8390"/>
                  </a:cubicBezTo>
                  <a:cubicBezTo>
                    <a:pt x="19396" y="7747"/>
                    <a:pt x="19598" y="7211"/>
                    <a:pt x="18955" y="6783"/>
                  </a:cubicBezTo>
                  <a:cubicBezTo>
                    <a:pt x="18336" y="6354"/>
                    <a:pt x="17157" y="6021"/>
                    <a:pt x="16633" y="5914"/>
                  </a:cubicBezTo>
                  <a:cubicBezTo>
                    <a:pt x="16121" y="5818"/>
                    <a:pt x="16193" y="5342"/>
                    <a:pt x="15276" y="4806"/>
                  </a:cubicBezTo>
                  <a:cubicBezTo>
                    <a:pt x="14359" y="4270"/>
                    <a:pt x="13716" y="3449"/>
                    <a:pt x="13169" y="2639"/>
                  </a:cubicBezTo>
                  <a:cubicBezTo>
                    <a:pt x="12757" y="2039"/>
                    <a:pt x="12116" y="1648"/>
                    <a:pt x="11550" y="1648"/>
                  </a:cubicBezTo>
                  <a:cubicBezTo>
                    <a:pt x="11363" y="1648"/>
                    <a:pt x="11185" y="1691"/>
                    <a:pt x="11026" y="1782"/>
                  </a:cubicBezTo>
                  <a:cubicBezTo>
                    <a:pt x="10887" y="1863"/>
                    <a:pt x="10742" y="1895"/>
                    <a:pt x="10591" y="1895"/>
                  </a:cubicBezTo>
                  <a:cubicBezTo>
                    <a:pt x="10032" y="1895"/>
                    <a:pt x="9402" y="1451"/>
                    <a:pt x="8763" y="1413"/>
                  </a:cubicBezTo>
                  <a:cubicBezTo>
                    <a:pt x="7942" y="1353"/>
                    <a:pt x="6132" y="377"/>
                    <a:pt x="5644" y="115"/>
                  </a:cubicBezTo>
                  <a:cubicBezTo>
                    <a:pt x="5501" y="29"/>
                    <a:pt x="5293" y="0"/>
                    <a:pt x="50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22"/>
            <p:cNvSpPr/>
            <p:nvPr/>
          </p:nvSpPr>
          <p:spPr>
            <a:xfrm>
              <a:off x="1681094" y="3241545"/>
              <a:ext cx="425952" cy="513064"/>
            </a:xfrm>
            <a:custGeom>
              <a:rect b="b" l="l" r="r" t="t"/>
              <a:pathLst>
                <a:path extrusionOk="0" h="11373" w="9442">
                  <a:moveTo>
                    <a:pt x="1941" y="1"/>
                  </a:moveTo>
                  <a:cubicBezTo>
                    <a:pt x="1941" y="1"/>
                    <a:pt x="1643" y="429"/>
                    <a:pt x="1179" y="858"/>
                  </a:cubicBezTo>
                  <a:cubicBezTo>
                    <a:pt x="714" y="1299"/>
                    <a:pt x="595" y="1608"/>
                    <a:pt x="476" y="1858"/>
                  </a:cubicBezTo>
                  <a:cubicBezTo>
                    <a:pt x="357" y="2108"/>
                    <a:pt x="0" y="3180"/>
                    <a:pt x="143" y="3644"/>
                  </a:cubicBezTo>
                  <a:cubicBezTo>
                    <a:pt x="286" y="4109"/>
                    <a:pt x="226" y="4430"/>
                    <a:pt x="750" y="4823"/>
                  </a:cubicBezTo>
                  <a:cubicBezTo>
                    <a:pt x="1286" y="5204"/>
                    <a:pt x="1762" y="5347"/>
                    <a:pt x="1524" y="6073"/>
                  </a:cubicBezTo>
                  <a:cubicBezTo>
                    <a:pt x="1286" y="6787"/>
                    <a:pt x="1465" y="7561"/>
                    <a:pt x="1215" y="7942"/>
                  </a:cubicBezTo>
                  <a:cubicBezTo>
                    <a:pt x="953" y="8335"/>
                    <a:pt x="929" y="9073"/>
                    <a:pt x="1524" y="9585"/>
                  </a:cubicBezTo>
                  <a:cubicBezTo>
                    <a:pt x="2119" y="10085"/>
                    <a:pt x="2858" y="9966"/>
                    <a:pt x="3036" y="10014"/>
                  </a:cubicBezTo>
                  <a:cubicBezTo>
                    <a:pt x="3203" y="10062"/>
                    <a:pt x="3917" y="10407"/>
                    <a:pt x="4024" y="10621"/>
                  </a:cubicBezTo>
                  <a:cubicBezTo>
                    <a:pt x="4132" y="10847"/>
                    <a:pt x="4715" y="11097"/>
                    <a:pt x="5144" y="11312"/>
                  </a:cubicBezTo>
                  <a:cubicBezTo>
                    <a:pt x="5231" y="11353"/>
                    <a:pt x="5318" y="11373"/>
                    <a:pt x="5401" y="11373"/>
                  </a:cubicBezTo>
                  <a:cubicBezTo>
                    <a:pt x="5728" y="11373"/>
                    <a:pt x="6013" y="11076"/>
                    <a:pt x="6156" y="10621"/>
                  </a:cubicBezTo>
                  <a:cubicBezTo>
                    <a:pt x="6280" y="10233"/>
                    <a:pt x="6674" y="10062"/>
                    <a:pt x="7038" y="10062"/>
                  </a:cubicBezTo>
                  <a:cubicBezTo>
                    <a:pt x="7199" y="10062"/>
                    <a:pt x="7354" y="10095"/>
                    <a:pt x="7477" y="10157"/>
                  </a:cubicBezTo>
                  <a:cubicBezTo>
                    <a:pt x="7783" y="10329"/>
                    <a:pt x="8127" y="10440"/>
                    <a:pt x="8405" y="10440"/>
                  </a:cubicBezTo>
                  <a:cubicBezTo>
                    <a:pt x="8473" y="10440"/>
                    <a:pt x="8538" y="10433"/>
                    <a:pt x="8596" y="10419"/>
                  </a:cubicBezTo>
                  <a:cubicBezTo>
                    <a:pt x="8870" y="10335"/>
                    <a:pt x="9430" y="10133"/>
                    <a:pt x="9442" y="10133"/>
                  </a:cubicBezTo>
                  <a:cubicBezTo>
                    <a:pt x="7799" y="6156"/>
                    <a:pt x="5203" y="2680"/>
                    <a:pt x="19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22"/>
            <p:cNvSpPr/>
            <p:nvPr/>
          </p:nvSpPr>
          <p:spPr>
            <a:xfrm>
              <a:off x="1017168" y="3851337"/>
              <a:ext cx="245547" cy="256735"/>
            </a:xfrm>
            <a:custGeom>
              <a:rect b="b" l="l" r="r" t="t"/>
              <a:pathLst>
                <a:path extrusionOk="0" h="5691" w="5443">
                  <a:moveTo>
                    <a:pt x="3318" y="0"/>
                  </a:moveTo>
                  <a:cubicBezTo>
                    <a:pt x="3147" y="0"/>
                    <a:pt x="2966" y="41"/>
                    <a:pt x="2799" y="140"/>
                  </a:cubicBezTo>
                  <a:cubicBezTo>
                    <a:pt x="2311" y="426"/>
                    <a:pt x="2108" y="1081"/>
                    <a:pt x="2025" y="1545"/>
                  </a:cubicBezTo>
                  <a:cubicBezTo>
                    <a:pt x="1930" y="1986"/>
                    <a:pt x="1037" y="2331"/>
                    <a:pt x="1073" y="3153"/>
                  </a:cubicBezTo>
                  <a:cubicBezTo>
                    <a:pt x="1073" y="3153"/>
                    <a:pt x="1073" y="3641"/>
                    <a:pt x="715" y="3974"/>
                  </a:cubicBezTo>
                  <a:cubicBezTo>
                    <a:pt x="358" y="4296"/>
                    <a:pt x="1" y="4867"/>
                    <a:pt x="358" y="4939"/>
                  </a:cubicBezTo>
                  <a:cubicBezTo>
                    <a:pt x="715" y="5010"/>
                    <a:pt x="1477" y="5117"/>
                    <a:pt x="1656" y="5224"/>
                  </a:cubicBezTo>
                  <a:cubicBezTo>
                    <a:pt x="1808" y="5306"/>
                    <a:pt x="2516" y="5690"/>
                    <a:pt x="2875" y="5690"/>
                  </a:cubicBezTo>
                  <a:cubicBezTo>
                    <a:pt x="2937" y="5690"/>
                    <a:pt x="2989" y="5679"/>
                    <a:pt x="3025" y="5653"/>
                  </a:cubicBezTo>
                  <a:cubicBezTo>
                    <a:pt x="3275" y="5474"/>
                    <a:pt x="3454" y="5034"/>
                    <a:pt x="3716" y="5010"/>
                  </a:cubicBezTo>
                  <a:cubicBezTo>
                    <a:pt x="3966" y="4986"/>
                    <a:pt x="4037" y="4343"/>
                    <a:pt x="4252" y="4129"/>
                  </a:cubicBezTo>
                  <a:cubicBezTo>
                    <a:pt x="4454" y="3926"/>
                    <a:pt x="5216" y="3212"/>
                    <a:pt x="5287" y="2641"/>
                  </a:cubicBezTo>
                  <a:cubicBezTo>
                    <a:pt x="5359" y="2069"/>
                    <a:pt x="5442" y="1212"/>
                    <a:pt x="5287" y="986"/>
                  </a:cubicBezTo>
                  <a:cubicBezTo>
                    <a:pt x="5144" y="771"/>
                    <a:pt x="4144" y="640"/>
                    <a:pt x="4037" y="355"/>
                  </a:cubicBezTo>
                  <a:cubicBezTo>
                    <a:pt x="3966" y="164"/>
                    <a:pt x="3661" y="0"/>
                    <a:pt x="33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22"/>
            <p:cNvSpPr/>
            <p:nvPr/>
          </p:nvSpPr>
          <p:spPr>
            <a:xfrm>
              <a:off x="1239755" y="3990917"/>
              <a:ext cx="161503" cy="96947"/>
            </a:xfrm>
            <a:custGeom>
              <a:rect b="b" l="l" r="r" t="t"/>
              <a:pathLst>
                <a:path extrusionOk="0" h="2149" w="3580">
                  <a:moveTo>
                    <a:pt x="1975" y="1"/>
                  </a:moveTo>
                  <a:cubicBezTo>
                    <a:pt x="1925" y="1"/>
                    <a:pt x="1866" y="15"/>
                    <a:pt x="1794" y="47"/>
                  </a:cubicBezTo>
                  <a:cubicBezTo>
                    <a:pt x="1413" y="225"/>
                    <a:pt x="1520" y="297"/>
                    <a:pt x="1330" y="440"/>
                  </a:cubicBezTo>
                  <a:cubicBezTo>
                    <a:pt x="1175" y="606"/>
                    <a:pt x="877" y="832"/>
                    <a:pt x="877" y="832"/>
                  </a:cubicBezTo>
                  <a:cubicBezTo>
                    <a:pt x="877" y="832"/>
                    <a:pt x="461" y="1213"/>
                    <a:pt x="163" y="1630"/>
                  </a:cubicBezTo>
                  <a:cubicBezTo>
                    <a:pt x="1" y="1857"/>
                    <a:pt x="164" y="1901"/>
                    <a:pt x="381" y="1901"/>
                  </a:cubicBezTo>
                  <a:cubicBezTo>
                    <a:pt x="514" y="1901"/>
                    <a:pt x="667" y="1884"/>
                    <a:pt x="777" y="1884"/>
                  </a:cubicBezTo>
                  <a:cubicBezTo>
                    <a:pt x="817" y="1884"/>
                    <a:pt x="851" y="1886"/>
                    <a:pt x="877" y="1892"/>
                  </a:cubicBezTo>
                  <a:cubicBezTo>
                    <a:pt x="1052" y="1923"/>
                    <a:pt x="1111" y="2149"/>
                    <a:pt x="1392" y="2149"/>
                  </a:cubicBezTo>
                  <a:cubicBezTo>
                    <a:pt x="1437" y="2149"/>
                    <a:pt x="1487" y="2143"/>
                    <a:pt x="1544" y="2130"/>
                  </a:cubicBezTo>
                  <a:cubicBezTo>
                    <a:pt x="1713" y="2087"/>
                    <a:pt x="1753" y="2081"/>
                    <a:pt x="1765" y="2081"/>
                  </a:cubicBezTo>
                  <a:cubicBezTo>
                    <a:pt x="1770" y="2081"/>
                    <a:pt x="1770" y="2082"/>
                    <a:pt x="1773" y="2082"/>
                  </a:cubicBezTo>
                  <a:cubicBezTo>
                    <a:pt x="1780" y="2082"/>
                    <a:pt x="1801" y="2075"/>
                    <a:pt x="1961" y="2023"/>
                  </a:cubicBezTo>
                  <a:cubicBezTo>
                    <a:pt x="2354" y="1892"/>
                    <a:pt x="2473" y="1928"/>
                    <a:pt x="2854" y="1892"/>
                  </a:cubicBezTo>
                  <a:cubicBezTo>
                    <a:pt x="3247" y="1845"/>
                    <a:pt x="3163" y="1571"/>
                    <a:pt x="3366" y="1321"/>
                  </a:cubicBezTo>
                  <a:cubicBezTo>
                    <a:pt x="3568" y="1083"/>
                    <a:pt x="3580" y="856"/>
                    <a:pt x="3366" y="654"/>
                  </a:cubicBezTo>
                  <a:cubicBezTo>
                    <a:pt x="3331" y="621"/>
                    <a:pt x="3299" y="608"/>
                    <a:pt x="3268" y="608"/>
                  </a:cubicBezTo>
                  <a:cubicBezTo>
                    <a:pt x="3149" y="608"/>
                    <a:pt x="3045" y="800"/>
                    <a:pt x="2875" y="800"/>
                  </a:cubicBezTo>
                  <a:cubicBezTo>
                    <a:pt x="2800" y="800"/>
                    <a:pt x="2712" y="762"/>
                    <a:pt x="2604" y="654"/>
                  </a:cubicBezTo>
                  <a:cubicBezTo>
                    <a:pt x="2261" y="311"/>
                    <a:pt x="2208" y="1"/>
                    <a:pt x="19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8" name="Google Shape;6988;p122"/>
          <p:cNvSpPr/>
          <p:nvPr/>
        </p:nvSpPr>
        <p:spPr>
          <a:xfrm rot="8240945">
            <a:off x="4518426" y="3145922"/>
            <a:ext cx="215973" cy="458007"/>
          </a:xfrm>
          <a:custGeom>
            <a:rect b="b" l="l" r="r" t="t"/>
            <a:pathLst>
              <a:path extrusionOk="0" h="20075" w="7800">
                <a:moveTo>
                  <a:pt x="4323" y="0"/>
                </a:moveTo>
                <a:cubicBezTo>
                  <a:pt x="2204" y="3013"/>
                  <a:pt x="1" y="6299"/>
                  <a:pt x="84" y="9978"/>
                </a:cubicBezTo>
                <a:cubicBezTo>
                  <a:pt x="120" y="11918"/>
                  <a:pt x="811" y="13800"/>
                  <a:pt x="1596" y="15586"/>
                </a:cubicBezTo>
                <a:cubicBezTo>
                  <a:pt x="2335" y="17217"/>
                  <a:pt x="3168" y="18872"/>
                  <a:pt x="4490" y="20074"/>
                </a:cubicBezTo>
                <a:cubicBezTo>
                  <a:pt x="4454" y="18991"/>
                  <a:pt x="5156" y="18205"/>
                  <a:pt x="5680" y="17252"/>
                </a:cubicBezTo>
                <a:cubicBezTo>
                  <a:pt x="6811" y="15193"/>
                  <a:pt x="7800" y="12930"/>
                  <a:pt x="7538" y="10597"/>
                </a:cubicBezTo>
                <a:cubicBezTo>
                  <a:pt x="7371" y="9216"/>
                  <a:pt x="6776" y="7918"/>
                  <a:pt x="6252" y="6620"/>
                </a:cubicBezTo>
                <a:cubicBezTo>
                  <a:pt x="5394" y="4453"/>
                  <a:pt x="4692" y="2322"/>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sp>
        <p:nvSpPr>
          <p:cNvPr id="6993" name="Google Shape;6993;p123"/>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RECYCLING ICON PACK</a:t>
            </a:r>
            <a:endParaRPr/>
          </a:p>
        </p:txBody>
      </p:sp>
      <p:grpSp>
        <p:nvGrpSpPr>
          <p:cNvPr id="6994" name="Google Shape;6994;p123"/>
          <p:cNvGrpSpPr/>
          <p:nvPr/>
        </p:nvGrpSpPr>
        <p:grpSpPr>
          <a:xfrm>
            <a:off x="7732422" y="3768644"/>
            <a:ext cx="385405" cy="438408"/>
            <a:chOff x="6093300" y="3865200"/>
            <a:chExt cx="300675" cy="342025"/>
          </a:xfrm>
        </p:grpSpPr>
        <p:sp>
          <p:nvSpPr>
            <p:cNvPr id="6995" name="Google Shape;6995;p123"/>
            <p:cNvSpPr/>
            <p:nvPr/>
          </p:nvSpPr>
          <p:spPr>
            <a:xfrm>
              <a:off x="6203150" y="3975925"/>
              <a:ext cx="80375" cy="80075"/>
            </a:xfrm>
            <a:custGeom>
              <a:rect b="b" l="l" r="r" t="t"/>
              <a:pathLst>
                <a:path extrusionOk="0" h="3203" w="3215">
                  <a:moveTo>
                    <a:pt x="1608" y="1179"/>
                  </a:moveTo>
                  <a:cubicBezTo>
                    <a:pt x="1834" y="1179"/>
                    <a:pt x="2012" y="1369"/>
                    <a:pt x="2012" y="1584"/>
                  </a:cubicBezTo>
                  <a:cubicBezTo>
                    <a:pt x="2012" y="1810"/>
                    <a:pt x="1834" y="1988"/>
                    <a:pt x="1608" y="1988"/>
                  </a:cubicBezTo>
                  <a:cubicBezTo>
                    <a:pt x="1381" y="1988"/>
                    <a:pt x="1203" y="1810"/>
                    <a:pt x="1203" y="1584"/>
                  </a:cubicBezTo>
                  <a:cubicBezTo>
                    <a:pt x="1203" y="1369"/>
                    <a:pt x="1381" y="1179"/>
                    <a:pt x="1608" y="1179"/>
                  </a:cubicBezTo>
                  <a:close/>
                  <a:moveTo>
                    <a:pt x="1608" y="0"/>
                  </a:moveTo>
                  <a:cubicBezTo>
                    <a:pt x="715" y="0"/>
                    <a:pt x="0" y="715"/>
                    <a:pt x="0" y="1607"/>
                  </a:cubicBezTo>
                  <a:cubicBezTo>
                    <a:pt x="0" y="2500"/>
                    <a:pt x="715" y="3203"/>
                    <a:pt x="1608" y="3203"/>
                  </a:cubicBezTo>
                  <a:cubicBezTo>
                    <a:pt x="2501" y="3203"/>
                    <a:pt x="3215" y="2500"/>
                    <a:pt x="3215" y="1607"/>
                  </a:cubicBezTo>
                  <a:cubicBezTo>
                    <a:pt x="3215" y="715"/>
                    <a:pt x="2501" y="0"/>
                    <a:pt x="16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23"/>
            <p:cNvSpPr/>
            <p:nvPr/>
          </p:nvSpPr>
          <p:spPr>
            <a:xfrm>
              <a:off x="6213275" y="3865200"/>
              <a:ext cx="180700" cy="173250"/>
            </a:xfrm>
            <a:custGeom>
              <a:rect b="b" l="l" r="r" t="t"/>
              <a:pathLst>
                <a:path extrusionOk="0" h="6930" w="7228">
                  <a:moveTo>
                    <a:pt x="1203" y="0"/>
                  </a:moveTo>
                  <a:lnTo>
                    <a:pt x="1203" y="36"/>
                  </a:lnTo>
                  <a:cubicBezTo>
                    <a:pt x="1119" y="167"/>
                    <a:pt x="0" y="953"/>
                    <a:pt x="0" y="2536"/>
                  </a:cubicBezTo>
                  <a:lnTo>
                    <a:pt x="0" y="3929"/>
                  </a:lnTo>
                  <a:cubicBezTo>
                    <a:pt x="357" y="3727"/>
                    <a:pt x="762" y="3608"/>
                    <a:pt x="1203" y="3608"/>
                  </a:cubicBezTo>
                  <a:cubicBezTo>
                    <a:pt x="1655" y="3608"/>
                    <a:pt x="2048" y="3739"/>
                    <a:pt x="2405" y="3929"/>
                  </a:cubicBezTo>
                  <a:lnTo>
                    <a:pt x="2405" y="2536"/>
                  </a:lnTo>
                  <a:cubicBezTo>
                    <a:pt x="2405" y="1941"/>
                    <a:pt x="2227" y="1357"/>
                    <a:pt x="1917" y="857"/>
                  </a:cubicBezTo>
                  <a:lnTo>
                    <a:pt x="1917" y="857"/>
                  </a:lnTo>
                  <a:cubicBezTo>
                    <a:pt x="4465" y="1191"/>
                    <a:pt x="6429" y="3381"/>
                    <a:pt x="6429" y="6013"/>
                  </a:cubicBezTo>
                  <a:cubicBezTo>
                    <a:pt x="6429" y="6287"/>
                    <a:pt x="6418" y="6548"/>
                    <a:pt x="6370" y="6810"/>
                  </a:cubicBezTo>
                  <a:lnTo>
                    <a:pt x="7156" y="6929"/>
                  </a:lnTo>
                  <a:cubicBezTo>
                    <a:pt x="7203" y="6632"/>
                    <a:pt x="7227" y="6310"/>
                    <a:pt x="7227" y="6013"/>
                  </a:cubicBezTo>
                  <a:cubicBezTo>
                    <a:pt x="7227" y="2703"/>
                    <a:pt x="4524" y="0"/>
                    <a:pt x="1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23"/>
            <p:cNvSpPr/>
            <p:nvPr/>
          </p:nvSpPr>
          <p:spPr>
            <a:xfrm>
              <a:off x="6149575" y="4117300"/>
              <a:ext cx="50325" cy="41100"/>
            </a:xfrm>
            <a:custGeom>
              <a:rect b="b" l="l" r="r" t="t"/>
              <a:pathLst>
                <a:path extrusionOk="0" h="1644" w="2013">
                  <a:moveTo>
                    <a:pt x="488" y="1"/>
                  </a:moveTo>
                  <a:lnTo>
                    <a:pt x="0" y="620"/>
                  </a:lnTo>
                  <a:cubicBezTo>
                    <a:pt x="572" y="1084"/>
                    <a:pt x="1226" y="1429"/>
                    <a:pt x="1917" y="1644"/>
                  </a:cubicBezTo>
                  <a:lnTo>
                    <a:pt x="2012" y="846"/>
                  </a:lnTo>
                  <a:cubicBezTo>
                    <a:pt x="1465" y="667"/>
                    <a:pt x="953" y="370"/>
                    <a:pt x="4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23"/>
            <p:cNvSpPr/>
            <p:nvPr/>
          </p:nvSpPr>
          <p:spPr>
            <a:xfrm>
              <a:off x="6273100" y="4015500"/>
              <a:ext cx="100625" cy="143500"/>
            </a:xfrm>
            <a:custGeom>
              <a:rect b="b" l="l" r="r" t="t"/>
              <a:pathLst>
                <a:path extrusionOk="0" h="5740" w="4025">
                  <a:moveTo>
                    <a:pt x="1227" y="1"/>
                  </a:moveTo>
                  <a:cubicBezTo>
                    <a:pt x="1227" y="894"/>
                    <a:pt x="727" y="1668"/>
                    <a:pt x="0" y="2084"/>
                  </a:cubicBezTo>
                  <a:lnTo>
                    <a:pt x="1227" y="2787"/>
                  </a:lnTo>
                  <a:cubicBezTo>
                    <a:pt x="1679" y="3056"/>
                    <a:pt x="2171" y="3209"/>
                    <a:pt x="2737" y="3209"/>
                  </a:cubicBezTo>
                  <a:cubicBezTo>
                    <a:pt x="2796" y="3209"/>
                    <a:pt x="2856" y="3207"/>
                    <a:pt x="2917" y="3203"/>
                  </a:cubicBezTo>
                  <a:lnTo>
                    <a:pt x="2917" y="3203"/>
                  </a:lnTo>
                  <a:cubicBezTo>
                    <a:pt x="2310" y="3989"/>
                    <a:pt x="1489" y="4585"/>
                    <a:pt x="572" y="4918"/>
                  </a:cubicBezTo>
                  <a:lnTo>
                    <a:pt x="655" y="5739"/>
                  </a:lnTo>
                  <a:cubicBezTo>
                    <a:pt x="2060" y="5275"/>
                    <a:pt x="3274" y="4323"/>
                    <a:pt x="4025" y="3013"/>
                  </a:cubicBezTo>
                  <a:lnTo>
                    <a:pt x="3989" y="3001"/>
                  </a:lnTo>
                  <a:cubicBezTo>
                    <a:pt x="3917" y="2811"/>
                    <a:pt x="3798" y="1489"/>
                    <a:pt x="2429" y="703"/>
                  </a:cubicBezTo>
                  <a:lnTo>
                    <a:pt x="12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23"/>
            <p:cNvSpPr/>
            <p:nvPr/>
          </p:nvSpPr>
          <p:spPr>
            <a:xfrm>
              <a:off x="6093300" y="3876200"/>
              <a:ext cx="120575" cy="220300"/>
            </a:xfrm>
            <a:custGeom>
              <a:rect b="b" l="l" r="r" t="t"/>
              <a:pathLst>
                <a:path extrusionOk="0" h="8812" w="4823">
                  <a:moveTo>
                    <a:pt x="3835" y="1"/>
                  </a:moveTo>
                  <a:cubicBezTo>
                    <a:pt x="1513" y="905"/>
                    <a:pt x="1" y="3108"/>
                    <a:pt x="1" y="5608"/>
                  </a:cubicBezTo>
                  <a:cubicBezTo>
                    <a:pt x="1" y="6668"/>
                    <a:pt x="287" y="7704"/>
                    <a:pt x="810" y="8609"/>
                  </a:cubicBezTo>
                  <a:lnTo>
                    <a:pt x="834" y="8597"/>
                  </a:lnTo>
                  <a:cubicBezTo>
                    <a:pt x="1072" y="8656"/>
                    <a:pt x="1477" y="8811"/>
                    <a:pt x="2049" y="8811"/>
                  </a:cubicBezTo>
                  <a:cubicBezTo>
                    <a:pt x="2596" y="8811"/>
                    <a:pt x="3132" y="8656"/>
                    <a:pt x="3608" y="8394"/>
                  </a:cubicBezTo>
                  <a:lnTo>
                    <a:pt x="4823" y="7692"/>
                  </a:lnTo>
                  <a:cubicBezTo>
                    <a:pt x="4097" y="7240"/>
                    <a:pt x="3608" y="6466"/>
                    <a:pt x="3608" y="5573"/>
                  </a:cubicBezTo>
                  <a:lnTo>
                    <a:pt x="2406" y="6275"/>
                  </a:lnTo>
                  <a:cubicBezTo>
                    <a:pt x="1882" y="6573"/>
                    <a:pt x="1465" y="7025"/>
                    <a:pt x="1191" y="7561"/>
                  </a:cubicBezTo>
                  <a:cubicBezTo>
                    <a:pt x="941" y="6930"/>
                    <a:pt x="810" y="6263"/>
                    <a:pt x="810" y="5596"/>
                  </a:cubicBezTo>
                  <a:cubicBezTo>
                    <a:pt x="810" y="3430"/>
                    <a:pt x="2120" y="1513"/>
                    <a:pt x="4132" y="739"/>
                  </a:cubicBezTo>
                  <a:lnTo>
                    <a:pt x="383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23"/>
            <p:cNvSpPr/>
            <p:nvPr/>
          </p:nvSpPr>
          <p:spPr>
            <a:xfrm>
              <a:off x="6199875" y="4075625"/>
              <a:ext cx="87525" cy="70275"/>
            </a:xfrm>
            <a:custGeom>
              <a:rect b="b" l="l" r="r" t="t"/>
              <a:pathLst>
                <a:path extrusionOk="0" h="2811" w="3501">
                  <a:moveTo>
                    <a:pt x="1620" y="1"/>
                  </a:moveTo>
                  <a:lnTo>
                    <a:pt x="191" y="810"/>
                  </a:lnTo>
                  <a:lnTo>
                    <a:pt x="0" y="2513"/>
                  </a:lnTo>
                  <a:cubicBezTo>
                    <a:pt x="548" y="2703"/>
                    <a:pt x="1143" y="2811"/>
                    <a:pt x="1751" y="2811"/>
                  </a:cubicBezTo>
                  <a:cubicBezTo>
                    <a:pt x="2346" y="2811"/>
                    <a:pt x="2941" y="2703"/>
                    <a:pt x="3501" y="2513"/>
                  </a:cubicBezTo>
                  <a:lnTo>
                    <a:pt x="3322" y="810"/>
                  </a:lnTo>
                  <a:lnTo>
                    <a:pt x="1893" y="1"/>
                  </a:lnTo>
                  <a:cubicBezTo>
                    <a:pt x="1846" y="1"/>
                    <a:pt x="1798" y="13"/>
                    <a:pt x="1751" y="13"/>
                  </a:cubicBezTo>
                  <a:cubicBezTo>
                    <a:pt x="1703" y="13"/>
                    <a:pt x="1667" y="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23"/>
            <p:cNvSpPr/>
            <p:nvPr/>
          </p:nvSpPr>
          <p:spPr>
            <a:xfrm>
              <a:off x="6173075" y="4158375"/>
              <a:ext cx="140225" cy="48850"/>
            </a:xfrm>
            <a:custGeom>
              <a:rect b="b" l="l" r="r" t="t"/>
              <a:pathLst>
                <a:path extrusionOk="0" h="1954" w="5609">
                  <a:moveTo>
                    <a:pt x="965" y="1"/>
                  </a:moveTo>
                  <a:lnTo>
                    <a:pt x="846" y="1156"/>
                  </a:lnTo>
                  <a:lnTo>
                    <a:pt x="1" y="1156"/>
                  </a:lnTo>
                  <a:lnTo>
                    <a:pt x="1" y="1953"/>
                  </a:lnTo>
                  <a:lnTo>
                    <a:pt x="5609" y="1953"/>
                  </a:lnTo>
                  <a:lnTo>
                    <a:pt x="5609" y="1156"/>
                  </a:lnTo>
                  <a:lnTo>
                    <a:pt x="4775" y="1156"/>
                  </a:lnTo>
                  <a:lnTo>
                    <a:pt x="4775" y="1167"/>
                  </a:lnTo>
                  <a:lnTo>
                    <a:pt x="4656" y="24"/>
                  </a:lnTo>
                  <a:cubicBezTo>
                    <a:pt x="4073" y="203"/>
                    <a:pt x="3454" y="298"/>
                    <a:pt x="2811" y="298"/>
                  </a:cubicBezTo>
                  <a:cubicBezTo>
                    <a:pt x="2191" y="298"/>
                    <a:pt x="1560" y="191"/>
                    <a:pt x="9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123"/>
          <p:cNvGrpSpPr/>
          <p:nvPr/>
        </p:nvGrpSpPr>
        <p:grpSpPr>
          <a:xfrm>
            <a:off x="7011698" y="3794953"/>
            <a:ext cx="439209" cy="385758"/>
            <a:chOff x="5531025" y="3885725"/>
            <a:chExt cx="342650" cy="300950"/>
          </a:xfrm>
        </p:grpSpPr>
        <p:sp>
          <p:nvSpPr>
            <p:cNvPr id="7003" name="Google Shape;7003;p123"/>
            <p:cNvSpPr/>
            <p:nvPr/>
          </p:nvSpPr>
          <p:spPr>
            <a:xfrm>
              <a:off x="5756650" y="4080700"/>
              <a:ext cx="16100" cy="32150"/>
            </a:xfrm>
            <a:custGeom>
              <a:rect b="b" l="l" r="r" t="t"/>
              <a:pathLst>
                <a:path extrusionOk="0" h="1286" w="644">
                  <a:moveTo>
                    <a:pt x="644" y="0"/>
                  </a:moveTo>
                  <a:lnTo>
                    <a:pt x="1" y="643"/>
                  </a:lnTo>
                  <a:lnTo>
                    <a:pt x="644" y="1286"/>
                  </a:lnTo>
                  <a:lnTo>
                    <a:pt x="64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23"/>
            <p:cNvSpPr/>
            <p:nvPr/>
          </p:nvSpPr>
          <p:spPr>
            <a:xfrm>
              <a:off x="5682250" y="4066700"/>
              <a:ext cx="47350" cy="60150"/>
            </a:xfrm>
            <a:custGeom>
              <a:rect b="b" l="l" r="r" t="t"/>
              <a:pathLst>
                <a:path extrusionOk="0" h="2406" w="1894">
                  <a:moveTo>
                    <a:pt x="0" y="1"/>
                  </a:moveTo>
                  <a:cubicBezTo>
                    <a:pt x="250" y="334"/>
                    <a:pt x="417" y="751"/>
                    <a:pt x="417" y="1203"/>
                  </a:cubicBezTo>
                  <a:cubicBezTo>
                    <a:pt x="417" y="1644"/>
                    <a:pt x="250" y="2060"/>
                    <a:pt x="0" y="2406"/>
                  </a:cubicBezTo>
                  <a:lnTo>
                    <a:pt x="12" y="2406"/>
                  </a:lnTo>
                  <a:cubicBezTo>
                    <a:pt x="822" y="2406"/>
                    <a:pt x="1548" y="1644"/>
                    <a:pt x="1893" y="1251"/>
                  </a:cubicBezTo>
                  <a:lnTo>
                    <a:pt x="1858" y="1215"/>
                  </a:lnTo>
                  <a:lnTo>
                    <a:pt x="1893" y="1155"/>
                  </a:lnTo>
                  <a:cubicBezTo>
                    <a:pt x="1548" y="739"/>
                    <a:pt x="822" y="1"/>
                    <a:pt x="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23"/>
            <p:cNvSpPr/>
            <p:nvPr/>
          </p:nvSpPr>
          <p:spPr>
            <a:xfrm>
              <a:off x="5634925" y="4073250"/>
              <a:ext cx="37825" cy="47050"/>
            </a:xfrm>
            <a:custGeom>
              <a:rect b="b" l="l" r="r" t="t"/>
              <a:pathLst>
                <a:path extrusionOk="0" h="1882" w="1513">
                  <a:moveTo>
                    <a:pt x="1048" y="0"/>
                  </a:moveTo>
                  <a:cubicBezTo>
                    <a:pt x="584" y="274"/>
                    <a:pt x="215" y="691"/>
                    <a:pt x="0" y="941"/>
                  </a:cubicBezTo>
                  <a:cubicBezTo>
                    <a:pt x="215" y="1191"/>
                    <a:pt x="584" y="1608"/>
                    <a:pt x="1048" y="1882"/>
                  </a:cubicBezTo>
                  <a:cubicBezTo>
                    <a:pt x="1334" y="1655"/>
                    <a:pt x="1512" y="1310"/>
                    <a:pt x="1512" y="941"/>
                  </a:cubicBezTo>
                  <a:cubicBezTo>
                    <a:pt x="1512" y="572"/>
                    <a:pt x="1334" y="227"/>
                    <a:pt x="10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23"/>
            <p:cNvSpPr/>
            <p:nvPr/>
          </p:nvSpPr>
          <p:spPr>
            <a:xfrm>
              <a:off x="5531025" y="3885725"/>
              <a:ext cx="342650" cy="300950"/>
            </a:xfrm>
            <a:custGeom>
              <a:rect b="b" l="l" r="r" t="t"/>
              <a:pathLst>
                <a:path extrusionOk="0" h="12038" w="13706">
                  <a:moveTo>
                    <a:pt x="10490" y="6418"/>
                  </a:moveTo>
                  <a:lnTo>
                    <a:pt x="10490" y="10430"/>
                  </a:lnTo>
                  <a:lnTo>
                    <a:pt x="9907" y="10430"/>
                  </a:lnTo>
                  <a:lnTo>
                    <a:pt x="8502" y="9037"/>
                  </a:lnTo>
                  <a:cubicBezTo>
                    <a:pt x="8061" y="9561"/>
                    <a:pt x="7169" y="10430"/>
                    <a:pt x="6061" y="10430"/>
                  </a:cubicBezTo>
                  <a:cubicBezTo>
                    <a:pt x="4871" y="10430"/>
                    <a:pt x="3859" y="9442"/>
                    <a:pt x="3180" y="8430"/>
                  </a:cubicBezTo>
                  <a:cubicBezTo>
                    <a:pt x="3859" y="7430"/>
                    <a:pt x="4871" y="6418"/>
                    <a:pt x="6061" y="6418"/>
                  </a:cubicBezTo>
                  <a:cubicBezTo>
                    <a:pt x="7169" y="6418"/>
                    <a:pt x="8061" y="7299"/>
                    <a:pt x="8502" y="7811"/>
                  </a:cubicBezTo>
                  <a:lnTo>
                    <a:pt x="9907" y="6418"/>
                  </a:lnTo>
                  <a:close/>
                  <a:moveTo>
                    <a:pt x="9264" y="1"/>
                  </a:moveTo>
                  <a:cubicBezTo>
                    <a:pt x="8169" y="1"/>
                    <a:pt x="7252" y="894"/>
                    <a:pt x="7252" y="2013"/>
                  </a:cubicBezTo>
                  <a:cubicBezTo>
                    <a:pt x="7252" y="2548"/>
                    <a:pt x="7466" y="3049"/>
                    <a:pt x="7835" y="3430"/>
                  </a:cubicBezTo>
                  <a:lnTo>
                    <a:pt x="8407" y="2858"/>
                  </a:lnTo>
                  <a:cubicBezTo>
                    <a:pt x="8181" y="2632"/>
                    <a:pt x="8050" y="2322"/>
                    <a:pt x="8050" y="2013"/>
                  </a:cubicBezTo>
                  <a:cubicBezTo>
                    <a:pt x="8050" y="1346"/>
                    <a:pt x="8573" y="810"/>
                    <a:pt x="9252" y="810"/>
                  </a:cubicBezTo>
                  <a:cubicBezTo>
                    <a:pt x="9919" y="810"/>
                    <a:pt x="10455" y="1346"/>
                    <a:pt x="10455" y="2013"/>
                  </a:cubicBezTo>
                  <a:cubicBezTo>
                    <a:pt x="10455" y="3561"/>
                    <a:pt x="9193" y="4823"/>
                    <a:pt x="7645" y="4823"/>
                  </a:cubicBezTo>
                  <a:lnTo>
                    <a:pt x="1" y="4823"/>
                  </a:lnTo>
                  <a:lnTo>
                    <a:pt x="1" y="5632"/>
                  </a:lnTo>
                  <a:lnTo>
                    <a:pt x="811" y="5632"/>
                  </a:lnTo>
                  <a:lnTo>
                    <a:pt x="811" y="11240"/>
                  </a:lnTo>
                  <a:lnTo>
                    <a:pt x="1" y="11240"/>
                  </a:lnTo>
                  <a:lnTo>
                    <a:pt x="1" y="12038"/>
                  </a:lnTo>
                  <a:lnTo>
                    <a:pt x="13681" y="12038"/>
                  </a:lnTo>
                  <a:lnTo>
                    <a:pt x="13681" y="11240"/>
                  </a:lnTo>
                  <a:lnTo>
                    <a:pt x="12884" y="11240"/>
                  </a:lnTo>
                  <a:lnTo>
                    <a:pt x="12884" y="5632"/>
                  </a:lnTo>
                  <a:lnTo>
                    <a:pt x="13705" y="5632"/>
                  </a:lnTo>
                  <a:lnTo>
                    <a:pt x="13705" y="4823"/>
                  </a:lnTo>
                  <a:lnTo>
                    <a:pt x="9907" y="4823"/>
                  </a:lnTo>
                  <a:cubicBezTo>
                    <a:pt x="10740" y="4168"/>
                    <a:pt x="11276" y="3156"/>
                    <a:pt x="11276" y="2013"/>
                  </a:cubicBezTo>
                  <a:cubicBezTo>
                    <a:pt x="11276" y="905"/>
                    <a:pt x="10383" y="1"/>
                    <a:pt x="9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123"/>
          <p:cNvGrpSpPr/>
          <p:nvPr/>
        </p:nvGrpSpPr>
        <p:grpSpPr>
          <a:xfrm>
            <a:off x="6292128" y="3768644"/>
            <a:ext cx="438792" cy="438792"/>
            <a:chOff x="4969650" y="3865200"/>
            <a:chExt cx="342325" cy="342325"/>
          </a:xfrm>
        </p:grpSpPr>
        <p:sp>
          <p:nvSpPr>
            <p:cNvPr id="7008" name="Google Shape;7008;p123"/>
            <p:cNvSpPr/>
            <p:nvPr/>
          </p:nvSpPr>
          <p:spPr>
            <a:xfrm>
              <a:off x="5050625" y="3865200"/>
              <a:ext cx="100625" cy="80375"/>
            </a:xfrm>
            <a:custGeom>
              <a:rect b="b" l="l" r="r" t="t"/>
              <a:pathLst>
                <a:path extrusionOk="0" h="3215" w="4025">
                  <a:moveTo>
                    <a:pt x="2001" y="0"/>
                  </a:moveTo>
                  <a:cubicBezTo>
                    <a:pt x="905" y="0"/>
                    <a:pt x="0" y="893"/>
                    <a:pt x="0" y="2012"/>
                  </a:cubicBezTo>
                  <a:lnTo>
                    <a:pt x="0" y="2917"/>
                  </a:lnTo>
                  <a:lnTo>
                    <a:pt x="2024" y="1167"/>
                  </a:lnTo>
                  <a:lnTo>
                    <a:pt x="2524" y="1786"/>
                  </a:lnTo>
                  <a:lnTo>
                    <a:pt x="893" y="3215"/>
                  </a:lnTo>
                  <a:lnTo>
                    <a:pt x="2001" y="3215"/>
                  </a:lnTo>
                  <a:cubicBezTo>
                    <a:pt x="3108" y="3215"/>
                    <a:pt x="4025" y="2322"/>
                    <a:pt x="4025" y="1214"/>
                  </a:cubicBezTo>
                  <a:lnTo>
                    <a:pt x="40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23"/>
            <p:cNvSpPr/>
            <p:nvPr/>
          </p:nvSpPr>
          <p:spPr>
            <a:xfrm>
              <a:off x="5191400" y="3905375"/>
              <a:ext cx="100650" cy="80400"/>
            </a:xfrm>
            <a:custGeom>
              <a:rect b="b" l="l" r="r" t="t"/>
              <a:pathLst>
                <a:path extrusionOk="0" h="3216" w="4026">
                  <a:moveTo>
                    <a:pt x="2013" y="0"/>
                  </a:moveTo>
                  <a:cubicBezTo>
                    <a:pt x="918" y="0"/>
                    <a:pt x="1" y="893"/>
                    <a:pt x="1" y="2013"/>
                  </a:cubicBezTo>
                  <a:lnTo>
                    <a:pt x="1" y="2917"/>
                  </a:lnTo>
                  <a:lnTo>
                    <a:pt x="2025" y="1167"/>
                  </a:lnTo>
                  <a:lnTo>
                    <a:pt x="2537" y="1786"/>
                  </a:lnTo>
                  <a:lnTo>
                    <a:pt x="894" y="3215"/>
                  </a:lnTo>
                  <a:lnTo>
                    <a:pt x="2013" y="3215"/>
                  </a:lnTo>
                  <a:cubicBezTo>
                    <a:pt x="3120" y="3215"/>
                    <a:pt x="4025" y="2322"/>
                    <a:pt x="4025" y="1215"/>
                  </a:cubicBezTo>
                  <a:lnTo>
                    <a:pt x="40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23"/>
            <p:cNvSpPr/>
            <p:nvPr/>
          </p:nvSpPr>
          <p:spPr>
            <a:xfrm>
              <a:off x="5175625" y="4065800"/>
              <a:ext cx="117025" cy="81600"/>
            </a:xfrm>
            <a:custGeom>
              <a:rect b="b" l="l" r="r" t="t"/>
              <a:pathLst>
                <a:path extrusionOk="0" h="3264" w="4681">
                  <a:moveTo>
                    <a:pt x="1" y="1"/>
                  </a:moveTo>
                  <a:cubicBezTo>
                    <a:pt x="144" y="1084"/>
                    <a:pt x="394" y="2215"/>
                    <a:pt x="775" y="3263"/>
                  </a:cubicBezTo>
                  <a:lnTo>
                    <a:pt x="4680" y="3263"/>
                  </a:lnTo>
                  <a:lnTo>
                    <a:pt x="4418" y="2596"/>
                  </a:lnTo>
                  <a:cubicBezTo>
                    <a:pt x="4085" y="1775"/>
                    <a:pt x="3906" y="870"/>
                    <a:pt x="38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23"/>
            <p:cNvSpPr/>
            <p:nvPr/>
          </p:nvSpPr>
          <p:spPr>
            <a:xfrm>
              <a:off x="5171775" y="4005675"/>
              <a:ext cx="100625" cy="40225"/>
            </a:xfrm>
            <a:custGeom>
              <a:rect b="b" l="l" r="r" t="t"/>
              <a:pathLst>
                <a:path extrusionOk="0" h="1609" w="4025">
                  <a:moveTo>
                    <a:pt x="0" y="1"/>
                  </a:moveTo>
                  <a:lnTo>
                    <a:pt x="0" y="394"/>
                  </a:lnTo>
                  <a:cubicBezTo>
                    <a:pt x="0" y="798"/>
                    <a:pt x="36" y="1203"/>
                    <a:pt x="60" y="1608"/>
                  </a:cubicBezTo>
                  <a:lnTo>
                    <a:pt x="4024" y="1608"/>
                  </a:lnTo>
                  <a:lnTo>
                    <a:pt x="402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23"/>
            <p:cNvSpPr/>
            <p:nvPr/>
          </p:nvSpPr>
          <p:spPr>
            <a:xfrm>
              <a:off x="4988100" y="4025625"/>
              <a:ext cx="185475" cy="121775"/>
            </a:xfrm>
            <a:custGeom>
              <a:rect b="b" l="l" r="r" t="t"/>
              <a:pathLst>
                <a:path extrusionOk="0" h="4871" w="7419">
                  <a:moveTo>
                    <a:pt x="858" y="0"/>
                  </a:moveTo>
                  <a:cubicBezTo>
                    <a:pt x="811" y="1655"/>
                    <a:pt x="537" y="3310"/>
                    <a:pt x="1" y="4870"/>
                  </a:cubicBezTo>
                  <a:lnTo>
                    <a:pt x="7419" y="4870"/>
                  </a:lnTo>
                  <a:cubicBezTo>
                    <a:pt x="6883" y="3322"/>
                    <a:pt x="6609" y="1655"/>
                    <a:pt x="65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23"/>
            <p:cNvSpPr/>
            <p:nvPr/>
          </p:nvSpPr>
          <p:spPr>
            <a:xfrm>
              <a:off x="5009850" y="3965800"/>
              <a:ext cx="141700" cy="40200"/>
            </a:xfrm>
            <a:custGeom>
              <a:rect b="b" l="l" r="r" t="t"/>
              <a:pathLst>
                <a:path extrusionOk="0" h="1608" w="5668">
                  <a:moveTo>
                    <a:pt x="0" y="0"/>
                  </a:moveTo>
                  <a:lnTo>
                    <a:pt x="0" y="1608"/>
                  </a:lnTo>
                  <a:lnTo>
                    <a:pt x="5667" y="1608"/>
                  </a:lnTo>
                  <a:lnTo>
                    <a:pt x="566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23"/>
            <p:cNvSpPr/>
            <p:nvPr/>
          </p:nvSpPr>
          <p:spPr>
            <a:xfrm>
              <a:off x="5201825" y="4167300"/>
              <a:ext cx="110150" cy="40225"/>
            </a:xfrm>
            <a:custGeom>
              <a:rect b="b" l="l" r="r" t="t"/>
              <a:pathLst>
                <a:path extrusionOk="0" h="1609" w="4406">
                  <a:moveTo>
                    <a:pt x="1" y="1"/>
                  </a:moveTo>
                  <a:lnTo>
                    <a:pt x="405" y="1049"/>
                  </a:lnTo>
                  <a:lnTo>
                    <a:pt x="405" y="1608"/>
                  </a:lnTo>
                  <a:lnTo>
                    <a:pt x="4406" y="1608"/>
                  </a:lnTo>
                  <a:lnTo>
                    <a:pt x="4406" y="1191"/>
                  </a:lnTo>
                  <a:lnTo>
                    <a:pt x="395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23"/>
            <p:cNvSpPr/>
            <p:nvPr/>
          </p:nvSpPr>
          <p:spPr>
            <a:xfrm>
              <a:off x="4969650" y="4167300"/>
              <a:ext cx="221775" cy="39925"/>
            </a:xfrm>
            <a:custGeom>
              <a:rect b="b" l="l" r="r" t="t"/>
              <a:pathLst>
                <a:path extrusionOk="0" h="1597" w="8871">
                  <a:moveTo>
                    <a:pt x="453" y="1"/>
                  </a:moveTo>
                  <a:cubicBezTo>
                    <a:pt x="453" y="1"/>
                    <a:pt x="453" y="25"/>
                    <a:pt x="441" y="25"/>
                  </a:cubicBezTo>
                  <a:lnTo>
                    <a:pt x="1" y="1049"/>
                  </a:lnTo>
                  <a:lnTo>
                    <a:pt x="1" y="1596"/>
                  </a:lnTo>
                  <a:lnTo>
                    <a:pt x="8871" y="1596"/>
                  </a:lnTo>
                  <a:lnTo>
                    <a:pt x="8871" y="1191"/>
                  </a:lnTo>
                  <a:lnTo>
                    <a:pt x="8442" y="25"/>
                  </a:lnTo>
                  <a:cubicBezTo>
                    <a:pt x="8442" y="25"/>
                    <a:pt x="8442" y="1"/>
                    <a:pt x="84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6" name="Google Shape;7016;p123"/>
          <p:cNvGrpSpPr/>
          <p:nvPr/>
        </p:nvGrpSpPr>
        <p:grpSpPr>
          <a:xfrm>
            <a:off x="4443580" y="3768644"/>
            <a:ext cx="232006" cy="438408"/>
            <a:chOff x="3527500" y="3865200"/>
            <a:chExt cx="181000" cy="342025"/>
          </a:xfrm>
        </p:grpSpPr>
        <p:sp>
          <p:nvSpPr>
            <p:cNvPr id="7017" name="Google Shape;7017;p123"/>
            <p:cNvSpPr/>
            <p:nvPr/>
          </p:nvSpPr>
          <p:spPr>
            <a:xfrm>
              <a:off x="3527500" y="3865200"/>
              <a:ext cx="181000" cy="121450"/>
            </a:xfrm>
            <a:custGeom>
              <a:rect b="b" l="l" r="r" t="t"/>
              <a:pathLst>
                <a:path extrusionOk="0" h="4858" w="7240">
                  <a:moveTo>
                    <a:pt x="1" y="0"/>
                  </a:moveTo>
                  <a:lnTo>
                    <a:pt x="1" y="1214"/>
                  </a:lnTo>
                  <a:cubicBezTo>
                    <a:pt x="1" y="2762"/>
                    <a:pt x="1263" y="4024"/>
                    <a:pt x="2811" y="4024"/>
                  </a:cubicBezTo>
                  <a:lnTo>
                    <a:pt x="3216" y="4024"/>
                  </a:lnTo>
                  <a:lnTo>
                    <a:pt x="3216" y="4858"/>
                  </a:lnTo>
                  <a:lnTo>
                    <a:pt x="4025" y="4858"/>
                  </a:lnTo>
                  <a:lnTo>
                    <a:pt x="4025" y="4024"/>
                  </a:lnTo>
                  <a:lnTo>
                    <a:pt x="4430" y="4024"/>
                  </a:lnTo>
                  <a:cubicBezTo>
                    <a:pt x="5978" y="4024"/>
                    <a:pt x="7240" y="2762"/>
                    <a:pt x="7240" y="1214"/>
                  </a:cubicBezTo>
                  <a:lnTo>
                    <a:pt x="7240" y="0"/>
                  </a:lnTo>
                  <a:lnTo>
                    <a:pt x="6037" y="0"/>
                  </a:lnTo>
                  <a:cubicBezTo>
                    <a:pt x="5002" y="0"/>
                    <a:pt x="4109" y="572"/>
                    <a:pt x="3620" y="1381"/>
                  </a:cubicBezTo>
                  <a:cubicBezTo>
                    <a:pt x="3132" y="572"/>
                    <a:pt x="2239" y="0"/>
                    <a:pt x="12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23"/>
            <p:cNvSpPr/>
            <p:nvPr/>
          </p:nvSpPr>
          <p:spPr>
            <a:xfrm>
              <a:off x="3628125" y="3986325"/>
              <a:ext cx="79500" cy="119100"/>
            </a:xfrm>
            <a:custGeom>
              <a:rect b="b" l="l" r="r" t="t"/>
              <a:pathLst>
                <a:path extrusionOk="0" h="4764" w="3180">
                  <a:moveTo>
                    <a:pt x="0" y="1"/>
                  </a:moveTo>
                  <a:lnTo>
                    <a:pt x="0" y="4763"/>
                  </a:lnTo>
                  <a:cubicBezTo>
                    <a:pt x="203" y="4716"/>
                    <a:pt x="417" y="4620"/>
                    <a:pt x="596" y="4501"/>
                  </a:cubicBezTo>
                  <a:cubicBezTo>
                    <a:pt x="1016" y="4221"/>
                    <a:pt x="1527" y="4076"/>
                    <a:pt x="2043" y="4076"/>
                  </a:cubicBezTo>
                  <a:cubicBezTo>
                    <a:pt x="2228" y="4076"/>
                    <a:pt x="2414" y="4095"/>
                    <a:pt x="2596" y="4132"/>
                  </a:cubicBezTo>
                  <a:cubicBezTo>
                    <a:pt x="2810" y="4180"/>
                    <a:pt x="3001" y="4251"/>
                    <a:pt x="3179" y="4359"/>
                  </a:cubicBezTo>
                  <a:cubicBezTo>
                    <a:pt x="3120" y="3275"/>
                    <a:pt x="2524" y="2323"/>
                    <a:pt x="1608" y="1763"/>
                  </a:cubicBezTo>
                  <a:lnTo>
                    <a:pt x="1608" y="799"/>
                  </a:lnTo>
                  <a:lnTo>
                    <a:pt x="2405" y="799"/>
                  </a:lnTo>
                  <a:lnTo>
                    <a:pt x="24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23"/>
            <p:cNvSpPr/>
            <p:nvPr/>
          </p:nvSpPr>
          <p:spPr>
            <a:xfrm>
              <a:off x="3528100" y="4108050"/>
              <a:ext cx="180400" cy="99175"/>
            </a:xfrm>
            <a:custGeom>
              <a:rect b="b" l="l" r="r" t="t"/>
              <a:pathLst>
                <a:path extrusionOk="0" h="3967" w="7216">
                  <a:moveTo>
                    <a:pt x="6037" y="1"/>
                  </a:moveTo>
                  <a:cubicBezTo>
                    <a:pt x="5687" y="1"/>
                    <a:pt x="5340" y="112"/>
                    <a:pt x="5037" y="311"/>
                  </a:cubicBezTo>
                  <a:cubicBezTo>
                    <a:pt x="4609" y="597"/>
                    <a:pt x="4114" y="740"/>
                    <a:pt x="3620" y="740"/>
                  </a:cubicBezTo>
                  <a:cubicBezTo>
                    <a:pt x="3126" y="740"/>
                    <a:pt x="2632" y="597"/>
                    <a:pt x="2203" y="311"/>
                  </a:cubicBezTo>
                  <a:cubicBezTo>
                    <a:pt x="1901" y="112"/>
                    <a:pt x="1560" y="9"/>
                    <a:pt x="1211" y="9"/>
                  </a:cubicBezTo>
                  <a:cubicBezTo>
                    <a:pt x="1039" y="9"/>
                    <a:pt x="864" y="34"/>
                    <a:pt x="691" y="85"/>
                  </a:cubicBezTo>
                  <a:cubicBezTo>
                    <a:pt x="429" y="156"/>
                    <a:pt x="191" y="311"/>
                    <a:pt x="1" y="490"/>
                  </a:cubicBezTo>
                  <a:lnTo>
                    <a:pt x="1" y="3966"/>
                  </a:lnTo>
                  <a:lnTo>
                    <a:pt x="7216" y="3966"/>
                  </a:lnTo>
                  <a:lnTo>
                    <a:pt x="7216" y="454"/>
                  </a:lnTo>
                  <a:cubicBezTo>
                    <a:pt x="6990" y="263"/>
                    <a:pt x="6728" y="109"/>
                    <a:pt x="6430" y="49"/>
                  </a:cubicBezTo>
                  <a:cubicBezTo>
                    <a:pt x="6300" y="17"/>
                    <a:pt x="6168" y="1"/>
                    <a:pt x="60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23"/>
            <p:cNvSpPr/>
            <p:nvPr/>
          </p:nvSpPr>
          <p:spPr>
            <a:xfrm>
              <a:off x="3528400" y="3986625"/>
              <a:ext cx="80100" cy="118800"/>
            </a:xfrm>
            <a:custGeom>
              <a:rect b="b" l="l" r="r" t="t"/>
              <a:pathLst>
                <a:path extrusionOk="0" h="4752" w="3204">
                  <a:moveTo>
                    <a:pt x="787" y="1"/>
                  </a:moveTo>
                  <a:lnTo>
                    <a:pt x="787" y="787"/>
                  </a:lnTo>
                  <a:lnTo>
                    <a:pt x="1596" y="787"/>
                  </a:lnTo>
                  <a:lnTo>
                    <a:pt x="1596" y="1751"/>
                  </a:lnTo>
                  <a:cubicBezTo>
                    <a:pt x="667" y="2322"/>
                    <a:pt x="72" y="3275"/>
                    <a:pt x="1" y="4370"/>
                  </a:cubicBezTo>
                  <a:cubicBezTo>
                    <a:pt x="144" y="4299"/>
                    <a:pt x="298" y="4227"/>
                    <a:pt x="465" y="4180"/>
                  </a:cubicBezTo>
                  <a:cubicBezTo>
                    <a:pt x="714" y="4104"/>
                    <a:pt x="968" y="4065"/>
                    <a:pt x="1221" y="4065"/>
                  </a:cubicBezTo>
                  <a:cubicBezTo>
                    <a:pt x="1717" y="4065"/>
                    <a:pt x="2206" y="4213"/>
                    <a:pt x="2632" y="4513"/>
                  </a:cubicBezTo>
                  <a:cubicBezTo>
                    <a:pt x="2811" y="4632"/>
                    <a:pt x="3001" y="4704"/>
                    <a:pt x="3203" y="4751"/>
                  </a:cubicBezTo>
                  <a:lnTo>
                    <a:pt x="32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1" name="Google Shape;7021;p123"/>
          <p:cNvGrpSpPr/>
          <p:nvPr/>
        </p:nvGrpSpPr>
        <p:grpSpPr>
          <a:xfrm>
            <a:off x="4956364" y="3782744"/>
            <a:ext cx="438824" cy="410945"/>
            <a:chOff x="3927550" y="3876200"/>
            <a:chExt cx="342350" cy="320600"/>
          </a:xfrm>
        </p:grpSpPr>
        <p:sp>
          <p:nvSpPr>
            <p:cNvPr id="7022" name="Google Shape;7022;p123"/>
            <p:cNvSpPr/>
            <p:nvPr/>
          </p:nvSpPr>
          <p:spPr>
            <a:xfrm>
              <a:off x="4089475" y="3955375"/>
              <a:ext cx="19375" cy="59250"/>
            </a:xfrm>
            <a:custGeom>
              <a:rect b="b" l="l" r="r" t="t"/>
              <a:pathLst>
                <a:path extrusionOk="0" h="2370" w="775">
                  <a:moveTo>
                    <a:pt x="1" y="1"/>
                  </a:moveTo>
                  <a:cubicBezTo>
                    <a:pt x="37" y="1025"/>
                    <a:pt x="251" y="2203"/>
                    <a:pt x="382" y="2370"/>
                  </a:cubicBezTo>
                  <a:cubicBezTo>
                    <a:pt x="513" y="2203"/>
                    <a:pt x="727" y="1025"/>
                    <a:pt x="7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23"/>
            <p:cNvSpPr/>
            <p:nvPr/>
          </p:nvSpPr>
          <p:spPr>
            <a:xfrm>
              <a:off x="4119250" y="3878575"/>
              <a:ext cx="49150" cy="57175"/>
            </a:xfrm>
            <a:custGeom>
              <a:rect b="b" l="l" r="r" t="t"/>
              <a:pathLst>
                <a:path extrusionOk="0" h="2287" w="1966">
                  <a:moveTo>
                    <a:pt x="1" y="1"/>
                  </a:moveTo>
                  <a:lnTo>
                    <a:pt x="1" y="1"/>
                  </a:lnTo>
                  <a:cubicBezTo>
                    <a:pt x="215" y="656"/>
                    <a:pt x="358" y="1525"/>
                    <a:pt x="382" y="2287"/>
                  </a:cubicBezTo>
                  <a:lnTo>
                    <a:pt x="1965" y="2287"/>
                  </a:lnTo>
                  <a:cubicBezTo>
                    <a:pt x="1798" y="1180"/>
                    <a:pt x="1025" y="322"/>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23"/>
            <p:cNvSpPr/>
            <p:nvPr/>
          </p:nvSpPr>
          <p:spPr>
            <a:xfrm>
              <a:off x="4089475" y="3876200"/>
              <a:ext cx="19375" cy="58950"/>
            </a:xfrm>
            <a:custGeom>
              <a:rect b="b" l="l" r="r" t="t"/>
              <a:pathLst>
                <a:path extrusionOk="0" h="2358" w="775">
                  <a:moveTo>
                    <a:pt x="382" y="1"/>
                  </a:moveTo>
                  <a:cubicBezTo>
                    <a:pt x="251" y="155"/>
                    <a:pt x="49" y="1334"/>
                    <a:pt x="1" y="2358"/>
                  </a:cubicBezTo>
                  <a:lnTo>
                    <a:pt x="775" y="2358"/>
                  </a:lnTo>
                  <a:cubicBezTo>
                    <a:pt x="727" y="1334"/>
                    <a:pt x="513" y="155"/>
                    <a:pt x="3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23"/>
            <p:cNvSpPr/>
            <p:nvPr/>
          </p:nvSpPr>
          <p:spPr>
            <a:xfrm>
              <a:off x="4029950" y="3955375"/>
              <a:ext cx="49150" cy="56875"/>
            </a:xfrm>
            <a:custGeom>
              <a:rect b="b" l="l" r="r" t="t"/>
              <a:pathLst>
                <a:path extrusionOk="0" h="2275" w="1966">
                  <a:moveTo>
                    <a:pt x="1" y="1"/>
                  </a:moveTo>
                  <a:cubicBezTo>
                    <a:pt x="167" y="1084"/>
                    <a:pt x="941" y="1965"/>
                    <a:pt x="1965" y="2275"/>
                  </a:cubicBezTo>
                  <a:cubicBezTo>
                    <a:pt x="1727" y="1632"/>
                    <a:pt x="1608" y="763"/>
                    <a:pt x="15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23"/>
            <p:cNvSpPr/>
            <p:nvPr/>
          </p:nvSpPr>
          <p:spPr>
            <a:xfrm>
              <a:off x="4119250" y="3955375"/>
              <a:ext cx="49150" cy="56875"/>
            </a:xfrm>
            <a:custGeom>
              <a:rect b="b" l="l" r="r" t="t"/>
              <a:pathLst>
                <a:path extrusionOk="0" h="2275" w="1966">
                  <a:moveTo>
                    <a:pt x="382" y="1"/>
                  </a:moveTo>
                  <a:cubicBezTo>
                    <a:pt x="358" y="739"/>
                    <a:pt x="227" y="1620"/>
                    <a:pt x="1" y="2275"/>
                  </a:cubicBezTo>
                  <a:cubicBezTo>
                    <a:pt x="1025" y="1965"/>
                    <a:pt x="1798" y="1084"/>
                    <a:pt x="19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23"/>
            <p:cNvSpPr/>
            <p:nvPr/>
          </p:nvSpPr>
          <p:spPr>
            <a:xfrm>
              <a:off x="4029950" y="3878275"/>
              <a:ext cx="49150" cy="56875"/>
            </a:xfrm>
            <a:custGeom>
              <a:rect b="b" l="l" r="r" t="t"/>
              <a:pathLst>
                <a:path extrusionOk="0" h="2275" w="1966">
                  <a:moveTo>
                    <a:pt x="1965" y="1"/>
                  </a:moveTo>
                  <a:cubicBezTo>
                    <a:pt x="941" y="334"/>
                    <a:pt x="144" y="1192"/>
                    <a:pt x="1" y="2275"/>
                  </a:cubicBezTo>
                  <a:lnTo>
                    <a:pt x="1572" y="2275"/>
                  </a:lnTo>
                  <a:cubicBezTo>
                    <a:pt x="1608" y="1537"/>
                    <a:pt x="1739" y="656"/>
                    <a:pt x="19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23"/>
            <p:cNvSpPr/>
            <p:nvPr/>
          </p:nvSpPr>
          <p:spPr>
            <a:xfrm>
              <a:off x="3927550" y="3895550"/>
              <a:ext cx="160775" cy="301250"/>
            </a:xfrm>
            <a:custGeom>
              <a:rect b="b" l="l" r="r" t="t"/>
              <a:pathLst>
                <a:path extrusionOk="0" h="12050" w="6431">
                  <a:moveTo>
                    <a:pt x="1" y="0"/>
                  </a:moveTo>
                  <a:lnTo>
                    <a:pt x="1" y="7216"/>
                  </a:lnTo>
                  <a:cubicBezTo>
                    <a:pt x="49" y="7287"/>
                    <a:pt x="2299" y="10990"/>
                    <a:pt x="2430" y="11216"/>
                  </a:cubicBezTo>
                  <a:lnTo>
                    <a:pt x="2430" y="12050"/>
                  </a:lnTo>
                  <a:lnTo>
                    <a:pt x="6430" y="12050"/>
                  </a:lnTo>
                  <a:lnTo>
                    <a:pt x="6430" y="7228"/>
                  </a:lnTo>
                  <a:lnTo>
                    <a:pt x="3406" y="4239"/>
                  </a:lnTo>
                  <a:cubicBezTo>
                    <a:pt x="2775" y="4882"/>
                    <a:pt x="2775" y="5918"/>
                    <a:pt x="3394" y="6561"/>
                  </a:cubicBezTo>
                  <a:lnTo>
                    <a:pt x="4680" y="7835"/>
                  </a:lnTo>
                  <a:lnTo>
                    <a:pt x="4144" y="8430"/>
                  </a:lnTo>
                  <a:lnTo>
                    <a:pt x="1644" y="5930"/>
                  </a:lnTo>
                  <a:lnTo>
                    <a:pt x="1644" y="1608"/>
                  </a:lnTo>
                  <a:cubicBezTo>
                    <a:pt x="1644" y="727"/>
                    <a:pt x="894"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23"/>
            <p:cNvSpPr/>
            <p:nvPr/>
          </p:nvSpPr>
          <p:spPr>
            <a:xfrm>
              <a:off x="4108825" y="3895550"/>
              <a:ext cx="161075" cy="300950"/>
            </a:xfrm>
            <a:custGeom>
              <a:rect b="b" l="l" r="r" t="t"/>
              <a:pathLst>
                <a:path extrusionOk="0" h="12038" w="6443">
                  <a:moveTo>
                    <a:pt x="6430" y="0"/>
                  </a:moveTo>
                  <a:lnTo>
                    <a:pt x="6430" y="1"/>
                  </a:lnTo>
                  <a:lnTo>
                    <a:pt x="6430" y="1"/>
                  </a:lnTo>
                  <a:cubicBezTo>
                    <a:pt x="6434" y="0"/>
                    <a:pt x="6438" y="0"/>
                    <a:pt x="6442" y="0"/>
                  </a:cubicBezTo>
                  <a:close/>
                  <a:moveTo>
                    <a:pt x="6430" y="1"/>
                  </a:moveTo>
                  <a:lnTo>
                    <a:pt x="6430" y="1"/>
                  </a:lnTo>
                  <a:cubicBezTo>
                    <a:pt x="5554" y="7"/>
                    <a:pt x="4799" y="719"/>
                    <a:pt x="4799" y="1608"/>
                  </a:cubicBezTo>
                  <a:lnTo>
                    <a:pt x="4799" y="5930"/>
                  </a:lnTo>
                  <a:lnTo>
                    <a:pt x="2311" y="8430"/>
                  </a:lnTo>
                  <a:lnTo>
                    <a:pt x="1775" y="7835"/>
                  </a:lnTo>
                  <a:lnTo>
                    <a:pt x="3049" y="6561"/>
                  </a:lnTo>
                  <a:cubicBezTo>
                    <a:pt x="3680" y="5918"/>
                    <a:pt x="3680" y="4882"/>
                    <a:pt x="3037" y="4239"/>
                  </a:cubicBezTo>
                  <a:lnTo>
                    <a:pt x="1" y="7216"/>
                  </a:lnTo>
                  <a:lnTo>
                    <a:pt x="1" y="12038"/>
                  </a:lnTo>
                  <a:lnTo>
                    <a:pt x="4001" y="12038"/>
                  </a:lnTo>
                  <a:lnTo>
                    <a:pt x="4001" y="11204"/>
                  </a:lnTo>
                  <a:cubicBezTo>
                    <a:pt x="4156" y="10966"/>
                    <a:pt x="6383" y="7275"/>
                    <a:pt x="6430" y="7192"/>
                  </a:cubicBezTo>
                  <a:lnTo>
                    <a:pt x="64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0" name="Google Shape;7030;p123"/>
          <p:cNvGrpSpPr/>
          <p:nvPr/>
        </p:nvGrpSpPr>
        <p:grpSpPr>
          <a:xfrm>
            <a:off x="5675966" y="3769381"/>
            <a:ext cx="335383" cy="437671"/>
            <a:chOff x="4488950" y="3865775"/>
            <a:chExt cx="261650" cy="341450"/>
          </a:xfrm>
        </p:grpSpPr>
        <p:sp>
          <p:nvSpPr>
            <p:cNvPr id="7031" name="Google Shape;7031;p123"/>
            <p:cNvSpPr/>
            <p:nvPr/>
          </p:nvSpPr>
          <p:spPr>
            <a:xfrm>
              <a:off x="4488950" y="3865775"/>
              <a:ext cx="261350" cy="145875"/>
            </a:xfrm>
            <a:custGeom>
              <a:rect b="b" l="l" r="r" t="t"/>
              <a:pathLst>
                <a:path extrusionOk="0" h="5835" w="10454">
                  <a:moveTo>
                    <a:pt x="3215" y="1"/>
                  </a:moveTo>
                  <a:lnTo>
                    <a:pt x="3215" y="799"/>
                  </a:lnTo>
                  <a:cubicBezTo>
                    <a:pt x="4096" y="799"/>
                    <a:pt x="4822" y="1549"/>
                    <a:pt x="4822" y="2442"/>
                  </a:cubicBezTo>
                  <a:lnTo>
                    <a:pt x="2810" y="2442"/>
                  </a:lnTo>
                  <a:cubicBezTo>
                    <a:pt x="2060" y="2442"/>
                    <a:pt x="1346" y="2739"/>
                    <a:pt x="822" y="3275"/>
                  </a:cubicBezTo>
                  <a:cubicBezTo>
                    <a:pt x="298" y="3811"/>
                    <a:pt x="0" y="4525"/>
                    <a:pt x="12" y="5275"/>
                  </a:cubicBezTo>
                  <a:lnTo>
                    <a:pt x="12" y="5680"/>
                  </a:lnTo>
                  <a:lnTo>
                    <a:pt x="595" y="5668"/>
                  </a:lnTo>
                  <a:cubicBezTo>
                    <a:pt x="667" y="5609"/>
                    <a:pt x="1119" y="5001"/>
                    <a:pt x="2024" y="5001"/>
                  </a:cubicBezTo>
                  <a:cubicBezTo>
                    <a:pt x="2536" y="5001"/>
                    <a:pt x="2989" y="5192"/>
                    <a:pt x="3346" y="5549"/>
                  </a:cubicBezTo>
                  <a:lnTo>
                    <a:pt x="3632" y="5835"/>
                  </a:lnTo>
                  <a:lnTo>
                    <a:pt x="3917" y="5549"/>
                  </a:lnTo>
                  <a:cubicBezTo>
                    <a:pt x="4280" y="5186"/>
                    <a:pt x="4757" y="5004"/>
                    <a:pt x="5233" y="5004"/>
                  </a:cubicBezTo>
                  <a:cubicBezTo>
                    <a:pt x="5709" y="5004"/>
                    <a:pt x="6185" y="5186"/>
                    <a:pt x="6549" y="5549"/>
                  </a:cubicBezTo>
                  <a:lnTo>
                    <a:pt x="6834" y="5835"/>
                  </a:lnTo>
                  <a:lnTo>
                    <a:pt x="7120" y="5549"/>
                  </a:lnTo>
                  <a:cubicBezTo>
                    <a:pt x="7483" y="5186"/>
                    <a:pt x="7967" y="5004"/>
                    <a:pt x="8448" y="5004"/>
                  </a:cubicBezTo>
                  <a:cubicBezTo>
                    <a:pt x="8913" y="5004"/>
                    <a:pt x="9376" y="5174"/>
                    <a:pt x="9728" y="5513"/>
                  </a:cubicBezTo>
                  <a:lnTo>
                    <a:pt x="9859" y="5632"/>
                  </a:lnTo>
                  <a:lnTo>
                    <a:pt x="10406" y="5609"/>
                  </a:lnTo>
                  <a:lnTo>
                    <a:pt x="10454" y="5216"/>
                  </a:lnTo>
                  <a:cubicBezTo>
                    <a:pt x="10454" y="3668"/>
                    <a:pt x="9192" y="2418"/>
                    <a:pt x="7644" y="2418"/>
                  </a:cubicBezTo>
                  <a:lnTo>
                    <a:pt x="5632" y="2418"/>
                  </a:lnTo>
                  <a:cubicBezTo>
                    <a:pt x="5632" y="1096"/>
                    <a:pt x="4548" y="1"/>
                    <a:pt x="32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23"/>
            <p:cNvSpPr/>
            <p:nvPr/>
          </p:nvSpPr>
          <p:spPr>
            <a:xfrm>
              <a:off x="4515725" y="4010750"/>
              <a:ext cx="208100" cy="114625"/>
            </a:xfrm>
            <a:custGeom>
              <a:rect b="b" l="l" r="r" t="t"/>
              <a:pathLst>
                <a:path extrusionOk="0" h="4585" w="8324">
                  <a:moveTo>
                    <a:pt x="3775" y="1834"/>
                  </a:moveTo>
                  <a:lnTo>
                    <a:pt x="3775" y="2631"/>
                  </a:lnTo>
                  <a:lnTo>
                    <a:pt x="2965" y="2631"/>
                  </a:lnTo>
                  <a:lnTo>
                    <a:pt x="2965" y="1834"/>
                  </a:lnTo>
                  <a:close/>
                  <a:moveTo>
                    <a:pt x="5382" y="1834"/>
                  </a:moveTo>
                  <a:lnTo>
                    <a:pt x="5382" y="2631"/>
                  </a:lnTo>
                  <a:lnTo>
                    <a:pt x="4573" y="2631"/>
                  </a:lnTo>
                  <a:lnTo>
                    <a:pt x="4573" y="1834"/>
                  </a:lnTo>
                  <a:close/>
                  <a:moveTo>
                    <a:pt x="977" y="0"/>
                  </a:moveTo>
                  <a:cubicBezTo>
                    <a:pt x="394" y="0"/>
                    <a:pt x="144" y="417"/>
                    <a:pt x="36" y="512"/>
                  </a:cubicBezTo>
                  <a:cubicBezTo>
                    <a:pt x="358" y="1012"/>
                    <a:pt x="560" y="1619"/>
                    <a:pt x="560" y="2250"/>
                  </a:cubicBezTo>
                  <a:cubicBezTo>
                    <a:pt x="560" y="2893"/>
                    <a:pt x="358" y="3548"/>
                    <a:pt x="1" y="4060"/>
                  </a:cubicBezTo>
                  <a:lnTo>
                    <a:pt x="179" y="4239"/>
                  </a:lnTo>
                  <a:cubicBezTo>
                    <a:pt x="406" y="4465"/>
                    <a:pt x="679" y="4584"/>
                    <a:pt x="953" y="4584"/>
                  </a:cubicBezTo>
                  <a:cubicBezTo>
                    <a:pt x="1239" y="4584"/>
                    <a:pt x="1513" y="4477"/>
                    <a:pt x="1715" y="4275"/>
                  </a:cubicBezTo>
                  <a:lnTo>
                    <a:pt x="2561" y="3429"/>
                  </a:lnTo>
                  <a:lnTo>
                    <a:pt x="3418" y="4275"/>
                  </a:lnTo>
                  <a:cubicBezTo>
                    <a:pt x="3608" y="4465"/>
                    <a:pt x="3870" y="4584"/>
                    <a:pt x="4168" y="4584"/>
                  </a:cubicBezTo>
                  <a:cubicBezTo>
                    <a:pt x="4454" y="4584"/>
                    <a:pt x="4728" y="4477"/>
                    <a:pt x="4930" y="4275"/>
                  </a:cubicBezTo>
                  <a:lnTo>
                    <a:pt x="5775" y="3429"/>
                  </a:lnTo>
                  <a:lnTo>
                    <a:pt x="6633" y="4275"/>
                  </a:lnTo>
                  <a:cubicBezTo>
                    <a:pt x="6823" y="4465"/>
                    <a:pt x="7085" y="4584"/>
                    <a:pt x="7383" y="4584"/>
                  </a:cubicBezTo>
                  <a:cubicBezTo>
                    <a:pt x="7668" y="4584"/>
                    <a:pt x="7918" y="4477"/>
                    <a:pt x="8133" y="4286"/>
                  </a:cubicBezTo>
                  <a:lnTo>
                    <a:pt x="8323" y="4096"/>
                  </a:lnTo>
                  <a:cubicBezTo>
                    <a:pt x="7978" y="3548"/>
                    <a:pt x="7776" y="2893"/>
                    <a:pt x="7776" y="2239"/>
                  </a:cubicBezTo>
                  <a:cubicBezTo>
                    <a:pt x="7776" y="1596"/>
                    <a:pt x="7966" y="965"/>
                    <a:pt x="8323" y="453"/>
                  </a:cubicBezTo>
                  <a:cubicBezTo>
                    <a:pt x="8192" y="345"/>
                    <a:pt x="7918" y="0"/>
                    <a:pt x="7406" y="0"/>
                  </a:cubicBezTo>
                  <a:cubicBezTo>
                    <a:pt x="7121" y="0"/>
                    <a:pt x="6847" y="107"/>
                    <a:pt x="6644" y="310"/>
                  </a:cubicBezTo>
                  <a:lnTo>
                    <a:pt x="5799" y="1167"/>
                  </a:lnTo>
                  <a:lnTo>
                    <a:pt x="4942" y="310"/>
                  </a:lnTo>
                  <a:cubicBezTo>
                    <a:pt x="4751" y="119"/>
                    <a:pt x="4489" y="0"/>
                    <a:pt x="4192" y="0"/>
                  </a:cubicBezTo>
                  <a:cubicBezTo>
                    <a:pt x="3906" y="0"/>
                    <a:pt x="3632" y="107"/>
                    <a:pt x="3430" y="310"/>
                  </a:cubicBezTo>
                  <a:lnTo>
                    <a:pt x="2584" y="1167"/>
                  </a:lnTo>
                  <a:lnTo>
                    <a:pt x="1727" y="310"/>
                  </a:lnTo>
                  <a:cubicBezTo>
                    <a:pt x="1525" y="107"/>
                    <a:pt x="1275" y="0"/>
                    <a:pt x="9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23"/>
            <p:cNvSpPr/>
            <p:nvPr/>
          </p:nvSpPr>
          <p:spPr>
            <a:xfrm>
              <a:off x="4489825" y="4123550"/>
              <a:ext cx="260775" cy="83675"/>
            </a:xfrm>
            <a:custGeom>
              <a:rect b="b" l="l" r="r" t="t"/>
              <a:pathLst>
                <a:path extrusionOk="0" h="3347" w="10431">
                  <a:moveTo>
                    <a:pt x="3632" y="1"/>
                  </a:moveTo>
                  <a:lnTo>
                    <a:pt x="3347" y="286"/>
                  </a:lnTo>
                  <a:cubicBezTo>
                    <a:pt x="2989" y="644"/>
                    <a:pt x="2525" y="834"/>
                    <a:pt x="2025" y="834"/>
                  </a:cubicBezTo>
                  <a:cubicBezTo>
                    <a:pt x="1513" y="834"/>
                    <a:pt x="1049" y="644"/>
                    <a:pt x="691" y="286"/>
                  </a:cubicBezTo>
                  <a:lnTo>
                    <a:pt x="549" y="144"/>
                  </a:lnTo>
                  <a:lnTo>
                    <a:pt x="1" y="203"/>
                  </a:lnTo>
                  <a:lnTo>
                    <a:pt x="1" y="560"/>
                  </a:lnTo>
                  <a:cubicBezTo>
                    <a:pt x="13" y="2096"/>
                    <a:pt x="1263" y="3346"/>
                    <a:pt x="2811" y="3346"/>
                  </a:cubicBezTo>
                  <a:lnTo>
                    <a:pt x="7621" y="3346"/>
                  </a:lnTo>
                  <a:cubicBezTo>
                    <a:pt x="9145" y="3346"/>
                    <a:pt x="10383" y="2144"/>
                    <a:pt x="10431" y="608"/>
                  </a:cubicBezTo>
                  <a:lnTo>
                    <a:pt x="10419" y="298"/>
                  </a:lnTo>
                  <a:lnTo>
                    <a:pt x="9895" y="167"/>
                  </a:lnTo>
                  <a:lnTo>
                    <a:pt x="9728" y="310"/>
                  </a:lnTo>
                  <a:cubicBezTo>
                    <a:pt x="9370" y="657"/>
                    <a:pt x="8901" y="830"/>
                    <a:pt x="8432" y="830"/>
                  </a:cubicBezTo>
                  <a:cubicBezTo>
                    <a:pt x="7951" y="830"/>
                    <a:pt x="7471" y="648"/>
                    <a:pt x="7109" y="286"/>
                  </a:cubicBezTo>
                  <a:lnTo>
                    <a:pt x="6835" y="1"/>
                  </a:lnTo>
                  <a:lnTo>
                    <a:pt x="6549" y="286"/>
                  </a:lnTo>
                  <a:cubicBezTo>
                    <a:pt x="6186" y="650"/>
                    <a:pt x="5710" y="831"/>
                    <a:pt x="5234" y="831"/>
                  </a:cubicBezTo>
                  <a:cubicBezTo>
                    <a:pt x="4757" y="831"/>
                    <a:pt x="4281" y="650"/>
                    <a:pt x="3918" y="286"/>
                  </a:cubicBezTo>
                  <a:lnTo>
                    <a:pt x="36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123"/>
          <p:cNvGrpSpPr/>
          <p:nvPr/>
        </p:nvGrpSpPr>
        <p:grpSpPr>
          <a:xfrm>
            <a:off x="3724009" y="3768644"/>
            <a:ext cx="438440" cy="438408"/>
            <a:chOff x="2966125" y="3865200"/>
            <a:chExt cx="342050" cy="342025"/>
          </a:xfrm>
        </p:grpSpPr>
        <p:sp>
          <p:nvSpPr>
            <p:cNvPr id="7035" name="Google Shape;7035;p123"/>
            <p:cNvSpPr/>
            <p:nvPr/>
          </p:nvSpPr>
          <p:spPr>
            <a:xfrm>
              <a:off x="3107225" y="3865200"/>
              <a:ext cx="60150" cy="106875"/>
            </a:xfrm>
            <a:custGeom>
              <a:rect b="b" l="l" r="r" t="t"/>
              <a:pathLst>
                <a:path extrusionOk="0" h="4275" w="2406">
                  <a:moveTo>
                    <a:pt x="0" y="0"/>
                  </a:moveTo>
                  <a:lnTo>
                    <a:pt x="0" y="4274"/>
                  </a:lnTo>
                  <a:lnTo>
                    <a:pt x="1203" y="3072"/>
                  </a:lnTo>
                  <a:lnTo>
                    <a:pt x="2405" y="4274"/>
                  </a:lnTo>
                  <a:lnTo>
                    <a:pt x="24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23"/>
            <p:cNvSpPr/>
            <p:nvPr/>
          </p:nvSpPr>
          <p:spPr>
            <a:xfrm>
              <a:off x="2966125" y="3865200"/>
              <a:ext cx="342050" cy="342025"/>
            </a:xfrm>
            <a:custGeom>
              <a:rect b="b" l="l" r="r" t="t"/>
              <a:pathLst>
                <a:path extrusionOk="0" h="13681" w="13682">
                  <a:moveTo>
                    <a:pt x="10014" y="6644"/>
                  </a:moveTo>
                  <a:lnTo>
                    <a:pt x="11169" y="8561"/>
                  </a:lnTo>
                  <a:lnTo>
                    <a:pt x="11205" y="8394"/>
                  </a:lnTo>
                  <a:lnTo>
                    <a:pt x="11978" y="8584"/>
                  </a:lnTo>
                  <a:lnTo>
                    <a:pt x="11609" y="10073"/>
                  </a:lnTo>
                  <a:lnTo>
                    <a:pt x="10121" y="9704"/>
                  </a:lnTo>
                  <a:lnTo>
                    <a:pt x="10312" y="8930"/>
                  </a:lnTo>
                  <a:lnTo>
                    <a:pt x="10478" y="8977"/>
                  </a:lnTo>
                  <a:lnTo>
                    <a:pt x="10478" y="8977"/>
                  </a:lnTo>
                  <a:lnTo>
                    <a:pt x="9335" y="7060"/>
                  </a:lnTo>
                  <a:lnTo>
                    <a:pt x="10014" y="6644"/>
                  </a:lnTo>
                  <a:close/>
                  <a:moveTo>
                    <a:pt x="9169" y="7608"/>
                  </a:moveTo>
                  <a:lnTo>
                    <a:pt x="9538" y="9096"/>
                  </a:lnTo>
                  <a:lnTo>
                    <a:pt x="8764" y="9287"/>
                  </a:lnTo>
                  <a:lnTo>
                    <a:pt x="8728" y="9120"/>
                  </a:lnTo>
                  <a:lnTo>
                    <a:pt x="7573" y="11049"/>
                  </a:lnTo>
                  <a:lnTo>
                    <a:pt x="6883" y="10632"/>
                  </a:lnTo>
                  <a:lnTo>
                    <a:pt x="8038" y="8715"/>
                  </a:lnTo>
                  <a:lnTo>
                    <a:pt x="8038" y="8715"/>
                  </a:lnTo>
                  <a:lnTo>
                    <a:pt x="7871" y="8751"/>
                  </a:lnTo>
                  <a:lnTo>
                    <a:pt x="7680" y="7977"/>
                  </a:lnTo>
                  <a:lnTo>
                    <a:pt x="9169" y="7608"/>
                  </a:lnTo>
                  <a:close/>
                  <a:moveTo>
                    <a:pt x="9383" y="9763"/>
                  </a:moveTo>
                  <a:lnTo>
                    <a:pt x="9943" y="10335"/>
                  </a:lnTo>
                  <a:lnTo>
                    <a:pt x="9823" y="10454"/>
                  </a:lnTo>
                  <a:lnTo>
                    <a:pt x="12062" y="10454"/>
                  </a:lnTo>
                  <a:lnTo>
                    <a:pt x="12062" y="11251"/>
                  </a:lnTo>
                  <a:lnTo>
                    <a:pt x="9823" y="11251"/>
                  </a:lnTo>
                  <a:lnTo>
                    <a:pt x="9943" y="11370"/>
                  </a:lnTo>
                  <a:lnTo>
                    <a:pt x="9383" y="11942"/>
                  </a:lnTo>
                  <a:lnTo>
                    <a:pt x="8288" y="10859"/>
                  </a:lnTo>
                  <a:lnTo>
                    <a:pt x="9383" y="9763"/>
                  </a:lnTo>
                  <a:close/>
                  <a:moveTo>
                    <a:pt x="1" y="0"/>
                  </a:moveTo>
                  <a:lnTo>
                    <a:pt x="1" y="13680"/>
                  </a:lnTo>
                  <a:lnTo>
                    <a:pt x="13681" y="13680"/>
                  </a:lnTo>
                  <a:lnTo>
                    <a:pt x="13681" y="0"/>
                  </a:lnTo>
                  <a:lnTo>
                    <a:pt x="8859" y="0"/>
                  </a:lnTo>
                  <a:lnTo>
                    <a:pt x="8859" y="6215"/>
                  </a:lnTo>
                  <a:lnTo>
                    <a:pt x="6847" y="4203"/>
                  </a:lnTo>
                  <a:lnTo>
                    <a:pt x="4835" y="6215"/>
                  </a:lnTo>
                  <a:lnTo>
                    <a:pt x="48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123"/>
          <p:cNvGrpSpPr/>
          <p:nvPr/>
        </p:nvGrpSpPr>
        <p:grpSpPr>
          <a:xfrm>
            <a:off x="3057473" y="3768644"/>
            <a:ext cx="385758" cy="438408"/>
            <a:chOff x="2446125" y="3865200"/>
            <a:chExt cx="300950" cy="342025"/>
          </a:xfrm>
        </p:grpSpPr>
        <p:sp>
          <p:nvSpPr>
            <p:cNvPr id="7038" name="Google Shape;7038;p123"/>
            <p:cNvSpPr/>
            <p:nvPr/>
          </p:nvSpPr>
          <p:spPr>
            <a:xfrm>
              <a:off x="2546425" y="3946450"/>
              <a:ext cx="59575" cy="59550"/>
            </a:xfrm>
            <a:custGeom>
              <a:rect b="b" l="l" r="r" t="t"/>
              <a:pathLst>
                <a:path extrusionOk="0" h="2382" w="2383">
                  <a:moveTo>
                    <a:pt x="1" y="0"/>
                  </a:moveTo>
                  <a:lnTo>
                    <a:pt x="1" y="405"/>
                  </a:lnTo>
                  <a:cubicBezTo>
                    <a:pt x="1" y="1441"/>
                    <a:pt x="799" y="2286"/>
                    <a:pt x="1823" y="2382"/>
                  </a:cubicBezTo>
                  <a:lnTo>
                    <a:pt x="906" y="1477"/>
                  </a:lnTo>
                  <a:lnTo>
                    <a:pt x="1477" y="905"/>
                  </a:lnTo>
                  <a:lnTo>
                    <a:pt x="2382" y="1810"/>
                  </a:lnTo>
                  <a:cubicBezTo>
                    <a:pt x="2287" y="798"/>
                    <a:pt x="1442" y="0"/>
                    <a:pt x="4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23"/>
            <p:cNvSpPr/>
            <p:nvPr/>
          </p:nvSpPr>
          <p:spPr>
            <a:xfrm>
              <a:off x="2446125" y="3865200"/>
              <a:ext cx="40200" cy="342025"/>
            </a:xfrm>
            <a:custGeom>
              <a:rect b="b" l="l" r="r" t="t"/>
              <a:pathLst>
                <a:path extrusionOk="0" h="13681" w="1608">
                  <a:moveTo>
                    <a:pt x="1" y="0"/>
                  </a:moveTo>
                  <a:lnTo>
                    <a:pt x="1" y="13680"/>
                  </a:lnTo>
                  <a:lnTo>
                    <a:pt x="1608" y="13680"/>
                  </a:lnTo>
                  <a:lnTo>
                    <a:pt x="160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23"/>
            <p:cNvSpPr/>
            <p:nvPr/>
          </p:nvSpPr>
          <p:spPr>
            <a:xfrm>
              <a:off x="2627100" y="3946150"/>
              <a:ext cx="59550" cy="59550"/>
            </a:xfrm>
            <a:custGeom>
              <a:rect b="b" l="l" r="r" t="t"/>
              <a:pathLst>
                <a:path extrusionOk="0" h="2382" w="2382">
                  <a:moveTo>
                    <a:pt x="1989" y="1"/>
                  </a:moveTo>
                  <a:cubicBezTo>
                    <a:pt x="941" y="1"/>
                    <a:pt x="96" y="798"/>
                    <a:pt x="1" y="1810"/>
                  </a:cubicBezTo>
                  <a:lnTo>
                    <a:pt x="917" y="905"/>
                  </a:lnTo>
                  <a:lnTo>
                    <a:pt x="1477" y="1465"/>
                  </a:lnTo>
                  <a:lnTo>
                    <a:pt x="572" y="2382"/>
                  </a:lnTo>
                  <a:cubicBezTo>
                    <a:pt x="1584" y="2287"/>
                    <a:pt x="2382" y="1441"/>
                    <a:pt x="2382" y="393"/>
                  </a:cubicBezTo>
                  <a:lnTo>
                    <a:pt x="23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23"/>
            <p:cNvSpPr/>
            <p:nvPr/>
          </p:nvSpPr>
          <p:spPr>
            <a:xfrm>
              <a:off x="2506250" y="3865200"/>
              <a:ext cx="240825" cy="342025"/>
            </a:xfrm>
            <a:custGeom>
              <a:rect b="b" l="l" r="r" t="t"/>
              <a:pathLst>
                <a:path extrusionOk="0" h="13681" w="9633">
                  <a:moveTo>
                    <a:pt x="8014" y="2429"/>
                  </a:moveTo>
                  <a:lnTo>
                    <a:pt x="8014" y="3631"/>
                  </a:lnTo>
                  <a:cubicBezTo>
                    <a:pt x="8014" y="5179"/>
                    <a:pt x="6740" y="6453"/>
                    <a:pt x="5192" y="6453"/>
                  </a:cubicBezTo>
                  <a:lnTo>
                    <a:pt x="4787" y="6453"/>
                  </a:lnTo>
                  <a:lnTo>
                    <a:pt x="4787" y="8061"/>
                  </a:lnTo>
                  <a:lnTo>
                    <a:pt x="3989" y="8061"/>
                  </a:lnTo>
                  <a:lnTo>
                    <a:pt x="3989" y="6453"/>
                  </a:lnTo>
                  <a:lnTo>
                    <a:pt x="3584" y="6453"/>
                  </a:lnTo>
                  <a:cubicBezTo>
                    <a:pt x="2037" y="6453"/>
                    <a:pt x="775" y="5179"/>
                    <a:pt x="775" y="3631"/>
                  </a:cubicBezTo>
                  <a:lnTo>
                    <a:pt x="775" y="2429"/>
                  </a:lnTo>
                  <a:lnTo>
                    <a:pt x="1977" y="2429"/>
                  </a:lnTo>
                  <a:cubicBezTo>
                    <a:pt x="3001" y="2429"/>
                    <a:pt x="3894" y="3000"/>
                    <a:pt x="4394" y="3810"/>
                  </a:cubicBezTo>
                  <a:cubicBezTo>
                    <a:pt x="4882" y="3000"/>
                    <a:pt x="5775" y="2429"/>
                    <a:pt x="6799" y="2429"/>
                  </a:cubicBezTo>
                  <a:close/>
                  <a:moveTo>
                    <a:pt x="6418" y="8858"/>
                  </a:moveTo>
                  <a:lnTo>
                    <a:pt x="6418" y="9668"/>
                  </a:lnTo>
                  <a:lnTo>
                    <a:pt x="2418" y="9668"/>
                  </a:lnTo>
                  <a:lnTo>
                    <a:pt x="2418" y="8858"/>
                  </a:lnTo>
                  <a:close/>
                  <a:moveTo>
                    <a:pt x="6418" y="10454"/>
                  </a:moveTo>
                  <a:lnTo>
                    <a:pt x="6418" y="11251"/>
                  </a:lnTo>
                  <a:lnTo>
                    <a:pt x="2418" y="11251"/>
                  </a:lnTo>
                  <a:lnTo>
                    <a:pt x="2418" y="10454"/>
                  </a:lnTo>
                  <a:close/>
                  <a:moveTo>
                    <a:pt x="1" y="0"/>
                  </a:moveTo>
                  <a:lnTo>
                    <a:pt x="1" y="13680"/>
                  </a:lnTo>
                  <a:lnTo>
                    <a:pt x="9633" y="13680"/>
                  </a:lnTo>
                  <a:lnTo>
                    <a:pt x="963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123"/>
          <p:cNvGrpSpPr/>
          <p:nvPr/>
        </p:nvGrpSpPr>
        <p:grpSpPr>
          <a:xfrm>
            <a:off x="2388277" y="3768644"/>
            <a:ext cx="387648" cy="438408"/>
            <a:chOff x="1924050" y="3865200"/>
            <a:chExt cx="302425" cy="342025"/>
          </a:xfrm>
        </p:grpSpPr>
        <p:sp>
          <p:nvSpPr>
            <p:cNvPr id="7043" name="Google Shape;7043;p123"/>
            <p:cNvSpPr/>
            <p:nvPr/>
          </p:nvSpPr>
          <p:spPr>
            <a:xfrm>
              <a:off x="1924050" y="3925325"/>
              <a:ext cx="302425" cy="281900"/>
            </a:xfrm>
            <a:custGeom>
              <a:rect b="b" l="l" r="r" t="t"/>
              <a:pathLst>
                <a:path extrusionOk="0" h="11276" w="12097">
                  <a:moveTo>
                    <a:pt x="6036" y="2953"/>
                  </a:moveTo>
                  <a:lnTo>
                    <a:pt x="7489" y="5203"/>
                  </a:lnTo>
                  <a:lnTo>
                    <a:pt x="7644" y="4489"/>
                  </a:lnTo>
                  <a:lnTo>
                    <a:pt x="8442" y="4655"/>
                  </a:lnTo>
                  <a:lnTo>
                    <a:pt x="7989" y="6703"/>
                  </a:lnTo>
                  <a:lnTo>
                    <a:pt x="5941" y="6263"/>
                  </a:lnTo>
                  <a:lnTo>
                    <a:pt x="6096" y="5477"/>
                  </a:lnTo>
                  <a:lnTo>
                    <a:pt x="6810" y="5620"/>
                  </a:lnTo>
                  <a:lnTo>
                    <a:pt x="6036" y="4429"/>
                  </a:lnTo>
                  <a:lnTo>
                    <a:pt x="5620" y="5084"/>
                  </a:lnTo>
                  <a:lnTo>
                    <a:pt x="4941" y="4655"/>
                  </a:lnTo>
                  <a:lnTo>
                    <a:pt x="6036" y="2953"/>
                  </a:lnTo>
                  <a:close/>
                  <a:moveTo>
                    <a:pt x="4953" y="5417"/>
                  </a:moveTo>
                  <a:lnTo>
                    <a:pt x="5417" y="7465"/>
                  </a:lnTo>
                  <a:lnTo>
                    <a:pt x="4632" y="7644"/>
                  </a:lnTo>
                  <a:lnTo>
                    <a:pt x="4465" y="6930"/>
                  </a:lnTo>
                  <a:cubicBezTo>
                    <a:pt x="4239" y="7287"/>
                    <a:pt x="3977" y="7715"/>
                    <a:pt x="3750" y="8049"/>
                  </a:cubicBezTo>
                  <a:lnTo>
                    <a:pt x="4834" y="8049"/>
                  </a:lnTo>
                  <a:lnTo>
                    <a:pt x="4834" y="8846"/>
                  </a:lnTo>
                  <a:lnTo>
                    <a:pt x="2310" y="8846"/>
                  </a:lnTo>
                  <a:lnTo>
                    <a:pt x="3798" y="6501"/>
                  </a:lnTo>
                  <a:lnTo>
                    <a:pt x="3084" y="6668"/>
                  </a:lnTo>
                  <a:lnTo>
                    <a:pt x="2905" y="5870"/>
                  </a:lnTo>
                  <a:lnTo>
                    <a:pt x="4953" y="5417"/>
                  </a:lnTo>
                  <a:close/>
                  <a:moveTo>
                    <a:pt x="6965" y="6965"/>
                  </a:moveTo>
                  <a:lnTo>
                    <a:pt x="7525" y="7525"/>
                  </a:lnTo>
                  <a:lnTo>
                    <a:pt x="7013" y="8049"/>
                  </a:lnTo>
                  <a:lnTo>
                    <a:pt x="8358" y="8049"/>
                  </a:lnTo>
                  <a:lnTo>
                    <a:pt x="7989" y="7453"/>
                  </a:lnTo>
                  <a:lnTo>
                    <a:pt x="8656" y="7013"/>
                  </a:lnTo>
                  <a:lnTo>
                    <a:pt x="9835" y="8846"/>
                  </a:lnTo>
                  <a:lnTo>
                    <a:pt x="7025" y="8846"/>
                  </a:lnTo>
                  <a:lnTo>
                    <a:pt x="7525" y="9370"/>
                  </a:lnTo>
                  <a:lnTo>
                    <a:pt x="6965" y="9942"/>
                  </a:lnTo>
                  <a:lnTo>
                    <a:pt x="5477" y="8454"/>
                  </a:lnTo>
                  <a:lnTo>
                    <a:pt x="6965" y="6965"/>
                  </a:lnTo>
                  <a:close/>
                  <a:moveTo>
                    <a:pt x="2441" y="0"/>
                  </a:moveTo>
                  <a:lnTo>
                    <a:pt x="2441" y="1631"/>
                  </a:lnTo>
                  <a:lnTo>
                    <a:pt x="881" y="1631"/>
                  </a:lnTo>
                  <a:lnTo>
                    <a:pt x="0" y="11275"/>
                  </a:lnTo>
                  <a:lnTo>
                    <a:pt x="12097" y="11275"/>
                  </a:lnTo>
                  <a:lnTo>
                    <a:pt x="11216" y="1631"/>
                  </a:lnTo>
                  <a:lnTo>
                    <a:pt x="9656" y="1631"/>
                  </a:lnTo>
                  <a:lnTo>
                    <a:pt x="9656" y="0"/>
                  </a:lnTo>
                  <a:lnTo>
                    <a:pt x="8049" y="0"/>
                  </a:lnTo>
                  <a:lnTo>
                    <a:pt x="8049" y="1631"/>
                  </a:lnTo>
                  <a:lnTo>
                    <a:pt x="4048" y="1631"/>
                  </a:lnTo>
                  <a:lnTo>
                    <a:pt x="404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23"/>
            <p:cNvSpPr/>
            <p:nvPr/>
          </p:nvSpPr>
          <p:spPr>
            <a:xfrm>
              <a:off x="1985050" y="3865200"/>
              <a:ext cx="180400" cy="40200"/>
            </a:xfrm>
            <a:custGeom>
              <a:rect b="b" l="l" r="r" t="t"/>
              <a:pathLst>
                <a:path extrusionOk="0" h="1608" w="7216">
                  <a:moveTo>
                    <a:pt x="1608" y="0"/>
                  </a:moveTo>
                  <a:lnTo>
                    <a:pt x="1" y="1607"/>
                  </a:lnTo>
                  <a:lnTo>
                    <a:pt x="7216" y="1607"/>
                  </a:lnTo>
                  <a:lnTo>
                    <a:pt x="56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123"/>
          <p:cNvGrpSpPr/>
          <p:nvPr/>
        </p:nvGrpSpPr>
        <p:grpSpPr>
          <a:xfrm>
            <a:off x="1746897" y="3768644"/>
            <a:ext cx="359449" cy="438408"/>
            <a:chOff x="1423675" y="3865200"/>
            <a:chExt cx="280425" cy="342025"/>
          </a:xfrm>
        </p:grpSpPr>
        <p:sp>
          <p:nvSpPr>
            <p:cNvPr id="7046" name="Google Shape;7046;p123"/>
            <p:cNvSpPr/>
            <p:nvPr/>
          </p:nvSpPr>
          <p:spPr>
            <a:xfrm>
              <a:off x="1423675" y="3945550"/>
              <a:ext cx="280425" cy="40225"/>
            </a:xfrm>
            <a:custGeom>
              <a:rect b="b" l="l" r="r" t="t"/>
              <a:pathLst>
                <a:path extrusionOk="0" h="1609" w="11217">
                  <a:moveTo>
                    <a:pt x="1" y="1"/>
                  </a:moveTo>
                  <a:lnTo>
                    <a:pt x="1" y="1608"/>
                  </a:lnTo>
                  <a:lnTo>
                    <a:pt x="11216" y="1608"/>
                  </a:lnTo>
                  <a:lnTo>
                    <a:pt x="112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23"/>
            <p:cNvSpPr/>
            <p:nvPr/>
          </p:nvSpPr>
          <p:spPr>
            <a:xfrm>
              <a:off x="1450775" y="3865200"/>
              <a:ext cx="226225" cy="60425"/>
            </a:xfrm>
            <a:custGeom>
              <a:rect b="b" l="l" r="r" t="t"/>
              <a:pathLst>
                <a:path extrusionOk="0" h="2417" w="9049">
                  <a:moveTo>
                    <a:pt x="607" y="0"/>
                  </a:moveTo>
                  <a:lnTo>
                    <a:pt x="0" y="2417"/>
                  </a:lnTo>
                  <a:lnTo>
                    <a:pt x="9049" y="2417"/>
                  </a:lnTo>
                  <a:lnTo>
                    <a:pt x="8454" y="0"/>
                  </a:lnTo>
                  <a:lnTo>
                    <a:pt x="6930" y="0"/>
                  </a:lnTo>
                  <a:lnTo>
                    <a:pt x="6930" y="1607"/>
                  </a:lnTo>
                  <a:lnTo>
                    <a:pt x="2131" y="1607"/>
                  </a:lnTo>
                  <a:lnTo>
                    <a:pt x="21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23"/>
            <p:cNvSpPr/>
            <p:nvPr/>
          </p:nvSpPr>
          <p:spPr>
            <a:xfrm>
              <a:off x="1524000" y="3865200"/>
              <a:ext cx="80375" cy="20250"/>
            </a:xfrm>
            <a:custGeom>
              <a:rect b="b" l="l" r="r" t="t"/>
              <a:pathLst>
                <a:path extrusionOk="0" h="810" w="3215">
                  <a:moveTo>
                    <a:pt x="0" y="0"/>
                  </a:moveTo>
                  <a:lnTo>
                    <a:pt x="0" y="810"/>
                  </a:lnTo>
                  <a:lnTo>
                    <a:pt x="3215" y="810"/>
                  </a:lnTo>
                  <a:lnTo>
                    <a:pt x="321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23"/>
            <p:cNvSpPr/>
            <p:nvPr/>
          </p:nvSpPr>
          <p:spPr>
            <a:xfrm>
              <a:off x="1444800" y="4005675"/>
              <a:ext cx="238450" cy="201550"/>
            </a:xfrm>
            <a:custGeom>
              <a:rect b="b" l="l" r="r" t="t"/>
              <a:pathLst>
                <a:path extrusionOk="0" h="8062" w="9538">
                  <a:moveTo>
                    <a:pt x="5121" y="608"/>
                  </a:moveTo>
                  <a:lnTo>
                    <a:pt x="6264" y="2525"/>
                  </a:lnTo>
                  <a:lnTo>
                    <a:pt x="6311" y="2358"/>
                  </a:lnTo>
                  <a:lnTo>
                    <a:pt x="7085" y="2561"/>
                  </a:lnTo>
                  <a:lnTo>
                    <a:pt x="6716" y="4049"/>
                  </a:lnTo>
                  <a:lnTo>
                    <a:pt x="5228" y="3668"/>
                  </a:lnTo>
                  <a:lnTo>
                    <a:pt x="5418" y="2894"/>
                  </a:lnTo>
                  <a:lnTo>
                    <a:pt x="5585" y="2942"/>
                  </a:lnTo>
                  <a:lnTo>
                    <a:pt x="4430" y="1025"/>
                  </a:lnTo>
                  <a:lnTo>
                    <a:pt x="5121" y="608"/>
                  </a:lnTo>
                  <a:close/>
                  <a:moveTo>
                    <a:pt x="4287" y="1572"/>
                  </a:moveTo>
                  <a:lnTo>
                    <a:pt x="4656" y="3061"/>
                  </a:lnTo>
                  <a:lnTo>
                    <a:pt x="3882" y="3251"/>
                  </a:lnTo>
                  <a:lnTo>
                    <a:pt x="3835" y="3084"/>
                  </a:lnTo>
                  <a:lnTo>
                    <a:pt x="2692" y="5013"/>
                  </a:lnTo>
                  <a:lnTo>
                    <a:pt x="1989" y="4597"/>
                  </a:lnTo>
                  <a:lnTo>
                    <a:pt x="3156" y="2680"/>
                  </a:lnTo>
                  <a:lnTo>
                    <a:pt x="3156" y="2680"/>
                  </a:lnTo>
                  <a:lnTo>
                    <a:pt x="2989" y="2715"/>
                  </a:lnTo>
                  <a:lnTo>
                    <a:pt x="2799" y="1941"/>
                  </a:lnTo>
                  <a:lnTo>
                    <a:pt x="4287" y="1572"/>
                  </a:lnTo>
                  <a:close/>
                  <a:moveTo>
                    <a:pt x="4490" y="3727"/>
                  </a:moveTo>
                  <a:lnTo>
                    <a:pt x="5061" y="4299"/>
                  </a:lnTo>
                  <a:lnTo>
                    <a:pt x="4942" y="4418"/>
                  </a:lnTo>
                  <a:lnTo>
                    <a:pt x="7169" y="4418"/>
                  </a:lnTo>
                  <a:lnTo>
                    <a:pt x="7169" y="5216"/>
                  </a:lnTo>
                  <a:lnTo>
                    <a:pt x="4942" y="5216"/>
                  </a:lnTo>
                  <a:lnTo>
                    <a:pt x="5061" y="5335"/>
                  </a:lnTo>
                  <a:lnTo>
                    <a:pt x="4490" y="5906"/>
                  </a:lnTo>
                  <a:lnTo>
                    <a:pt x="3406" y="4823"/>
                  </a:lnTo>
                  <a:lnTo>
                    <a:pt x="4490" y="3727"/>
                  </a:lnTo>
                  <a:close/>
                  <a:moveTo>
                    <a:pt x="1" y="1"/>
                  </a:moveTo>
                  <a:lnTo>
                    <a:pt x="799" y="8061"/>
                  </a:lnTo>
                  <a:lnTo>
                    <a:pt x="8740" y="8061"/>
                  </a:lnTo>
                  <a:lnTo>
                    <a:pt x="953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123"/>
          <p:cNvGrpSpPr/>
          <p:nvPr/>
        </p:nvGrpSpPr>
        <p:grpSpPr>
          <a:xfrm>
            <a:off x="1026173" y="3768644"/>
            <a:ext cx="438792" cy="438792"/>
            <a:chOff x="861400" y="3865200"/>
            <a:chExt cx="342325" cy="342325"/>
          </a:xfrm>
        </p:grpSpPr>
        <p:sp>
          <p:nvSpPr>
            <p:cNvPr id="7051" name="Google Shape;7051;p123"/>
            <p:cNvSpPr/>
            <p:nvPr/>
          </p:nvSpPr>
          <p:spPr>
            <a:xfrm>
              <a:off x="966175" y="4067300"/>
              <a:ext cx="86050" cy="19675"/>
            </a:xfrm>
            <a:custGeom>
              <a:rect b="b" l="l" r="r" t="t"/>
              <a:pathLst>
                <a:path extrusionOk="0" h="787" w="3442">
                  <a:moveTo>
                    <a:pt x="203" y="0"/>
                  </a:moveTo>
                  <a:lnTo>
                    <a:pt x="1" y="786"/>
                  </a:lnTo>
                  <a:lnTo>
                    <a:pt x="3442" y="786"/>
                  </a:lnTo>
                  <a:lnTo>
                    <a:pt x="30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23"/>
            <p:cNvSpPr/>
            <p:nvPr/>
          </p:nvSpPr>
          <p:spPr>
            <a:xfrm>
              <a:off x="861400" y="4006575"/>
              <a:ext cx="342325" cy="180700"/>
            </a:xfrm>
            <a:custGeom>
              <a:rect b="b" l="l" r="r" t="t"/>
              <a:pathLst>
                <a:path extrusionOk="0" h="7228" w="13693">
                  <a:moveTo>
                    <a:pt x="7728" y="1608"/>
                  </a:moveTo>
                  <a:lnTo>
                    <a:pt x="8930" y="4025"/>
                  </a:lnTo>
                  <a:lnTo>
                    <a:pt x="3168" y="4025"/>
                  </a:lnTo>
                  <a:lnTo>
                    <a:pt x="3763" y="1608"/>
                  </a:lnTo>
                  <a:close/>
                  <a:moveTo>
                    <a:pt x="7264" y="4823"/>
                  </a:moveTo>
                  <a:lnTo>
                    <a:pt x="7264" y="5632"/>
                  </a:lnTo>
                  <a:lnTo>
                    <a:pt x="5620" y="5632"/>
                  </a:lnTo>
                  <a:lnTo>
                    <a:pt x="5620" y="4823"/>
                  </a:lnTo>
                  <a:close/>
                  <a:moveTo>
                    <a:pt x="2501" y="0"/>
                  </a:moveTo>
                  <a:lnTo>
                    <a:pt x="1691" y="3215"/>
                  </a:lnTo>
                  <a:lnTo>
                    <a:pt x="1" y="3215"/>
                  </a:lnTo>
                  <a:lnTo>
                    <a:pt x="1" y="7228"/>
                  </a:lnTo>
                  <a:lnTo>
                    <a:pt x="1251" y="7228"/>
                  </a:lnTo>
                  <a:cubicBezTo>
                    <a:pt x="1215" y="7085"/>
                    <a:pt x="1203" y="6954"/>
                    <a:pt x="1203" y="6823"/>
                  </a:cubicBezTo>
                  <a:cubicBezTo>
                    <a:pt x="1203" y="5715"/>
                    <a:pt x="2096" y="4811"/>
                    <a:pt x="3215" y="4811"/>
                  </a:cubicBezTo>
                  <a:cubicBezTo>
                    <a:pt x="4311" y="4811"/>
                    <a:pt x="5228" y="5704"/>
                    <a:pt x="5228" y="6823"/>
                  </a:cubicBezTo>
                  <a:cubicBezTo>
                    <a:pt x="5228" y="6954"/>
                    <a:pt x="5204" y="7085"/>
                    <a:pt x="5180" y="7228"/>
                  </a:cubicBezTo>
                  <a:lnTo>
                    <a:pt x="8502" y="7228"/>
                  </a:lnTo>
                  <a:cubicBezTo>
                    <a:pt x="8466" y="7085"/>
                    <a:pt x="8454" y="6954"/>
                    <a:pt x="8454" y="6823"/>
                  </a:cubicBezTo>
                  <a:cubicBezTo>
                    <a:pt x="8454" y="5715"/>
                    <a:pt x="9347" y="4811"/>
                    <a:pt x="10466" y="4811"/>
                  </a:cubicBezTo>
                  <a:cubicBezTo>
                    <a:pt x="11574" y="4811"/>
                    <a:pt x="12467" y="5704"/>
                    <a:pt x="12467" y="6823"/>
                  </a:cubicBezTo>
                  <a:cubicBezTo>
                    <a:pt x="12467" y="6954"/>
                    <a:pt x="12455" y="7085"/>
                    <a:pt x="12419" y="7228"/>
                  </a:cubicBezTo>
                  <a:lnTo>
                    <a:pt x="13693" y="7228"/>
                  </a:lnTo>
                  <a:lnTo>
                    <a:pt x="13693" y="3215"/>
                  </a:lnTo>
                  <a:lnTo>
                    <a:pt x="10312" y="3215"/>
                  </a:lnTo>
                  <a:lnTo>
                    <a:pt x="87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23"/>
            <p:cNvSpPr/>
            <p:nvPr/>
          </p:nvSpPr>
          <p:spPr>
            <a:xfrm>
              <a:off x="912000" y="4147375"/>
              <a:ext cx="60150" cy="60150"/>
            </a:xfrm>
            <a:custGeom>
              <a:rect b="b" l="l" r="r" t="t"/>
              <a:pathLst>
                <a:path extrusionOk="0" h="2406" w="2406">
                  <a:moveTo>
                    <a:pt x="1203" y="0"/>
                  </a:moveTo>
                  <a:cubicBezTo>
                    <a:pt x="537" y="0"/>
                    <a:pt x="1" y="536"/>
                    <a:pt x="1" y="1203"/>
                  </a:cubicBezTo>
                  <a:cubicBezTo>
                    <a:pt x="1" y="1869"/>
                    <a:pt x="537" y="2405"/>
                    <a:pt x="1203" y="2405"/>
                  </a:cubicBezTo>
                  <a:cubicBezTo>
                    <a:pt x="1870" y="2405"/>
                    <a:pt x="2406" y="1869"/>
                    <a:pt x="2406" y="1203"/>
                  </a:cubicBezTo>
                  <a:cubicBezTo>
                    <a:pt x="2406" y="536"/>
                    <a:pt x="1870" y="0"/>
                    <a:pt x="1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23"/>
            <p:cNvSpPr/>
            <p:nvPr/>
          </p:nvSpPr>
          <p:spPr>
            <a:xfrm>
              <a:off x="1092975" y="4147375"/>
              <a:ext cx="60450" cy="60150"/>
            </a:xfrm>
            <a:custGeom>
              <a:rect b="b" l="l" r="r" t="t"/>
              <a:pathLst>
                <a:path extrusionOk="0" h="2406" w="2418">
                  <a:moveTo>
                    <a:pt x="1215" y="0"/>
                  </a:moveTo>
                  <a:cubicBezTo>
                    <a:pt x="548" y="0"/>
                    <a:pt x="1" y="536"/>
                    <a:pt x="1" y="1203"/>
                  </a:cubicBezTo>
                  <a:cubicBezTo>
                    <a:pt x="1" y="1869"/>
                    <a:pt x="548" y="2405"/>
                    <a:pt x="1215" y="2405"/>
                  </a:cubicBezTo>
                  <a:cubicBezTo>
                    <a:pt x="1882" y="2405"/>
                    <a:pt x="2418" y="1869"/>
                    <a:pt x="2418" y="1203"/>
                  </a:cubicBezTo>
                  <a:cubicBezTo>
                    <a:pt x="2418" y="536"/>
                    <a:pt x="1882" y="0"/>
                    <a:pt x="12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23"/>
            <p:cNvSpPr/>
            <p:nvPr/>
          </p:nvSpPr>
          <p:spPr>
            <a:xfrm>
              <a:off x="861700" y="3865200"/>
              <a:ext cx="301850" cy="202125"/>
            </a:xfrm>
            <a:custGeom>
              <a:rect b="b" l="l" r="r" t="t"/>
              <a:pathLst>
                <a:path extrusionOk="0" h="8085" w="12074">
                  <a:moveTo>
                    <a:pt x="7656" y="0"/>
                  </a:moveTo>
                  <a:cubicBezTo>
                    <a:pt x="6978" y="0"/>
                    <a:pt x="6442" y="536"/>
                    <a:pt x="6442" y="1214"/>
                  </a:cubicBezTo>
                  <a:lnTo>
                    <a:pt x="6442" y="1607"/>
                  </a:lnTo>
                  <a:lnTo>
                    <a:pt x="1" y="1607"/>
                  </a:lnTo>
                  <a:lnTo>
                    <a:pt x="1" y="8084"/>
                  </a:lnTo>
                  <a:lnTo>
                    <a:pt x="810" y="8084"/>
                  </a:lnTo>
                  <a:lnTo>
                    <a:pt x="810" y="2417"/>
                  </a:lnTo>
                  <a:lnTo>
                    <a:pt x="6442" y="2417"/>
                  </a:lnTo>
                  <a:lnTo>
                    <a:pt x="6442" y="2822"/>
                  </a:lnTo>
                  <a:cubicBezTo>
                    <a:pt x="6442" y="3489"/>
                    <a:pt x="6978" y="4024"/>
                    <a:pt x="7656" y="4024"/>
                  </a:cubicBezTo>
                  <a:lnTo>
                    <a:pt x="10466" y="4024"/>
                  </a:lnTo>
                  <a:lnTo>
                    <a:pt x="10466" y="3215"/>
                  </a:lnTo>
                  <a:lnTo>
                    <a:pt x="12074" y="3215"/>
                  </a:lnTo>
                  <a:lnTo>
                    <a:pt x="12074" y="2417"/>
                  </a:lnTo>
                  <a:lnTo>
                    <a:pt x="10466" y="2417"/>
                  </a:lnTo>
                  <a:lnTo>
                    <a:pt x="10466" y="1607"/>
                  </a:lnTo>
                  <a:lnTo>
                    <a:pt x="12074" y="1607"/>
                  </a:lnTo>
                  <a:lnTo>
                    <a:pt x="12074" y="810"/>
                  </a:lnTo>
                  <a:lnTo>
                    <a:pt x="10466" y="810"/>
                  </a:lnTo>
                  <a:lnTo>
                    <a:pt x="1046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123"/>
          <p:cNvGrpSpPr/>
          <p:nvPr/>
        </p:nvGrpSpPr>
        <p:grpSpPr>
          <a:xfrm>
            <a:off x="8043344" y="2967391"/>
            <a:ext cx="333877" cy="438824"/>
            <a:chOff x="6579975" y="3240100"/>
            <a:chExt cx="260475" cy="342350"/>
          </a:xfrm>
        </p:grpSpPr>
        <p:sp>
          <p:nvSpPr>
            <p:cNvPr id="7057" name="Google Shape;7057;p123"/>
            <p:cNvSpPr/>
            <p:nvPr/>
          </p:nvSpPr>
          <p:spPr>
            <a:xfrm>
              <a:off x="6579975" y="3341025"/>
              <a:ext cx="260475" cy="241425"/>
            </a:xfrm>
            <a:custGeom>
              <a:rect b="b" l="l" r="r" t="t"/>
              <a:pathLst>
                <a:path extrusionOk="0" h="9657" w="10419">
                  <a:moveTo>
                    <a:pt x="5585" y="2631"/>
                  </a:moveTo>
                  <a:lnTo>
                    <a:pt x="6728" y="4560"/>
                  </a:lnTo>
                  <a:lnTo>
                    <a:pt x="6775" y="4394"/>
                  </a:lnTo>
                  <a:lnTo>
                    <a:pt x="7549" y="4584"/>
                  </a:lnTo>
                  <a:lnTo>
                    <a:pt x="7180" y="6072"/>
                  </a:lnTo>
                  <a:lnTo>
                    <a:pt x="5692" y="5703"/>
                  </a:lnTo>
                  <a:lnTo>
                    <a:pt x="5882" y="4929"/>
                  </a:lnTo>
                  <a:lnTo>
                    <a:pt x="6049" y="4965"/>
                  </a:lnTo>
                  <a:lnTo>
                    <a:pt x="4906" y="3048"/>
                  </a:lnTo>
                  <a:lnTo>
                    <a:pt x="5585" y="2631"/>
                  </a:lnTo>
                  <a:close/>
                  <a:moveTo>
                    <a:pt x="4751" y="3596"/>
                  </a:moveTo>
                  <a:lnTo>
                    <a:pt x="5120" y="5084"/>
                  </a:lnTo>
                  <a:lnTo>
                    <a:pt x="4346" y="5287"/>
                  </a:lnTo>
                  <a:lnTo>
                    <a:pt x="4311" y="5120"/>
                  </a:lnTo>
                  <a:lnTo>
                    <a:pt x="3156" y="7037"/>
                  </a:lnTo>
                  <a:lnTo>
                    <a:pt x="2465" y="6620"/>
                  </a:lnTo>
                  <a:lnTo>
                    <a:pt x="3620" y="4703"/>
                  </a:lnTo>
                  <a:lnTo>
                    <a:pt x="3453" y="4751"/>
                  </a:lnTo>
                  <a:lnTo>
                    <a:pt x="3263" y="3977"/>
                  </a:lnTo>
                  <a:lnTo>
                    <a:pt x="4751" y="3596"/>
                  </a:lnTo>
                  <a:close/>
                  <a:moveTo>
                    <a:pt x="4965" y="5763"/>
                  </a:moveTo>
                  <a:lnTo>
                    <a:pt x="5525" y="6322"/>
                  </a:lnTo>
                  <a:lnTo>
                    <a:pt x="5406" y="6441"/>
                  </a:lnTo>
                  <a:lnTo>
                    <a:pt x="7644" y="6441"/>
                  </a:lnTo>
                  <a:lnTo>
                    <a:pt x="7644" y="7251"/>
                  </a:lnTo>
                  <a:lnTo>
                    <a:pt x="5406" y="7251"/>
                  </a:lnTo>
                  <a:lnTo>
                    <a:pt x="5525" y="7370"/>
                  </a:lnTo>
                  <a:lnTo>
                    <a:pt x="4965" y="7930"/>
                  </a:lnTo>
                  <a:lnTo>
                    <a:pt x="3870" y="6846"/>
                  </a:lnTo>
                  <a:lnTo>
                    <a:pt x="4965" y="5763"/>
                  </a:lnTo>
                  <a:close/>
                  <a:moveTo>
                    <a:pt x="4025" y="0"/>
                  </a:moveTo>
                  <a:cubicBezTo>
                    <a:pt x="3572" y="0"/>
                    <a:pt x="3215" y="357"/>
                    <a:pt x="3215" y="810"/>
                  </a:cubicBezTo>
                  <a:cubicBezTo>
                    <a:pt x="3215" y="965"/>
                    <a:pt x="3275" y="1107"/>
                    <a:pt x="3358" y="1227"/>
                  </a:cubicBezTo>
                  <a:cubicBezTo>
                    <a:pt x="1846" y="1917"/>
                    <a:pt x="810" y="3465"/>
                    <a:pt x="810" y="5239"/>
                  </a:cubicBezTo>
                  <a:lnTo>
                    <a:pt x="810" y="8049"/>
                  </a:lnTo>
                  <a:lnTo>
                    <a:pt x="1" y="8049"/>
                  </a:lnTo>
                  <a:lnTo>
                    <a:pt x="1" y="9656"/>
                  </a:lnTo>
                  <a:lnTo>
                    <a:pt x="10419" y="9656"/>
                  </a:lnTo>
                  <a:lnTo>
                    <a:pt x="10419" y="8049"/>
                  </a:lnTo>
                  <a:lnTo>
                    <a:pt x="9645" y="8049"/>
                  </a:lnTo>
                  <a:lnTo>
                    <a:pt x="9645" y="5239"/>
                  </a:lnTo>
                  <a:cubicBezTo>
                    <a:pt x="9645" y="3489"/>
                    <a:pt x="8609" y="1941"/>
                    <a:pt x="7109" y="1227"/>
                  </a:cubicBezTo>
                  <a:cubicBezTo>
                    <a:pt x="7180" y="1107"/>
                    <a:pt x="7240" y="953"/>
                    <a:pt x="7240" y="810"/>
                  </a:cubicBezTo>
                  <a:cubicBezTo>
                    <a:pt x="7240" y="357"/>
                    <a:pt x="6882" y="0"/>
                    <a:pt x="64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23"/>
            <p:cNvSpPr/>
            <p:nvPr/>
          </p:nvSpPr>
          <p:spPr>
            <a:xfrm>
              <a:off x="6660950" y="3240100"/>
              <a:ext cx="100325" cy="81300"/>
            </a:xfrm>
            <a:custGeom>
              <a:rect b="b" l="l" r="r" t="t"/>
              <a:pathLst>
                <a:path extrusionOk="0" h="3252" w="4013">
                  <a:moveTo>
                    <a:pt x="0" y="1"/>
                  </a:moveTo>
                  <a:lnTo>
                    <a:pt x="0" y="1239"/>
                  </a:lnTo>
                  <a:cubicBezTo>
                    <a:pt x="0" y="2335"/>
                    <a:pt x="893" y="3251"/>
                    <a:pt x="2000" y="3251"/>
                  </a:cubicBezTo>
                  <a:cubicBezTo>
                    <a:pt x="3120" y="3251"/>
                    <a:pt x="4012" y="2358"/>
                    <a:pt x="4012" y="1239"/>
                  </a:cubicBezTo>
                  <a:lnTo>
                    <a:pt x="40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9" name="Google Shape;7059;p123"/>
          <p:cNvSpPr/>
          <p:nvPr/>
        </p:nvSpPr>
        <p:spPr>
          <a:xfrm>
            <a:off x="7445222" y="2967467"/>
            <a:ext cx="334261" cy="438440"/>
          </a:xfrm>
          <a:custGeom>
            <a:rect b="b" l="l" r="r" t="t"/>
            <a:pathLst>
              <a:path extrusionOk="0" h="13682" w="10431">
                <a:moveTo>
                  <a:pt x="5204" y="1346"/>
                </a:moveTo>
                <a:lnTo>
                  <a:pt x="6644" y="3597"/>
                </a:lnTo>
                <a:lnTo>
                  <a:pt x="6811" y="2882"/>
                </a:lnTo>
                <a:lnTo>
                  <a:pt x="7597" y="3037"/>
                </a:lnTo>
                <a:lnTo>
                  <a:pt x="7156" y="5097"/>
                </a:lnTo>
                <a:lnTo>
                  <a:pt x="5096" y="4644"/>
                </a:lnTo>
                <a:lnTo>
                  <a:pt x="5263" y="3859"/>
                </a:lnTo>
                <a:lnTo>
                  <a:pt x="5978" y="4013"/>
                </a:lnTo>
                <a:lnTo>
                  <a:pt x="5216" y="2823"/>
                </a:lnTo>
                <a:lnTo>
                  <a:pt x="4799" y="3478"/>
                </a:lnTo>
                <a:lnTo>
                  <a:pt x="4120" y="3037"/>
                </a:lnTo>
                <a:lnTo>
                  <a:pt x="5204" y="1346"/>
                </a:lnTo>
                <a:close/>
                <a:moveTo>
                  <a:pt x="4132" y="3811"/>
                </a:moveTo>
                <a:lnTo>
                  <a:pt x="4596" y="5871"/>
                </a:lnTo>
                <a:lnTo>
                  <a:pt x="3811" y="6049"/>
                </a:lnTo>
                <a:lnTo>
                  <a:pt x="3644" y="5335"/>
                </a:lnTo>
                <a:cubicBezTo>
                  <a:pt x="3418" y="5692"/>
                  <a:pt x="3156" y="6121"/>
                  <a:pt x="2930" y="6454"/>
                </a:cubicBezTo>
                <a:lnTo>
                  <a:pt x="4013" y="6454"/>
                </a:lnTo>
                <a:lnTo>
                  <a:pt x="4013" y="7252"/>
                </a:lnTo>
                <a:lnTo>
                  <a:pt x="1489" y="7252"/>
                </a:lnTo>
                <a:lnTo>
                  <a:pt x="2977" y="4906"/>
                </a:lnTo>
                <a:lnTo>
                  <a:pt x="2263" y="5061"/>
                </a:lnTo>
                <a:lnTo>
                  <a:pt x="2084" y="4275"/>
                </a:lnTo>
                <a:lnTo>
                  <a:pt x="4132" y="3811"/>
                </a:lnTo>
                <a:close/>
                <a:moveTo>
                  <a:pt x="6132" y="5359"/>
                </a:moveTo>
                <a:lnTo>
                  <a:pt x="6692" y="5930"/>
                </a:lnTo>
                <a:lnTo>
                  <a:pt x="6168" y="6442"/>
                </a:lnTo>
                <a:lnTo>
                  <a:pt x="7525" y="6442"/>
                </a:lnTo>
                <a:lnTo>
                  <a:pt x="7156" y="5847"/>
                </a:lnTo>
                <a:lnTo>
                  <a:pt x="7823" y="5418"/>
                </a:lnTo>
                <a:lnTo>
                  <a:pt x="9002" y="7252"/>
                </a:lnTo>
                <a:lnTo>
                  <a:pt x="6192" y="7252"/>
                </a:lnTo>
                <a:lnTo>
                  <a:pt x="6692" y="7776"/>
                </a:lnTo>
                <a:lnTo>
                  <a:pt x="6132" y="8335"/>
                </a:lnTo>
                <a:lnTo>
                  <a:pt x="4644" y="6847"/>
                </a:lnTo>
                <a:lnTo>
                  <a:pt x="6132" y="5359"/>
                </a:lnTo>
                <a:close/>
                <a:moveTo>
                  <a:pt x="5204" y="1"/>
                </a:moveTo>
                <a:cubicBezTo>
                  <a:pt x="2334" y="1"/>
                  <a:pt x="1" y="2370"/>
                  <a:pt x="1" y="5240"/>
                </a:cubicBezTo>
                <a:cubicBezTo>
                  <a:pt x="1" y="7228"/>
                  <a:pt x="917" y="8323"/>
                  <a:pt x="2441" y="10121"/>
                </a:cubicBezTo>
                <a:cubicBezTo>
                  <a:pt x="3108" y="10931"/>
                  <a:pt x="3942" y="11943"/>
                  <a:pt x="4882" y="13241"/>
                </a:cubicBezTo>
                <a:lnTo>
                  <a:pt x="5204" y="13681"/>
                </a:lnTo>
                <a:lnTo>
                  <a:pt x="5537" y="13241"/>
                </a:lnTo>
                <a:cubicBezTo>
                  <a:pt x="6466" y="11943"/>
                  <a:pt x="7323" y="10907"/>
                  <a:pt x="7990" y="10109"/>
                </a:cubicBezTo>
                <a:cubicBezTo>
                  <a:pt x="9502" y="8312"/>
                  <a:pt x="10419" y="7204"/>
                  <a:pt x="10419" y="5240"/>
                </a:cubicBezTo>
                <a:cubicBezTo>
                  <a:pt x="10430" y="2370"/>
                  <a:pt x="8097" y="1"/>
                  <a:pt x="52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0" name="Google Shape;7060;p123"/>
          <p:cNvGrpSpPr/>
          <p:nvPr/>
        </p:nvGrpSpPr>
        <p:grpSpPr>
          <a:xfrm>
            <a:off x="6741164" y="2967391"/>
            <a:ext cx="438792" cy="438824"/>
            <a:chOff x="5564075" y="3240100"/>
            <a:chExt cx="342325" cy="342350"/>
          </a:xfrm>
        </p:grpSpPr>
        <p:sp>
          <p:nvSpPr>
            <p:cNvPr id="7061" name="Google Shape;7061;p123"/>
            <p:cNvSpPr/>
            <p:nvPr/>
          </p:nvSpPr>
          <p:spPr>
            <a:xfrm>
              <a:off x="5705475" y="3240100"/>
              <a:ext cx="60150" cy="60450"/>
            </a:xfrm>
            <a:custGeom>
              <a:rect b="b" l="l" r="r" t="t"/>
              <a:pathLst>
                <a:path extrusionOk="0" h="2418" w="2406">
                  <a:moveTo>
                    <a:pt x="0" y="1"/>
                  </a:moveTo>
                  <a:lnTo>
                    <a:pt x="0" y="1215"/>
                  </a:lnTo>
                  <a:cubicBezTo>
                    <a:pt x="0" y="1882"/>
                    <a:pt x="536" y="2418"/>
                    <a:pt x="1203" y="2418"/>
                  </a:cubicBezTo>
                  <a:cubicBezTo>
                    <a:pt x="1869" y="2418"/>
                    <a:pt x="2405" y="1882"/>
                    <a:pt x="2405" y="1215"/>
                  </a:cubicBezTo>
                  <a:lnTo>
                    <a:pt x="24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23"/>
            <p:cNvSpPr/>
            <p:nvPr/>
          </p:nvSpPr>
          <p:spPr>
            <a:xfrm>
              <a:off x="5564075" y="3240700"/>
              <a:ext cx="342325" cy="341750"/>
            </a:xfrm>
            <a:custGeom>
              <a:rect b="b" l="l" r="r" t="t"/>
              <a:pathLst>
                <a:path extrusionOk="0" h="13670" w="13693">
                  <a:moveTo>
                    <a:pt x="7216" y="5001"/>
                  </a:moveTo>
                  <a:lnTo>
                    <a:pt x="8359" y="6918"/>
                  </a:lnTo>
                  <a:lnTo>
                    <a:pt x="8406" y="6752"/>
                  </a:lnTo>
                  <a:lnTo>
                    <a:pt x="9180" y="6942"/>
                  </a:lnTo>
                  <a:lnTo>
                    <a:pt x="8811" y="8430"/>
                  </a:lnTo>
                  <a:lnTo>
                    <a:pt x="7323" y="8061"/>
                  </a:lnTo>
                  <a:lnTo>
                    <a:pt x="7513" y="7287"/>
                  </a:lnTo>
                  <a:lnTo>
                    <a:pt x="7680" y="7335"/>
                  </a:lnTo>
                  <a:lnTo>
                    <a:pt x="6525" y="5406"/>
                  </a:lnTo>
                  <a:lnTo>
                    <a:pt x="7216" y="5001"/>
                  </a:lnTo>
                  <a:close/>
                  <a:moveTo>
                    <a:pt x="6382" y="5966"/>
                  </a:moveTo>
                  <a:lnTo>
                    <a:pt x="6751" y="7454"/>
                  </a:lnTo>
                  <a:lnTo>
                    <a:pt x="5977" y="7645"/>
                  </a:lnTo>
                  <a:lnTo>
                    <a:pt x="5930" y="7478"/>
                  </a:lnTo>
                  <a:lnTo>
                    <a:pt x="4787" y="9395"/>
                  </a:lnTo>
                  <a:lnTo>
                    <a:pt x="4084" y="8990"/>
                  </a:lnTo>
                  <a:lnTo>
                    <a:pt x="5251" y="7061"/>
                  </a:lnTo>
                  <a:lnTo>
                    <a:pt x="5251" y="7061"/>
                  </a:lnTo>
                  <a:lnTo>
                    <a:pt x="5085" y="7109"/>
                  </a:lnTo>
                  <a:lnTo>
                    <a:pt x="4894" y="6335"/>
                  </a:lnTo>
                  <a:lnTo>
                    <a:pt x="6382" y="5966"/>
                  </a:lnTo>
                  <a:close/>
                  <a:moveTo>
                    <a:pt x="6585" y="8121"/>
                  </a:moveTo>
                  <a:lnTo>
                    <a:pt x="7156" y="8692"/>
                  </a:lnTo>
                  <a:lnTo>
                    <a:pt x="7037" y="8799"/>
                  </a:lnTo>
                  <a:lnTo>
                    <a:pt x="9264" y="8799"/>
                  </a:lnTo>
                  <a:lnTo>
                    <a:pt x="9264" y="9609"/>
                  </a:lnTo>
                  <a:lnTo>
                    <a:pt x="7037" y="9609"/>
                  </a:lnTo>
                  <a:lnTo>
                    <a:pt x="7156" y="9728"/>
                  </a:lnTo>
                  <a:lnTo>
                    <a:pt x="6585" y="10288"/>
                  </a:lnTo>
                  <a:lnTo>
                    <a:pt x="5501" y="9204"/>
                  </a:lnTo>
                  <a:lnTo>
                    <a:pt x="6585" y="8121"/>
                  </a:lnTo>
                  <a:close/>
                  <a:moveTo>
                    <a:pt x="2679" y="1"/>
                  </a:moveTo>
                  <a:cubicBezTo>
                    <a:pt x="2620" y="84"/>
                    <a:pt x="120" y="2168"/>
                    <a:pt x="12" y="5990"/>
                  </a:cubicBezTo>
                  <a:lnTo>
                    <a:pt x="1" y="6406"/>
                  </a:lnTo>
                  <a:lnTo>
                    <a:pt x="2418" y="6406"/>
                  </a:lnTo>
                  <a:lnTo>
                    <a:pt x="2418" y="13669"/>
                  </a:lnTo>
                  <a:lnTo>
                    <a:pt x="11252" y="13669"/>
                  </a:lnTo>
                  <a:lnTo>
                    <a:pt x="11252" y="6406"/>
                  </a:lnTo>
                  <a:lnTo>
                    <a:pt x="13669" y="6406"/>
                  </a:lnTo>
                  <a:lnTo>
                    <a:pt x="13693" y="5990"/>
                  </a:lnTo>
                  <a:cubicBezTo>
                    <a:pt x="13597" y="2334"/>
                    <a:pt x="11085" y="72"/>
                    <a:pt x="11026" y="1"/>
                  </a:cubicBezTo>
                  <a:lnTo>
                    <a:pt x="8871" y="1"/>
                  </a:lnTo>
                  <a:lnTo>
                    <a:pt x="8871" y="1203"/>
                  </a:lnTo>
                  <a:cubicBezTo>
                    <a:pt x="8871" y="2299"/>
                    <a:pt x="7978" y="3215"/>
                    <a:pt x="6859" y="3215"/>
                  </a:cubicBezTo>
                  <a:cubicBezTo>
                    <a:pt x="5751" y="3215"/>
                    <a:pt x="4846" y="2322"/>
                    <a:pt x="4846" y="1203"/>
                  </a:cubicBezTo>
                  <a:lnTo>
                    <a:pt x="484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3" name="Google Shape;7063;p123"/>
          <p:cNvSpPr/>
          <p:nvPr/>
        </p:nvSpPr>
        <p:spPr>
          <a:xfrm>
            <a:off x="6085403" y="2967467"/>
            <a:ext cx="391878" cy="438824"/>
          </a:xfrm>
          <a:custGeom>
            <a:rect b="b" l="l" r="r" t="t"/>
            <a:pathLst>
              <a:path extrusionOk="0" h="13694" w="12229">
                <a:moveTo>
                  <a:pt x="5609" y="1311"/>
                </a:moveTo>
                <a:lnTo>
                  <a:pt x="7049" y="3561"/>
                </a:lnTo>
                <a:lnTo>
                  <a:pt x="7216" y="2847"/>
                </a:lnTo>
                <a:lnTo>
                  <a:pt x="8002" y="3013"/>
                </a:lnTo>
                <a:lnTo>
                  <a:pt x="7561" y="5061"/>
                </a:lnTo>
                <a:lnTo>
                  <a:pt x="5501" y="4621"/>
                </a:lnTo>
                <a:lnTo>
                  <a:pt x="5668" y="3835"/>
                </a:lnTo>
                <a:lnTo>
                  <a:pt x="6382" y="3978"/>
                </a:lnTo>
                <a:lnTo>
                  <a:pt x="5609" y="2787"/>
                </a:lnTo>
                <a:lnTo>
                  <a:pt x="5192" y="3442"/>
                </a:lnTo>
                <a:lnTo>
                  <a:pt x="4501" y="3013"/>
                </a:lnTo>
                <a:lnTo>
                  <a:pt x="5609" y="1311"/>
                </a:lnTo>
                <a:close/>
                <a:moveTo>
                  <a:pt x="4525" y="3787"/>
                </a:moveTo>
                <a:lnTo>
                  <a:pt x="4989" y="5835"/>
                </a:lnTo>
                <a:lnTo>
                  <a:pt x="4192" y="6014"/>
                </a:lnTo>
                <a:lnTo>
                  <a:pt x="4037" y="5299"/>
                </a:lnTo>
                <a:cubicBezTo>
                  <a:pt x="3811" y="5656"/>
                  <a:pt x="3537" y="6097"/>
                  <a:pt x="3323" y="6418"/>
                </a:cubicBezTo>
                <a:lnTo>
                  <a:pt x="4406" y="6418"/>
                </a:lnTo>
                <a:lnTo>
                  <a:pt x="4406" y="7228"/>
                </a:lnTo>
                <a:lnTo>
                  <a:pt x="1870" y="7228"/>
                </a:lnTo>
                <a:lnTo>
                  <a:pt x="3358" y="4871"/>
                </a:lnTo>
                <a:lnTo>
                  <a:pt x="3358" y="4871"/>
                </a:lnTo>
                <a:lnTo>
                  <a:pt x="2644" y="5037"/>
                </a:lnTo>
                <a:lnTo>
                  <a:pt x="2465" y="4251"/>
                </a:lnTo>
                <a:lnTo>
                  <a:pt x="4525" y="3787"/>
                </a:lnTo>
                <a:close/>
                <a:moveTo>
                  <a:pt x="6537" y="5335"/>
                </a:moveTo>
                <a:lnTo>
                  <a:pt x="7097" y="5895"/>
                </a:lnTo>
                <a:lnTo>
                  <a:pt x="6573" y="6418"/>
                </a:lnTo>
                <a:lnTo>
                  <a:pt x="7930" y="6418"/>
                </a:lnTo>
                <a:lnTo>
                  <a:pt x="7561" y="5823"/>
                </a:lnTo>
                <a:lnTo>
                  <a:pt x="8228" y="5394"/>
                </a:lnTo>
                <a:lnTo>
                  <a:pt x="9407" y="7216"/>
                </a:lnTo>
                <a:lnTo>
                  <a:pt x="6573" y="7216"/>
                </a:lnTo>
                <a:lnTo>
                  <a:pt x="6573" y="7228"/>
                </a:lnTo>
                <a:lnTo>
                  <a:pt x="7097" y="7740"/>
                </a:lnTo>
                <a:lnTo>
                  <a:pt x="6537" y="8312"/>
                </a:lnTo>
                <a:lnTo>
                  <a:pt x="5049" y="6823"/>
                </a:lnTo>
                <a:lnTo>
                  <a:pt x="6537" y="5335"/>
                </a:lnTo>
                <a:close/>
                <a:moveTo>
                  <a:pt x="5204" y="1"/>
                </a:moveTo>
                <a:cubicBezTo>
                  <a:pt x="2334" y="1"/>
                  <a:pt x="1" y="2346"/>
                  <a:pt x="1" y="5216"/>
                </a:cubicBezTo>
                <a:cubicBezTo>
                  <a:pt x="1" y="6633"/>
                  <a:pt x="584" y="8002"/>
                  <a:pt x="1608" y="8978"/>
                </a:cubicBezTo>
                <a:lnTo>
                  <a:pt x="1608" y="13693"/>
                </a:lnTo>
                <a:lnTo>
                  <a:pt x="7216" y="13693"/>
                </a:lnTo>
                <a:lnTo>
                  <a:pt x="7216" y="12050"/>
                </a:lnTo>
                <a:lnTo>
                  <a:pt x="10431" y="12050"/>
                </a:lnTo>
                <a:lnTo>
                  <a:pt x="10431" y="9633"/>
                </a:lnTo>
                <a:lnTo>
                  <a:pt x="12228" y="9633"/>
                </a:lnTo>
                <a:lnTo>
                  <a:pt x="10419" y="5144"/>
                </a:lnTo>
                <a:cubicBezTo>
                  <a:pt x="10371" y="2299"/>
                  <a:pt x="8049" y="1"/>
                  <a:pt x="52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4" name="Google Shape;7064;p123"/>
          <p:cNvGrpSpPr/>
          <p:nvPr/>
        </p:nvGrpSpPr>
        <p:grpSpPr>
          <a:xfrm>
            <a:off x="4823174" y="2967038"/>
            <a:ext cx="311381" cy="438792"/>
            <a:chOff x="4067750" y="3239825"/>
            <a:chExt cx="242925" cy="342325"/>
          </a:xfrm>
        </p:grpSpPr>
        <p:sp>
          <p:nvSpPr>
            <p:cNvPr id="7065" name="Google Shape;7065;p123"/>
            <p:cNvSpPr/>
            <p:nvPr/>
          </p:nvSpPr>
          <p:spPr>
            <a:xfrm>
              <a:off x="4171050" y="3240100"/>
              <a:ext cx="41700" cy="100350"/>
            </a:xfrm>
            <a:custGeom>
              <a:rect b="b" l="l" r="r" t="t"/>
              <a:pathLst>
                <a:path extrusionOk="0" h="4014" w="1668">
                  <a:moveTo>
                    <a:pt x="905" y="1"/>
                  </a:moveTo>
                  <a:lnTo>
                    <a:pt x="0" y="2704"/>
                  </a:lnTo>
                  <a:lnTo>
                    <a:pt x="1310" y="4013"/>
                  </a:lnTo>
                  <a:lnTo>
                    <a:pt x="1453" y="3692"/>
                  </a:lnTo>
                  <a:lnTo>
                    <a:pt x="679" y="2918"/>
                  </a:lnTo>
                  <a:lnTo>
                    <a:pt x="166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23"/>
            <p:cNvSpPr/>
            <p:nvPr/>
          </p:nvSpPr>
          <p:spPr>
            <a:xfrm>
              <a:off x="4067750" y="3239825"/>
              <a:ext cx="242925" cy="342325"/>
            </a:xfrm>
            <a:custGeom>
              <a:rect b="b" l="l" r="r" t="t"/>
              <a:pathLst>
                <a:path extrusionOk="0" h="13693" w="9717">
                  <a:moveTo>
                    <a:pt x="2144" y="0"/>
                  </a:moveTo>
                  <a:lnTo>
                    <a:pt x="727" y="4953"/>
                  </a:lnTo>
                  <a:cubicBezTo>
                    <a:pt x="1" y="7513"/>
                    <a:pt x="1763" y="10168"/>
                    <a:pt x="4454" y="10430"/>
                  </a:cubicBezTo>
                  <a:lnTo>
                    <a:pt x="4454" y="12894"/>
                  </a:lnTo>
                  <a:lnTo>
                    <a:pt x="2037" y="12894"/>
                  </a:lnTo>
                  <a:lnTo>
                    <a:pt x="2037" y="13692"/>
                  </a:lnTo>
                  <a:lnTo>
                    <a:pt x="7657" y="13692"/>
                  </a:lnTo>
                  <a:lnTo>
                    <a:pt x="7657" y="12894"/>
                  </a:lnTo>
                  <a:lnTo>
                    <a:pt x="5240" y="12894"/>
                  </a:lnTo>
                  <a:lnTo>
                    <a:pt x="5240" y="10430"/>
                  </a:lnTo>
                  <a:cubicBezTo>
                    <a:pt x="8002" y="10180"/>
                    <a:pt x="9716" y="7501"/>
                    <a:pt x="8990" y="4977"/>
                  </a:cubicBezTo>
                  <a:lnTo>
                    <a:pt x="7585" y="12"/>
                  </a:lnTo>
                  <a:lnTo>
                    <a:pt x="6633" y="12"/>
                  </a:lnTo>
                  <a:lnTo>
                    <a:pt x="5740" y="2715"/>
                  </a:lnTo>
                  <a:lnTo>
                    <a:pt x="6561" y="3548"/>
                  </a:lnTo>
                  <a:lnTo>
                    <a:pt x="4870" y="6918"/>
                  </a:lnTo>
                  <a:lnTo>
                    <a:pt x="4870" y="4584"/>
                  </a:lnTo>
                  <a:lnTo>
                    <a:pt x="3204" y="2917"/>
                  </a:lnTo>
                  <a:lnTo>
                    <a:pt x="416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123"/>
          <p:cNvGrpSpPr/>
          <p:nvPr/>
        </p:nvGrpSpPr>
        <p:grpSpPr>
          <a:xfrm>
            <a:off x="3430595" y="2966654"/>
            <a:ext cx="442606" cy="438408"/>
            <a:chOff x="2981325" y="3239525"/>
            <a:chExt cx="345300" cy="342025"/>
          </a:xfrm>
        </p:grpSpPr>
        <p:sp>
          <p:nvSpPr>
            <p:cNvPr id="7068" name="Google Shape;7068;p123"/>
            <p:cNvSpPr/>
            <p:nvPr/>
          </p:nvSpPr>
          <p:spPr>
            <a:xfrm>
              <a:off x="2981325" y="3440125"/>
              <a:ext cx="143475" cy="141425"/>
            </a:xfrm>
            <a:custGeom>
              <a:rect b="b" l="l" r="r" t="t"/>
              <a:pathLst>
                <a:path extrusionOk="0" h="5657" w="5739">
                  <a:moveTo>
                    <a:pt x="1786" y="1"/>
                  </a:moveTo>
                  <a:lnTo>
                    <a:pt x="476" y="1334"/>
                  </a:lnTo>
                  <a:cubicBezTo>
                    <a:pt x="0" y="1811"/>
                    <a:pt x="0" y="2573"/>
                    <a:pt x="476" y="3037"/>
                  </a:cubicBezTo>
                  <a:lnTo>
                    <a:pt x="2738" y="5299"/>
                  </a:lnTo>
                  <a:cubicBezTo>
                    <a:pt x="2977" y="5537"/>
                    <a:pt x="3286" y="5656"/>
                    <a:pt x="3594" y="5656"/>
                  </a:cubicBezTo>
                  <a:cubicBezTo>
                    <a:pt x="3902" y="5656"/>
                    <a:pt x="4209" y="5537"/>
                    <a:pt x="4441" y="5299"/>
                  </a:cubicBezTo>
                  <a:lnTo>
                    <a:pt x="5739" y="3942"/>
                  </a:lnTo>
                  <a:lnTo>
                    <a:pt x="5739" y="2466"/>
                  </a:lnTo>
                  <a:lnTo>
                    <a:pt x="326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23"/>
            <p:cNvSpPr/>
            <p:nvPr/>
          </p:nvSpPr>
          <p:spPr>
            <a:xfrm>
              <a:off x="3227475" y="3239525"/>
              <a:ext cx="99150" cy="99125"/>
            </a:xfrm>
            <a:custGeom>
              <a:rect b="b" l="l" r="r" t="t"/>
              <a:pathLst>
                <a:path extrusionOk="0" h="3965" w="3966">
                  <a:moveTo>
                    <a:pt x="1132" y="0"/>
                  </a:moveTo>
                  <a:lnTo>
                    <a:pt x="0" y="1143"/>
                  </a:lnTo>
                  <a:lnTo>
                    <a:pt x="2834" y="3965"/>
                  </a:lnTo>
                  <a:lnTo>
                    <a:pt x="3965" y="2834"/>
                  </a:lnTo>
                  <a:lnTo>
                    <a:pt x="113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23"/>
            <p:cNvSpPr/>
            <p:nvPr/>
          </p:nvSpPr>
          <p:spPr>
            <a:xfrm>
              <a:off x="3069125" y="3375250"/>
              <a:ext cx="120575" cy="120575"/>
            </a:xfrm>
            <a:custGeom>
              <a:rect b="b" l="l" r="r" t="t"/>
              <a:pathLst>
                <a:path extrusionOk="0" h="4823" w="4823">
                  <a:moveTo>
                    <a:pt x="858" y="0"/>
                  </a:moveTo>
                  <a:lnTo>
                    <a:pt x="0" y="846"/>
                  </a:lnTo>
                  <a:lnTo>
                    <a:pt x="155" y="1846"/>
                  </a:lnTo>
                  <a:lnTo>
                    <a:pt x="2977" y="4680"/>
                  </a:lnTo>
                  <a:lnTo>
                    <a:pt x="3977" y="4822"/>
                  </a:lnTo>
                  <a:lnTo>
                    <a:pt x="4822" y="3977"/>
                  </a:lnTo>
                  <a:lnTo>
                    <a:pt x="4680" y="2977"/>
                  </a:lnTo>
                  <a:lnTo>
                    <a:pt x="1846" y="155"/>
                  </a:lnTo>
                  <a:lnTo>
                    <a:pt x="85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23"/>
            <p:cNvSpPr/>
            <p:nvPr/>
          </p:nvSpPr>
          <p:spPr>
            <a:xfrm>
              <a:off x="3174200" y="3290125"/>
              <a:ext cx="101825" cy="102400"/>
            </a:xfrm>
            <a:custGeom>
              <a:rect b="b" l="l" r="r" t="t"/>
              <a:pathLst>
                <a:path extrusionOk="0" h="4096" w="4073">
                  <a:moveTo>
                    <a:pt x="1893" y="0"/>
                  </a:moveTo>
                  <a:lnTo>
                    <a:pt x="0" y="381"/>
                  </a:lnTo>
                  <a:lnTo>
                    <a:pt x="3703" y="4096"/>
                  </a:lnTo>
                  <a:lnTo>
                    <a:pt x="4072" y="2203"/>
                  </a:lnTo>
                  <a:lnTo>
                    <a:pt x="189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23"/>
            <p:cNvSpPr/>
            <p:nvPr/>
          </p:nvSpPr>
          <p:spPr>
            <a:xfrm>
              <a:off x="3126275" y="3310650"/>
              <a:ext cx="129800" cy="128625"/>
            </a:xfrm>
            <a:custGeom>
              <a:rect b="b" l="l" r="r" t="t"/>
              <a:pathLst>
                <a:path extrusionOk="0" h="5145" w="5192">
                  <a:moveTo>
                    <a:pt x="1215" y="1"/>
                  </a:moveTo>
                  <a:lnTo>
                    <a:pt x="0" y="1168"/>
                  </a:lnTo>
                  <a:lnTo>
                    <a:pt x="131" y="2168"/>
                  </a:lnTo>
                  <a:lnTo>
                    <a:pt x="2977" y="5001"/>
                  </a:lnTo>
                  <a:lnTo>
                    <a:pt x="3953" y="5144"/>
                  </a:lnTo>
                  <a:lnTo>
                    <a:pt x="5191" y="3966"/>
                  </a:lnTo>
                  <a:lnTo>
                    <a:pt x="121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3" name="Google Shape;7073;p123"/>
          <p:cNvSpPr/>
          <p:nvPr/>
        </p:nvSpPr>
        <p:spPr>
          <a:xfrm>
            <a:off x="4170074" y="3142596"/>
            <a:ext cx="32" cy="32"/>
          </a:xfrm>
          <a:custGeom>
            <a:rect b="b" l="l" r="r" t="t"/>
            <a:pathLst>
              <a:path extrusionOk="0" h="1" w="1">
                <a:moveTo>
                  <a:pt x="0" y="1"/>
                </a:move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4" name="Google Shape;7074;p123"/>
          <p:cNvGrpSpPr/>
          <p:nvPr/>
        </p:nvGrpSpPr>
        <p:grpSpPr>
          <a:xfrm>
            <a:off x="4137956" y="2974665"/>
            <a:ext cx="438792" cy="424660"/>
            <a:chOff x="3533175" y="3245775"/>
            <a:chExt cx="342325" cy="331300"/>
          </a:xfrm>
        </p:grpSpPr>
        <p:sp>
          <p:nvSpPr>
            <p:cNvPr id="7075" name="Google Shape;7075;p123"/>
            <p:cNvSpPr/>
            <p:nvPr/>
          </p:nvSpPr>
          <p:spPr>
            <a:xfrm>
              <a:off x="3533175" y="3337700"/>
              <a:ext cx="129200" cy="209025"/>
            </a:xfrm>
            <a:custGeom>
              <a:rect b="b" l="l" r="r" t="t"/>
              <a:pathLst>
                <a:path extrusionOk="0" h="8361" w="5168">
                  <a:moveTo>
                    <a:pt x="4691" y="1"/>
                  </a:moveTo>
                  <a:cubicBezTo>
                    <a:pt x="4691" y="1"/>
                    <a:pt x="4691" y="1"/>
                    <a:pt x="4691" y="2"/>
                  </a:cubicBezTo>
                  <a:lnTo>
                    <a:pt x="4691" y="2"/>
                  </a:lnTo>
                  <a:cubicBezTo>
                    <a:pt x="4691" y="2"/>
                    <a:pt x="4691" y="2"/>
                    <a:pt x="4691" y="2"/>
                  </a:cubicBezTo>
                  <a:cubicBezTo>
                    <a:pt x="4691" y="1"/>
                    <a:pt x="4691" y="1"/>
                    <a:pt x="4691" y="1"/>
                  </a:cubicBezTo>
                  <a:close/>
                  <a:moveTo>
                    <a:pt x="4691" y="2"/>
                  </a:moveTo>
                  <a:lnTo>
                    <a:pt x="4691" y="2"/>
                  </a:lnTo>
                  <a:cubicBezTo>
                    <a:pt x="4572" y="50"/>
                    <a:pt x="1119" y="1538"/>
                    <a:pt x="1000" y="1574"/>
                  </a:cubicBezTo>
                  <a:lnTo>
                    <a:pt x="2191" y="2264"/>
                  </a:lnTo>
                  <a:lnTo>
                    <a:pt x="0" y="5955"/>
                  </a:lnTo>
                  <a:lnTo>
                    <a:pt x="1286" y="8360"/>
                  </a:lnTo>
                  <a:lnTo>
                    <a:pt x="5120" y="8360"/>
                  </a:lnTo>
                  <a:lnTo>
                    <a:pt x="3513" y="7158"/>
                  </a:lnTo>
                  <a:lnTo>
                    <a:pt x="5120" y="5955"/>
                  </a:lnTo>
                  <a:lnTo>
                    <a:pt x="2631" y="5955"/>
                  </a:lnTo>
                  <a:lnTo>
                    <a:pt x="4096" y="3348"/>
                  </a:lnTo>
                  <a:lnTo>
                    <a:pt x="5168" y="3979"/>
                  </a:lnTo>
                  <a:cubicBezTo>
                    <a:pt x="5156" y="3898"/>
                    <a:pt x="4702" y="94"/>
                    <a:pt x="4691" y="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23"/>
            <p:cNvSpPr/>
            <p:nvPr/>
          </p:nvSpPr>
          <p:spPr>
            <a:xfrm>
              <a:off x="3810875" y="3307075"/>
              <a:ext cx="25" cy="25"/>
            </a:xfrm>
            <a:custGeom>
              <a:rect b="b" l="l" r="r" t="t"/>
              <a:pathLst>
                <a:path extrusionOk="0" h="1" w="1">
                  <a:moveTo>
                    <a:pt x="1" y="1"/>
                  </a:move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23"/>
            <p:cNvSpPr/>
            <p:nvPr/>
          </p:nvSpPr>
          <p:spPr>
            <a:xfrm>
              <a:off x="3628125" y="3245775"/>
              <a:ext cx="182175" cy="161050"/>
            </a:xfrm>
            <a:custGeom>
              <a:rect b="b" l="l" r="r" t="t"/>
              <a:pathLst>
                <a:path extrusionOk="0" h="6442" w="7287">
                  <a:moveTo>
                    <a:pt x="1846" y="0"/>
                  </a:moveTo>
                  <a:lnTo>
                    <a:pt x="0" y="3167"/>
                  </a:lnTo>
                  <a:lnTo>
                    <a:pt x="1548" y="2500"/>
                  </a:lnTo>
                  <a:lnTo>
                    <a:pt x="1774" y="4358"/>
                  </a:lnTo>
                  <a:lnTo>
                    <a:pt x="3048" y="2072"/>
                  </a:lnTo>
                  <a:lnTo>
                    <a:pt x="4298" y="4179"/>
                  </a:lnTo>
                  <a:lnTo>
                    <a:pt x="3120" y="4870"/>
                  </a:lnTo>
                  <a:cubicBezTo>
                    <a:pt x="3203" y="4894"/>
                    <a:pt x="6596" y="6346"/>
                    <a:pt x="6811" y="6441"/>
                  </a:cubicBezTo>
                  <a:cubicBezTo>
                    <a:pt x="6834" y="6370"/>
                    <a:pt x="7263" y="2715"/>
                    <a:pt x="7287" y="2477"/>
                  </a:cubicBezTo>
                  <a:lnTo>
                    <a:pt x="7287" y="2477"/>
                  </a:lnTo>
                  <a:lnTo>
                    <a:pt x="6096" y="3155"/>
                  </a:lnTo>
                  <a:lnTo>
                    <a:pt x="425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23"/>
            <p:cNvSpPr/>
            <p:nvPr/>
          </p:nvSpPr>
          <p:spPr>
            <a:xfrm>
              <a:off x="3798975" y="3406800"/>
              <a:ext cx="325" cy="25"/>
            </a:xfrm>
            <a:custGeom>
              <a:rect b="b" l="l" r="r" t="t"/>
              <a:pathLst>
                <a:path extrusionOk="0" h="1" w="13">
                  <a:moveTo>
                    <a:pt x="0" y="0"/>
                  </a:moveTo>
                  <a:lnTo>
                    <a:pt x="0" y="0"/>
                  </a:lnTo>
                  <a:cubicBezTo>
                    <a:pt x="12" y="0"/>
                    <a:pt x="12" y="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23"/>
            <p:cNvSpPr/>
            <p:nvPr/>
          </p:nvSpPr>
          <p:spPr>
            <a:xfrm>
              <a:off x="3810875" y="3307075"/>
              <a:ext cx="25" cy="25"/>
            </a:xfrm>
            <a:custGeom>
              <a:rect b="b" l="l" r="r" t="t"/>
              <a:pathLst>
                <a:path extrusionOk="0" h="1" w="1">
                  <a:moveTo>
                    <a:pt x="1" y="1"/>
                  </a:moveTo>
                  <a:lnTo>
                    <a:pt x="1" y="1"/>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23"/>
            <p:cNvSpPr/>
            <p:nvPr/>
          </p:nvSpPr>
          <p:spPr>
            <a:xfrm>
              <a:off x="3810875" y="3307075"/>
              <a:ext cx="25" cy="25"/>
            </a:xfrm>
            <a:custGeom>
              <a:rect b="b" l="l" r="r" t="t"/>
              <a:pathLst>
                <a:path extrusionOk="0" h="1" w="1">
                  <a:moveTo>
                    <a:pt x="1" y="1"/>
                  </a:move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23"/>
            <p:cNvSpPr/>
            <p:nvPr/>
          </p:nvSpPr>
          <p:spPr>
            <a:xfrm>
              <a:off x="3810875" y="3307075"/>
              <a:ext cx="25" cy="25"/>
            </a:xfrm>
            <a:custGeom>
              <a:rect b="b" l="l" r="r" t="t"/>
              <a:pathLst>
                <a:path extrusionOk="0" h="1" w="1">
                  <a:moveTo>
                    <a:pt x="1" y="1"/>
                  </a:move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23"/>
            <p:cNvSpPr/>
            <p:nvPr/>
          </p:nvSpPr>
          <p:spPr>
            <a:xfrm>
              <a:off x="3734975" y="3576450"/>
              <a:ext cx="25" cy="625"/>
            </a:xfrm>
            <a:custGeom>
              <a:rect b="b" l="l" r="r" t="t"/>
              <a:pathLst>
                <a:path extrusionOk="0" h="25" w="1">
                  <a:moveTo>
                    <a:pt x="1" y="1"/>
                  </a:moveTo>
                  <a:cubicBezTo>
                    <a:pt x="1" y="25"/>
                    <a:pt x="1" y="2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23"/>
            <p:cNvSpPr/>
            <p:nvPr/>
          </p:nvSpPr>
          <p:spPr>
            <a:xfrm>
              <a:off x="3654025" y="3516625"/>
              <a:ext cx="600" cy="25"/>
            </a:xfrm>
            <a:custGeom>
              <a:rect b="b" l="l" r="r" t="t"/>
              <a:pathLst>
                <a:path extrusionOk="0" h="1" w="24">
                  <a:moveTo>
                    <a:pt x="24" y="1"/>
                  </a:moveTo>
                  <a:cubicBezTo>
                    <a:pt x="0" y="1"/>
                    <a:pt x="0" y="1"/>
                    <a:pt x="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23"/>
            <p:cNvSpPr/>
            <p:nvPr/>
          </p:nvSpPr>
          <p:spPr>
            <a:xfrm>
              <a:off x="3654600" y="3516625"/>
              <a:ext cx="25" cy="25"/>
            </a:xfrm>
            <a:custGeom>
              <a:rect b="b" l="l" r="r" t="t"/>
              <a:pathLst>
                <a:path extrusionOk="0" h="1" w="1">
                  <a:moveTo>
                    <a:pt x="1" y="1"/>
                  </a:moveTo>
                  <a:lnTo>
                    <a:pt x="1" y="1"/>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23"/>
            <p:cNvSpPr/>
            <p:nvPr/>
          </p:nvSpPr>
          <p:spPr>
            <a:xfrm>
              <a:off x="3653725" y="3393100"/>
              <a:ext cx="221775" cy="183375"/>
            </a:xfrm>
            <a:custGeom>
              <a:rect b="b" l="l" r="r" t="t"/>
              <a:pathLst>
                <a:path extrusionOk="0" h="7335" w="8871">
                  <a:moveTo>
                    <a:pt x="6668" y="1"/>
                  </a:moveTo>
                  <a:lnTo>
                    <a:pt x="6465" y="1703"/>
                  </a:lnTo>
                  <a:lnTo>
                    <a:pt x="4894" y="1025"/>
                  </a:lnTo>
                  <a:lnTo>
                    <a:pt x="4894" y="1025"/>
                  </a:lnTo>
                  <a:lnTo>
                    <a:pt x="6477" y="3727"/>
                  </a:lnTo>
                  <a:lnTo>
                    <a:pt x="3215" y="3727"/>
                  </a:lnTo>
                  <a:lnTo>
                    <a:pt x="3215" y="2513"/>
                  </a:lnTo>
                  <a:cubicBezTo>
                    <a:pt x="3143" y="2573"/>
                    <a:pt x="191" y="4775"/>
                    <a:pt x="0" y="4930"/>
                  </a:cubicBezTo>
                  <a:cubicBezTo>
                    <a:pt x="72" y="4989"/>
                    <a:pt x="3072" y="7216"/>
                    <a:pt x="3215" y="7335"/>
                  </a:cubicBezTo>
                  <a:lnTo>
                    <a:pt x="3215" y="6132"/>
                  </a:lnTo>
                  <a:lnTo>
                    <a:pt x="7906" y="6132"/>
                  </a:lnTo>
                  <a:lnTo>
                    <a:pt x="8870" y="3727"/>
                  </a:lnTo>
                  <a:lnTo>
                    <a:pt x="66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123"/>
          <p:cNvGrpSpPr/>
          <p:nvPr/>
        </p:nvGrpSpPr>
        <p:grpSpPr>
          <a:xfrm>
            <a:off x="5381751" y="2967391"/>
            <a:ext cx="439177" cy="438440"/>
            <a:chOff x="4503525" y="3240100"/>
            <a:chExt cx="342625" cy="342050"/>
          </a:xfrm>
        </p:grpSpPr>
        <p:sp>
          <p:nvSpPr>
            <p:cNvPr id="7087" name="Google Shape;7087;p123"/>
            <p:cNvSpPr/>
            <p:nvPr/>
          </p:nvSpPr>
          <p:spPr>
            <a:xfrm>
              <a:off x="4503525" y="3240100"/>
              <a:ext cx="324175" cy="181300"/>
            </a:xfrm>
            <a:custGeom>
              <a:rect b="b" l="l" r="r" t="t"/>
              <a:pathLst>
                <a:path extrusionOk="0" h="7252" w="12967">
                  <a:moveTo>
                    <a:pt x="6847" y="1"/>
                  </a:moveTo>
                  <a:cubicBezTo>
                    <a:pt x="3096" y="1"/>
                    <a:pt x="1" y="3085"/>
                    <a:pt x="1" y="6847"/>
                  </a:cubicBezTo>
                  <a:lnTo>
                    <a:pt x="1" y="7252"/>
                  </a:lnTo>
                  <a:lnTo>
                    <a:pt x="2418" y="7252"/>
                  </a:lnTo>
                  <a:lnTo>
                    <a:pt x="2418" y="6847"/>
                  </a:lnTo>
                  <a:cubicBezTo>
                    <a:pt x="2418" y="4430"/>
                    <a:pt x="4418" y="2418"/>
                    <a:pt x="6847" y="2418"/>
                  </a:cubicBezTo>
                  <a:cubicBezTo>
                    <a:pt x="7692" y="2418"/>
                    <a:pt x="8561" y="2668"/>
                    <a:pt x="9276" y="3132"/>
                  </a:cubicBezTo>
                  <a:lnTo>
                    <a:pt x="8502" y="3680"/>
                  </a:lnTo>
                  <a:lnTo>
                    <a:pt x="12966" y="5930"/>
                  </a:lnTo>
                  <a:lnTo>
                    <a:pt x="12419" y="882"/>
                  </a:lnTo>
                  <a:lnTo>
                    <a:pt x="11323" y="1656"/>
                  </a:lnTo>
                  <a:cubicBezTo>
                    <a:pt x="10097" y="584"/>
                    <a:pt x="8502" y="1"/>
                    <a:pt x="68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23"/>
            <p:cNvSpPr/>
            <p:nvPr/>
          </p:nvSpPr>
          <p:spPr>
            <a:xfrm>
              <a:off x="4521675" y="3400850"/>
              <a:ext cx="324475" cy="181300"/>
            </a:xfrm>
            <a:custGeom>
              <a:rect b="b" l="l" r="r" t="t"/>
              <a:pathLst>
                <a:path extrusionOk="0" h="7252" w="12979">
                  <a:moveTo>
                    <a:pt x="10562" y="0"/>
                  </a:moveTo>
                  <a:lnTo>
                    <a:pt x="10562" y="24"/>
                  </a:lnTo>
                  <a:lnTo>
                    <a:pt x="10562" y="417"/>
                  </a:lnTo>
                  <a:cubicBezTo>
                    <a:pt x="10562" y="2846"/>
                    <a:pt x="8550" y="4858"/>
                    <a:pt x="6121" y="4858"/>
                  </a:cubicBezTo>
                  <a:cubicBezTo>
                    <a:pt x="5263" y="4858"/>
                    <a:pt x="4406" y="4608"/>
                    <a:pt x="3692" y="4144"/>
                  </a:cubicBezTo>
                  <a:lnTo>
                    <a:pt x="4466" y="3596"/>
                  </a:lnTo>
                  <a:lnTo>
                    <a:pt x="1" y="1334"/>
                  </a:lnTo>
                  <a:lnTo>
                    <a:pt x="572" y="6370"/>
                  </a:lnTo>
                  <a:lnTo>
                    <a:pt x="1656" y="5596"/>
                  </a:lnTo>
                  <a:cubicBezTo>
                    <a:pt x="2894" y="6668"/>
                    <a:pt x="4490" y="7251"/>
                    <a:pt x="6133" y="7251"/>
                  </a:cubicBezTo>
                  <a:cubicBezTo>
                    <a:pt x="9859" y="7251"/>
                    <a:pt x="12979" y="4215"/>
                    <a:pt x="12979" y="405"/>
                  </a:cubicBezTo>
                  <a:lnTo>
                    <a:pt x="1297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123"/>
          <p:cNvGrpSpPr/>
          <p:nvPr/>
        </p:nvGrpSpPr>
        <p:grpSpPr>
          <a:xfrm>
            <a:off x="2783125" y="2967391"/>
            <a:ext cx="387264" cy="438824"/>
            <a:chOff x="2476200" y="3240100"/>
            <a:chExt cx="302125" cy="342350"/>
          </a:xfrm>
        </p:grpSpPr>
        <p:sp>
          <p:nvSpPr>
            <p:cNvPr id="7090" name="Google Shape;7090;p123"/>
            <p:cNvSpPr/>
            <p:nvPr/>
          </p:nvSpPr>
          <p:spPr>
            <a:xfrm>
              <a:off x="2616675" y="3300525"/>
              <a:ext cx="20275" cy="19975"/>
            </a:xfrm>
            <a:custGeom>
              <a:rect b="b" l="l" r="r" t="t"/>
              <a:pathLst>
                <a:path extrusionOk="0" h="799" w="811">
                  <a:moveTo>
                    <a:pt x="406" y="1"/>
                  </a:moveTo>
                  <a:cubicBezTo>
                    <a:pt x="179" y="1"/>
                    <a:pt x="1" y="180"/>
                    <a:pt x="1" y="406"/>
                  </a:cubicBezTo>
                  <a:cubicBezTo>
                    <a:pt x="1" y="620"/>
                    <a:pt x="179" y="799"/>
                    <a:pt x="406" y="799"/>
                  </a:cubicBezTo>
                  <a:cubicBezTo>
                    <a:pt x="632" y="799"/>
                    <a:pt x="810" y="620"/>
                    <a:pt x="810" y="406"/>
                  </a:cubicBezTo>
                  <a:cubicBezTo>
                    <a:pt x="810" y="180"/>
                    <a:pt x="632" y="1"/>
                    <a:pt x="4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23"/>
            <p:cNvSpPr/>
            <p:nvPr/>
          </p:nvSpPr>
          <p:spPr>
            <a:xfrm>
              <a:off x="2476500" y="3240100"/>
              <a:ext cx="300650" cy="60450"/>
            </a:xfrm>
            <a:custGeom>
              <a:rect b="b" l="l" r="r" t="t"/>
              <a:pathLst>
                <a:path extrusionOk="0" h="2418" w="12026">
                  <a:moveTo>
                    <a:pt x="0" y="1"/>
                  </a:moveTo>
                  <a:lnTo>
                    <a:pt x="0" y="2418"/>
                  </a:lnTo>
                  <a:lnTo>
                    <a:pt x="4882" y="2418"/>
                  </a:lnTo>
                  <a:cubicBezTo>
                    <a:pt x="5048" y="1954"/>
                    <a:pt x="5489" y="1608"/>
                    <a:pt x="6013" y="1608"/>
                  </a:cubicBezTo>
                  <a:cubicBezTo>
                    <a:pt x="6537" y="1608"/>
                    <a:pt x="6977" y="1954"/>
                    <a:pt x="7144" y="2418"/>
                  </a:cubicBezTo>
                  <a:lnTo>
                    <a:pt x="12025" y="2418"/>
                  </a:lnTo>
                  <a:lnTo>
                    <a:pt x="1202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23"/>
            <p:cNvSpPr/>
            <p:nvPr/>
          </p:nvSpPr>
          <p:spPr>
            <a:xfrm>
              <a:off x="2476200" y="3320475"/>
              <a:ext cx="302125" cy="261975"/>
            </a:xfrm>
            <a:custGeom>
              <a:rect b="b" l="l" r="r" t="t"/>
              <a:pathLst>
                <a:path extrusionOk="0" h="10479" w="12085">
                  <a:moveTo>
                    <a:pt x="6025" y="1751"/>
                  </a:moveTo>
                  <a:lnTo>
                    <a:pt x="7465" y="3989"/>
                  </a:lnTo>
                  <a:lnTo>
                    <a:pt x="7632" y="3275"/>
                  </a:lnTo>
                  <a:lnTo>
                    <a:pt x="8418" y="3442"/>
                  </a:lnTo>
                  <a:lnTo>
                    <a:pt x="7977" y="5501"/>
                  </a:lnTo>
                  <a:lnTo>
                    <a:pt x="5918" y="5049"/>
                  </a:lnTo>
                  <a:lnTo>
                    <a:pt x="6084" y="4263"/>
                  </a:lnTo>
                  <a:lnTo>
                    <a:pt x="6799" y="4406"/>
                  </a:lnTo>
                  <a:lnTo>
                    <a:pt x="6025" y="3215"/>
                  </a:lnTo>
                  <a:lnTo>
                    <a:pt x="5608" y="3870"/>
                  </a:lnTo>
                  <a:lnTo>
                    <a:pt x="4929" y="3442"/>
                  </a:lnTo>
                  <a:lnTo>
                    <a:pt x="6025" y="1751"/>
                  </a:lnTo>
                  <a:close/>
                  <a:moveTo>
                    <a:pt x="4941" y="4204"/>
                  </a:moveTo>
                  <a:lnTo>
                    <a:pt x="5394" y="6251"/>
                  </a:lnTo>
                  <a:lnTo>
                    <a:pt x="4608" y="6430"/>
                  </a:lnTo>
                  <a:lnTo>
                    <a:pt x="4453" y="5716"/>
                  </a:lnTo>
                  <a:cubicBezTo>
                    <a:pt x="4227" y="6073"/>
                    <a:pt x="3953" y="6513"/>
                    <a:pt x="3739" y="6835"/>
                  </a:cubicBezTo>
                  <a:lnTo>
                    <a:pt x="4822" y="6835"/>
                  </a:lnTo>
                  <a:lnTo>
                    <a:pt x="4822" y="7644"/>
                  </a:lnTo>
                  <a:lnTo>
                    <a:pt x="2286" y="7644"/>
                  </a:lnTo>
                  <a:lnTo>
                    <a:pt x="3774" y="5287"/>
                  </a:lnTo>
                  <a:lnTo>
                    <a:pt x="3060" y="5454"/>
                  </a:lnTo>
                  <a:lnTo>
                    <a:pt x="2881" y="4668"/>
                  </a:lnTo>
                  <a:lnTo>
                    <a:pt x="4941" y="4204"/>
                  </a:lnTo>
                  <a:close/>
                  <a:moveTo>
                    <a:pt x="6953" y="5751"/>
                  </a:moveTo>
                  <a:lnTo>
                    <a:pt x="7513" y="6311"/>
                  </a:lnTo>
                  <a:lnTo>
                    <a:pt x="6989" y="6835"/>
                  </a:lnTo>
                  <a:lnTo>
                    <a:pt x="8346" y="6835"/>
                  </a:lnTo>
                  <a:lnTo>
                    <a:pt x="7977" y="6240"/>
                  </a:lnTo>
                  <a:lnTo>
                    <a:pt x="8644" y="5811"/>
                  </a:lnTo>
                  <a:lnTo>
                    <a:pt x="9823" y="7644"/>
                  </a:lnTo>
                  <a:lnTo>
                    <a:pt x="7013" y="7644"/>
                  </a:lnTo>
                  <a:lnTo>
                    <a:pt x="7513" y="8156"/>
                  </a:lnTo>
                  <a:lnTo>
                    <a:pt x="6953" y="8728"/>
                  </a:lnTo>
                  <a:lnTo>
                    <a:pt x="5465" y="7240"/>
                  </a:lnTo>
                  <a:lnTo>
                    <a:pt x="6953" y="5751"/>
                  </a:lnTo>
                  <a:close/>
                  <a:moveTo>
                    <a:pt x="798" y="1"/>
                  </a:moveTo>
                  <a:lnTo>
                    <a:pt x="0" y="10478"/>
                  </a:lnTo>
                  <a:lnTo>
                    <a:pt x="12085" y="10478"/>
                  </a:lnTo>
                  <a:lnTo>
                    <a:pt x="11275" y="1"/>
                  </a:lnTo>
                  <a:lnTo>
                    <a:pt x="7168" y="1"/>
                  </a:lnTo>
                  <a:cubicBezTo>
                    <a:pt x="7001" y="465"/>
                    <a:pt x="6560" y="810"/>
                    <a:pt x="6037" y="810"/>
                  </a:cubicBezTo>
                  <a:cubicBezTo>
                    <a:pt x="5513" y="810"/>
                    <a:pt x="5072" y="465"/>
                    <a:pt x="49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123"/>
          <p:cNvGrpSpPr/>
          <p:nvPr/>
        </p:nvGrpSpPr>
        <p:grpSpPr>
          <a:xfrm>
            <a:off x="2131458" y="2967391"/>
            <a:ext cx="385758" cy="438824"/>
            <a:chOff x="1967800" y="3240100"/>
            <a:chExt cx="300950" cy="342350"/>
          </a:xfrm>
        </p:grpSpPr>
        <p:sp>
          <p:nvSpPr>
            <p:cNvPr id="7094" name="Google Shape;7094;p123"/>
            <p:cNvSpPr/>
            <p:nvPr/>
          </p:nvSpPr>
          <p:spPr>
            <a:xfrm>
              <a:off x="2076150" y="3421675"/>
              <a:ext cx="32450" cy="40225"/>
            </a:xfrm>
            <a:custGeom>
              <a:rect b="b" l="l" r="r" t="t"/>
              <a:pathLst>
                <a:path extrusionOk="0" h="1609" w="1298">
                  <a:moveTo>
                    <a:pt x="0" y="1"/>
                  </a:moveTo>
                  <a:lnTo>
                    <a:pt x="179" y="1608"/>
                  </a:lnTo>
                  <a:lnTo>
                    <a:pt x="1298" y="1608"/>
                  </a:lnTo>
                  <a:lnTo>
                    <a:pt x="12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23"/>
            <p:cNvSpPr/>
            <p:nvPr/>
          </p:nvSpPr>
          <p:spPr>
            <a:xfrm>
              <a:off x="2069600" y="3361550"/>
              <a:ext cx="39000" cy="40225"/>
            </a:xfrm>
            <a:custGeom>
              <a:rect b="b" l="l" r="r" t="t"/>
              <a:pathLst>
                <a:path extrusionOk="0" h="1609" w="1560">
                  <a:moveTo>
                    <a:pt x="0" y="1"/>
                  </a:moveTo>
                  <a:lnTo>
                    <a:pt x="179" y="1608"/>
                  </a:lnTo>
                  <a:lnTo>
                    <a:pt x="1560" y="1608"/>
                  </a:lnTo>
                  <a:lnTo>
                    <a:pt x="156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23"/>
            <p:cNvSpPr/>
            <p:nvPr/>
          </p:nvSpPr>
          <p:spPr>
            <a:xfrm>
              <a:off x="2128525" y="3361550"/>
              <a:ext cx="39325" cy="40225"/>
            </a:xfrm>
            <a:custGeom>
              <a:rect b="b" l="l" r="r" t="t"/>
              <a:pathLst>
                <a:path extrusionOk="0" h="1609" w="1573">
                  <a:moveTo>
                    <a:pt x="1" y="1"/>
                  </a:moveTo>
                  <a:lnTo>
                    <a:pt x="1" y="1608"/>
                  </a:lnTo>
                  <a:lnTo>
                    <a:pt x="1394" y="1608"/>
                  </a:lnTo>
                  <a:lnTo>
                    <a:pt x="157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23"/>
            <p:cNvSpPr/>
            <p:nvPr/>
          </p:nvSpPr>
          <p:spPr>
            <a:xfrm>
              <a:off x="2000525" y="3421675"/>
              <a:ext cx="60150" cy="40225"/>
            </a:xfrm>
            <a:custGeom>
              <a:rect b="b" l="l" r="r" t="t"/>
              <a:pathLst>
                <a:path extrusionOk="0" h="1609" w="2406">
                  <a:moveTo>
                    <a:pt x="1" y="1"/>
                  </a:moveTo>
                  <a:lnTo>
                    <a:pt x="299" y="1608"/>
                  </a:lnTo>
                  <a:lnTo>
                    <a:pt x="2406" y="1608"/>
                  </a:lnTo>
                  <a:lnTo>
                    <a:pt x="22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23"/>
            <p:cNvSpPr/>
            <p:nvPr/>
          </p:nvSpPr>
          <p:spPr>
            <a:xfrm>
              <a:off x="2128525" y="3421675"/>
              <a:ext cx="32475" cy="40225"/>
            </a:xfrm>
            <a:custGeom>
              <a:rect b="b" l="l" r="r" t="t"/>
              <a:pathLst>
                <a:path extrusionOk="0" h="1609" w="1299">
                  <a:moveTo>
                    <a:pt x="1" y="1"/>
                  </a:moveTo>
                  <a:lnTo>
                    <a:pt x="1" y="1608"/>
                  </a:lnTo>
                  <a:lnTo>
                    <a:pt x="1120" y="1608"/>
                  </a:lnTo>
                  <a:lnTo>
                    <a:pt x="12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23"/>
            <p:cNvSpPr/>
            <p:nvPr/>
          </p:nvSpPr>
          <p:spPr>
            <a:xfrm>
              <a:off x="1989825" y="3361550"/>
              <a:ext cx="64025" cy="40225"/>
            </a:xfrm>
            <a:custGeom>
              <a:rect b="b" l="l" r="r" t="t"/>
              <a:pathLst>
                <a:path extrusionOk="0" h="1609" w="2561">
                  <a:moveTo>
                    <a:pt x="0" y="1"/>
                  </a:moveTo>
                  <a:lnTo>
                    <a:pt x="286" y="1608"/>
                  </a:lnTo>
                  <a:lnTo>
                    <a:pt x="2560" y="1608"/>
                  </a:lnTo>
                  <a:lnTo>
                    <a:pt x="23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23"/>
            <p:cNvSpPr/>
            <p:nvPr/>
          </p:nvSpPr>
          <p:spPr>
            <a:xfrm>
              <a:off x="2176750" y="3421675"/>
              <a:ext cx="59850" cy="40225"/>
            </a:xfrm>
            <a:custGeom>
              <a:rect b="b" l="l" r="r" t="t"/>
              <a:pathLst>
                <a:path extrusionOk="0" h="1609" w="2394">
                  <a:moveTo>
                    <a:pt x="179" y="1"/>
                  </a:moveTo>
                  <a:lnTo>
                    <a:pt x="0" y="1608"/>
                  </a:lnTo>
                  <a:lnTo>
                    <a:pt x="2096" y="1608"/>
                  </a:lnTo>
                  <a:lnTo>
                    <a:pt x="239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23"/>
            <p:cNvSpPr/>
            <p:nvPr/>
          </p:nvSpPr>
          <p:spPr>
            <a:xfrm>
              <a:off x="2183300" y="3361550"/>
              <a:ext cx="64025" cy="40225"/>
            </a:xfrm>
            <a:custGeom>
              <a:rect b="b" l="l" r="r" t="t"/>
              <a:pathLst>
                <a:path extrusionOk="0" h="1609" w="2561">
                  <a:moveTo>
                    <a:pt x="179" y="1"/>
                  </a:moveTo>
                  <a:lnTo>
                    <a:pt x="0" y="1608"/>
                  </a:lnTo>
                  <a:lnTo>
                    <a:pt x="2263" y="1608"/>
                  </a:lnTo>
                  <a:lnTo>
                    <a:pt x="256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23"/>
            <p:cNvSpPr/>
            <p:nvPr/>
          </p:nvSpPr>
          <p:spPr>
            <a:xfrm>
              <a:off x="2022550" y="3542225"/>
              <a:ext cx="192025" cy="40225"/>
            </a:xfrm>
            <a:custGeom>
              <a:rect b="b" l="l" r="r" t="t"/>
              <a:pathLst>
                <a:path extrusionOk="0" h="1609" w="7681">
                  <a:moveTo>
                    <a:pt x="1" y="1"/>
                  </a:moveTo>
                  <a:lnTo>
                    <a:pt x="287" y="1608"/>
                  </a:lnTo>
                  <a:lnTo>
                    <a:pt x="7383" y="1608"/>
                  </a:lnTo>
                  <a:lnTo>
                    <a:pt x="768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23"/>
            <p:cNvSpPr/>
            <p:nvPr/>
          </p:nvSpPr>
          <p:spPr>
            <a:xfrm>
              <a:off x="2169900" y="3482100"/>
              <a:ext cx="55400" cy="40225"/>
            </a:xfrm>
            <a:custGeom>
              <a:rect b="b" l="l" r="r" t="t"/>
              <a:pathLst>
                <a:path extrusionOk="0" h="1609" w="2216">
                  <a:moveTo>
                    <a:pt x="179" y="1"/>
                  </a:moveTo>
                  <a:lnTo>
                    <a:pt x="1" y="1608"/>
                  </a:lnTo>
                  <a:lnTo>
                    <a:pt x="1941" y="1608"/>
                  </a:lnTo>
                  <a:lnTo>
                    <a:pt x="221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23"/>
            <p:cNvSpPr/>
            <p:nvPr/>
          </p:nvSpPr>
          <p:spPr>
            <a:xfrm>
              <a:off x="2128525" y="3482100"/>
              <a:ext cx="25925" cy="40225"/>
            </a:xfrm>
            <a:custGeom>
              <a:rect b="b" l="l" r="r" t="t"/>
              <a:pathLst>
                <a:path extrusionOk="0" h="1609" w="1037">
                  <a:moveTo>
                    <a:pt x="1" y="1"/>
                  </a:moveTo>
                  <a:lnTo>
                    <a:pt x="1" y="1608"/>
                  </a:lnTo>
                  <a:lnTo>
                    <a:pt x="846" y="1608"/>
                  </a:lnTo>
                  <a:lnTo>
                    <a:pt x="10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23"/>
            <p:cNvSpPr/>
            <p:nvPr/>
          </p:nvSpPr>
          <p:spPr>
            <a:xfrm>
              <a:off x="2082975" y="3482100"/>
              <a:ext cx="25625" cy="40225"/>
            </a:xfrm>
            <a:custGeom>
              <a:rect b="b" l="l" r="r" t="t"/>
              <a:pathLst>
                <a:path extrusionOk="0" h="1609" w="1025">
                  <a:moveTo>
                    <a:pt x="1" y="1"/>
                  </a:moveTo>
                  <a:lnTo>
                    <a:pt x="180" y="1608"/>
                  </a:lnTo>
                  <a:lnTo>
                    <a:pt x="1025" y="1608"/>
                  </a:lnTo>
                  <a:lnTo>
                    <a:pt x="102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23"/>
            <p:cNvSpPr/>
            <p:nvPr/>
          </p:nvSpPr>
          <p:spPr>
            <a:xfrm>
              <a:off x="2011550" y="3482100"/>
              <a:ext cx="55675" cy="40225"/>
            </a:xfrm>
            <a:custGeom>
              <a:rect b="b" l="l" r="r" t="t"/>
              <a:pathLst>
                <a:path extrusionOk="0" h="1609" w="2227">
                  <a:moveTo>
                    <a:pt x="0" y="1"/>
                  </a:moveTo>
                  <a:lnTo>
                    <a:pt x="298" y="1608"/>
                  </a:lnTo>
                  <a:lnTo>
                    <a:pt x="2227" y="1608"/>
                  </a:lnTo>
                  <a:lnTo>
                    <a:pt x="204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23"/>
            <p:cNvSpPr/>
            <p:nvPr/>
          </p:nvSpPr>
          <p:spPr>
            <a:xfrm>
              <a:off x="1967800" y="3301125"/>
              <a:ext cx="300950" cy="40225"/>
            </a:xfrm>
            <a:custGeom>
              <a:rect b="b" l="l" r="r" t="t"/>
              <a:pathLst>
                <a:path extrusionOk="0" h="1609" w="12038">
                  <a:moveTo>
                    <a:pt x="0" y="1"/>
                  </a:moveTo>
                  <a:lnTo>
                    <a:pt x="0" y="1608"/>
                  </a:lnTo>
                  <a:lnTo>
                    <a:pt x="12037" y="1608"/>
                  </a:lnTo>
                  <a:lnTo>
                    <a:pt x="120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23"/>
            <p:cNvSpPr/>
            <p:nvPr/>
          </p:nvSpPr>
          <p:spPr>
            <a:xfrm>
              <a:off x="2162450" y="3240100"/>
              <a:ext cx="325" cy="625"/>
            </a:xfrm>
            <a:custGeom>
              <a:rect b="b" l="l" r="r" t="t"/>
              <a:pathLst>
                <a:path extrusionOk="0" h="25" w="13">
                  <a:moveTo>
                    <a:pt x="13" y="25"/>
                  </a:moveTo>
                  <a:lnTo>
                    <a:pt x="13" y="25"/>
                  </a:lnTo>
                  <a:cubicBezTo>
                    <a:pt x="1" y="1"/>
                    <a:pt x="1" y="1"/>
                    <a:pt x="13" y="2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23"/>
            <p:cNvSpPr/>
            <p:nvPr/>
          </p:nvSpPr>
          <p:spPr>
            <a:xfrm>
              <a:off x="2114550" y="3240700"/>
              <a:ext cx="88425" cy="40800"/>
            </a:xfrm>
            <a:custGeom>
              <a:rect b="b" l="l" r="r" t="t"/>
              <a:pathLst>
                <a:path extrusionOk="0" h="1632" w="3537">
                  <a:moveTo>
                    <a:pt x="1607" y="1"/>
                  </a:moveTo>
                  <a:lnTo>
                    <a:pt x="0" y="1632"/>
                  </a:lnTo>
                  <a:lnTo>
                    <a:pt x="3536" y="1632"/>
                  </a:lnTo>
                  <a:cubicBezTo>
                    <a:pt x="3465" y="1537"/>
                    <a:pt x="2024" y="84"/>
                    <a:pt x="19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23"/>
            <p:cNvSpPr/>
            <p:nvPr/>
          </p:nvSpPr>
          <p:spPr>
            <a:xfrm>
              <a:off x="2034175" y="3240700"/>
              <a:ext cx="70575" cy="40800"/>
            </a:xfrm>
            <a:custGeom>
              <a:rect b="b" l="l" r="r" t="t"/>
              <a:pathLst>
                <a:path extrusionOk="0" h="1632" w="2823">
                  <a:moveTo>
                    <a:pt x="1608" y="1"/>
                  </a:moveTo>
                  <a:lnTo>
                    <a:pt x="0" y="1632"/>
                  </a:lnTo>
                  <a:lnTo>
                    <a:pt x="2084" y="1632"/>
                  </a:lnTo>
                  <a:lnTo>
                    <a:pt x="2822" y="870"/>
                  </a:lnTo>
                  <a:cubicBezTo>
                    <a:pt x="2739" y="787"/>
                    <a:pt x="2012" y="48"/>
                    <a:pt x="19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23"/>
            <p:cNvSpPr/>
            <p:nvPr/>
          </p:nvSpPr>
          <p:spPr>
            <a:xfrm>
              <a:off x="2082400" y="3240100"/>
              <a:ext cx="25" cy="625"/>
            </a:xfrm>
            <a:custGeom>
              <a:rect b="b" l="l" r="r" t="t"/>
              <a:pathLst>
                <a:path extrusionOk="0" h="25" w="1">
                  <a:moveTo>
                    <a:pt x="0" y="25"/>
                  </a:moveTo>
                  <a:lnTo>
                    <a:pt x="0" y="25"/>
                  </a:lnTo>
                  <a:cubicBezTo>
                    <a:pt x="0" y="1"/>
                    <a:pt x="0" y="1"/>
                    <a:pt x="0" y="2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123"/>
          <p:cNvGrpSpPr/>
          <p:nvPr/>
        </p:nvGrpSpPr>
        <p:grpSpPr>
          <a:xfrm>
            <a:off x="1455757" y="2967391"/>
            <a:ext cx="411714" cy="439561"/>
            <a:chOff x="1440650" y="3240100"/>
            <a:chExt cx="321200" cy="342925"/>
          </a:xfrm>
        </p:grpSpPr>
        <p:sp>
          <p:nvSpPr>
            <p:cNvPr id="7113" name="Google Shape;7113;p123"/>
            <p:cNvSpPr/>
            <p:nvPr/>
          </p:nvSpPr>
          <p:spPr>
            <a:xfrm>
              <a:off x="1440650" y="3330300"/>
              <a:ext cx="321200" cy="150650"/>
            </a:xfrm>
            <a:custGeom>
              <a:rect b="b" l="l" r="r" t="t"/>
              <a:pathLst>
                <a:path extrusionOk="0" h="6026" w="12848">
                  <a:moveTo>
                    <a:pt x="5215" y="1"/>
                  </a:moveTo>
                  <a:cubicBezTo>
                    <a:pt x="4287" y="1"/>
                    <a:pt x="3429" y="465"/>
                    <a:pt x="2905" y="1203"/>
                  </a:cubicBezTo>
                  <a:lnTo>
                    <a:pt x="0" y="1203"/>
                  </a:lnTo>
                  <a:lnTo>
                    <a:pt x="0" y="4418"/>
                  </a:lnTo>
                  <a:lnTo>
                    <a:pt x="2905" y="4418"/>
                  </a:lnTo>
                  <a:cubicBezTo>
                    <a:pt x="3429" y="5168"/>
                    <a:pt x="4287" y="5620"/>
                    <a:pt x="5215" y="5620"/>
                  </a:cubicBezTo>
                  <a:cubicBezTo>
                    <a:pt x="6132" y="5620"/>
                    <a:pt x="7001" y="5168"/>
                    <a:pt x="7513" y="4418"/>
                  </a:cubicBezTo>
                  <a:lnTo>
                    <a:pt x="9632" y="4418"/>
                  </a:lnTo>
                  <a:lnTo>
                    <a:pt x="9632" y="6025"/>
                  </a:lnTo>
                  <a:lnTo>
                    <a:pt x="12847" y="6025"/>
                  </a:lnTo>
                  <a:lnTo>
                    <a:pt x="12847" y="3215"/>
                  </a:lnTo>
                  <a:cubicBezTo>
                    <a:pt x="12835" y="2108"/>
                    <a:pt x="11918" y="1203"/>
                    <a:pt x="10823" y="1203"/>
                  </a:cubicBezTo>
                  <a:lnTo>
                    <a:pt x="7513" y="1203"/>
                  </a:lnTo>
                  <a:cubicBezTo>
                    <a:pt x="7001" y="465"/>
                    <a:pt x="6132" y="1"/>
                    <a:pt x="52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23"/>
            <p:cNvSpPr/>
            <p:nvPr/>
          </p:nvSpPr>
          <p:spPr>
            <a:xfrm>
              <a:off x="1690975" y="3491625"/>
              <a:ext cx="60450" cy="91400"/>
            </a:xfrm>
            <a:custGeom>
              <a:rect b="b" l="l" r="r" t="t"/>
              <a:pathLst>
                <a:path extrusionOk="0" h="3656" w="2418">
                  <a:moveTo>
                    <a:pt x="1215" y="1"/>
                  </a:moveTo>
                  <a:cubicBezTo>
                    <a:pt x="893" y="560"/>
                    <a:pt x="679" y="1001"/>
                    <a:pt x="477" y="1310"/>
                  </a:cubicBezTo>
                  <a:cubicBezTo>
                    <a:pt x="84" y="1989"/>
                    <a:pt x="0" y="2120"/>
                    <a:pt x="0" y="2441"/>
                  </a:cubicBezTo>
                  <a:cubicBezTo>
                    <a:pt x="0" y="3120"/>
                    <a:pt x="536" y="3656"/>
                    <a:pt x="1215" y="3656"/>
                  </a:cubicBezTo>
                  <a:cubicBezTo>
                    <a:pt x="1882" y="3656"/>
                    <a:pt x="2417" y="3120"/>
                    <a:pt x="2417" y="2441"/>
                  </a:cubicBezTo>
                  <a:cubicBezTo>
                    <a:pt x="2417" y="2108"/>
                    <a:pt x="2346" y="1965"/>
                    <a:pt x="1941" y="1298"/>
                  </a:cubicBezTo>
                  <a:cubicBezTo>
                    <a:pt x="1763" y="989"/>
                    <a:pt x="1524" y="536"/>
                    <a:pt x="12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23"/>
            <p:cNvSpPr/>
            <p:nvPr/>
          </p:nvSpPr>
          <p:spPr>
            <a:xfrm>
              <a:off x="1460300" y="3240100"/>
              <a:ext cx="221175" cy="75950"/>
            </a:xfrm>
            <a:custGeom>
              <a:rect b="b" l="l" r="r" t="t"/>
              <a:pathLst>
                <a:path extrusionOk="0" h="3038" w="8847">
                  <a:moveTo>
                    <a:pt x="1215" y="1"/>
                  </a:moveTo>
                  <a:cubicBezTo>
                    <a:pt x="536" y="1"/>
                    <a:pt x="0" y="537"/>
                    <a:pt x="0" y="1215"/>
                  </a:cubicBezTo>
                  <a:cubicBezTo>
                    <a:pt x="0" y="1882"/>
                    <a:pt x="536" y="2418"/>
                    <a:pt x="1215" y="2418"/>
                  </a:cubicBezTo>
                  <a:cubicBezTo>
                    <a:pt x="1726" y="2418"/>
                    <a:pt x="2179" y="2073"/>
                    <a:pt x="2346" y="1608"/>
                  </a:cubicBezTo>
                  <a:lnTo>
                    <a:pt x="3215" y="1608"/>
                  </a:lnTo>
                  <a:lnTo>
                    <a:pt x="3215" y="3037"/>
                  </a:lnTo>
                  <a:cubicBezTo>
                    <a:pt x="3608" y="2906"/>
                    <a:pt x="4012" y="2823"/>
                    <a:pt x="4429" y="2823"/>
                  </a:cubicBezTo>
                  <a:cubicBezTo>
                    <a:pt x="4846" y="2823"/>
                    <a:pt x="5239" y="2906"/>
                    <a:pt x="5632" y="3037"/>
                  </a:cubicBezTo>
                  <a:lnTo>
                    <a:pt x="5632" y="1608"/>
                  </a:lnTo>
                  <a:lnTo>
                    <a:pt x="6513" y="1608"/>
                  </a:lnTo>
                  <a:cubicBezTo>
                    <a:pt x="6668" y="2073"/>
                    <a:pt x="7120" y="2418"/>
                    <a:pt x="7644" y="2418"/>
                  </a:cubicBezTo>
                  <a:cubicBezTo>
                    <a:pt x="8311" y="2418"/>
                    <a:pt x="8846" y="1882"/>
                    <a:pt x="8846" y="1215"/>
                  </a:cubicBezTo>
                  <a:cubicBezTo>
                    <a:pt x="8846" y="537"/>
                    <a:pt x="8299" y="1"/>
                    <a:pt x="7620" y="1"/>
                  </a:cubicBezTo>
                  <a:cubicBezTo>
                    <a:pt x="7108" y="1"/>
                    <a:pt x="6656" y="346"/>
                    <a:pt x="6489" y="811"/>
                  </a:cubicBezTo>
                  <a:lnTo>
                    <a:pt x="2346" y="811"/>
                  </a:lnTo>
                  <a:cubicBezTo>
                    <a:pt x="2179" y="346"/>
                    <a:pt x="1726" y="1"/>
                    <a:pt x="12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6" name="Google Shape;7116;p123"/>
          <p:cNvSpPr/>
          <p:nvPr/>
        </p:nvSpPr>
        <p:spPr>
          <a:xfrm>
            <a:off x="7991983" y="2255510"/>
            <a:ext cx="438792" cy="308722"/>
          </a:xfrm>
          <a:custGeom>
            <a:rect b="b" l="l" r="r" t="t"/>
            <a:pathLst>
              <a:path extrusionOk="0" h="9634" w="13693">
                <a:moveTo>
                  <a:pt x="8513" y="3204"/>
                </a:moveTo>
                <a:lnTo>
                  <a:pt x="6882" y="5954"/>
                </a:lnTo>
                <a:cubicBezTo>
                  <a:pt x="6656" y="5752"/>
                  <a:pt x="6358" y="5609"/>
                  <a:pt x="6037" y="5609"/>
                </a:cubicBezTo>
                <a:cubicBezTo>
                  <a:pt x="5810" y="5609"/>
                  <a:pt x="5596" y="5668"/>
                  <a:pt x="5418" y="5775"/>
                </a:cubicBezTo>
                <a:cubicBezTo>
                  <a:pt x="5239" y="5311"/>
                  <a:pt x="4929" y="4918"/>
                  <a:pt x="4548" y="4621"/>
                </a:cubicBezTo>
                <a:lnTo>
                  <a:pt x="5441" y="3204"/>
                </a:lnTo>
                <a:close/>
                <a:moveTo>
                  <a:pt x="2834" y="4799"/>
                </a:moveTo>
                <a:cubicBezTo>
                  <a:pt x="3036" y="4799"/>
                  <a:pt x="3239" y="4835"/>
                  <a:pt x="3429" y="4894"/>
                </a:cubicBezTo>
                <a:lnTo>
                  <a:pt x="2108" y="6978"/>
                </a:lnTo>
                <a:lnTo>
                  <a:pt x="2774" y="7419"/>
                </a:lnTo>
                <a:lnTo>
                  <a:pt x="4132" y="5287"/>
                </a:lnTo>
                <a:cubicBezTo>
                  <a:pt x="4560" y="5656"/>
                  <a:pt x="4834" y="6192"/>
                  <a:pt x="4834" y="6799"/>
                </a:cubicBezTo>
                <a:cubicBezTo>
                  <a:pt x="4846" y="7919"/>
                  <a:pt x="3929" y="8812"/>
                  <a:pt x="2834" y="8812"/>
                </a:cubicBezTo>
                <a:cubicBezTo>
                  <a:pt x="1727" y="8812"/>
                  <a:pt x="810" y="7919"/>
                  <a:pt x="810" y="6799"/>
                </a:cubicBezTo>
                <a:cubicBezTo>
                  <a:pt x="810" y="5704"/>
                  <a:pt x="1727" y="4799"/>
                  <a:pt x="2834" y="4799"/>
                </a:cubicBezTo>
                <a:close/>
                <a:moveTo>
                  <a:pt x="10859" y="4799"/>
                </a:moveTo>
                <a:cubicBezTo>
                  <a:pt x="11954" y="4799"/>
                  <a:pt x="12871" y="5692"/>
                  <a:pt x="12871" y="6799"/>
                </a:cubicBezTo>
                <a:cubicBezTo>
                  <a:pt x="12883" y="7919"/>
                  <a:pt x="11954" y="8812"/>
                  <a:pt x="10859" y="8812"/>
                </a:cubicBezTo>
                <a:cubicBezTo>
                  <a:pt x="9751" y="8812"/>
                  <a:pt x="8847" y="7919"/>
                  <a:pt x="8847" y="6799"/>
                </a:cubicBezTo>
                <a:cubicBezTo>
                  <a:pt x="8847" y="6025"/>
                  <a:pt x="9287" y="5371"/>
                  <a:pt x="9930" y="5037"/>
                </a:cubicBezTo>
                <a:lnTo>
                  <a:pt x="10883" y="7359"/>
                </a:lnTo>
                <a:lnTo>
                  <a:pt x="11633" y="7038"/>
                </a:lnTo>
                <a:lnTo>
                  <a:pt x="10704" y="4811"/>
                </a:lnTo>
                <a:cubicBezTo>
                  <a:pt x="10752" y="4811"/>
                  <a:pt x="10811" y="4799"/>
                  <a:pt x="10859" y="4799"/>
                </a:cubicBezTo>
                <a:close/>
                <a:moveTo>
                  <a:pt x="7251" y="1"/>
                </a:moveTo>
                <a:lnTo>
                  <a:pt x="7251" y="811"/>
                </a:lnTo>
                <a:lnTo>
                  <a:pt x="8192" y="811"/>
                </a:lnTo>
                <a:lnTo>
                  <a:pt x="8847" y="2418"/>
                </a:lnTo>
                <a:lnTo>
                  <a:pt x="5644" y="2418"/>
                </a:lnTo>
                <a:lnTo>
                  <a:pt x="5644" y="1608"/>
                </a:lnTo>
                <a:lnTo>
                  <a:pt x="6453" y="1608"/>
                </a:lnTo>
                <a:lnTo>
                  <a:pt x="6453" y="811"/>
                </a:lnTo>
                <a:lnTo>
                  <a:pt x="4036" y="811"/>
                </a:lnTo>
                <a:lnTo>
                  <a:pt x="4036" y="1608"/>
                </a:lnTo>
                <a:lnTo>
                  <a:pt x="4846" y="1608"/>
                </a:lnTo>
                <a:lnTo>
                  <a:pt x="4846" y="2692"/>
                </a:lnTo>
                <a:lnTo>
                  <a:pt x="3870" y="4216"/>
                </a:lnTo>
                <a:cubicBezTo>
                  <a:pt x="3548" y="4085"/>
                  <a:pt x="3203" y="4001"/>
                  <a:pt x="2834" y="4001"/>
                </a:cubicBezTo>
                <a:cubicBezTo>
                  <a:pt x="1286" y="4001"/>
                  <a:pt x="0" y="5275"/>
                  <a:pt x="0" y="6823"/>
                </a:cubicBezTo>
                <a:cubicBezTo>
                  <a:pt x="0" y="8371"/>
                  <a:pt x="1286" y="9633"/>
                  <a:pt x="2834" y="9633"/>
                </a:cubicBezTo>
                <a:cubicBezTo>
                  <a:pt x="4013" y="9633"/>
                  <a:pt x="5025" y="8907"/>
                  <a:pt x="5441" y="7859"/>
                </a:cubicBezTo>
                <a:cubicBezTo>
                  <a:pt x="5620" y="7966"/>
                  <a:pt x="5822" y="8026"/>
                  <a:pt x="6049" y="8026"/>
                </a:cubicBezTo>
                <a:cubicBezTo>
                  <a:pt x="6656" y="8026"/>
                  <a:pt x="7168" y="7549"/>
                  <a:pt x="7239" y="6954"/>
                </a:cubicBezTo>
                <a:lnTo>
                  <a:pt x="9311" y="3513"/>
                </a:lnTo>
                <a:lnTo>
                  <a:pt x="9632" y="4299"/>
                </a:lnTo>
                <a:cubicBezTo>
                  <a:pt x="8716" y="4763"/>
                  <a:pt x="8061" y="5704"/>
                  <a:pt x="8061" y="6811"/>
                </a:cubicBezTo>
                <a:cubicBezTo>
                  <a:pt x="8061" y="8359"/>
                  <a:pt x="9323" y="9633"/>
                  <a:pt x="10871" y="9633"/>
                </a:cubicBezTo>
                <a:cubicBezTo>
                  <a:pt x="12418" y="9633"/>
                  <a:pt x="13692" y="8359"/>
                  <a:pt x="13692" y="6811"/>
                </a:cubicBezTo>
                <a:cubicBezTo>
                  <a:pt x="13681" y="5275"/>
                  <a:pt x="12407" y="4001"/>
                  <a:pt x="10859" y="4001"/>
                </a:cubicBezTo>
                <a:cubicBezTo>
                  <a:pt x="10692" y="4001"/>
                  <a:pt x="10537" y="4025"/>
                  <a:pt x="10394" y="4049"/>
                </a:cubicBezTo>
                <a:lnTo>
                  <a:pt x="9049" y="787"/>
                </a:lnTo>
                <a:lnTo>
                  <a:pt x="11252" y="787"/>
                </a:lnTo>
                <a:cubicBezTo>
                  <a:pt x="11252" y="1239"/>
                  <a:pt x="10894" y="1596"/>
                  <a:pt x="10454" y="1596"/>
                </a:cubicBezTo>
                <a:lnTo>
                  <a:pt x="10454" y="2394"/>
                </a:lnTo>
                <a:cubicBezTo>
                  <a:pt x="11335" y="2394"/>
                  <a:pt x="12061" y="1680"/>
                  <a:pt x="12061" y="787"/>
                </a:cubicBezTo>
                <a:lnTo>
                  <a:pt x="12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7" name="Google Shape;7117;p123"/>
          <p:cNvGrpSpPr/>
          <p:nvPr/>
        </p:nvGrpSpPr>
        <p:grpSpPr>
          <a:xfrm>
            <a:off x="7459613" y="2190203"/>
            <a:ext cx="257161" cy="438440"/>
            <a:chOff x="6124575" y="2633775"/>
            <a:chExt cx="200625" cy="342050"/>
          </a:xfrm>
        </p:grpSpPr>
        <p:sp>
          <p:nvSpPr>
            <p:cNvPr id="7118" name="Google Shape;7118;p123"/>
            <p:cNvSpPr/>
            <p:nvPr/>
          </p:nvSpPr>
          <p:spPr>
            <a:xfrm>
              <a:off x="6124575" y="2693925"/>
              <a:ext cx="200625" cy="181275"/>
            </a:xfrm>
            <a:custGeom>
              <a:rect b="b" l="l" r="r" t="t"/>
              <a:pathLst>
                <a:path extrusionOk="0" h="7251" w="8025">
                  <a:moveTo>
                    <a:pt x="4382" y="1036"/>
                  </a:moveTo>
                  <a:lnTo>
                    <a:pt x="5525" y="2953"/>
                  </a:lnTo>
                  <a:lnTo>
                    <a:pt x="5572" y="2786"/>
                  </a:lnTo>
                  <a:lnTo>
                    <a:pt x="6346" y="2977"/>
                  </a:lnTo>
                  <a:lnTo>
                    <a:pt x="5977" y="4465"/>
                  </a:lnTo>
                  <a:lnTo>
                    <a:pt x="4489" y="4096"/>
                  </a:lnTo>
                  <a:lnTo>
                    <a:pt x="4679" y="3322"/>
                  </a:lnTo>
                  <a:lnTo>
                    <a:pt x="4846" y="3369"/>
                  </a:lnTo>
                  <a:lnTo>
                    <a:pt x="4846" y="3369"/>
                  </a:lnTo>
                  <a:lnTo>
                    <a:pt x="3691" y="1441"/>
                  </a:lnTo>
                  <a:lnTo>
                    <a:pt x="4382" y="1036"/>
                  </a:lnTo>
                  <a:close/>
                  <a:moveTo>
                    <a:pt x="3548" y="2000"/>
                  </a:moveTo>
                  <a:lnTo>
                    <a:pt x="3917" y="3489"/>
                  </a:lnTo>
                  <a:lnTo>
                    <a:pt x="3143" y="3679"/>
                  </a:lnTo>
                  <a:lnTo>
                    <a:pt x="3096" y="3512"/>
                  </a:lnTo>
                  <a:lnTo>
                    <a:pt x="1953" y="5429"/>
                  </a:lnTo>
                  <a:lnTo>
                    <a:pt x="1250" y="5024"/>
                  </a:lnTo>
                  <a:lnTo>
                    <a:pt x="2417" y="3096"/>
                  </a:lnTo>
                  <a:lnTo>
                    <a:pt x="2417" y="3096"/>
                  </a:lnTo>
                  <a:lnTo>
                    <a:pt x="2250" y="3143"/>
                  </a:lnTo>
                  <a:lnTo>
                    <a:pt x="2060" y="2369"/>
                  </a:lnTo>
                  <a:lnTo>
                    <a:pt x="3548" y="2000"/>
                  </a:lnTo>
                  <a:close/>
                  <a:moveTo>
                    <a:pt x="3739" y="4155"/>
                  </a:moveTo>
                  <a:lnTo>
                    <a:pt x="4310" y="4715"/>
                  </a:lnTo>
                  <a:lnTo>
                    <a:pt x="4191" y="4834"/>
                  </a:lnTo>
                  <a:lnTo>
                    <a:pt x="6417" y="4834"/>
                  </a:lnTo>
                  <a:lnTo>
                    <a:pt x="6417" y="5644"/>
                  </a:lnTo>
                  <a:lnTo>
                    <a:pt x="4191" y="5644"/>
                  </a:lnTo>
                  <a:lnTo>
                    <a:pt x="4310" y="5763"/>
                  </a:lnTo>
                  <a:lnTo>
                    <a:pt x="3739" y="6322"/>
                  </a:lnTo>
                  <a:lnTo>
                    <a:pt x="2655" y="5239"/>
                  </a:lnTo>
                  <a:lnTo>
                    <a:pt x="3739" y="4155"/>
                  </a:lnTo>
                  <a:close/>
                  <a:moveTo>
                    <a:pt x="0" y="0"/>
                  </a:moveTo>
                  <a:lnTo>
                    <a:pt x="0" y="7251"/>
                  </a:lnTo>
                  <a:lnTo>
                    <a:pt x="8025" y="7251"/>
                  </a:lnTo>
                  <a:lnTo>
                    <a:pt x="80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23"/>
            <p:cNvSpPr/>
            <p:nvPr/>
          </p:nvSpPr>
          <p:spPr>
            <a:xfrm>
              <a:off x="6124575" y="2894825"/>
              <a:ext cx="200625" cy="81000"/>
            </a:xfrm>
            <a:custGeom>
              <a:rect b="b" l="l" r="r" t="t"/>
              <a:pathLst>
                <a:path extrusionOk="0" h="3240" w="8025">
                  <a:moveTo>
                    <a:pt x="4822" y="810"/>
                  </a:moveTo>
                  <a:lnTo>
                    <a:pt x="4822" y="1608"/>
                  </a:lnTo>
                  <a:lnTo>
                    <a:pt x="3215" y="1608"/>
                  </a:lnTo>
                  <a:lnTo>
                    <a:pt x="3215" y="810"/>
                  </a:lnTo>
                  <a:close/>
                  <a:moveTo>
                    <a:pt x="0" y="1"/>
                  </a:moveTo>
                  <a:lnTo>
                    <a:pt x="0" y="3239"/>
                  </a:lnTo>
                  <a:lnTo>
                    <a:pt x="8025" y="3239"/>
                  </a:lnTo>
                  <a:lnTo>
                    <a:pt x="802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23"/>
            <p:cNvSpPr/>
            <p:nvPr/>
          </p:nvSpPr>
          <p:spPr>
            <a:xfrm>
              <a:off x="6124575" y="2633775"/>
              <a:ext cx="200625" cy="40225"/>
            </a:xfrm>
            <a:custGeom>
              <a:rect b="b" l="l" r="r" t="t"/>
              <a:pathLst>
                <a:path extrusionOk="0" h="1609" w="8025">
                  <a:moveTo>
                    <a:pt x="0" y="1"/>
                  </a:moveTo>
                  <a:lnTo>
                    <a:pt x="0" y="1608"/>
                  </a:lnTo>
                  <a:lnTo>
                    <a:pt x="8025" y="1608"/>
                  </a:lnTo>
                  <a:lnTo>
                    <a:pt x="802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1" name="Google Shape;7121;p123"/>
          <p:cNvGrpSpPr/>
          <p:nvPr/>
        </p:nvGrpSpPr>
        <p:grpSpPr>
          <a:xfrm>
            <a:off x="752209" y="2967391"/>
            <a:ext cx="438408" cy="438440"/>
            <a:chOff x="891775" y="3240100"/>
            <a:chExt cx="342025" cy="342050"/>
          </a:xfrm>
        </p:grpSpPr>
        <p:sp>
          <p:nvSpPr>
            <p:cNvPr id="7122" name="Google Shape;7122;p123"/>
            <p:cNvSpPr/>
            <p:nvPr/>
          </p:nvSpPr>
          <p:spPr>
            <a:xfrm>
              <a:off x="1133750" y="3280300"/>
              <a:ext cx="19975" cy="20250"/>
            </a:xfrm>
            <a:custGeom>
              <a:rect b="b" l="l" r="r" t="t"/>
              <a:pathLst>
                <a:path extrusionOk="0" h="810" w="799">
                  <a:moveTo>
                    <a:pt x="1" y="0"/>
                  </a:moveTo>
                  <a:lnTo>
                    <a:pt x="1" y="810"/>
                  </a:lnTo>
                  <a:lnTo>
                    <a:pt x="799" y="810"/>
                  </a:lnTo>
                  <a:lnTo>
                    <a:pt x="7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23"/>
            <p:cNvSpPr/>
            <p:nvPr/>
          </p:nvSpPr>
          <p:spPr>
            <a:xfrm>
              <a:off x="1173350" y="3300525"/>
              <a:ext cx="20275" cy="19975"/>
            </a:xfrm>
            <a:custGeom>
              <a:rect b="b" l="l" r="r" t="t"/>
              <a:pathLst>
                <a:path extrusionOk="0" h="799" w="811">
                  <a:moveTo>
                    <a:pt x="0" y="1"/>
                  </a:moveTo>
                  <a:lnTo>
                    <a:pt x="0" y="799"/>
                  </a:lnTo>
                  <a:lnTo>
                    <a:pt x="810" y="799"/>
                  </a:lnTo>
                  <a:lnTo>
                    <a:pt x="81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23"/>
            <p:cNvSpPr/>
            <p:nvPr/>
          </p:nvSpPr>
          <p:spPr>
            <a:xfrm>
              <a:off x="1173350" y="3340725"/>
              <a:ext cx="20275" cy="19950"/>
            </a:xfrm>
            <a:custGeom>
              <a:rect b="b" l="l" r="r" t="t"/>
              <a:pathLst>
                <a:path extrusionOk="0" h="798" w="811">
                  <a:moveTo>
                    <a:pt x="0" y="0"/>
                  </a:moveTo>
                  <a:lnTo>
                    <a:pt x="0" y="798"/>
                  </a:lnTo>
                  <a:lnTo>
                    <a:pt x="810" y="798"/>
                  </a:lnTo>
                  <a:lnTo>
                    <a:pt x="8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23"/>
            <p:cNvSpPr/>
            <p:nvPr/>
          </p:nvSpPr>
          <p:spPr>
            <a:xfrm>
              <a:off x="1173350" y="3260350"/>
              <a:ext cx="20275" cy="19975"/>
            </a:xfrm>
            <a:custGeom>
              <a:rect b="b" l="l" r="r" t="t"/>
              <a:pathLst>
                <a:path extrusionOk="0" h="799" w="811">
                  <a:moveTo>
                    <a:pt x="0" y="1"/>
                  </a:moveTo>
                  <a:lnTo>
                    <a:pt x="0" y="798"/>
                  </a:lnTo>
                  <a:lnTo>
                    <a:pt x="810" y="798"/>
                  </a:lnTo>
                  <a:lnTo>
                    <a:pt x="81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23"/>
            <p:cNvSpPr/>
            <p:nvPr/>
          </p:nvSpPr>
          <p:spPr>
            <a:xfrm>
              <a:off x="1213825" y="3240100"/>
              <a:ext cx="19975" cy="20275"/>
            </a:xfrm>
            <a:custGeom>
              <a:rect b="b" l="l" r="r" t="t"/>
              <a:pathLst>
                <a:path extrusionOk="0" h="811" w="799">
                  <a:moveTo>
                    <a:pt x="1" y="1"/>
                  </a:moveTo>
                  <a:lnTo>
                    <a:pt x="1" y="811"/>
                  </a:lnTo>
                  <a:lnTo>
                    <a:pt x="798" y="811"/>
                  </a:lnTo>
                  <a:lnTo>
                    <a:pt x="7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23"/>
            <p:cNvSpPr/>
            <p:nvPr/>
          </p:nvSpPr>
          <p:spPr>
            <a:xfrm>
              <a:off x="1213825" y="3280300"/>
              <a:ext cx="19975" cy="20250"/>
            </a:xfrm>
            <a:custGeom>
              <a:rect b="b" l="l" r="r" t="t"/>
              <a:pathLst>
                <a:path extrusionOk="0" h="810" w="799">
                  <a:moveTo>
                    <a:pt x="1" y="0"/>
                  </a:moveTo>
                  <a:lnTo>
                    <a:pt x="1" y="810"/>
                  </a:lnTo>
                  <a:lnTo>
                    <a:pt x="798" y="810"/>
                  </a:lnTo>
                  <a:lnTo>
                    <a:pt x="79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23"/>
            <p:cNvSpPr/>
            <p:nvPr/>
          </p:nvSpPr>
          <p:spPr>
            <a:xfrm>
              <a:off x="1213825" y="3320475"/>
              <a:ext cx="19975" cy="20275"/>
            </a:xfrm>
            <a:custGeom>
              <a:rect b="b" l="l" r="r" t="t"/>
              <a:pathLst>
                <a:path extrusionOk="0" h="811" w="799">
                  <a:moveTo>
                    <a:pt x="1" y="1"/>
                  </a:moveTo>
                  <a:lnTo>
                    <a:pt x="1" y="810"/>
                  </a:lnTo>
                  <a:lnTo>
                    <a:pt x="798" y="810"/>
                  </a:lnTo>
                  <a:lnTo>
                    <a:pt x="7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23"/>
            <p:cNvSpPr/>
            <p:nvPr/>
          </p:nvSpPr>
          <p:spPr>
            <a:xfrm>
              <a:off x="1213825" y="3360375"/>
              <a:ext cx="19975" cy="19950"/>
            </a:xfrm>
            <a:custGeom>
              <a:rect b="b" l="l" r="r" t="t"/>
              <a:pathLst>
                <a:path extrusionOk="0" h="798" w="799">
                  <a:moveTo>
                    <a:pt x="1" y="0"/>
                  </a:moveTo>
                  <a:lnTo>
                    <a:pt x="1" y="798"/>
                  </a:lnTo>
                  <a:lnTo>
                    <a:pt x="798" y="798"/>
                  </a:lnTo>
                  <a:lnTo>
                    <a:pt x="79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23"/>
            <p:cNvSpPr/>
            <p:nvPr/>
          </p:nvSpPr>
          <p:spPr>
            <a:xfrm>
              <a:off x="1133750" y="3320475"/>
              <a:ext cx="19975" cy="20275"/>
            </a:xfrm>
            <a:custGeom>
              <a:rect b="b" l="l" r="r" t="t"/>
              <a:pathLst>
                <a:path extrusionOk="0" h="811" w="799">
                  <a:moveTo>
                    <a:pt x="1" y="1"/>
                  </a:moveTo>
                  <a:lnTo>
                    <a:pt x="1" y="810"/>
                  </a:lnTo>
                  <a:lnTo>
                    <a:pt x="799" y="810"/>
                  </a:lnTo>
                  <a:lnTo>
                    <a:pt x="79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23"/>
            <p:cNvSpPr/>
            <p:nvPr/>
          </p:nvSpPr>
          <p:spPr>
            <a:xfrm>
              <a:off x="891775" y="3400550"/>
              <a:ext cx="181575" cy="181600"/>
            </a:xfrm>
            <a:custGeom>
              <a:rect b="b" l="l" r="r" t="t"/>
              <a:pathLst>
                <a:path extrusionOk="0" h="7264" w="7263">
                  <a:moveTo>
                    <a:pt x="1929" y="0"/>
                  </a:moveTo>
                  <a:cubicBezTo>
                    <a:pt x="691" y="1536"/>
                    <a:pt x="0" y="3406"/>
                    <a:pt x="0" y="5406"/>
                  </a:cubicBezTo>
                  <a:lnTo>
                    <a:pt x="0" y="7263"/>
                  </a:lnTo>
                  <a:lnTo>
                    <a:pt x="7263" y="7263"/>
                  </a:lnTo>
                  <a:lnTo>
                    <a:pt x="7263" y="5406"/>
                  </a:lnTo>
                  <a:cubicBezTo>
                    <a:pt x="7263" y="3406"/>
                    <a:pt x="6584" y="1536"/>
                    <a:pt x="53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23"/>
            <p:cNvSpPr/>
            <p:nvPr/>
          </p:nvSpPr>
          <p:spPr>
            <a:xfrm>
              <a:off x="931650" y="3280300"/>
              <a:ext cx="101525" cy="100325"/>
            </a:xfrm>
            <a:custGeom>
              <a:rect b="b" l="l" r="r" t="t"/>
              <a:pathLst>
                <a:path extrusionOk="0" h="4013" w="4061">
                  <a:moveTo>
                    <a:pt x="1" y="0"/>
                  </a:moveTo>
                  <a:lnTo>
                    <a:pt x="1" y="2179"/>
                  </a:lnTo>
                  <a:lnTo>
                    <a:pt x="810" y="2977"/>
                  </a:lnTo>
                  <a:lnTo>
                    <a:pt x="810" y="4013"/>
                  </a:lnTo>
                  <a:lnTo>
                    <a:pt x="3263" y="4013"/>
                  </a:lnTo>
                  <a:lnTo>
                    <a:pt x="3263" y="3203"/>
                  </a:lnTo>
                  <a:lnTo>
                    <a:pt x="4061" y="3203"/>
                  </a:lnTo>
                  <a:lnTo>
                    <a:pt x="40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23"/>
            <p:cNvSpPr/>
            <p:nvPr/>
          </p:nvSpPr>
          <p:spPr>
            <a:xfrm>
              <a:off x="1053400" y="3280000"/>
              <a:ext cx="58950" cy="100625"/>
            </a:xfrm>
            <a:custGeom>
              <a:rect b="b" l="l" r="r" t="t"/>
              <a:pathLst>
                <a:path extrusionOk="0" h="4025" w="2358">
                  <a:moveTo>
                    <a:pt x="0" y="0"/>
                  </a:moveTo>
                  <a:lnTo>
                    <a:pt x="0" y="2417"/>
                  </a:lnTo>
                  <a:cubicBezTo>
                    <a:pt x="191" y="3322"/>
                    <a:pt x="1000" y="4025"/>
                    <a:pt x="1965" y="4025"/>
                  </a:cubicBezTo>
                  <a:lnTo>
                    <a:pt x="2358" y="4025"/>
                  </a:lnTo>
                  <a:lnTo>
                    <a:pt x="2358" y="3215"/>
                  </a:lnTo>
                  <a:lnTo>
                    <a:pt x="1965" y="3215"/>
                  </a:lnTo>
                  <a:cubicBezTo>
                    <a:pt x="1441" y="3215"/>
                    <a:pt x="1000" y="2870"/>
                    <a:pt x="834" y="2417"/>
                  </a:cubicBezTo>
                  <a:lnTo>
                    <a:pt x="1608" y="2417"/>
                  </a:lnTo>
                  <a:lnTo>
                    <a:pt x="160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123"/>
          <p:cNvGrpSpPr/>
          <p:nvPr/>
        </p:nvGrpSpPr>
        <p:grpSpPr>
          <a:xfrm>
            <a:off x="6746131" y="2190203"/>
            <a:ext cx="438792" cy="438824"/>
            <a:chOff x="5567950" y="2633775"/>
            <a:chExt cx="342325" cy="342350"/>
          </a:xfrm>
        </p:grpSpPr>
        <p:sp>
          <p:nvSpPr>
            <p:cNvPr id="7135" name="Google Shape;7135;p123"/>
            <p:cNvSpPr/>
            <p:nvPr/>
          </p:nvSpPr>
          <p:spPr>
            <a:xfrm>
              <a:off x="5567950" y="2633775"/>
              <a:ext cx="342325" cy="342350"/>
            </a:xfrm>
            <a:custGeom>
              <a:rect b="b" l="l" r="r" t="t"/>
              <a:pathLst>
                <a:path extrusionOk="0" h="13694" w="13693">
                  <a:moveTo>
                    <a:pt x="9743" y="2763"/>
                  </a:moveTo>
                  <a:cubicBezTo>
                    <a:pt x="10049" y="2763"/>
                    <a:pt x="10353" y="2882"/>
                    <a:pt x="10585" y="3120"/>
                  </a:cubicBezTo>
                  <a:cubicBezTo>
                    <a:pt x="11049" y="3585"/>
                    <a:pt x="11049" y="4359"/>
                    <a:pt x="10585" y="4823"/>
                  </a:cubicBezTo>
                  <a:cubicBezTo>
                    <a:pt x="10347" y="5061"/>
                    <a:pt x="10037" y="5180"/>
                    <a:pt x="9729" y="5180"/>
                  </a:cubicBezTo>
                  <a:cubicBezTo>
                    <a:pt x="9421" y="5180"/>
                    <a:pt x="9115" y="5061"/>
                    <a:pt x="8882" y="4823"/>
                  </a:cubicBezTo>
                  <a:cubicBezTo>
                    <a:pt x="8406" y="4347"/>
                    <a:pt x="8406" y="3585"/>
                    <a:pt x="8882" y="3120"/>
                  </a:cubicBezTo>
                  <a:cubicBezTo>
                    <a:pt x="9126" y="2882"/>
                    <a:pt x="9436" y="2763"/>
                    <a:pt x="9743" y="2763"/>
                  </a:cubicBezTo>
                  <a:close/>
                  <a:moveTo>
                    <a:pt x="5834" y="5073"/>
                  </a:moveTo>
                  <a:lnTo>
                    <a:pt x="7144" y="5859"/>
                  </a:lnTo>
                  <a:lnTo>
                    <a:pt x="6358" y="7169"/>
                  </a:lnTo>
                  <a:lnTo>
                    <a:pt x="5680" y="6752"/>
                  </a:lnTo>
                  <a:lnTo>
                    <a:pt x="5763" y="6609"/>
                  </a:lnTo>
                  <a:lnTo>
                    <a:pt x="5763" y="6609"/>
                  </a:lnTo>
                  <a:lnTo>
                    <a:pt x="3596" y="7145"/>
                  </a:lnTo>
                  <a:lnTo>
                    <a:pt x="3394" y="6383"/>
                  </a:lnTo>
                  <a:lnTo>
                    <a:pt x="5572" y="5847"/>
                  </a:lnTo>
                  <a:lnTo>
                    <a:pt x="5418" y="5764"/>
                  </a:lnTo>
                  <a:lnTo>
                    <a:pt x="5834" y="5073"/>
                  </a:lnTo>
                  <a:close/>
                  <a:moveTo>
                    <a:pt x="7632" y="5597"/>
                  </a:moveTo>
                  <a:lnTo>
                    <a:pt x="8406" y="5787"/>
                  </a:lnTo>
                  <a:lnTo>
                    <a:pt x="7882" y="7966"/>
                  </a:lnTo>
                  <a:lnTo>
                    <a:pt x="8025" y="7871"/>
                  </a:lnTo>
                  <a:lnTo>
                    <a:pt x="8442" y="8562"/>
                  </a:lnTo>
                  <a:lnTo>
                    <a:pt x="7120" y="9347"/>
                  </a:lnTo>
                  <a:lnTo>
                    <a:pt x="6334" y="8038"/>
                  </a:lnTo>
                  <a:lnTo>
                    <a:pt x="7013" y="7621"/>
                  </a:lnTo>
                  <a:lnTo>
                    <a:pt x="7096" y="7764"/>
                  </a:lnTo>
                  <a:lnTo>
                    <a:pt x="7632" y="5597"/>
                  </a:lnTo>
                  <a:close/>
                  <a:moveTo>
                    <a:pt x="5751" y="7550"/>
                  </a:moveTo>
                  <a:lnTo>
                    <a:pt x="5751" y="8347"/>
                  </a:lnTo>
                  <a:lnTo>
                    <a:pt x="5584" y="8347"/>
                  </a:lnTo>
                  <a:lnTo>
                    <a:pt x="7168" y="9931"/>
                  </a:lnTo>
                  <a:lnTo>
                    <a:pt x="6608" y="10490"/>
                  </a:lnTo>
                  <a:lnTo>
                    <a:pt x="5037" y="8907"/>
                  </a:lnTo>
                  <a:lnTo>
                    <a:pt x="5037" y="9097"/>
                  </a:lnTo>
                  <a:lnTo>
                    <a:pt x="4227" y="9097"/>
                  </a:lnTo>
                  <a:lnTo>
                    <a:pt x="4227" y="7550"/>
                  </a:lnTo>
                  <a:close/>
                  <a:moveTo>
                    <a:pt x="13133" y="1"/>
                  </a:moveTo>
                  <a:lnTo>
                    <a:pt x="11395" y="1739"/>
                  </a:lnTo>
                  <a:lnTo>
                    <a:pt x="10454" y="799"/>
                  </a:lnTo>
                  <a:lnTo>
                    <a:pt x="6715" y="799"/>
                  </a:lnTo>
                  <a:lnTo>
                    <a:pt x="0" y="7454"/>
                  </a:lnTo>
                  <a:lnTo>
                    <a:pt x="6239" y="13693"/>
                  </a:lnTo>
                  <a:lnTo>
                    <a:pt x="12895" y="6978"/>
                  </a:lnTo>
                  <a:lnTo>
                    <a:pt x="12895" y="3239"/>
                  </a:lnTo>
                  <a:lnTo>
                    <a:pt x="11954" y="2299"/>
                  </a:lnTo>
                  <a:lnTo>
                    <a:pt x="13693" y="561"/>
                  </a:lnTo>
                  <a:lnTo>
                    <a:pt x="131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23"/>
            <p:cNvSpPr/>
            <p:nvPr/>
          </p:nvSpPr>
          <p:spPr>
            <a:xfrm>
              <a:off x="5800125" y="2722925"/>
              <a:ext cx="22050" cy="20275"/>
            </a:xfrm>
            <a:custGeom>
              <a:rect b="b" l="l" r="r" t="t"/>
              <a:pathLst>
                <a:path extrusionOk="0" h="811" w="882">
                  <a:moveTo>
                    <a:pt x="448" y="1"/>
                  </a:moveTo>
                  <a:cubicBezTo>
                    <a:pt x="345" y="1"/>
                    <a:pt x="244" y="43"/>
                    <a:pt x="167" y="126"/>
                  </a:cubicBezTo>
                  <a:cubicBezTo>
                    <a:pt x="24" y="293"/>
                    <a:pt x="0" y="543"/>
                    <a:pt x="167" y="685"/>
                  </a:cubicBezTo>
                  <a:cubicBezTo>
                    <a:pt x="250" y="769"/>
                    <a:pt x="354" y="811"/>
                    <a:pt x="457" y="811"/>
                  </a:cubicBezTo>
                  <a:cubicBezTo>
                    <a:pt x="560" y="811"/>
                    <a:pt x="661" y="769"/>
                    <a:pt x="738" y="685"/>
                  </a:cubicBezTo>
                  <a:cubicBezTo>
                    <a:pt x="881" y="531"/>
                    <a:pt x="881" y="269"/>
                    <a:pt x="738" y="126"/>
                  </a:cubicBezTo>
                  <a:cubicBezTo>
                    <a:pt x="655" y="43"/>
                    <a:pt x="551" y="1"/>
                    <a:pt x="4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7" name="Google Shape;7137;p123"/>
          <p:cNvGrpSpPr/>
          <p:nvPr/>
        </p:nvGrpSpPr>
        <p:grpSpPr>
          <a:xfrm>
            <a:off x="5320320" y="2190203"/>
            <a:ext cx="438408" cy="438824"/>
            <a:chOff x="4455600" y="2633775"/>
            <a:chExt cx="342025" cy="342350"/>
          </a:xfrm>
        </p:grpSpPr>
        <p:sp>
          <p:nvSpPr>
            <p:cNvPr id="7138" name="Google Shape;7138;p123"/>
            <p:cNvSpPr/>
            <p:nvPr/>
          </p:nvSpPr>
          <p:spPr>
            <a:xfrm>
              <a:off x="4455900" y="2915675"/>
              <a:ext cx="60450" cy="60450"/>
            </a:xfrm>
            <a:custGeom>
              <a:rect b="b" l="l" r="r" t="t"/>
              <a:pathLst>
                <a:path extrusionOk="0" h="2418" w="2418">
                  <a:moveTo>
                    <a:pt x="1203" y="0"/>
                  </a:moveTo>
                  <a:cubicBezTo>
                    <a:pt x="536" y="0"/>
                    <a:pt x="1" y="536"/>
                    <a:pt x="1" y="1215"/>
                  </a:cubicBezTo>
                  <a:cubicBezTo>
                    <a:pt x="1" y="1881"/>
                    <a:pt x="536" y="2417"/>
                    <a:pt x="1203" y="2417"/>
                  </a:cubicBezTo>
                  <a:cubicBezTo>
                    <a:pt x="1882" y="2417"/>
                    <a:pt x="2418" y="1881"/>
                    <a:pt x="2418" y="1215"/>
                  </a:cubicBezTo>
                  <a:cubicBezTo>
                    <a:pt x="2418" y="536"/>
                    <a:pt x="1858" y="0"/>
                    <a:pt x="1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23"/>
            <p:cNvSpPr/>
            <p:nvPr/>
          </p:nvSpPr>
          <p:spPr>
            <a:xfrm>
              <a:off x="4616350" y="2774875"/>
              <a:ext cx="19950" cy="60150"/>
            </a:xfrm>
            <a:custGeom>
              <a:rect b="b" l="l" r="r" t="t"/>
              <a:pathLst>
                <a:path extrusionOk="0" h="2406" w="798">
                  <a:moveTo>
                    <a:pt x="0" y="1"/>
                  </a:moveTo>
                  <a:lnTo>
                    <a:pt x="0" y="2406"/>
                  </a:lnTo>
                  <a:lnTo>
                    <a:pt x="798" y="2406"/>
                  </a:lnTo>
                  <a:lnTo>
                    <a:pt x="7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23"/>
            <p:cNvSpPr/>
            <p:nvPr/>
          </p:nvSpPr>
          <p:spPr>
            <a:xfrm>
              <a:off x="4455600" y="2633775"/>
              <a:ext cx="342025" cy="321500"/>
            </a:xfrm>
            <a:custGeom>
              <a:rect b="b" l="l" r="r" t="t"/>
              <a:pathLst>
                <a:path extrusionOk="0" h="12860" w="13681">
                  <a:moveTo>
                    <a:pt x="4823" y="4847"/>
                  </a:moveTo>
                  <a:lnTo>
                    <a:pt x="4823" y="6442"/>
                  </a:lnTo>
                  <a:lnTo>
                    <a:pt x="4013" y="6442"/>
                  </a:lnTo>
                  <a:lnTo>
                    <a:pt x="4013" y="5645"/>
                  </a:lnTo>
                  <a:lnTo>
                    <a:pt x="3215" y="5645"/>
                  </a:lnTo>
                  <a:lnTo>
                    <a:pt x="3215" y="8050"/>
                  </a:lnTo>
                  <a:lnTo>
                    <a:pt x="4013" y="8050"/>
                  </a:lnTo>
                  <a:lnTo>
                    <a:pt x="4013" y="7252"/>
                  </a:lnTo>
                  <a:lnTo>
                    <a:pt x="4823" y="7252"/>
                  </a:lnTo>
                  <a:lnTo>
                    <a:pt x="4823" y="8847"/>
                  </a:lnTo>
                  <a:lnTo>
                    <a:pt x="2406" y="8847"/>
                  </a:lnTo>
                  <a:lnTo>
                    <a:pt x="2406" y="4847"/>
                  </a:lnTo>
                  <a:close/>
                  <a:moveTo>
                    <a:pt x="8037" y="4847"/>
                  </a:moveTo>
                  <a:lnTo>
                    <a:pt x="8037" y="8847"/>
                  </a:lnTo>
                  <a:lnTo>
                    <a:pt x="5620" y="8847"/>
                  </a:lnTo>
                  <a:lnTo>
                    <a:pt x="5620" y="4847"/>
                  </a:lnTo>
                  <a:close/>
                  <a:moveTo>
                    <a:pt x="11228" y="4835"/>
                  </a:moveTo>
                  <a:lnTo>
                    <a:pt x="11228" y="7097"/>
                  </a:lnTo>
                  <a:lnTo>
                    <a:pt x="11240" y="7097"/>
                  </a:lnTo>
                  <a:lnTo>
                    <a:pt x="9633" y="7907"/>
                  </a:lnTo>
                  <a:lnTo>
                    <a:pt x="9633" y="8050"/>
                  </a:lnTo>
                  <a:lnTo>
                    <a:pt x="11240" y="8050"/>
                  </a:lnTo>
                  <a:lnTo>
                    <a:pt x="11240" y="8847"/>
                  </a:lnTo>
                  <a:lnTo>
                    <a:pt x="8823" y="8847"/>
                  </a:lnTo>
                  <a:lnTo>
                    <a:pt x="8823" y="7395"/>
                  </a:lnTo>
                  <a:lnTo>
                    <a:pt x="10431" y="6597"/>
                  </a:lnTo>
                  <a:lnTo>
                    <a:pt x="10431" y="5645"/>
                  </a:lnTo>
                  <a:lnTo>
                    <a:pt x="9621" y="5645"/>
                  </a:lnTo>
                  <a:lnTo>
                    <a:pt x="9621" y="6442"/>
                  </a:lnTo>
                  <a:lnTo>
                    <a:pt x="8823" y="6442"/>
                  </a:lnTo>
                  <a:lnTo>
                    <a:pt x="8823" y="4835"/>
                  </a:lnTo>
                  <a:close/>
                  <a:moveTo>
                    <a:pt x="6430" y="1"/>
                  </a:moveTo>
                  <a:cubicBezTo>
                    <a:pt x="4727" y="1"/>
                    <a:pt x="3239" y="1084"/>
                    <a:pt x="2680" y="2680"/>
                  </a:cubicBezTo>
                  <a:cubicBezTo>
                    <a:pt x="1084" y="3239"/>
                    <a:pt x="1" y="4728"/>
                    <a:pt x="1" y="6430"/>
                  </a:cubicBezTo>
                  <a:cubicBezTo>
                    <a:pt x="1" y="9074"/>
                    <a:pt x="1501" y="10657"/>
                    <a:pt x="3334" y="11121"/>
                  </a:cubicBezTo>
                  <a:cubicBezTo>
                    <a:pt x="3620" y="12145"/>
                    <a:pt x="4549" y="12860"/>
                    <a:pt x="5644" y="12860"/>
                  </a:cubicBezTo>
                  <a:cubicBezTo>
                    <a:pt x="6668" y="12860"/>
                    <a:pt x="7573" y="12205"/>
                    <a:pt x="7906" y="11252"/>
                  </a:cubicBezTo>
                  <a:lnTo>
                    <a:pt x="9240" y="11252"/>
                  </a:lnTo>
                  <a:cubicBezTo>
                    <a:pt x="11502" y="11252"/>
                    <a:pt x="13681" y="9550"/>
                    <a:pt x="13681" y="6418"/>
                  </a:cubicBezTo>
                  <a:cubicBezTo>
                    <a:pt x="13681" y="4406"/>
                    <a:pt x="12109" y="2704"/>
                    <a:pt x="10109" y="2466"/>
                  </a:cubicBezTo>
                  <a:cubicBezTo>
                    <a:pt x="9478" y="1001"/>
                    <a:pt x="8037" y="1"/>
                    <a:pt x="64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123"/>
          <p:cNvGrpSpPr/>
          <p:nvPr/>
        </p:nvGrpSpPr>
        <p:grpSpPr>
          <a:xfrm>
            <a:off x="6033418" y="2255447"/>
            <a:ext cx="438792" cy="308337"/>
            <a:chOff x="5011925" y="2684675"/>
            <a:chExt cx="342325" cy="240550"/>
          </a:xfrm>
        </p:grpSpPr>
        <p:sp>
          <p:nvSpPr>
            <p:cNvPr id="7142" name="Google Shape;7142;p123"/>
            <p:cNvSpPr/>
            <p:nvPr/>
          </p:nvSpPr>
          <p:spPr>
            <a:xfrm>
              <a:off x="5011925" y="2684675"/>
              <a:ext cx="201525" cy="220300"/>
            </a:xfrm>
            <a:custGeom>
              <a:rect b="b" l="l" r="r" t="t"/>
              <a:pathLst>
                <a:path extrusionOk="0" h="8812" w="8061">
                  <a:moveTo>
                    <a:pt x="4787" y="1001"/>
                  </a:moveTo>
                  <a:lnTo>
                    <a:pt x="5930" y="2918"/>
                  </a:lnTo>
                  <a:lnTo>
                    <a:pt x="5977" y="2751"/>
                  </a:lnTo>
                  <a:lnTo>
                    <a:pt x="6751" y="2942"/>
                  </a:lnTo>
                  <a:lnTo>
                    <a:pt x="6382" y="4430"/>
                  </a:lnTo>
                  <a:lnTo>
                    <a:pt x="4894" y="4061"/>
                  </a:lnTo>
                  <a:lnTo>
                    <a:pt x="5084" y="3287"/>
                  </a:lnTo>
                  <a:lnTo>
                    <a:pt x="5251" y="3335"/>
                  </a:lnTo>
                  <a:lnTo>
                    <a:pt x="4096" y="1418"/>
                  </a:lnTo>
                  <a:lnTo>
                    <a:pt x="4787" y="1001"/>
                  </a:lnTo>
                  <a:close/>
                  <a:moveTo>
                    <a:pt x="3953" y="1965"/>
                  </a:moveTo>
                  <a:lnTo>
                    <a:pt x="4322" y="3454"/>
                  </a:lnTo>
                  <a:lnTo>
                    <a:pt x="3549" y="3644"/>
                  </a:lnTo>
                  <a:lnTo>
                    <a:pt x="3513" y="3489"/>
                  </a:lnTo>
                  <a:lnTo>
                    <a:pt x="2358" y="5406"/>
                  </a:lnTo>
                  <a:lnTo>
                    <a:pt x="1667" y="4990"/>
                  </a:lnTo>
                  <a:lnTo>
                    <a:pt x="2822" y="3073"/>
                  </a:lnTo>
                  <a:lnTo>
                    <a:pt x="2822" y="3073"/>
                  </a:lnTo>
                  <a:lnTo>
                    <a:pt x="2656" y="3108"/>
                  </a:lnTo>
                  <a:lnTo>
                    <a:pt x="2465" y="2335"/>
                  </a:lnTo>
                  <a:lnTo>
                    <a:pt x="3953" y="1965"/>
                  </a:lnTo>
                  <a:close/>
                  <a:moveTo>
                    <a:pt x="4168" y="4120"/>
                  </a:moveTo>
                  <a:lnTo>
                    <a:pt x="4727" y="4692"/>
                  </a:lnTo>
                  <a:lnTo>
                    <a:pt x="4608" y="4811"/>
                  </a:lnTo>
                  <a:lnTo>
                    <a:pt x="6847" y="4811"/>
                  </a:lnTo>
                  <a:lnTo>
                    <a:pt x="6847" y="5609"/>
                  </a:lnTo>
                  <a:lnTo>
                    <a:pt x="4608" y="5609"/>
                  </a:lnTo>
                  <a:lnTo>
                    <a:pt x="4727" y="5728"/>
                  </a:lnTo>
                  <a:lnTo>
                    <a:pt x="4168" y="6299"/>
                  </a:lnTo>
                  <a:lnTo>
                    <a:pt x="3072" y="5216"/>
                  </a:lnTo>
                  <a:lnTo>
                    <a:pt x="4168" y="4120"/>
                  </a:lnTo>
                  <a:close/>
                  <a:moveTo>
                    <a:pt x="1751" y="1"/>
                  </a:moveTo>
                  <a:lnTo>
                    <a:pt x="0" y="4263"/>
                  </a:lnTo>
                  <a:lnTo>
                    <a:pt x="0" y="8812"/>
                  </a:lnTo>
                  <a:lnTo>
                    <a:pt x="1632" y="8812"/>
                  </a:lnTo>
                  <a:cubicBezTo>
                    <a:pt x="1632" y="7930"/>
                    <a:pt x="2346" y="7204"/>
                    <a:pt x="3239" y="7204"/>
                  </a:cubicBezTo>
                  <a:cubicBezTo>
                    <a:pt x="3537" y="7204"/>
                    <a:pt x="3799" y="7299"/>
                    <a:pt x="4049" y="7430"/>
                  </a:cubicBezTo>
                  <a:cubicBezTo>
                    <a:pt x="4287" y="7299"/>
                    <a:pt x="4549" y="7204"/>
                    <a:pt x="4846" y="7204"/>
                  </a:cubicBezTo>
                  <a:cubicBezTo>
                    <a:pt x="5727" y="7204"/>
                    <a:pt x="6454" y="7919"/>
                    <a:pt x="6454" y="8812"/>
                  </a:cubicBezTo>
                  <a:lnTo>
                    <a:pt x="8061" y="8812"/>
                  </a:lnTo>
                  <a:lnTo>
                    <a:pt x="8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23"/>
            <p:cNvSpPr/>
            <p:nvPr/>
          </p:nvSpPr>
          <p:spPr>
            <a:xfrm>
              <a:off x="5293800" y="2744525"/>
              <a:ext cx="55400" cy="60450"/>
            </a:xfrm>
            <a:custGeom>
              <a:rect b="b" l="l" r="r" t="t"/>
              <a:pathLst>
                <a:path extrusionOk="0" h="2418" w="2216">
                  <a:moveTo>
                    <a:pt x="1" y="0"/>
                  </a:moveTo>
                  <a:lnTo>
                    <a:pt x="1" y="2417"/>
                  </a:lnTo>
                  <a:lnTo>
                    <a:pt x="2215" y="2417"/>
                  </a:lnTo>
                  <a:lnTo>
                    <a:pt x="60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23"/>
            <p:cNvSpPr/>
            <p:nvPr/>
          </p:nvSpPr>
          <p:spPr>
            <a:xfrm>
              <a:off x="5232775" y="2744525"/>
              <a:ext cx="121475" cy="160450"/>
            </a:xfrm>
            <a:custGeom>
              <a:rect b="b" l="l" r="r" t="t"/>
              <a:pathLst>
                <a:path extrusionOk="0" h="6418" w="4859">
                  <a:moveTo>
                    <a:pt x="1" y="0"/>
                  </a:moveTo>
                  <a:lnTo>
                    <a:pt x="1" y="6418"/>
                  </a:lnTo>
                  <a:lnTo>
                    <a:pt x="834" y="6418"/>
                  </a:lnTo>
                  <a:cubicBezTo>
                    <a:pt x="834" y="5536"/>
                    <a:pt x="1549" y="4810"/>
                    <a:pt x="2442" y="4810"/>
                  </a:cubicBezTo>
                  <a:cubicBezTo>
                    <a:pt x="3323" y="4810"/>
                    <a:pt x="4049" y="5525"/>
                    <a:pt x="4049" y="6418"/>
                  </a:cubicBezTo>
                  <a:lnTo>
                    <a:pt x="4859" y="6418"/>
                  </a:lnTo>
                  <a:lnTo>
                    <a:pt x="4859" y="3203"/>
                  </a:lnTo>
                  <a:lnTo>
                    <a:pt x="1644" y="3203"/>
                  </a:lnTo>
                  <a:lnTo>
                    <a:pt x="164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23"/>
            <p:cNvSpPr/>
            <p:nvPr/>
          </p:nvSpPr>
          <p:spPr>
            <a:xfrm>
              <a:off x="5072350" y="2885000"/>
              <a:ext cx="40200" cy="40225"/>
            </a:xfrm>
            <a:custGeom>
              <a:rect b="b" l="l" r="r" t="t"/>
              <a:pathLst>
                <a:path extrusionOk="0" h="1609" w="1608">
                  <a:moveTo>
                    <a:pt x="810" y="1"/>
                  </a:moveTo>
                  <a:cubicBezTo>
                    <a:pt x="358" y="1"/>
                    <a:pt x="0" y="358"/>
                    <a:pt x="0" y="799"/>
                  </a:cubicBezTo>
                  <a:cubicBezTo>
                    <a:pt x="0" y="1239"/>
                    <a:pt x="358" y="1608"/>
                    <a:pt x="810" y="1608"/>
                  </a:cubicBezTo>
                  <a:cubicBezTo>
                    <a:pt x="1251" y="1608"/>
                    <a:pt x="1608" y="1239"/>
                    <a:pt x="1608" y="799"/>
                  </a:cubicBezTo>
                  <a:cubicBezTo>
                    <a:pt x="1608" y="358"/>
                    <a:pt x="1251" y="1"/>
                    <a:pt x="8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23"/>
            <p:cNvSpPr/>
            <p:nvPr/>
          </p:nvSpPr>
          <p:spPr>
            <a:xfrm>
              <a:off x="5112525" y="2885000"/>
              <a:ext cx="40225" cy="40225"/>
            </a:xfrm>
            <a:custGeom>
              <a:rect b="b" l="l" r="r" t="t"/>
              <a:pathLst>
                <a:path extrusionOk="0" h="1609" w="1609">
                  <a:moveTo>
                    <a:pt x="810" y="1"/>
                  </a:moveTo>
                  <a:cubicBezTo>
                    <a:pt x="358" y="1"/>
                    <a:pt x="1" y="358"/>
                    <a:pt x="1" y="799"/>
                  </a:cubicBezTo>
                  <a:cubicBezTo>
                    <a:pt x="1" y="1239"/>
                    <a:pt x="358" y="1608"/>
                    <a:pt x="810" y="1608"/>
                  </a:cubicBezTo>
                  <a:cubicBezTo>
                    <a:pt x="1251" y="1608"/>
                    <a:pt x="1608" y="1239"/>
                    <a:pt x="1608" y="799"/>
                  </a:cubicBezTo>
                  <a:cubicBezTo>
                    <a:pt x="1608" y="358"/>
                    <a:pt x="1251" y="1"/>
                    <a:pt x="8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23"/>
            <p:cNvSpPr/>
            <p:nvPr/>
          </p:nvSpPr>
          <p:spPr>
            <a:xfrm>
              <a:off x="5273850" y="2885000"/>
              <a:ext cx="40225" cy="40225"/>
            </a:xfrm>
            <a:custGeom>
              <a:rect b="b" l="l" r="r" t="t"/>
              <a:pathLst>
                <a:path extrusionOk="0" h="1609" w="1609">
                  <a:moveTo>
                    <a:pt x="799" y="1"/>
                  </a:moveTo>
                  <a:cubicBezTo>
                    <a:pt x="358" y="1"/>
                    <a:pt x="1" y="358"/>
                    <a:pt x="1" y="799"/>
                  </a:cubicBezTo>
                  <a:cubicBezTo>
                    <a:pt x="1" y="1239"/>
                    <a:pt x="358" y="1608"/>
                    <a:pt x="799" y="1608"/>
                  </a:cubicBezTo>
                  <a:cubicBezTo>
                    <a:pt x="1239" y="1608"/>
                    <a:pt x="1608" y="1239"/>
                    <a:pt x="1608" y="799"/>
                  </a:cubicBezTo>
                  <a:cubicBezTo>
                    <a:pt x="1608" y="358"/>
                    <a:pt x="1239" y="1"/>
                    <a:pt x="7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8" name="Google Shape;7148;p123"/>
          <p:cNvSpPr/>
          <p:nvPr/>
        </p:nvSpPr>
        <p:spPr>
          <a:xfrm>
            <a:off x="4606566" y="2190650"/>
            <a:ext cx="438792" cy="438824"/>
          </a:xfrm>
          <a:custGeom>
            <a:rect b="b" l="l" r="r" t="t"/>
            <a:pathLst>
              <a:path extrusionOk="0" h="13694" w="13693">
                <a:moveTo>
                  <a:pt x="6846" y="1"/>
                </a:moveTo>
                <a:cubicBezTo>
                  <a:pt x="3072" y="1"/>
                  <a:pt x="0" y="3085"/>
                  <a:pt x="0" y="6847"/>
                </a:cubicBezTo>
                <a:cubicBezTo>
                  <a:pt x="0" y="10609"/>
                  <a:pt x="3072" y="13693"/>
                  <a:pt x="6846" y="13693"/>
                </a:cubicBezTo>
                <a:cubicBezTo>
                  <a:pt x="10597" y="13693"/>
                  <a:pt x="13692" y="10609"/>
                  <a:pt x="13692" y="6847"/>
                </a:cubicBezTo>
                <a:lnTo>
                  <a:pt x="13692" y="6442"/>
                </a:lnTo>
                <a:lnTo>
                  <a:pt x="11275" y="6430"/>
                </a:lnTo>
                <a:lnTo>
                  <a:pt x="11275" y="6835"/>
                </a:lnTo>
                <a:cubicBezTo>
                  <a:pt x="11275" y="9264"/>
                  <a:pt x="9263" y="11264"/>
                  <a:pt x="6846" y="11264"/>
                </a:cubicBezTo>
                <a:cubicBezTo>
                  <a:pt x="4417" y="11264"/>
                  <a:pt x="2405" y="9264"/>
                  <a:pt x="2405" y="6835"/>
                </a:cubicBezTo>
                <a:cubicBezTo>
                  <a:pt x="2405" y="4406"/>
                  <a:pt x="4417" y="2394"/>
                  <a:pt x="6846" y="2394"/>
                </a:cubicBezTo>
                <a:cubicBezTo>
                  <a:pt x="7692" y="2394"/>
                  <a:pt x="8549" y="2656"/>
                  <a:pt x="9263" y="3108"/>
                </a:cubicBezTo>
                <a:lnTo>
                  <a:pt x="8489" y="3668"/>
                </a:lnTo>
                <a:lnTo>
                  <a:pt x="12954" y="5894"/>
                </a:lnTo>
                <a:lnTo>
                  <a:pt x="12406" y="882"/>
                </a:lnTo>
                <a:lnTo>
                  <a:pt x="11323" y="1656"/>
                </a:lnTo>
                <a:cubicBezTo>
                  <a:pt x="10097" y="608"/>
                  <a:pt x="8525" y="1"/>
                  <a:pt x="6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9" name="Google Shape;7149;p123"/>
          <p:cNvGrpSpPr/>
          <p:nvPr/>
        </p:nvGrpSpPr>
        <p:grpSpPr>
          <a:xfrm>
            <a:off x="3892235" y="2190588"/>
            <a:ext cx="439561" cy="438440"/>
            <a:chOff x="3341475" y="2634075"/>
            <a:chExt cx="342925" cy="342050"/>
          </a:xfrm>
        </p:grpSpPr>
        <p:sp>
          <p:nvSpPr>
            <p:cNvPr id="7150" name="Google Shape;7150;p123"/>
            <p:cNvSpPr/>
            <p:nvPr/>
          </p:nvSpPr>
          <p:spPr>
            <a:xfrm>
              <a:off x="3341475" y="2634075"/>
              <a:ext cx="242025" cy="260475"/>
            </a:xfrm>
            <a:custGeom>
              <a:rect b="b" l="l" r="r" t="t"/>
              <a:pathLst>
                <a:path extrusionOk="0" h="10419" w="9681">
                  <a:moveTo>
                    <a:pt x="4835" y="1"/>
                  </a:moveTo>
                  <a:cubicBezTo>
                    <a:pt x="3608" y="1"/>
                    <a:pt x="2572" y="941"/>
                    <a:pt x="2453" y="2180"/>
                  </a:cubicBezTo>
                  <a:lnTo>
                    <a:pt x="2429" y="2430"/>
                  </a:lnTo>
                  <a:cubicBezTo>
                    <a:pt x="2358" y="2489"/>
                    <a:pt x="810" y="2787"/>
                    <a:pt x="810" y="4406"/>
                  </a:cubicBezTo>
                  <a:cubicBezTo>
                    <a:pt x="810" y="5192"/>
                    <a:pt x="1239" y="5633"/>
                    <a:pt x="1346" y="5823"/>
                  </a:cubicBezTo>
                  <a:cubicBezTo>
                    <a:pt x="1263" y="5894"/>
                    <a:pt x="1" y="6549"/>
                    <a:pt x="1" y="8038"/>
                  </a:cubicBezTo>
                  <a:cubicBezTo>
                    <a:pt x="1" y="9359"/>
                    <a:pt x="1108" y="10419"/>
                    <a:pt x="2429" y="10419"/>
                  </a:cubicBezTo>
                  <a:lnTo>
                    <a:pt x="7240" y="10419"/>
                  </a:lnTo>
                  <a:cubicBezTo>
                    <a:pt x="8561" y="10419"/>
                    <a:pt x="9645" y="9335"/>
                    <a:pt x="9645" y="8002"/>
                  </a:cubicBezTo>
                  <a:cubicBezTo>
                    <a:pt x="9680" y="6502"/>
                    <a:pt x="8430" y="5906"/>
                    <a:pt x="8323" y="5823"/>
                  </a:cubicBezTo>
                  <a:cubicBezTo>
                    <a:pt x="8430" y="5609"/>
                    <a:pt x="8859" y="5192"/>
                    <a:pt x="8859" y="4406"/>
                  </a:cubicBezTo>
                  <a:cubicBezTo>
                    <a:pt x="8859" y="2787"/>
                    <a:pt x="7359" y="2489"/>
                    <a:pt x="7263" y="2430"/>
                  </a:cubicBezTo>
                  <a:cubicBezTo>
                    <a:pt x="7263" y="2370"/>
                    <a:pt x="7251" y="2215"/>
                    <a:pt x="7240" y="2180"/>
                  </a:cubicBezTo>
                  <a:cubicBezTo>
                    <a:pt x="7121" y="941"/>
                    <a:pt x="6085" y="1"/>
                    <a:pt x="48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23"/>
            <p:cNvSpPr/>
            <p:nvPr/>
          </p:nvSpPr>
          <p:spPr>
            <a:xfrm>
              <a:off x="3526925" y="2634075"/>
              <a:ext cx="157475" cy="260475"/>
            </a:xfrm>
            <a:custGeom>
              <a:rect b="b" l="l" r="r" t="t"/>
              <a:pathLst>
                <a:path extrusionOk="0" h="10419" w="6299">
                  <a:moveTo>
                    <a:pt x="1441" y="1"/>
                  </a:moveTo>
                  <a:cubicBezTo>
                    <a:pt x="905" y="1"/>
                    <a:pt x="405" y="191"/>
                    <a:pt x="0" y="489"/>
                  </a:cubicBezTo>
                  <a:cubicBezTo>
                    <a:pt x="298" y="894"/>
                    <a:pt x="500" y="1358"/>
                    <a:pt x="595" y="1858"/>
                  </a:cubicBezTo>
                  <a:cubicBezTo>
                    <a:pt x="2024" y="2537"/>
                    <a:pt x="2250" y="3728"/>
                    <a:pt x="2250" y="4406"/>
                  </a:cubicBezTo>
                  <a:cubicBezTo>
                    <a:pt x="2250" y="4930"/>
                    <a:pt x="2108" y="5335"/>
                    <a:pt x="1965" y="5633"/>
                  </a:cubicBezTo>
                  <a:cubicBezTo>
                    <a:pt x="2691" y="6287"/>
                    <a:pt x="3048" y="7073"/>
                    <a:pt x="3048" y="8014"/>
                  </a:cubicBezTo>
                  <a:cubicBezTo>
                    <a:pt x="3048" y="8978"/>
                    <a:pt x="2620" y="9824"/>
                    <a:pt x="1953" y="10419"/>
                  </a:cubicBezTo>
                  <a:lnTo>
                    <a:pt x="3858" y="10419"/>
                  </a:lnTo>
                  <a:cubicBezTo>
                    <a:pt x="5179" y="10419"/>
                    <a:pt x="6275" y="9335"/>
                    <a:pt x="6275" y="8014"/>
                  </a:cubicBezTo>
                  <a:cubicBezTo>
                    <a:pt x="6299" y="6502"/>
                    <a:pt x="5048" y="5906"/>
                    <a:pt x="4953" y="5823"/>
                  </a:cubicBezTo>
                  <a:cubicBezTo>
                    <a:pt x="5060" y="5609"/>
                    <a:pt x="5489" y="5192"/>
                    <a:pt x="5489" y="4406"/>
                  </a:cubicBezTo>
                  <a:cubicBezTo>
                    <a:pt x="5489" y="2787"/>
                    <a:pt x="3953" y="2489"/>
                    <a:pt x="3870" y="2430"/>
                  </a:cubicBezTo>
                  <a:cubicBezTo>
                    <a:pt x="3870" y="2370"/>
                    <a:pt x="3858" y="2215"/>
                    <a:pt x="3834" y="2180"/>
                  </a:cubicBezTo>
                  <a:cubicBezTo>
                    <a:pt x="3715" y="941"/>
                    <a:pt x="2691" y="1"/>
                    <a:pt x="14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23"/>
            <p:cNvSpPr/>
            <p:nvPr/>
          </p:nvSpPr>
          <p:spPr>
            <a:xfrm>
              <a:off x="3403100" y="2914175"/>
              <a:ext cx="240225" cy="61950"/>
            </a:xfrm>
            <a:custGeom>
              <a:rect b="b" l="l" r="r" t="t"/>
              <a:pathLst>
                <a:path extrusionOk="0" h="2478" w="9609">
                  <a:moveTo>
                    <a:pt x="1608" y="1"/>
                  </a:moveTo>
                  <a:lnTo>
                    <a:pt x="1608" y="1668"/>
                  </a:lnTo>
                  <a:lnTo>
                    <a:pt x="0" y="1668"/>
                  </a:lnTo>
                  <a:lnTo>
                    <a:pt x="0" y="2477"/>
                  </a:lnTo>
                  <a:lnTo>
                    <a:pt x="9609" y="2477"/>
                  </a:lnTo>
                  <a:lnTo>
                    <a:pt x="9609" y="1668"/>
                  </a:lnTo>
                  <a:lnTo>
                    <a:pt x="8013" y="1668"/>
                  </a:lnTo>
                  <a:lnTo>
                    <a:pt x="8013" y="1"/>
                  </a:lnTo>
                  <a:lnTo>
                    <a:pt x="6406" y="1"/>
                  </a:lnTo>
                  <a:lnTo>
                    <a:pt x="6406" y="1668"/>
                  </a:lnTo>
                  <a:lnTo>
                    <a:pt x="3191" y="1668"/>
                  </a:lnTo>
                  <a:lnTo>
                    <a:pt x="319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3" name="Google Shape;7153;p123"/>
          <p:cNvGrpSpPr/>
          <p:nvPr/>
        </p:nvGrpSpPr>
        <p:grpSpPr>
          <a:xfrm>
            <a:off x="3227974" y="2190588"/>
            <a:ext cx="390340" cy="438440"/>
            <a:chOff x="2823250" y="2634075"/>
            <a:chExt cx="304525" cy="342050"/>
          </a:xfrm>
        </p:grpSpPr>
        <p:sp>
          <p:nvSpPr>
            <p:cNvPr id="7154" name="Google Shape;7154;p123"/>
            <p:cNvSpPr/>
            <p:nvPr/>
          </p:nvSpPr>
          <p:spPr>
            <a:xfrm>
              <a:off x="2905400" y="2935025"/>
              <a:ext cx="140525" cy="41100"/>
            </a:xfrm>
            <a:custGeom>
              <a:rect b="b" l="l" r="r" t="t"/>
              <a:pathLst>
                <a:path extrusionOk="0" h="1644" w="5621">
                  <a:moveTo>
                    <a:pt x="1180" y="0"/>
                  </a:moveTo>
                  <a:lnTo>
                    <a:pt x="918" y="834"/>
                  </a:lnTo>
                  <a:lnTo>
                    <a:pt x="1" y="834"/>
                  </a:lnTo>
                  <a:lnTo>
                    <a:pt x="1" y="1643"/>
                  </a:lnTo>
                  <a:lnTo>
                    <a:pt x="5621" y="1643"/>
                  </a:lnTo>
                  <a:lnTo>
                    <a:pt x="5621" y="834"/>
                  </a:lnTo>
                  <a:lnTo>
                    <a:pt x="4692" y="834"/>
                  </a:lnTo>
                  <a:lnTo>
                    <a:pt x="443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23"/>
            <p:cNvSpPr/>
            <p:nvPr/>
          </p:nvSpPr>
          <p:spPr>
            <a:xfrm>
              <a:off x="2917025" y="2774875"/>
              <a:ext cx="48525" cy="60150"/>
            </a:xfrm>
            <a:custGeom>
              <a:rect b="b" l="l" r="r" t="t"/>
              <a:pathLst>
                <a:path extrusionOk="0" h="2406" w="1941">
                  <a:moveTo>
                    <a:pt x="405" y="1"/>
                  </a:moveTo>
                  <a:lnTo>
                    <a:pt x="0" y="2406"/>
                  </a:lnTo>
                  <a:lnTo>
                    <a:pt x="1941" y="2406"/>
                  </a:lnTo>
                  <a:lnTo>
                    <a:pt x="194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23"/>
            <p:cNvSpPr/>
            <p:nvPr/>
          </p:nvSpPr>
          <p:spPr>
            <a:xfrm>
              <a:off x="2985475" y="2854950"/>
              <a:ext cx="61950" cy="60150"/>
            </a:xfrm>
            <a:custGeom>
              <a:rect b="b" l="l" r="r" t="t"/>
              <a:pathLst>
                <a:path extrusionOk="0" h="2406" w="2478">
                  <a:moveTo>
                    <a:pt x="1" y="0"/>
                  </a:moveTo>
                  <a:lnTo>
                    <a:pt x="1" y="2405"/>
                  </a:lnTo>
                  <a:lnTo>
                    <a:pt x="2477" y="2405"/>
                  </a:lnTo>
                  <a:lnTo>
                    <a:pt x="207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23"/>
            <p:cNvSpPr/>
            <p:nvPr/>
          </p:nvSpPr>
          <p:spPr>
            <a:xfrm>
              <a:off x="3044425" y="2774875"/>
              <a:ext cx="69975" cy="60150"/>
            </a:xfrm>
            <a:custGeom>
              <a:rect b="b" l="l" r="r" t="t"/>
              <a:pathLst>
                <a:path extrusionOk="0" h="2406" w="2799">
                  <a:moveTo>
                    <a:pt x="0" y="1"/>
                  </a:moveTo>
                  <a:lnTo>
                    <a:pt x="393" y="2406"/>
                  </a:lnTo>
                  <a:lnTo>
                    <a:pt x="2798" y="2406"/>
                  </a:lnTo>
                  <a:lnTo>
                    <a:pt x="239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23"/>
            <p:cNvSpPr/>
            <p:nvPr/>
          </p:nvSpPr>
          <p:spPr>
            <a:xfrm>
              <a:off x="2903625" y="2854950"/>
              <a:ext cx="61925" cy="60150"/>
            </a:xfrm>
            <a:custGeom>
              <a:rect b="b" l="l" r="r" t="t"/>
              <a:pathLst>
                <a:path extrusionOk="0" h="2406" w="2477">
                  <a:moveTo>
                    <a:pt x="405" y="0"/>
                  </a:moveTo>
                  <a:lnTo>
                    <a:pt x="0" y="2405"/>
                  </a:lnTo>
                  <a:lnTo>
                    <a:pt x="2477" y="2405"/>
                  </a:lnTo>
                  <a:lnTo>
                    <a:pt x="247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23"/>
            <p:cNvSpPr/>
            <p:nvPr/>
          </p:nvSpPr>
          <p:spPr>
            <a:xfrm>
              <a:off x="2985475" y="2774875"/>
              <a:ext cx="48550" cy="60150"/>
            </a:xfrm>
            <a:custGeom>
              <a:rect b="b" l="l" r="r" t="t"/>
              <a:pathLst>
                <a:path extrusionOk="0" h="2406" w="1942">
                  <a:moveTo>
                    <a:pt x="1" y="1"/>
                  </a:moveTo>
                  <a:lnTo>
                    <a:pt x="1" y="2406"/>
                  </a:lnTo>
                  <a:lnTo>
                    <a:pt x="1941" y="2406"/>
                  </a:lnTo>
                  <a:lnTo>
                    <a:pt x="15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23"/>
            <p:cNvSpPr/>
            <p:nvPr/>
          </p:nvSpPr>
          <p:spPr>
            <a:xfrm>
              <a:off x="3057800" y="2854950"/>
              <a:ext cx="69975" cy="60150"/>
            </a:xfrm>
            <a:custGeom>
              <a:rect b="b" l="l" r="r" t="t"/>
              <a:pathLst>
                <a:path extrusionOk="0" h="2406" w="2799">
                  <a:moveTo>
                    <a:pt x="1" y="0"/>
                  </a:moveTo>
                  <a:lnTo>
                    <a:pt x="382" y="2405"/>
                  </a:lnTo>
                  <a:lnTo>
                    <a:pt x="2799" y="2405"/>
                  </a:lnTo>
                  <a:lnTo>
                    <a:pt x="23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23"/>
            <p:cNvSpPr/>
            <p:nvPr/>
          </p:nvSpPr>
          <p:spPr>
            <a:xfrm>
              <a:off x="2823250" y="2854950"/>
              <a:ext cx="70275" cy="60150"/>
            </a:xfrm>
            <a:custGeom>
              <a:rect b="b" l="l" r="r" t="t"/>
              <a:pathLst>
                <a:path extrusionOk="0" h="2406" w="2811">
                  <a:moveTo>
                    <a:pt x="406" y="0"/>
                  </a:moveTo>
                  <a:lnTo>
                    <a:pt x="1" y="2405"/>
                  </a:lnTo>
                  <a:lnTo>
                    <a:pt x="2418" y="2405"/>
                  </a:lnTo>
                  <a:lnTo>
                    <a:pt x="28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23"/>
            <p:cNvSpPr/>
            <p:nvPr/>
          </p:nvSpPr>
          <p:spPr>
            <a:xfrm>
              <a:off x="2836650" y="2774875"/>
              <a:ext cx="70275" cy="60150"/>
            </a:xfrm>
            <a:custGeom>
              <a:rect b="b" l="l" r="r" t="t"/>
              <a:pathLst>
                <a:path extrusionOk="0" h="2406" w="2811">
                  <a:moveTo>
                    <a:pt x="405" y="1"/>
                  </a:moveTo>
                  <a:lnTo>
                    <a:pt x="1" y="2406"/>
                  </a:lnTo>
                  <a:lnTo>
                    <a:pt x="2418" y="2406"/>
                  </a:lnTo>
                  <a:lnTo>
                    <a:pt x="281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23"/>
            <p:cNvSpPr/>
            <p:nvPr/>
          </p:nvSpPr>
          <p:spPr>
            <a:xfrm>
              <a:off x="2865825" y="2634075"/>
              <a:ext cx="220575" cy="120575"/>
            </a:xfrm>
            <a:custGeom>
              <a:rect b="b" l="l" r="r" t="t"/>
              <a:pathLst>
                <a:path extrusionOk="0" h="4823" w="8823">
                  <a:moveTo>
                    <a:pt x="3989" y="1"/>
                  </a:moveTo>
                  <a:lnTo>
                    <a:pt x="3989" y="1668"/>
                  </a:lnTo>
                  <a:cubicBezTo>
                    <a:pt x="3513" y="1739"/>
                    <a:pt x="3072" y="1918"/>
                    <a:pt x="2715" y="2192"/>
                  </a:cubicBezTo>
                  <a:lnTo>
                    <a:pt x="1560" y="1025"/>
                  </a:lnTo>
                  <a:lnTo>
                    <a:pt x="989" y="1596"/>
                  </a:lnTo>
                  <a:lnTo>
                    <a:pt x="2155" y="2751"/>
                  </a:lnTo>
                  <a:cubicBezTo>
                    <a:pt x="1882" y="3132"/>
                    <a:pt x="1691" y="3561"/>
                    <a:pt x="1632" y="4025"/>
                  </a:cubicBezTo>
                  <a:lnTo>
                    <a:pt x="0" y="4025"/>
                  </a:lnTo>
                  <a:lnTo>
                    <a:pt x="0" y="4823"/>
                  </a:lnTo>
                  <a:lnTo>
                    <a:pt x="8823" y="4823"/>
                  </a:lnTo>
                  <a:lnTo>
                    <a:pt x="8823" y="4025"/>
                  </a:lnTo>
                  <a:lnTo>
                    <a:pt x="7156" y="4025"/>
                  </a:lnTo>
                  <a:cubicBezTo>
                    <a:pt x="7085" y="3549"/>
                    <a:pt x="6894" y="3108"/>
                    <a:pt x="6632" y="2751"/>
                  </a:cubicBezTo>
                  <a:lnTo>
                    <a:pt x="7787" y="1596"/>
                  </a:lnTo>
                  <a:lnTo>
                    <a:pt x="7227" y="1025"/>
                  </a:lnTo>
                  <a:lnTo>
                    <a:pt x="6073" y="2192"/>
                  </a:lnTo>
                  <a:cubicBezTo>
                    <a:pt x="5692" y="1918"/>
                    <a:pt x="5263" y="1727"/>
                    <a:pt x="4799" y="1668"/>
                  </a:cubicBezTo>
                  <a:lnTo>
                    <a:pt x="479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123"/>
          <p:cNvGrpSpPr/>
          <p:nvPr/>
        </p:nvGrpSpPr>
        <p:grpSpPr>
          <a:xfrm>
            <a:off x="1297039" y="2190203"/>
            <a:ext cx="438023" cy="439209"/>
            <a:chOff x="1316825" y="2633775"/>
            <a:chExt cx="341725" cy="342650"/>
          </a:xfrm>
        </p:grpSpPr>
        <p:sp>
          <p:nvSpPr>
            <p:cNvPr id="7165" name="Google Shape;7165;p123"/>
            <p:cNvSpPr/>
            <p:nvPr/>
          </p:nvSpPr>
          <p:spPr>
            <a:xfrm>
              <a:off x="1437075" y="2633775"/>
              <a:ext cx="100325" cy="80400"/>
            </a:xfrm>
            <a:custGeom>
              <a:rect b="b" l="l" r="r" t="t"/>
              <a:pathLst>
                <a:path extrusionOk="0" h="3216" w="4013">
                  <a:moveTo>
                    <a:pt x="2001" y="1"/>
                  </a:moveTo>
                  <a:cubicBezTo>
                    <a:pt x="905" y="1"/>
                    <a:pt x="0" y="894"/>
                    <a:pt x="0" y="2013"/>
                  </a:cubicBezTo>
                  <a:lnTo>
                    <a:pt x="0" y="2918"/>
                  </a:lnTo>
                  <a:lnTo>
                    <a:pt x="2024" y="1156"/>
                  </a:lnTo>
                  <a:lnTo>
                    <a:pt x="2525" y="1787"/>
                  </a:lnTo>
                  <a:lnTo>
                    <a:pt x="893" y="3216"/>
                  </a:lnTo>
                  <a:lnTo>
                    <a:pt x="2001" y="3216"/>
                  </a:lnTo>
                  <a:cubicBezTo>
                    <a:pt x="3108" y="3216"/>
                    <a:pt x="4013" y="2323"/>
                    <a:pt x="4013" y="1204"/>
                  </a:cubicBezTo>
                  <a:lnTo>
                    <a:pt x="40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23"/>
            <p:cNvSpPr/>
            <p:nvPr/>
          </p:nvSpPr>
          <p:spPr>
            <a:xfrm>
              <a:off x="1477250" y="2894525"/>
              <a:ext cx="19975" cy="20275"/>
            </a:xfrm>
            <a:custGeom>
              <a:rect b="b" l="l" r="r" t="t"/>
              <a:pathLst>
                <a:path extrusionOk="0" h="811" w="799">
                  <a:moveTo>
                    <a:pt x="1" y="1"/>
                  </a:moveTo>
                  <a:lnTo>
                    <a:pt x="1" y="810"/>
                  </a:lnTo>
                  <a:lnTo>
                    <a:pt x="798" y="810"/>
                  </a:lnTo>
                  <a:lnTo>
                    <a:pt x="7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23"/>
            <p:cNvSpPr/>
            <p:nvPr/>
          </p:nvSpPr>
          <p:spPr>
            <a:xfrm>
              <a:off x="1577275" y="2894525"/>
              <a:ext cx="19950" cy="20275"/>
            </a:xfrm>
            <a:custGeom>
              <a:rect b="b" l="l" r="r" t="t"/>
              <a:pathLst>
                <a:path extrusionOk="0" h="811" w="798">
                  <a:moveTo>
                    <a:pt x="0" y="1"/>
                  </a:moveTo>
                  <a:lnTo>
                    <a:pt x="0" y="810"/>
                  </a:lnTo>
                  <a:lnTo>
                    <a:pt x="798" y="810"/>
                  </a:lnTo>
                  <a:lnTo>
                    <a:pt x="7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23"/>
            <p:cNvSpPr/>
            <p:nvPr/>
          </p:nvSpPr>
          <p:spPr>
            <a:xfrm>
              <a:off x="1376950" y="2894525"/>
              <a:ext cx="20250" cy="20275"/>
            </a:xfrm>
            <a:custGeom>
              <a:rect b="b" l="l" r="r" t="t"/>
              <a:pathLst>
                <a:path extrusionOk="0" h="811" w="810">
                  <a:moveTo>
                    <a:pt x="0" y="1"/>
                  </a:moveTo>
                  <a:lnTo>
                    <a:pt x="0" y="810"/>
                  </a:lnTo>
                  <a:lnTo>
                    <a:pt x="810" y="810"/>
                  </a:lnTo>
                  <a:lnTo>
                    <a:pt x="81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23"/>
            <p:cNvSpPr/>
            <p:nvPr/>
          </p:nvSpPr>
          <p:spPr>
            <a:xfrm>
              <a:off x="1316825" y="2774275"/>
              <a:ext cx="341725" cy="202150"/>
            </a:xfrm>
            <a:custGeom>
              <a:rect b="b" l="l" r="r" t="t"/>
              <a:pathLst>
                <a:path extrusionOk="0" h="8086" w="13669">
                  <a:moveTo>
                    <a:pt x="4001" y="4013"/>
                  </a:moveTo>
                  <a:lnTo>
                    <a:pt x="4001" y="6406"/>
                  </a:lnTo>
                  <a:lnTo>
                    <a:pt x="1596" y="6406"/>
                  </a:lnTo>
                  <a:lnTo>
                    <a:pt x="1596" y="4013"/>
                  </a:lnTo>
                  <a:close/>
                  <a:moveTo>
                    <a:pt x="8025" y="4013"/>
                  </a:moveTo>
                  <a:lnTo>
                    <a:pt x="8025" y="6406"/>
                  </a:lnTo>
                  <a:lnTo>
                    <a:pt x="5608" y="6406"/>
                  </a:lnTo>
                  <a:lnTo>
                    <a:pt x="5608" y="4013"/>
                  </a:lnTo>
                  <a:close/>
                  <a:moveTo>
                    <a:pt x="12026" y="4013"/>
                  </a:moveTo>
                  <a:lnTo>
                    <a:pt x="12026" y="6406"/>
                  </a:lnTo>
                  <a:lnTo>
                    <a:pt x="9609" y="6406"/>
                  </a:lnTo>
                  <a:lnTo>
                    <a:pt x="9609" y="4013"/>
                  </a:lnTo>
                  <a:close/>
                  <a:moveTo>
                    <a:pt x="6418" y="1"/>
                  </a:moveTo>
                  <a:lnTo>
                    <a:pt x="6418" y="2418"/>
                  </a:lnTo>
                  <a:lnTo>
                    <a:pt x="0" y="2418"/>
                  </a:lnTo>
                  <a:lnTo>
                    <a:pt x="0" y="8085"/>
                  </a:lnTo>
                  <a:lnTo>
                    <a:pt x="13669" y="8085"/>
                  </a:lnTo>
                  <a:lnTo>
                    <a:pt x="13669" y="2620"/>
                  </a:lnTo>
                  <a:lnTo>
                    <a:pt x="10263" y="84"/>
                  </a:lnTo>
                  <a:lnTo>
                    <a:pt x="10144" y="1"/>
                  </a:lnTo>
                  <a:lnTo>
                    <a:pt x="9609" y="1"/>
                  </a:lnTo>
                  <a:lnTo>
                    <a:pt x="9609" y="2013"/>
                  </a:lnTo>
                  <a:lnTo>
                    <a:pt x="7049" y="84"/>
                  </a:lnTo>
                  <a:lnTo>
                    <a:pt x="69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23"/>
            <p:cNvSpPr/>
            <p:nvPr/>
          </p:nvSpPr>
          <p:spPr>
            <a:xfrm>
              <a:off x="1316825" y="2633775"/>
              <a:ext cx="100325" cy="80400"/>
            </a:xfrm>
            <a:custGeom>
              <a:rect b="b" l="l" r="r" t="t"/>
              <a:pathLst>
                <a:path extrusionOk="0" h="3216" w="4013">
                  <a:moveTo>
                    <a:pt x="2001" y="1"/>
                  </a:moveTo>
                  <a:cubicBezTo>
                    <a:pt x="905" y="1"/>
                    <a:pt x="0" y="894"/>
                    <a:pt x="0" y="2013"/>
                  </a:cubicBezTo>
                  <a:lnTo>
                    <a:pt x="0" y="2918"/>
                  </a:lnTo>
                  <a:lnTo>
                    <a:pt x="2024" y="1156"/>
                  </a:lnTo>
                  <a:lnTo>
                    <a:pt x="2524" y="1787"/>
                  </a:lnTo>
                  <a:lnTo>
                    <a:pt x="893" y="3216"/>
                  </a:lnTo>
                  <a:lnTo>
                    <a:pt x="2001" y="3216"/>
                  </a:lnTo>
                  <a:cubicBezTo>
                    <a:pt x="3108" y="3216"/>
                    <a:pt x="4013" y="2323"/>
                    <a:pt x="4013" y="1204"/>
                  </a:cubicBezTo>
                  <a:lnTo>
                    <a:pt x="40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23"/>
            <p:cNvSpPr/>
            <p:nvPr/>
          </p:nvSpPr>
          <p:spPr>
            <a:xfrm>
              <a:off x="1316825" y="2734100"/>
              <a:ext cx="40200" cy="80400"/>
            </a:xfrm>
            <a:custGeom>
              <a:rect b="b" l="l" r="r" t="t"/>
              <a:pathLst>
                <a:path extrusionOk="0" h="3216" w="1608">
                  <a:moveTo>
                    <a:pt x="0" y="0"/>
                  </a:moveTo>
                  <a:lnTo>
                    <a:pt x="0" y="3215"/>
                  </a:lnTo>
                  <a:lnTo>
                    <a:pt x="1608" y="3215"/>
                  </a:lnTo>
                  <a:lnTo>
                    <a:pt x="160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23"/>
            <p:cNvSpPr/>
            <p:nvPr/>
          </p:nvSpPr>
          <p:spPr>
            <a:xfrm>
              <a:off x="1396600" y="2734100"/>
              <a:ext cx="40200" cy="80400"/>
            </a:xfrm>
            <a:custGeom>
              <a:rect b="b" l="l" r="r" t="t"/>
              <a:pathLst>
                <a:path extrusionOk="0" h="3216" w="1608">
                  <a:moveTo>
                    <a:pt x="0" y="0"/>
                  </a:moveTo>
                  <a:lnTo>
                    <a:pt x="0" y="3215"/>
                  </a:lnTo>
                  <a:lnTo>
                    <a:pt x="1607" y="3215"/>
                  </a:lnTo>
                  <a:lnTo>
                    <a:pt x="160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3" name="Google Shape;7173;p123"/>
          <p:cNvGrpSpPr/>
          <p:nvPr/>
        </p:nvGrpSpPr>
        <p:grpSpPr>
          <a:xfrm>
            <a:off x="2010488" y="2190203"/>
            <a:ext cx="359449" cy="438824"/>
            <a:chOff x="1873425" y="2633775"/>
            <a:chExt cx="280425" cy="342350"/>
          </a:xfrm>
        </p:grpSpPr>
        <p:sp>
          <p:nvSpPr>
            <p:cNvPr id="7174" name="Google Shape;7174;p123"/>
            <p:cNvSpPr/>
            <p:nvPr/>
          </p:nvSpPr>
          <p:spPr>
            <a:xfrm>
              <a:off x="1893375" y="2693925"/>
              <a:ext cx="260475" cy="282200"/>
            </a:xfrm>
            <a:custGeom>
              <a:rect b="b" l="l" r="r" t="t"/>
              <a:pathLst>
                <a:path extrusionOk="0" h="11288" w="10419">
                  <a:moveTo>
                    <a:pt x="6073" y="1941"/>
                  </a:moveTo>
                  <a:lnTo>
                    <a:pt x="8490" y="4346"/>
                  </a:lnTo>
                  <a:lnTo>
                    <a:pt x="7359" y="5477"/>
                  </a:lnTo>
                  <a:lnTo>
                    <a:pt x="4942" y="3072"/>
                  </a:lnTo>
                  <a:lnTo>
                    <a:pt x="6073" y="1941"/>
                  </a:lnTo>
                  <a:close/>
                  <a:moveTo>
                    <a:pt x="4406" y="4393"/>
                  </a:moveTo>
                  <a:cubicBezTo>
                    <a:pt x="5680" y="6763"/>
                    <a:pt x="6013" y="6894"/>
                    <a:pt x="6013" y="7608"/>
                  </a:cubicBezTo>
                  <a:cubicBezTo>
                    <a:pt x="6013" y="8501"/>
                    <a:pt x="5287" y="9215"/>
                    <a:pt x="4406" y="9215"/>
                  </a:cubicBezTo>
                  <a:cubicBezTo>
                    <a:pt x="3537" y="9215"/>
                    <a:pt x="2799" y="8501"/>
                    <a:pt x="2799" y="7608"/>
                  </a:cubicBezTo>
                  <a:cubicBezTo>
                    <a:pt x="2799" y="6894"/>
                    <a:pt x="3144" y="6763"/>
                    <a:pt x="4406" y="4393"/>
                  </a:cubicBezTo>
                  <a:close/>
                  <a:moveTo>
                    <a:pt x="1" y="0"/>
                  </a:moveTo>
                  <a:lnTo>
                    <a:pt x="1" y="11287"/>
                  </a:lnTo>
                  <a:lnTo>
                    <a:pt x="10419" y="11287"/>
                  </a:lnTo>
                  <a:lnTo>
                    <a:pt x="10419" y="3441"/>
                  </a:lnTo>
                  <a:lnTo>
                    <a:pt x="699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23"/>
            <p:cNvSpPr/>
            <p:nvPr/>
          </p:nvSpPr>
          <p:spPr>
            <a:xfrm>
              <a:off x="1983575" y="2844225"/>
              <a:ext cx="40200" cy="60150"/>
            </a:xfrm>
            <a:custGeom>
              <a:rect b="b" l="l" r="r" t="t"/>
              <a:pathLst>
                <a:path extrusionOk="0" h="2406" w="1608">
                  <a:moveTo>
                    <a:pt x="798" y="1"/>
                  </a:moveTo>
                  <a:cubicBezTo>
                    <a:pt x="84" y="1322"/>
                    <a:pt x="0" y="1239"/>
                    <a:pt x="0" y="1596"/>
                  </a:cubicBezTo>
                  <a:cubicBezTo>
                    <a:pt x="0" y="2049"/>
                    <a:pt x="357" y="2406"/>
                    <a:pt x="798" y="2406"/>
                  </a:cubicBezTo>
                  <a:cubicBezTo>
                    <a:pt x="1250" y="2406"/>
                    <a:pt x="1608" y="2049"/>
                    <a:pt x="1608" y="1596"/>
                  </a:cubicBezTo>
                  <a:cubicBezTo>
                    <a:pt x="1608" y="1251"/>
                    <a:pt x="1441" y="1215"/>
                    <a:pt x="7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23"/>
            <p:cNvSpPr/>
            <p:nvPr/>
          </p:nvSpPr>
          <p:spPr>
            <a:xfrm>
              <a:off x="1873425" y="2633775"/>
              <a:ext cx="140225" cy="40225"/>
            </a:xfrm>
            <a:custGeom>
              <a:rect b="b" l="l" r="r" t="t"/>
              <a:pathLst>
                <a:path extrusionOk="0" h="1609" w="5609">
                  <a:moveTo>
                    <a:pt x="1" y="1"/>
                  </a:moveTo>
                  <a:lnTo>
                    <a:pt x="1" y="799"/>
                  </a:lnTo>
                  <a:lnTo>
                    <a:pt x="799" y="799"/>
                  </a:lnTo>
                  <a:lnTo>
                    <a:pt x="799" y="1608"/>
                  </a:lnTo>
                  <a:lnTo>
                    <a:pt x="4811" y="1608"/>
                  </a:lnTo>
                  <a:lnTo>
                    <a:pt x="4811" y="799"/>
                  </a:lnTo>
                  <a:lnTo>
                    <a:pt x="5609" y="799"/>
                  </a:lnTo>
                  <a:lnTo>
                    <a:pt x="560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7" name="Google Shape;7177;p123"/>
          <p:cNvSpPr/>
          <p:nvPr/>
        </p:nvSpPr>
        <p:spPr>
          <a:xfrm>
            <a:off x="4616853" y="1436746"/>
            <a:ext cx="438792" cy="438792"/>
          </a:xfrm>
          <a:custGeom>
            <a:rect b="b" l="l" r="r" t="t"/>
            <a:pathLst>
              <a:path extrusionOk="0" h="13693" w="13693">
                <a:moveTo>
                  <a:pt x="6847" y="1738"/>
                </a:moveTo>
                <a:lnTo>
                  <a:pt x="8287" y="3989"/>
                </a:lnTo>
                <a:lnTo>
                  <a:pt x="8454" y="3274"/>
                </a:lnTo>
                <a:lnTo>
                  <a:pt x="9240" y="3441"/>
                </a:lnTo>
                <a:lnTo>
                  <a:pt x="8799" y="5489"/>
                </a:lnTo>
                <a:lnTo>
                  <a:pt x="6739" y="5048"/>
                </a:lnTo>
                <a:lnTo>
                  <a:pt x="6906" y="4251"/>
                </a:lnTo>
                <a:lnTo>
                  <a:pt x="7621" y="4405"/>
                </a:lnTo>
                <a:lnTo>
                  <a:pt x="6847" y="3215"/>
                </a:lnTo>
                <a:lnTo>
                  <a:pt x="6430" y="3870"/>
                </a:lnTo>
                <a:lnTo>
                  <a:pt x="5739" y="3441"/>
                </a:lnTo>
                <a:lnTo>
                  <a:pt x="6847" y="1738"/>
                </a:lnTo>
                <a:close/>
                <a:moveTo>
                  <a:pt x="5763" y="4215"/>
                </a:moveTo>
                <a:lnTo>
                  <a:pt x="6228" y="6263"/>
                </a:lnTo>
                <a:lnTo>
                  <a:pt x="5430" y="6441"/>
                </a:lnTo>
                <a:lnTo>
                  <a:pt x="5275" y="5727"/>
                </a:lnTo>
                <a:cubicBezTo>
                  <a:pt x="5049" y="6084"/>
                  <a:pt x="4775" y="6513"/>
                  <a:pt x="4561" y="6846"/>
                </a:cubicBezTo>
                <a:lnTo>
                  <a:pt x="5644" y="6846"/>
                </a:lnTo>
                <a:lnTo>
                  <a:pt x="5644" y="7644"/>
                </a:lnTo>
                <a:lnTo>
                  <a:pt x="3108" y="7644"/>
                </a:lnTo>
                <a:lnTo>
                  <a:pt x="4596" y="5298"/>
                </a:lnTo>
                <a:lnTo>
                  <a:pt x="3882" y="5465"/>
                </a:lnTo>
                <a:lnTo>
                  <a:pt x="3703" y="4667"/>
                </a:lnTo>
                <a:lnTo>
                  <a:pt x="5763" y="4215"/>
                </a:lnTo>
                <a:close/>
                <a:moveTo>
                  <a:pt x="7775" y="5763"/>
                </a:moveTo>
                <a:lnTo>
                  <a:pt x="8335" y="6322"/>
                </a:lnTo>
                <a:lnTo>
                  <a:pt x="7811" y="6846"/>
                </a:lnTo>
                <a:lnTo>
                  <a:pt x="9168" y="6846"/>
                </a:lnTo>
                <a:lnTo>
                  <a:pt x="8799" y="6251"/>
                </a:lnTo>
                <a:lnTo>
                  <a:pt x="9466" y="5822"/>
                </a:lnTo>
                <a:lnTo>
                  <a:pt x="10645" y="7644"/>
                </a:lnTo>
                <a:lnTo>
                  <a:pt x="7823" y="7644"/>
                </a:lnTo>
                <a:lnTo>
                  <a:pt x="8335" y="8168"/>
                </a:lnTo>
                <a:lnTo>
                  <a:pt x="7775" y="8739"/>
                </a:lnTo>
                <a:lnTo>
                  <a:pt x="6287" y="7251"/>
                </a:lnTo>
                <a:lnTo>
                  <a:pt x="7775" y="5763"/>
                </a:lnTo>
                <a:close/>
                <a:moveTo>
                  <a:pt x="1" y="0"/>
                </a:moveTo>
                <a:lnTo>
                  <a:pt x="1" y="798"/>
                </a:lnTo>
                <a:lnTo>
                  <a:pt x="810" y="798"/>
                </a:lnTo>
                <a:lnTo>
                  <a:pt x="810" y="9644"/>
                </a:lnTo>
                <a:lnTo>
                  <a:pt x="1" y="9644"/>
                </a:lnTo>
                <a:lnTo>
                  <a:pt x="1" y="10442"/>
                </a:lnTo>
                <a:lnTo>
                  <a:pt x="6442" y="10442"/>
                </a:lnTo>
                <a:lnTo>
                  <a:pt x="6442" y="11359"/>
                </a:lnTo>
                <a:cubicBezTo>
                  <a:pt x="5989" y="11514"/>
                  <a:pt x="5644" y="11966"/>
                  <a:pt x="5644" y="12490"/>
                </a:cubicBezTo>
                <a:cubicBezTo>
                  <a:pt x="5644" y="13157"/>
                  <a:pt x="6180" y="13692"/>
                  <a:pt x="6847" y="13692"/>
                </a:cubicBezTo>
                <a:cubicBezTo>
                  <a:pt x="7513" y="13692"/>
                  <a:pt x="8049" y="13157"/>
                  <a:pt x="8049" y="12490"/>
                </a:cubicBezTo>
                <a:cubicBezTo>
                  <a:pt x="8049" y="11966"/>
                  <a:pt x="7716" y="11514"/>
                  <a:pt x="7251" y="11359"/>
                </a:cubicBezTo>
                <a:lnTo>
                  <a:pt x="7251" y="10442"/>
                </a:lnTo>
                <a:lnTo>
                  <a:pt x="13693" y="10442"/>
                </a:lnTo>
                <a:lnTo>
                  <a:pt x="13693" y="9644"/>
                </a:lnTo>
                <a:lnTo>
                  <a:pt x="12883" y="9644"/>
                </a:lnTo>
                <a:lnTo>
                  <a:pt x="12883" y="798"/>
                </a:lnTo>
                <a:lnTo>
                  <a:pt x="13693" y="798"/>
                </a:lnTo>
                <a:lnTo>
                  <a:pt x="1369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8" name="Google Shape;7178;p123"/>
          <p:cNvGrpSpPr/>
          <p:nvPr/>
        </p:nvGrpSpPr>
        <p:grpSpPr>
          <a:xfrm>
            <a:off x="2644627" y="2190203"/>
            <a:ext cx="308689" cy="438055"/>
            <a:chOff x="2368150" y="2633775"/>
            <a:chExt cx="240825" cy="341750"/>
          </a:xfrm>
        </p:grpSpPr>
        <p:sp>
          <p:nvSpPr>
            <p:cNvPr id="7179" name="Google Shape;7179;p123"/>
            <p:cNvSpPr/>
            <p:nvPr/>
          </p:nvSpPr>
          <p:spPr>
            <a:xfrm>
              <a:off x="2388375" y="2633775"/>
              <a:ext cx="200650" cy="40825"/>
            </a:xfrm>
            <a:custGeom>
              <a:rect b="b" l="l" r="r" t="t"/>
              <a:pathLst>
                <a:path extrusionOk="0" h="1633" w="8026">
                  <a:moveTo>
                    <a:pt x="1" y="1"/>
                  </a:moveTo>
                  <a:lnTo>
                    <a:pt x="1" y="1632"/>
                  </a:lnTo>
                  <a:lnTo>
                    <a:pt x="8026" y="1632"/>
                  </a:lnTo>
                  <a:lnTo>
                    <a:pt x="802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23"/>
            <p:cNvSpPr/>
            <p:nvPr/>
          </p:nvSpPr>
          <p:spPr>
            <a:xfrm>
              <a:off x="2368150" y="2734400"/>
              <a:ext cx="240825" cy="241125"/>
            </a:xfrm>
            <a:custGeom>
              <a:rect b="b" l="l" r="r" t="t"/>
              <a:pathLst>
                <a:path extrusionOk="0" h="9645" w="9633">
                  <a:moveTo>
                    <a:pt x="5179" y="1822"/>
                  </a:moveTo>
                  <a:lnTo>
                    <a:pt x="6334" y="3739"/>
                  </a:lnTo>
                  <a:lnTo>
                    <a:pt x="6370" y="3584"/>
                  </a:lnTo>
                  <a:lnTo>
                    <a:pt x="7144" y="3775"/>
                  </a:lnTo>
                  <a:lnTo>
                    <a:pt x="6775" y="5263"/>
                  </a:lnTo>
                  <a:lnTo>
                    <a:pt x="5287" y="4882"/>
                  </a:lnTo>
                  <a:lnTo>
                    <a:pt x="5477" y="4108"/>
                  </a:lnTo>
                  <a:lnTo>
                    <a:pt x="5644" y="4156"/>
                  </a:lnTo>
                  <a:lnTo>
                    <a:pt x="5644" y="4156"/>
                  </a:lnTo>
                  <a:lnTo>
                    <a:pt x="4501" y="2239"/>
                  </a:lnTo>
                  <a:lnTo>
                    <a:pt x="5179" y="1822"/>
                  </a:lnTo>
                  <a:close/>
                  <a:moveTo>
                    <a:pt x="4334" y="2774"/>
                  </a:moveTo>
                  <a:lnTo>
                    <a:pt x="4703" y="4263"/>
                  </a:lnTo>
                  <a:lnTo>
                    <a:pt x="3929" y="4453"/>
                  </a:lnTo>
                  <a:lnTo>
                    <a:pt x="3893" y="4287"/>
                  </a:lnTo>
                  <a:lnTo>
                    <a:pt x="2739" y="6215"/>
                  </a:lnTo>
                  <a:lnTo>
                    <a:pt x="2048" y="5799"/>
                  </a:lnTo>
                  <a:lnTo>
                    <a:pt x="3203" y="3882"/>
                  </a:lnTo>
                  <a:lnTo>
                    <a:pt x="3203" y="3882"/>
                  </a:lnTo>
                  <a:lnTo>
                    <a:pt x="3036" y="3917"/>
                  </a:lnTo>
                  <a:lnTo>
                    <a:pt x="2846" y="3144"/>
                  </a:lnTo>
                  <a:lnTo>
                    <a:pt x="4334" y="2774"/>
                  </a:lnTo>
                  <a:close/>
                  <a:moveTo>
                    <a:pt x="4548" y="4929"/>
                  </a:moveTo>
                  <a:lnTo>
                    <a:pt x="5108" y="5501"/>
                  </a:lnTo>
                  <a:lnTo>
                    <a:pt x="4989" y="5620"/>
                  </a:lnTo>
                  <a:lnTo>
                    <a:pt x="7227" y="5620"/>
                  </a:lnTo>
                  <a:lnTo>
                    <a:pt x="7227" y="6418"/>
                  </a:lnTo>
                  <a:lnTo>
                    <a:pt x="4989" y="6418"/>
                  </a:lnTo>
                  <a:lnTo>
                    <a:pt x="5108" y="6537"/>
                  </a:lnTo>
                  <a:lnTo>
                    <a:pt x="4548" y="7108"/>
                  </a:lnTo>
                  <a:lnTo>
                    <a:pt x="3453" y="6013"/>
                  </a:lnTo>
                  <a:lnTo>
                    <a:pt x="4548" y="4929"/>
                  </a:lnTo>
                  <a:close/>
                  <a:moveTo>
                    <a:pt x="0" y="0"/>
                  </a:moveTo>
                  <a:lnTo>
                    <a:pt x="0" y="12"/>
                  </a:lnTo>
                  <a:lnTo>
                    <a:pt x="0" y="9644"/>
                  </a:lnTo>
                  <a:lnTo>
                    <a:pt x="9632" y="9644"/>
                  </a:lnTo>
                  <a:lnTo>
                    <a:pt x="963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23"/>
            <p:cNvSpPr/>
            <p:nvPr/>
          </p:nvSpPr>
          <p:spPr>
            <a:xfrm>
              <a:off x="2372300" y="2694800"/>
              <a:ext cx="233100" cy="19675"/>
            </a:xfrm>
            <a:custGeom>
              <a:rect b="b" l="l" r="r" t="t"/>
              <a:pathLst>
                <a:path extrusionOk="0" h="787" w="9324">
                  <a:moveTo>
                    <a:pt x="406" y="1"/>
                  </a:moveTo>
                  <a:lnTo>
                    <a:pt x="1" y="787"/>
                  </a:lnTo>
                  <a:lnTo>
                    <a:pt x="9323" y="787"/>
                  </a:lnTo>
                  <a:lnTo>
                    <a:pt x="891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123"/>
          <p:cNvGrpSpPr/>
          <p:nvPr/>
        </p:nvGrpSpPr>
        <p:grpSpPr>
          <a:xfrm>
            <a:off x="739616" y="2190203"/>
            <a:ext cx="282733" cy="438824"/>
            <a:chOff x="881950" y="2633775"/>
            <a:chExt cx="220575" cy="342350"/>
          </a:xfrm>
        </p:grpSpPr>
        <p:sp>
          <p:nvSpPr>
            <p:cNvPr id="7183" name="Google Shape;7183;p123"/>
            <p:cNvSpPr/>
            <p:nvPr/>
          </p:nvSpPr>
          <p:spPr>
            <a:xfrm>
              <a:off x="928075" y="2895725"/>
              <a:ext cx="128325" cy="19975"/>
            </a:xfrm>
            <a:custGeom>
              <a:rect b="b" l="l" r="r" t="t"/>
              <a:pathLst>
                <a:path extrusionOk="0" h="799" w="5133">
                  <a:moveTo>
                    <a:pt x="1" y="0"/>
                  </a:moveTo>
                  <a:lnTo>
                    <a:pt x="787" y="798"/>
                  </a:lnTo>
                  <a:lnTo>
                    <a:pt x="4323" y="798"/>
                  </a:lnTo>
                  <a:lnTo>
                    <a:pt x="513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23"/>
            <p:cNvSpPr/>
            <p:nvPr/>
          </p:nvSpPr>
          <p:spPr>
            <a:xfrm>
              <a:off x="922125" y="2855550"/>
              <a:ext cx="140225" cy="19950"/>
            </a:xfrm>
            <a:custGeom>
              <a:rect b="b" l="l" r="r" t="t"/>
              <a:pathLst>
                <a:path extrusionOk="0" h="798" w="5609">
                  <a:moveTo>
                    <a:pt x="1" y="0"/>
                  </a:moveTo>
                  <a:lnTo>
                    <a:pt x="1" y="798"/>
                  </a:lnTo>
                  <a:lnTo>
                    <a:pt x="5608" y="798"/>
                  </a:lnTo>
                  <a:lnTo>
                    <a:pt x="560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23"/>
            <p:cNvSpPr/>
            <p:nvPr/>
          </p:nvSpPr>
          <p:spPr>
            <a:xfrm>
              <a:off x="962300" y="2935900"/>
              <a:ext cx="60150" cy="40225"/>
            </a:xfrm>
            <a:custGeom>
              <a:rect b="b" l="l" r="r" t="t"/>
              <a:pathLst>
                <a:path extrusionOk="0" h="1609" w="2406">
                  <a:moveTo>
                    <a:pt x="1" y="1"/>
                  </a:moveTo>
                  <a:lnTo>
                    <a:pt x="1" y="406"/>
                  </a:lnTo>
                  <a:cubicBezTo>
                    <a:pt x="1" y="1072"/>
                    <a:pt x="537" y="1608"/>
                    <a:pt x="1203" y="1608"/>
                  </a:cubicBezTo>
                  <a:cubicBezTo>
                    <a:pt x="1870" y="1608"/>
                    <a:pt x="2406" y="1072"/>
                    <a:pt x="2406" y="406"/>
                  </a:cubicBezTo>
                  <a:lnTo>
                    <a:pt x="240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23"/>
            <p:cNvSpPr/>
            <p:nvPr/>
          </p:nvSpPr>
          <p:spPr>
            <a:xfrm>
              <a:off x="881950" y="2633775"/>
              <a:ext cx="220575" cy="201550"/>
            </a:xfrm>
            <a:custGeom>
              <a:rect b="b" l="l" r="r" t="t"/>
              <a:pathLst>
                <a:path extrusionOk="0" h="8062" w="8823">
                  <a:moveTo>
                    <a:pt x="4763" y="1430"/>
                  </a:moveTo>
                  <a:lnTo>
                    <a:pt x="5906" y="3347"/>
                  </a:lnTo>
                  <a:lnTo>
                    <a:pt x="5953" y="3180"/>
                  </a:lnTo>
                  <a:lnTo>
                    <a:pt x="6727" y="3370"/>
                  </a:lnTo>
                  <a:lnTo>
                    <a:pt x="6346" y="4871"/>
                  </a:lnTo>
                  <a:lnTo>
                    <a:pt x="4858" y="4490"/>
                  </a:lnTo>
                  <a:lnTo>
                    <a:pt x="5060" y="3716"/>
                  </a:lnTo>
                  <a:lnTo>
                    <a:pt x="5215" y="3763"/>
                  </a:lnTo>
                  <a:lnTo>
                    <a:pt x="4072" y="1846"/>
                  </a:lnTo>
                  <a:lnTo>
                    <a:pt x="4763" y="1430"/>
                  </a:lnTo>
                  <a:close/>
                  <a:moveTo>
                    <a:pt x="3929" y="2394"/>
                  </a:moveTo>
                  <a:lnTo>
                    <a:pt x="4298" y="3882"/>
                  </a:lnTo>
                  <a:lnTo>
                    <a:pt x="3524" y="4073"/>
                  </a:lnTo>
                  <a:lnTo>
                    <a:pt x="3477" y="3918"/>
                  </a:lnTo>
                  <a:lnTo>
                    <a:pt x="2334" y="5835"/>
                  </a:lnTo>
                  <a:lnTo>
                    <a:pt x="1631" y="5418"/>
                  </a:lnTo>
                  <a:lnTo>
                    <a:pt x="2798" y="3501"/>
                  </a:lnTo>
                  <a:lnTo>
                    <a:pt x="2632" y="3537"/>
                  </a:lnTo>
                  <a:lnTo>
                    <a:pt x="2441" y="2763"/>
                  </a:lnTo>
                  <a:lnTo>
                    <a:pt x="3929" y="2394"/>
                  </a:lnTo>
                  <a:close/>
                  <a:moveTo>
                    <a:pt x="4132" y="4549"/>
                  </a:moveTo>
                  <a:lnTo>
                    <a:pt x="4703" y="5121"/>
                  </a:lnTo>
                  <a:lnTo>
                    <a:pt x="4584" y="5240"/>
                  </a:lnTo>
                  <a:lnTo>
                    <a:pt x="6811" y="5240"/>
                  </a:lnTo>
                  <a:lnTo>
                    <a:pt x="6811" y="6037"/>
                  </a:lnTo>
                  <a:lnTo>
                    <a:pt x="4584" y="6037"/>
                  </a:lnTo>
                  <a:lnTo>
                    <a:pt x="4703" y="6156"/>
                  </a:lnTo>
                  <a:lnTo>
                    <a:pt x="4132" y="6728"/>
                  </a:lnTo>
                  <a:lnTo>
                    <a:pt x="3048" y="5633"/>
                  </a:lnTo>
                  <a:lnTo>
                    <a:pt x="4132" y="4549"/>
                  </a:lnTo>
                  <a:close/>
                  <a:moveTo>
                    <a:pt x="4406" y="1"/>
                  </a:moveTo>
                  <a:cubicBezTo>
                    <a:pt x="1977" y="1"/>
                    <a:pt x="0" y="2013"/>
                    <a:pt x="0" y="4430"/>
                  </a:cubicBezTo>
                  <a:cubicBezTo>
                    <a:pt x="0" y="5775"/>
                    <a:pt x="572" y="7026"/>
                    <a:pt x="1608" y="7859"/>
                  </a:cubicBezTo>
                  <a:lnTo>
                    <a:pt x="1608" y="8061"/>
                  </a:lnTo>
                  <a:lnTo>
                    <a:pt x="7215" y="8061"/>
                  </a:lnTo>
                  <a:lnTo>
                    <a:pt x="7215" y="7859"/>
                  </a:lnTo>
                  <a:cubicBezTo>
                    <a:pt x="8239" y="7014"/>
                    <a:pt x="8823" y="5764"/>
                    <a:pt x="8823" y="4430"/>
                  </a:cubicBezTo>
                  <a:cubicBezTo>
                    <a:pt x="8823" y="2013"/>
                    <a:pt x="6846" y="1"/>
                    <a:pt x="44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123"/>
          <p:cNvGrpSpPr/>
          <p:nvPr/>
        </p:nvGrpSpPr>
        <p:grpSpPr>
          <a:xfrm>
            <a:off x="7991463" y="1453841"/>
            <a:ext cx="438792" cy="404472"/>
            <a:chOff x="6539500" y="2059300"/>
            <a:chExt cx="342325" cy="315550"/>
          </a:xfrm>
        </p:grpSpPr>
        <p:sp>
          <p:nvSpPr>
            <p:cNvPr id="7188" name="Google Shape;7188;p123"/>
            <p:cNvSpPr/>
            <p:nvPr/>
          </p:nvSpPr>
          <p:spPr>
            <a:xfrm>
              <a:off x="6539500" y="2154275"/>
              <a:ext cx="221475" cy="100325"/>
            </a:xfrm>
            <a:custGeom>
              <a:rect b="b" l="l" r="r" t="t"/>
              <a:pathLst>
                <a:path extrusionOk="0" h="4013" w="8859">
                  <a:moveTo>
                    <a:pt x="4346" y="0"/>
                  </a:moveTo>
                  <a:lnTo>
                    <a:pt x="2739" y="798"/>
                  </a:lnTo>
                  <a:lnTo>
                    <a:pt x="0" y="798"/>
                  </a:lnTo>
                  <a:lnTo>
                    <a:pt x="0" y="4012"/>
                  </a:lnTo>
                  <a:lnTo>
                    <a:pt x="2870" y="4012"/>
                  </a:lnTo>
                  <a:cubicBezTo>
                    <a:pt x="4287" y="4012"/>
                    <a:pt x="5441" y="2953"/>
                    <a:pt x="5644" y="1607"/>
                  </a:cubicBezTo>
                  <a:lnTo>
                    <a:pt x="8859" y="1607"/>
                  </a:lnTo>
                  <a:lnTo>
                    <a:pt x="88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23"/>
            <p:cNvSpPr/>
            <p:nvPr/>
          </p:nvSpPr>
          <p:spPr>
            <a:xfrm>
              <a:off x="6824650" y="2194450"/>
              <a:ext cx="37225" cy="30075"/>
            </a:xfrm>
            <a:custGeom>
              <a:rect b="b" l="l" r="r" t="t"/>
              <a:pathLst>
                <a:path extrusionOk="0" h="1203" w="1489">
                  <a:moveTo>
                    <a:pt x="489" y="0"/>
                  </a:moveTo>
                  <a:cubicBezTo>
                    <a:pt x="370" y="429"/>
                    <a:pt x="203" y="834"/>
                    <a:pt x="1" y="1203"/>
                  </a:cubicBezTo>
                  <a:lnTo>
                    <a:pt x="1489" y="1203"/>
                  </a:lnTo>
                  <a:lnTo>
                    <a:pt x="148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23"/>
            <p:cNvSpPr/>
            <p:nvPr/>
          </p:nvSpPr>
          <p:spPr>
            <a:xfrm>
              <a:off x="6785350" y="2244450"/>
              <a:ext cx="96475" cy="30400"/>
            </a:xfrm>
            <a:custGeom>
              <a:rect b="b" l="l" r="r" t="t"/>
              <a:pathLst>
                <a:path extrusionOk="0" h="1216" w="3859">
                  <a:moveTo>
                    <a:pt x="1061" y="1"/>
                  </a:moveTo>
                  <a:cubicBezTo>
                    <a:pt x="703" y="501"/>
                    <a:pt x="322" y="917"/>
                    <a:pt x="1" y="1215"/>
                  </a:cubicBezTo>
                  <a:lnTo>
                    <a:pt x="3859" y="1215"/>
                  </a:lnTo>
                  <a:lnTo>
                    <a:pt x="385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23"/>
            <p:cNvSpPr/>
            <p:nvPr/>
          </p:nvSpPr>
          <p:spPr>
            <a:xfrm>
              <a:off x="6539500" y="2236425"/>
              <a:ext cx="322375" cy="138425"/>
            </a:xfrm>
            <a:custGeom>
              <a:rect b="b" l="l" r="r" t="t"/>
              <a:pathLst>
                <a:path extrusionOk="0" h="5537" w="12895">
                  <a:moveTo>
                    <a:pt x="5811" y="0"/>
                  </a:moveTo>
                  <a:cubicBezTo>
                    <a:pt x="5156" y="917"/>
                    <a:pt x="4060" y="1512"/>
                    <a:pt x="2870" y="1512"/>
                  </a:cubicBezTo>
                  <a:lnTo>
                    <a:pt x="0" y="1512"/>
                  </a:lnTo>
                  <a:lnTo>
                    <a:pt x="0" y="4727"/>
                  </a:lnTo>
                  <a:lnTo>
                    <a:pt x="2739" y="4727"/>
                  </a:lnTo>
                  <a:lnTo>
                    <a:pt x="4346" y="5537"/>
                  </a:lnTo>
                  <a:lnTo>
                    <a:pt x="11252" y="5537"/>
                  </a:lnTo>
                  <a:lnTo>
                    <a:pt x="11252" y="4322"/>
                  </a:lnTo>
                  <a:lnTo>
                    <a:pt x="6846" y="4322"/>
                  </a:lnTo>
                  <a:lnTo>
                    <a:pt x="6846" y="3524"/>
                  </a:lnTo>
                  <a:lnTo>
                    <a:pt x="12895" y="3524"/>
                  </a:lnTo>
                  <a:lnTo>
                    <a:pt x="12895" y="2322"/>
                  </a:lnTo>
                  <a:lnTo>
                    <a:pt x="8859" y="2322"/>
                  </a:lnTo>
                  <a:lnTo>
                    <a:pt x="8454" y="2620"/>
                  </a:lnTo>
                  <a:lnTo>
                    <a:pt x="7739" y="2084"/>
                  </a:lnTo>
                  <a:cubicBezTo>
                    <a:pt x="7561" y="1953"/>
                    <a:pt x="6584" y="1167"/>
                    <a:pt x="58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23"/>
            <p:cNvSpPr/>
            <p:nvPr/>
          </p:nvSpPr>
          <p:spPr>
            <a:xfrm>
              <a:off x="6760950" y="2059300"/>
              <a:ext cx="60150" cy="210175"/>
            </a:xfrm>
            <a:custGeom>
              <a:rect b="b" l="l" r="r" t="t"/>
              <a:pathLst>
                <a:path extrusionOk="0" h="8407" w="2406">
                  <a:moveTo>
                    <a:pt x="1" y="1"/>
                  </a:moveTo>
                  <a:lnTo>
                    <a:pt x="1" y="2989"/>
                  </a:lnTo>
                  <a:lnTo>
                    <a:pt x="798" y="2989"/>
                  </a:lnTo>
                  <a:lnTo>
                    <a:pt x="798" y="6204"/>
                  </a:lnTo>
                  <a:lnTo>
                    <a:pt x="1" y="6204"/>
                  </a:lnTo>
                  <a:lnTo>
                    <a:pt x="1" y="8407"/>
                  </a:lnTo>
                  <a:cubicBezTo>
                    <a:pt x="560" y="7942"/>
                    <a:pt x="2406" y="6264"/>
                    <a:pt x="2406" y="4216"/>
                  </a:cubicBezTo>
                  <a:cubicBezTo>
                    <a:pt x="2406" y="2156"/>
                    <a:pt x="560" y="46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23"/>
            <p:cNvSpPr/>
            <p:nvPr/>
          </p:nvSpPr>
          <p:spPr>
            <a:xfrm>
              <a:off x="6685650" y="2059300"/>
              <a:ext cx="55075" cy="74750"/>
            </a:xfrm>
            <a:custGeom>
              <a:rect b="b" l="l" r="r" t="t"/>
              <a:pathLst>
                <a:path extrusionOk="0" h="2990" w="2203">
                  <a:moveTo>
                    <a:pt x="2203" y="1"/>
                  </a:moveTo>
                  <a:cubicBezTo>
                    <a:pt x="1762" y="358"/>
                    <a:pt x="512" y="1501"/>
                    <a:pt x="0" y="2989"/>
                  </a:cubicBezTo>
                  <a:lnTo>
                    <a:pt x="2203" y="2989"/>
                  </a:lnTo>
                  <a:lnTo>
                    <a:pt x="22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23"/>
            <p:cNvSpPr/>
            <p:nvPr/>
          </p:nvSpPr>
          <p:spPr>
            <a:xfrm>
              <a:off x="6695475" y="2214400"/>
              <a:ext cx="45250" cy="55075"/>
            </a:xfrm>
            <a:custGeom>
              <a:rect b="b" l="l" r="r" t="t"/>
              <a:pathLst>
                <a:path extrusionOk="0" h="2203" w="1810">
                  <a:moveTo>
                    <a:pt x="24" y="0"/>
                  </a:moveTo>
                  <a:cubicBezTo>
                    <a:pt x="12" y="36"/>
                    <a:pt x="0" y="48"/>
                    <a:pt x="0" y="72"/>
                  </a:cubicBezTo>
                  <a:cubicBezTo>
                    <a:pt x="596" y="1131"/>
                    <a:pt x="1453" y="1905"/>
                    <a:pt x="1810" y="2203"/>
                  </a:cubicBezTo>
                  <a:lnTo>
                    <a:pt x="18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123"/>
          <p:cNvGrpSpPr/>
          <p:nvPr/>
        </p:nvGrpSpPr>
        <p:grpSpPr>
          <a:xfrm>
            <a:off x="7254717" y="1452720"/>
            <a:ext cx="438408" cy="405978"/>
            <a:chOff x="5964725" y="2058425"/>
            <a:chExt cx="342025" cy="316725"/>
          </a:xfrm>
        </p:grpSpPr>
        <p:sp>
          <p:nvSpPr>
            <p:cNvPr id="7196" name="Google Shape;7196;p123"/>
            <p:cNvSpPr/>
            <p:nvPr/>
          </p:nvSpPr>
          <p:spPr>
            <a:xfrm>
              <a:off x="5964725" y="2196825"/>
              <a:ext cx="141100" cy="151225"/>
            </a:xfrm>
            <a:custGeom>
              <a:rect b="b" l="l" r="r" t="t"/>
              <a:pathLst>
                <a:path extrusionOk="0" h="6049" w="5644">
                  <a:moveTo>
                    <a:pt x="4096" y="1"/>
                  </a:moveTo>
                  <a:lnTo>
                    <a:pt x="2048" y="536"/>
                  </a:lnTo>
                  <a:lnTo>
                    <a:pt x="2263" y="1310"/>
                  </a:lnTo>
                  <a:lnTo>
                    <a:pt x="2941" y="1132"/>
                  </a:lnTo>
                  <a:lnTo>
                    <a:pt x="0" y="6049"/>
                  </a:lnTo>
                  <a:lnTo>
                    <a:pt x="5644" y="6049"/>
                  </a:lnTo>
                  <a:lnTo>
                    <a:pt x="5644" y="5239"/>
                  </a:lnTo>
                  <a:lnTo>
                    <a:pt x="1381" y="5239"/>
                  </a:lnTo>
                  <a:lnTo>
                    <a:pt x="3656" y="1513"/>
                  </a:lnTo>
                  <a:lnTo>
                    <a:pt x="3858" y="2239"/>
                  </a:lnTo>
                  <a:lnTo>
                    <a:pt x="4632" y="2025"/>
                  </a:lnTo>
                  <a:lnTo>
                    <a:pt x="40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23"/>
            <p:cNvSpPr/>
            <p:nvPr/>
          </p:nvSpPr>
          <p:spPr>
            <a:xfrm>
              <a:off x="6121300" y="2228675"/>
              <a:ext cx="185450" cy="146475"/>
            </a:xfrm>
            <a:custGeom>
              <a:rect b="b" l="l" r="r" t="t"/>
              <a:pathLst>
                <a:path extrusionOk="0" h="5859" w="7418">
                  <a:moveTo>
                    <a:pt x="4536" y="1"/>
                  </a:moveTo>
                  <a:lnTo>
                    <a:pt x="3846" y="394"/>
                  </a:lnTo>
                  <a:lnTo>
                    <a:pt x="6025" y="3965"/>
                  </a:lnTo>
                  <a:lnTo>
                    <a:pt x="1536" y="3965"/>
                  </a:lnTo>
                  <a:lnTo>
                    <a:pt x="2060" y="3453"/>
                  </a:lnTo>
                  <a:lnTo>
                    <a:pt x="1488" y="2882"/>
                  </a:lnTo>
                  <a:lnTo>
                    <a:pt x="0" y="4370"/>
                  </a:lnTo>
                  <a:lnTo>
                    <a:pt x="1488" y="5858"/>
                  </a:lnTo>
                  <a:lnTo>
                    <a:pt x="2060" y="5299"/>
                  </a:lnTo>
                  <a:lnTo>
                    <a:pt x="1536" y="4775"/>
                  </a:lnTo>
                  <a:lnTo>
                    <a:pt x="7418" y="4775"/>
                  </a:lnTo>
                  <a:lnTo>
                    <a:pt x="45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23"/>
            <p:cNvSpPr/>
            <p:nvPr/>
          </p:nvSpPr>
          <p:spPr>
            <a:xfrm>
              <a:off x="6066225" y="2058425"/>
              <a:ext cx="165525" cy="160750"/>
            </a:xfrm>
            <a:custGeom>
              <a:rect b="b" l="l" r="r" t="t"/>
              <a:pathLst>
                <a:path extrusionOk="0" h="6430" w="6621">
                  <a:moveTo>
                    <a:pt x="2751" y="0"/>
                  </a:moveTo>
                  <a:lnTo>
                    <a:pt x="0" y="4763"/>
                  </a:lnTo>
                  <a:lnTo>
                    <a:pt x="703" y="5168"/>
                  </a:lnTo>
                  <a:lnTo>
                    <a:pt x="2798" y="1536"/>
                  </a:lnTo>
                  <a:cubicBezTo>
                    <a:pt x="3334" y="2477"/>
                    <a:pt x="4358" y="4251"/>
                    <a:pt x="4977" y="5299"/>
                  </a:cubicBezTo>
                  <a:lnTo>
                    <a:pt x="4263" y="5108"/>
                  </a:lnTo>
                  <a:lnTo>
                    <a:pt x="4049" y="5882"/>
                  </a:lnTo>
                  <a:lnTo>
                    <a:pt x="6073" y="6430"/>
                  </a:lnTo>
                  <a:lnTo>
                    <a:pt x="6620" y="4406"/>
                  </a:lnTo>
                  <a:lnTo>
                    <a:pt x="5846" y="4215"/>
                  </a:lnTo>
                  <a:lnTo>
                    <a:pt x="5656" y="4929"/>
                  </a:lnTo>
                  <a:lnTo>
                    <a:pt x="275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23"/>
            <p:cNvSpPr/>
            <p:nvPr/>
          </p:nvSpPr>
          <p:spPr>
            <a:xfrm>
              <a:off x="6095400" y="2177175"/>
              <a:ext cx="80375" cy="120575"/>
            </a:xfrm>
            <a:custGeom>
              <a:rect b="b" l="l" r="r" t="t"/>
              <a:pathLst>
                <a:path extrusionOk="0" h="4823" w="3215">
                  <a:moveTo>
                    <a:pt x="1608" y="1"/>
                  </a:moveTo>
                  <a:cubicBezTo>
                    <a:pt x="334" y="2370"/>
                    <a:pt x="0" y="2501"/>
                    <a:pt x="0" y="3216"/>
                  </a:cubicBezTo>
                  <a:cubicBezTo>
                    <a:pt x="0" y="4097"/>
                    <a:pt x="715" y="4823"/>
                    <a:pt x="1608" y="4823"/>
                  </a:cubicBezTo>
                  <a:cubicBezTo>
                    <a:pt x="2477" y="4823"/>
                    <a:pt x="3215" y="4108"/>
                    <a:pt x="3215" y="3216"/>
                  </a:cubicBezTo>
                  <a:cubicBezTo>
                    <a:pt x="3215" y="2501"/>
                    <a:pt x="2870" y="2370"/>
                    <a:pt x="16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123"/>
          <p:cNvGrpSpPr/>
          <p:nvPr/>
        </p:nvGrpSpPr>
        <p:grpSpPr>
          <a:xfrm>
            <a:off x="6673260" y="1436697"/>
            <a:ext cx="282348" cy="438792"/>
            <a:chOff x="5511100" y="2045925"/>
            <a:chExt cx="220275" cy="342325"/>
          </a:xfrm>
        </p:grpSpPr>
        <p:sp>
          <p:nvSpPr>
            <p:cNvPr id="7201" name="Google Shape;7201;p123"/>
            <p:cNvSpPr/>
            <p:nvPr/>
          </p:nvSpPr>
          <p:spPr>
            <a:xfrm>
              <a:off x="5541150" y="2045925"/>
              <a:ext cx="160775" cy="102125"/>
            </a:xfrm>
            <a:custGeom>
              <a:rect b="b" l="l" r="r" t="t"/>
              <a:pathLst>
                <a:path extrusionOk="0" h="4085" w="6431">
                  <a:moveTo>
                    <a:pt x="1" y="0"/>
                  </a:moveTo>
                  <a:lnTo>
                    <a:pt x="1" y="798"/>
                  </a:lnTo>
                  <a:cubicBezTo>
                    <a:pt x="1" y="2131"/>
                    <a:pt x="1096" y="3215"/>
                    <a:pt x="2418" y="3215"/>
                  </a:cubicBezTo>
                  <a:lnTo>
                    <a:pt x="2823" y="3215"/>
                  </a:lnTo>
                  <a:lnTo>
                    <a:pt x="2823" y="4084"/>
                  </a:lnTo>
                  <a:cubicBezTo>
                    <a:pt x="2954" y="4072"/>
                    <a:pt x="3084" y="4072"/>
                    <a:pt x="3215" y="4072"/>
                  </a:cubicBezTo>
                  <a:cubicBezTo>
                    <a:pt x="3358" y="4072"/>
                    <a:pt x="3489" y="4084"/>
                    <a:pt x="3620" y="4084"/>
                  </a:cubicBezTo>
                  <a:lnTo>
                    <a:pt x="3620" y="3215"/>
                  </a:lnTo>
                  <a:lnTo>
                    <a:pt x="4025" y="3215"/>
                  </a:lnTo>
                  <a:cubicBezTo>
                    <a:pt x="5347" y="3215"/>
                    <a:pt x="6430" y="2131"/>
                    <a:pt x="6430" y="798"/>
                  </a:cubicBezTo>
                  <a:lnTo>
                    <a:pt x="6430" y="0"/>
                  </a:lnTo>
                  <a:lnTo>
                    <a:pt x="5597" y="0"/>
                  </a:lnTo>
                  <a:cubicBezTo>
                    <a:pt x="4751" y="0"/>
                    <a:pt x="3977" y="441"/>
                    <a:pt x="3549" y="1191"/>
                  </a:cubicBezTo>
                  <a:lnTo>
                    <a:pt x="3204" y="1774"/>
                  </a:lnTo>
                  <a:lnTo>
                    <a:pt x="2858" y="1191"/>
                  </a:lnTo>
                  <a:cubicBezTo>
                    <a:pt x="2418" y="441"/>
                    <a:pt x="1656" y="0"/>
                    <a:pt x="8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23"/>
            <p:cNvSpPr/>
            <p:nvPr/>
          </p:nvSpPr>
          <p:spPr>
            <a:xfrm>
              <a:off x="5511100" y="2248025"/>
              <a:ext cx="61925" cy="60150"/>
            </a:xfrm>
            <a:custGeom>
              <a:rect b="b" l="l" r="r" t="t"/>
              <a:pathLst>
                <a:path extrusionOk="0" h="2406" w="2477">
                  <a:moveTo>
                    <a:pt x="167" y="1"/>
                  </a:moveTo>
                  <a:cubicBezTo>
                    <a:pt x="60" y="382"/>
                    <a:pt x="0" y="786"/>
                    <a:pt x="0" y="1203"/>
                  </a:cubicBezTo>
                  <a:cubicBezTo>
                    <a:pt x="0" y="1620"/>
                    <a:pt x="60" y="2025"/>
                    <a:pt x="167" y="2406"/>
                  </a:cubicBezTo>
                  <a:lnTo>
                    <a:pt x="2477" y="2406"/>
                  </a:lnTo>
                  <a:cubicBezTo>
                    <a:pt x="2429" y="1989"/>
                    <a:pt x="2417" y="1584"/>
                    <a:pt x="2417" y="1203"/>
                  </a:cubicBezTo>
                  <a:cubicBezTo>
                    <a:pt x="2393" y="810"/>
                    <a:pt x="2429" y="393"/>
                    <a:pt x="24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23"/>
            <p:cNvSpPr/>
            <p:nvPr/>
          </p:nvSpPr>
          <p:spPr>
            <a:xfrm>
              <a:off x="5595625" y="2327800"/>
              <a:ext cx="51225" cy="60450"/>
            </a:xfrm>
            <a:custGeom>
              <a:rect b="b" l="l" r="r" t="t"/>
              <a:pathLst>
                <a:path extrusionOk="0" h="2418" w="2049">
                  <a:moveTo>
                    <a:pt x="1" y="0"/>
                  </a:moveTo>
                  <a:cubicBezTo>
                    <a:pt x="239" y="1370"/>
                    <a:pt x="679" y="2417"/>
                    <a:pt x="1025" y="2417"/>
                  </a:cubicBezTo>
                  <a:cubicBezTo>
                    <a:pt x="1370" y="2417"/>
                    <a:pt x="1798" y="1370"/>
                    <a:pt x="20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23"/>
            <p:cNvSpPr/>
            <p:nvPr/>
          </p:nvSpPr>
          <p:spPr>
            <a:xfrm>
              <a:off x="5669750" y="2248025"/>
              <a:ext cx="61625" cy="60150"/>
            </a:xfrm>
            <a:custGeom>
              <a:rect b="b" l="l" r="r" t="t"/>
              <a:pathLst>
                <a:path extrusionOk="0" h="2406" w="2465">
                  <a:moveTo>
                    <a:pt x="0" y="1"/>
                  </a:moveTo>
                  <a:cubicBezTo>
                    <a:pt x="36" y="417"/>
                    <a:pt x="60" y="810"/>
                    <a:pt x="60" y="1203"/>
                  </a:cubicBezTo>
                  <a:cubicBezTo>
                    <a:pt x="60" y="1572"/>
                    <a:pt x="24" y="1989"/>
                    <a:pt x="0" y="2406"/>
                  </a:cubicBezTo>
                  <a:lnTo>
                    <a:pt x="2298" y="2406"/>
                  </a:lnTo>
                  <a:cubicBezTo>
                    <a:pt x="2405" y="2025"/>
                    <a:pt x="2465" y="1620"/>
                    <a:pt x="2465" y="1203"/>
                  </a:cubicBezTo>
                  <a:cubicBezTo>
                    <a:pt x="2465" y="786"/>
                    <a:pt x="2405" y="370"/>
                    <a:pt x="22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23"/>
            <p:cNvSpPr/>
            <p:nvPr/>
          </p:nvSpPr>
          <p:spPr>
            <a:xfrm>
              <a:off x="5649500" y="2171225"/>
              <a:ext cx="69675" cy="56275"/>
            </a:xfrm>
            <a:custGeom>
              <a:rect b="b" l="l" r="r" t="t"/>
              <a:pathLst>
                <a:path extrusionOk="0" h="2251" w="2787">
                  <a:moveTo>
                    <a:pt x="1" y="1"/>
                  </a:moveTo>
                  <a:cubicBezTo>
                    <a:pt x="310" y="596"/>
                    <a:pt x="548" y="1418"/>
                    <a:pt x="691" y="2251"/>
                  </a:cubicBezTo>
                  <a:lnTo>
                    <a:pt x="2787" y="2251"/>
                  </a:lnTo>
                  <a:cubicBezTo>
                    <a:pt x="2239" y="1168"/>
                    <a:pt x="1227" y="334"/>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23"/>
            <p:cNvSpPr/>
            <p:nvPr/>
          </p:nvSpPr>
          <p:spPr>
            <a:xfrm>
              <a:off x="5591175" y="2248025"/>
              <a:ext cx="60150" cy="60150"/>
            </a:xfrm>
            <a:custGeom>
              <a:rect b="b" l="l" r="r" t="t"/>
              <a:pathLst>
                <a:path extrusionOk="0" h="2406" w="2406">
                  <a:moveTo>
                    <a:pt x="60" y="1"/>
                  </a:moveTo>
                  <a:cubicBezTo>
                    <a:pt x="12" y="382"/>
                    <a:pt x="0" y="798"/>
                    <a:pt x="0" y="1203"/>
                  </a:cubicBezTo>
                  <a:cubicBezTo>
                    <a:pt x="0" y="1608"/>
                    <a:pt x="24" y="2001"/>
                    <a:pt x="60" y="2406"/>
                  </a:cubicBezTo>
                  <a:lnTo>
                    <a:pt x="2334" y="2406"/>
                  </a:lnTo>
                  <a:cubicBezTo>
                    <a:pt x="2381" y="2025"/>
                    <a:pt x="2393" y="1608"/>
                    <a:pt x="2393" y="1203"/>
                  </a:cubicBezTo>
                  <a:cubicBezTo>
                    <a:pt x="2405" y="786"/>
                    <a:pt x="2381" y="382"/>
                    <a:pt x="2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23"/>
            <p:cNvSpPr/>
            <p:nvPr/>
          </p:nvSpPr>
          <p:spPr>
            <a:xfrm>
              <a:off x="5523000" y="2327800"/>
              <a:ext cx="69675" cy="56275"/>
            </a:xfrm>
            <a:custGeom>
              <a:rect b="b" l="l" r="r" t="t"/>
              <a:pathLst>
                <a:path extrusionOk="0" h="2251" w="2787">
                  <a:moveTo>
                    <a:pt x="0" y="0"/>
                  </a:moveTo>
                  <a:cubicBezTo>
                    <a:pt x="572" y="1108"/>
                    <a:pt x="1584" y="1929"/>
                    <a:pt x="2787" y="2251"/>
                  </a:cubicBezTo>
                  <a:cubicBezTo>
                    <a:pt x="2477" y="1655"/>
                    <a:pt x="2251" y="858"/>
                    <a:pt x="20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23"/>
            <p:cNvSpPr/>
            <p:nvPr/>
          </p:nvSpPr>
          <p:spPr>
            <a:xfrm>
              <a:off x="5649500" y="2327800"/>
              <a:ext cx="69675" cy="56275"/>
            </a:xfrm>
            <a:custGeom>
              <a:rect b="b" l="l" r="r" t="t"/>
              <a:pathLst>
                <a:path extrusionOk="0" h="2251" w="2787">
                  <a:moveTo>
                    <a:pt x="691" y="0"/>
                  </a:moveTo>
                  <a:cubicBezTo>
                    <a:pt x="536" y="858"/>
                    <a:pt x="310" y="1655"/>
                    <a:pt x="1" y="2251"/>
                  </a:cubicBezTo>
                  <a:cubicBezTo>
                    <a:pt x="1227" y="1929"/>
                    <a:pt x="2215" y="1096"/>
                    <a:pt x="2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23"/>
            <p:cNvSpPr/>
            <p:nvPr/>
          </p:nvSpPr>
          <p:spPr>
            <a:xfrm>
              <a:off x="5595625" y="2167650"/>
              <a:ext cx="50925" cy="60150"/>
            </a:xfrm>
            <a:custGeom>
              <a:rect b="b" l="l" r="r" t="t"/>
              <a:pathLst>
                <a:path extrusionOk="0" h="2406" w="2037">
                  <a:moveTo>
                    <a:pt x="1025" y="1"/>
                  </a:moveTo>
                  <a:cubicBezTo>
                    <a:pt x="679" y="1"/>
                    <a:pt x="251" y="1037"/>
                    <a:pt x="1" y="2406"/>
                  </a:cubicBezTo>
                  <a:lnTo>
                    <a:pt x="2037" y="2406"/>
                  </a:lnTo>
                  <a:cubicBezTo>
                    <a:pt x="1798" y="1037"/>
                    <a:pt x="1358" y="1"/>
                    <a:pt x="10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23"/>
            <p:cNvSpPr/>
            <p:nvPr/>
          </p:nvSpPr>
          <p:spPr>
            <a:xfrm>
              <a:off x="5523000" y="2171525"/>
              <a:ext cx="69675" cy="56275"/>
            </a:xfrm>
            <a:custGeom>
              <a:rect b="b" l="l" r="r" t="t"/>
              <a:pathLst>
                <a:path extrusionOk="0" h="2251" w="2787">
                  <a:moveTo>
                    <a:pt x="2787" y="1"/>
                  </a:moveTo>
                  <a:lnTo>
                    <a:pt x="2787" y="1"/>
                  </a:lnTo>
                  <a:cubicBezTo>
                    <a:pt x="1584" y="322"/>
                    <a:pt x="572" y="1156"/>
                    <a:pt x="0" y="2251"/>
                  </a:cubicBezTo>
                  <a:lnTo>
                    <a:pt x="2096" y="2251"/>
                  </a:lnTo>
                  <a:cubicBezTo>
                    <a:pt x="2251" y="1406"/>
                    <a:pt x="2477" y="596"/>
                    <a:pt x="27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1" name="Google Shape;7211;p123"/>
          <p:cNvSpPr/>
          <p:nvPr/>
        </p:nvSpPr>
        <p:spPr>
          <a:xfrm>
            <a:off x="5354381" y="1436746"/>
            <a:ext cx="282733" cy="438792"/>
          </a:xfrm>
          <a:custGeom>
            <a:rect b="b" l="l" r="r" t="t"/>
            <a:pathLst>
              <a:path extrusionOk="0" h="13693" w="8823">
                <a:moveTo>
                  <a:pt x="6406" y="798"/>
                </a:moveTo>
                <a:lnTo>
                  <a:pt x="6406" y="3215"/>
                </a:lnTo>
                <a:lnTo>
                  <a:pt x="4822" y="3215"/>
                </a:lnTo>
                <a:lnTo>
                  <a:pt x="4822" y="2405"/>
                </a:lnTo>
                <a:lnTo>
                  <a:pt x="5620" y="2405"/>
                </a:lnTo>
                <a:lnTo>
                  <a:pt x="5620" y="1608"/>
                </a:lnTo>
                <a:lnTo>
                  <a:pt x="3215" y="1608"/>
                </a:lnTo>
                <a:lnTo>
                  <a:pt x="3215" y="2405"/>
                </a:lnTo>
                <a:lnTo>
                  <a:pt x="4013" y="2405"/>
                </a:lnTo>
                <a:lnTo>
                  <a:pt x="4013" y="3215"/>
                </a:lnTo>
                <a:lnTo>
                  <a:pt x="2405" y="3215"/>
                </a:lnTo>
                <a:lnTo>
                  <a:pt x="2405" y="798"/>
                </a:lnTo>
                <a:close/>
                <a:moveTo>
                  <a:pt x="4751" y="5834"/>
                </a:moveTo>
                <a:lnTo>
                  <a:pt x="5906" y="7751"/>
                </a:lnTo>
                <a:lnTo>
                  <a:pt x="5942" y="7584"/>
                </a:lnTo>
                <a:lnTo>
                  <a:pt x="6727" y="7787"/>
                </a:lnTo>
                <a:lnTo>
                  <a:pt x="6346" y="9275"/>
                </a:lnTo>
                <a:lnTo>
                  <a:pt x="4858" y="8894"/>
                </a:lnTo>
                <a:lnTo>
                  <a:pt x="5049" y="8120"/>
                </a:lnTo>
                <a:lnTo>
                  <a:pt x="5215" y="8168"/>
                </a:lnTo>
                <a:lnTo>
                  <a:pt x="4072" y="6251"/>
                </a:lnTo>
                <a:lnTo>
                  <a:pt x="4751" y="5834"/>
                </a:lnTo>
                <a:close/>
                <a:moveTo>
                  <a:pt x="3929" y="6799"/>
                </a:moveTo>
                <a:lnTo>
                  <a:pt x="4298" y="8287"/>
                </a:lnTo>
                <a:lnTo>
                  <a:pt x="3525" y="8477"/>
                </a:lnTo>
                <a:lnTo>
                  <a:pt x="3477" y="8323"/>
                </a:lnTo>
                <a:lnTo>
                  <a:pt x="2334" y="10240"/>
                </a:lnTo>
                <a:lnTo>
                  <a:pt x="1631" y="9823"/>
                </a:lnTo>
                <a:lnTo>
                  <a:pt x="2786" y="7906"/>
                </a:lnTo>
                <a:lnTo>
                  <a:pt x="2632" y="7942"/>
                </a:lnTo>
                <a:lnTo>
                  <a:pt x="2441" y="7168"/>
                </a:lnTo>
                <a:lnTo>
                  <a:pt x="3929" y="6799"/>
                </a:lnTo>
                <a:close/>
                <a:moveTo>
                  <a:pt x="4132" y="8954"/>
                </a:moveTo>
                <a:lnTo>
                  <a:pt x="4703" y="9525"/>
                </a:lnTo>
                <a:lnTo>
                  <a:pt x="4584" y="9644"/>
                </a:lnTo>
                <a:lnTo>
                  <a:pt x="6811" y="9644"/>
                </a:lnTo>
                <a:lnTo>
                  <a:pt x="6811" y="10442"/>
                </a:lnTo>
                <a:lnTo>
                  <a:pt x="4584" y="10442"/>
                </a:lnTo>
                <a:lnTo>
                  <a:pt x="4703" y="10561"/>
                </a:lnTo>
                <a:lnTo>
                  <a:pt x="4132" y="11133"/>
                </a:lnTo>
                <a:lnTo>
                  <a:pt x="3048" y="10049"/>
                </a:lnTo>
                <a:lnTo>
                  <a:pt x="4132" y="8954"/>
                </a:lnTo>
                <a:close/>
                <a:moveTo>
                  <a:pt x="798" y="0"/>
                </a:moveTo>
                <a:lnTo>
                  <a:pt x="798" y="798"/>
                </a:lnTo>
                <a:lnTo>
                  <a:pt x="1608" y="798"/>
                </a:lnTo>
                <a:lnTo>
                  <a:pt x="1608" y="3215"/>
                </a:lnTo>
                <a:lnTo>
                  <a:pt x="0" y="4822"/>
                </a:lnTo>
                <a:lnTo>
                  <a:pt x="0" y="12085"/>
                </a:lnTo>
                <a:lnTo>
                  <a:pt x="1608" y="13692"/>
                </a:lnTo>
                <a:lnTo>
                  <a:pt x="7216" y="13692"/>
                </a:lnTo>
                <a:lnTo>
                  <a:pt x="8823" y="12085"/>
                </a:lnTo>
                <a:lnTo>
                  <a:pt x="8823" y="4822"/>
                </a:lnTo>
                <a:lnTo>
                  <a:pt x="7216" y="3215"/>
                </a:lnTo>
                <a:lnTo>
                  <a:pt x="7216" y="798"/>
                </a:lnTo>
                <a:lnTo>
                  <a:pt x="8013" y="798"/>
                </a:lnTo>
                <a:lnTo>
                  <a:pt x="80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23"/>
          <p:cNvSpPr/>
          <p:nvPr/>
        </p:nvSpPr>
        <p:spPr>
          <a:xfrm>
            <a:off x="5935077" y="1436746"/>
            <a:ext cx="439177" cy="439177"/>
          </a:xfrm>
          <a:custGeom>
            <a:rect b="b" l="l" r="r" t="t"/>
            <a:pathLst>
              <a:path extrusionOk="0" h="13705" w="13705">
                <a:moveTo>
                  <a:pt x="6859" y="2441"/>
                </a:moveTo>
                <a:cubicBezTo>
                  <a:pt x="9288" y="2441"/>
                  <a:pt x="11264" y="4417"/>
                  <a:pt x="11264" y="6846"/>
                </a:cubicBezTo>
                <a:cubicBezTo>
                  <a:pt x="11264" y="9132"/>
                  <a:pt x="9514" y="11025"/>
                  <a:pt x="7263" y="11240"/>
                </a:cubicBezTo>
                <a:lnTo>
                  <a:pt x="7263" y="8858"/>
                </a:lnTo>
                <a:lnTo>
                  <a:pt x="7668" y="8858"/>
                </a:lnTo>
                <a:cubicBezTo>
                  <a:pt x="8335" y="8858"/>
                  <a:pt x="8871" y="8323"/>
                  <a:pt x="8871" y="7644"/>
                </a:cubicBezTo>
                <a:lnTo>
                  <a:pt x="8871" y="5644"/>
                </a:lnTo>
                <a:lnTo>
                  <a:pt x="8073" y="5644"/>
                </a:lnTo>
                <a:lnTo>
                  <a:pt x="8073" y="4036"/>
                </a:lnTo>
                <a:lnTo>
                  <a:pt x="7263" y="4036"/>
                </a:lnTo>
                <a:lnTo>
                  <a:pt x="7263" y="5644"/>
                </a:lnTo>
                <a:lnTo>
                  <a:pt x="6454" y="5644"/>
                </a:lnTo>
                <a:lnTo>
                  <a:pt x="6454" y="4036"/>
                </a:lnTo>
                <a:lnTo>
                  <a:pt x="5656" y="4036"/>
                </a:lnTo>
                <a:lnTo>
                  <a:pt x="5656" y="5644"/>
                </a:lnTo>
                <a:lnTo>
                  <a:pt x="4846" y="5644"/>
                </a:lnTo>
                <a:lnTo>
                  <a:pt x="4846" y="7644"/>
                </a:lnTo>
                <a:cubicBezTo>
                  <a:pt x="4846" y="8323"/>
                  <a:pt x="5382" y="8858"/>
                  <a:pt x="6061" y="8858"/>
                </a:cubicBezTo>
                <a:lnTo>
                  <a:pt x="6454" y="8858"/>
                </a:lnTo>
                <a:lnTo>
                  <a:pt x="6454" y="11240"/>
                </a:lnTo>
                <a:cubicBezTo>
                  <a:pt x="4215" y="11025"/>
                  <a:pt x="2453" y="9132"/>
                  <a:pt x="2453" y="6846"/>
                </a:cubicBezTo>
                <a:cubicBezTo>
                  <a:pt x="2453" y="4417"/>
                  <a:pt x="4430" y="2441"/>
                  <a:pt x="6859" y="2441"/>
                </a:cubicBezTo>
                <a:close/>
                <a:moveTo>
                  <a:pt x="5763" y="0"/>
                </a:moveTo>
                <a:lnTo>
                  <a:pt x="5430" y="1000"/>
                </a:lnTo>
                <a:cubicBezTo>
                  <a:pt x="4823" y="1143"/>
                  <a:pt x="4251" y="1381"/>
                  <a:pt x="3715" y="1715"/>
                </a:cubicBezTo>
                <a:lnTo>
                  <a:pt x="2799" y="1250"/>
                </a:lnTo>
                <a:lnTo>
                  <a:pt x="1251" y="2798"/>
                </a:lnTo>
                <a:lnTo>
                  <a:pt x="1715" y="3715"/>
                </a:lnTo>
                <a:cubicBezTo>
                  <a:pt x="1382" y="4251"/>
                  <a:pt x="1144" y="4834"/>
                  <a:pt x="1001" y="5429"/>
                </a:cubicBezTo>
                <a:lnTo>
                  <a:pt x="1" y="5763"/>
                </a:lnTo>
                <a:lnTo>
                  <a:pt x="1" y="7942"/>
                </a:lnTo>
                <a:lnTo>
                  <a:pt x="1001" y="8275"/>
                </a:lnTo>
                <a:cubicBezTo>
                  <a:pt x="1144" y="8882"/>
                  <a:pt x="1382" y="9442"/>
                  <a:pt x="1715" y="9990"/>
                </a:cubicBezTo>
                <a:lnTo>
                  <a:pt x="1251" y="10906"/>
                </a:lnTo>
                <a:lnTo>
                  <a:pt x="2799" y="12454"/>
                </a:lnTo>
                <a:lnTo>
                  <a:pt x="3715" y="11990"/>
                </a:lnTo>
                <a:cubicBezTo>
                  <a:pt x="4251" y="12323"/>
                  <a:pt x="4835" y="12561"/>
                  <a:pt x="5430" y="12704"/>
                </a:cubicBezTo>
                <a:lnTo>
                  <a:pt x="5763" y="13704"/>
                </a:lnTo>
                <a:lnTo>
                  <a:pt x="7942" y="13704"/>
                </a:lnTo>
                <a:lnTo>
                  <a:pt x="8275" y="12704"/>
                </a:lnTo>
                <a:cubicBezTo>
                  <a:pt x="8883" y="12561"/>
                  <a:pt x="9454" y="12323"/>
                  <a:pt x="9990" y="11990"/>
                </a:cubicBezTo>
                <a:lnTo>
                  <a:pt x="10907" y="12454"/>
                </a:lnTo>
                <a:lnTo>
                  <a:pt x="12455" y="10906"/>
                </a:lnTo>
                <a:lnTo>
                  <a:pt x="12002" y="9990"/>
                </a:lnTo>
                <a:cubicBezTo>
                  <a:pt x="12324" y="9442"/>
                  <a:pt x="12562" y="8870"/>
                  <a:pt x="12717" y="8275"/>
                </a:cubicBezTo>
                <a:lnTo>
                  <a:pt x="13705" y="7942"/>
                </a:lnTo>
                <a:lnTo>
                  <a:pt x="13705" y="5763"/>
                </a:lnTo>
                <a:lnTo>
                  <a:pt x="12717" y="5429"/>
                </a:lnTo>
                <a:cubicBezTo>
                  <a:pt x="12562" y="4822"/>
                  <a:pt x="12324" y="4239"/>
                  <a:pt x="12002" y="3715"/>
                </a:cubicBezTo>
                <a:lnTo>
                  <a:pt x="12455" y="2798"/>
                </a:lnTo>
                <a:lnTo>
                  <a:pt x="10907" y="1250"/>
                </a:lnTo>
                <a:lnTo>
                  <a:pt x="9990" y="1715"/>
                </a:lnTo>
                <a:cubicBezTo>
                  <a:pt x="9454" y="1381"/>
                  <a:pt x="8871" y="1143"/>
                  <a:pt x="8275" y="1000"/>
                </a:cubicBezTo>
                <a:lnTo>
                  <a:pt x="79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3" name="Google Shape;7213;p123"/>
          <p:cNvGrpSpPr/>
          <p:nvPr/>
        </p:nvGrpSpPr>
        <p:grpSpPr>
          <a:xfrm>
            <a:off x="3933060" y="1436697"/>
            <a:ext cx="385373" cy="438792"/>
            <a:chOff x="3373325" y="2045925"/>
            <a:chExt cx="300650" cy="342325"/>
          </a:xfrm>
        </p:grpSpPr>
        <p:sp>
          <p:nvSpPr>
            <p:cNvPr id="7214" name="Google Shape;7214;p123"/>
            <p:cNvSpPr/>
            <p:nvPr/>
          </p:nvSpPr>
          <p:spPr>
            <a:xfrm>
              <a:off x="3454575" y="2230750"/>
              <a:ext cx="31000" cy="38725"/>
            </a:xfrm>
            <a:custGeom>
              <a:rect b="b" l="l" r="r" t="t"/>
              <a:pathLst>
                <a:path extrusionOk="0" h="1549" w="1240">
                  <a:moveTo>
                    <a:pt x="1" y="1"/>
                  </a:moveTo>
                  <a:cubicBezTo>
                    <a:pt x="120" y="596"/>
                    <a:pt x="441" y="1144"/>
                    <a:pt x="894" y="1549"/>
                  </a:cubicBezTo>
                  <a:lnTo>
                    <a:pt x="1239" y="763"/>
                  </a:lnTo>
                  <a:cubicBezTo>
                    <a:pt x="1073" y="572"/>
                    <a:pt x="942" y="346"/>
                    <a:pt x="870" y="108"/>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23"/>
            <p:cNvSpPr/>
            <p:nvPr/>
          </p:nvSpPr>
          <p:spPr>
            <a:xfrm>
              <a:off x="3561450" y="2230750"/>
              <a:ext cx="30975" cy="38725"/>
            </a:xfrm>
            <a:custGeom>
              <a:rect b="b" l="l" r="r" t="t"/>
              <a:pathLst>
                <a:path extrusionOk="0" h="1549" w="1239">
                  <a:moveTo>
                    <a:pt x="1239" y="1"/>
                  </a:moveTo>
                  <a:lnTo>
                    <a:pt x="369" y="108"/>
                  </a:lnTo>
                  <a:cubicBezTo>
                    <a:pt x="286" y="346"/>
                    <a:pt x="167" y="572"/>
                    <a:pt x="0" y="763"/>
                  </a:cubicBezTo>
                  <a:lnTo>
                    <a:pt x="346" y="1549"/>
                  </a:lnTo>
                  <a:cubicBezTo>
                    <a:pt x="810" y="1144"/>
                    <a:pt x="1119" y="596"/>
                    <a:pt x="12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23"/>
            <p:cNvSpPr/>
            <p:nvPr/>
          </p:nvSpPr>
          <p:spPr>
            <a:xfrm>
              <a:off x="3501325" y="2146825"/>
              <a:ext cx="44675" cy="20850"/>
            </a:xfrm>
            <a:custGeom>
              <a:rect b="b" l="l" r="r" t="t"/>
              <a:pathLst>
                <a:path extrusionOk="0" h="834" w="1787">
                  <a:moveTo>
                    <a:pt x="884" y="0"/>
                  </a:moveTo>
                  <a:cubicBezTo>
                    <a:pt x="581" y="0"/>
                    <a:pt x="280" y="48"/>
                    <a:pt x="0" y="143"/>
                  </a:cubicBezTo>
                  <a:lnTo>
                    <a:pt x="512" y="834"/>
                  </a:lnTo>
                  <a:cubicBezTo>
                    <a:pt x="631" y="798"/>
                    <a:pt x="774" y="798"/>
                    <a:pt x="893" y="798"/>
                  </a:cubicBezTo>
                  <a:cubicBezTo>
                    <a:pt x="1012" y="798"/>
                    <a:pt x="1143" y="810"/>
                    <a:pt x="1262" y="834"/>
                  </a:cubicBezTo>
                  <a:lnTo>
                    <a:pt x="1786" y="143"/>
                  </a:lnTo>
                  <a:cubicBezTo>
                    <a:pt x="1494" y="48"/>
                    <a:pt x="1188" y="0"/>
                    <a:pt x="8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23"/>
            <p:cNvSpPr/>
            <p:nvPr/>
          </p:nvSpPr>
          <p:spPr>
            <a:xfrm>
              <a:off x="3373325" y="2045925"/>
              <a:ext cx="300650" cy="342325"/>
            </a:xfrm>
            <a:custGeom>
              <a:rect b="b" l="l" r="r" t="t"/>
              <a:pathLst>
                <a:path extrusionOk="0" h="13693" w="12026">
                  <a:moveTo>
                    <a:pt x="6003" y="3236"/>
                  </a:moveTo>
                  <a:cubicBezTo>
                    <a:pt x="6597" y="3236"/>
                    <a:pt x="7192" y="3376"/>
                    <a:pt x="7716" y="3655"/>
                  </a:cubicBezTo>
                  <a:lnTo>
                    <a:pt x="8133" y="3882"/>
                  </a:lnTo>
                  <a:lnTo>
                    <a:pt x="6692" y="5799"/>
                  </a:lnTo>
                  <a:lnTo>
                    <a:pt x="6406" y="5703"/>
                  </a:lnTo>
                  <a:cubicBezTo>
                    <a:pt x="6281" y="5656"/>
                    <a:pt x="6147" y="5632"/>
                    <a:pt x="6012" y="5632"/>
                  </a:cubicBezTo>
                  <a:cubicBezTo>
                    <a:pt x="5876" y="5632"/>
                    <a:pt x="5739" y="5656"/>
                    <a:pt x="5608" y="5703"/>
                  </a:cubicBezTo>
                  <a:lnTo>
                    <a:pt x="5323" y="5799"/>
                  </a:lnTo>
                  <a:lnTo>
                    <a:pt x="3882" y="3882"/>
                  </a:lnTo>
                  <a:lnTo>
                    <a:pt x="4299" y="3655"/>
                  </a:lnTo>
                  <a:cubicBezTo>
                    <a:pt x="4817" y="3376"/>
                    <a:pt x="5409" y="3236"/>
                    <a:pt x="6003" y="3236"/>
                  </a:cubicBezTo>
                  <a:close/>
                  <a:moveTo>
                    <a:pt x="6406" y="6441"/>
                  </a:moveTo>
                  <a:lnTo>
                    <a:pt x="6406" y="7251"/>
                  </a:lnTo>
                  <a:lnTo>
                    <a:pt x="5608" y="7251"/>
                  </a:lnTo>
                  <a:lnTo>
                    <a:pt x="5608" y="6441"/>
                  </a:lnTo>
                  <a:close/>
                  <a:moveTo>
                    <a:pt x="2370" y="6489"/>
                  </a:moveTo>
                  <a:lnTo>
                    <a:pt x="4751" y="6775"/>
                  </a:lnTo>
                  <a:lnTo>
                    <a:pt x="4811" y="7049"/>
                  </a:lnTo>
                  <a:cubicBezTo>
                    <a:pt x="4858" y="7323"/>
                    <a:pt x="5013" y="7561"/>
                    <a:pt x="5215" y="7739"/>
                  </a:cubicBezTo>
                  <a:lnTo>
                    <a:pt x="5442" y="7930"/>
                  </a:lnTo>
                  <a:lnTo>
                    <a:pt x="4501" y="10168"/>
                  </a:lnTo>
                  <a:lnTo>
                    <a:pt x="4108" y="9906"/>
                  </a:lnTo>
                  <a:cubicBezTo>
                    <a:pt x="3072" y="9275"/>
                    <a:pt x="2429" y="8168"/>
                    <a:pt x="2394" y="6953"/>
                  </a:cubicBezTo>
                  <a:lnTo>
                    <a:pt x="2370" y="6489"/>
                  </a:lnTo>
                  <a:close/>
                  <a:moveTo>
                    <a:pt x="9621" y="6489"/>
                  </a:moveTo>
                  <a:lnTo>
                    <a:pt x="9609" y="6953"/>
                  </a:lnTo>
                  <a:cubicBezTo>
                    <a:pt x="9573" y="8156"/>
                    <a:pt x="8942" y="9275"/>
                    <a:pt x="7894" y="9906"/>
                  </a:cubicBezTo>
                  <a:lnTo>
                    <a:pt x="7490" y="10168"/>
                  </a:lnTo>
                  <a:lnTo>
                    <a:pt x="6561" y="7954"/>
                  </a:lnTo>
                  <a:lnTo>
                    <a:pt x="6787" y="7763"/>
                  </a:lnTo>
                  <a:cubicBezTo>
                    <a:pt x="6990" y="7584"/>
                    <a:pt x="7132" y="7334"/>
                    <a:pt x="7180" y="7084"/>
                  </a:cubicBezTo>
                  <a:lnTo>
                    <a:pt x="7240" y="6799"/>
                  </a:lnTo>
                  <a:lnTo>
                    <a:pt x="9621" y="6489"/>
                  </a:lnTo>
                  <a:close/>
                  <a:moveTo>
                    <a:pt x="1" y="0"/>
                  </a:moveTo>
                  <a:lnTo>
                    <a:pt x="1" y="798"/>
                  </a:lnTo>
                  <a:lnTo>
                    <a:pt x="798" y="798"/>
                  </a:lnTo>
                  <a:lnTo>
                    <a:pt x="798" y="1608"/>
                  </a:lnTo>
                  <a:lnTo>
                    <a:pt x="3215" y="1608"/>
                  </a:lnTo>
                  <a:lnTo>
                    <a:pt x="3215" y="2405"/>
                  </a:lnTo>
                  <a:lnTo>
                    <a:pt x="798" y="2405"/>
                  </a:lnTo>
                  <a:lnTo>
                    <a:pt x="798" y="11275"/>
                  </a:lnTo>
                  <a:lnTo>
                    <a:pt x="3215" y="11275"/>
                  </a:lnTo>
                  <a:lnTo>
                    <a:pt x="3215" y="12085"/>
                  </a:lnTo>
                  <a:lnTo>
                    <a:pt x="798" y="12085"/>
                  </a:lnTo>
                  <a:lnTo>
                    <a:pt x="798" y="12883"/>
                  </a:lnTo>
                  <a:lnTo>
                    <a:pt x="1" y="12883"/>
                  </a:lnTo>
                  <a:lnTo>
                    <a:pt x="1" y="13692"/>
                  </a:lnTo>
                  <a:lnTo>
                    <a:pt x="12026" y="13692"/>
                  </a:lnTo>
                  <a:lnTo>
                    <a:pt x="12026" y="12883"/>
                  </a:lnTo>
                  <a:lnTo>
                    <a:pt x="11216" y="12883"/>
                  </a:lnTo>
                  <a:lnTo>
                    <a:pt x="11216" y="12085"/>
                  </a:lnTo>
                  <a:lnTo>
                    <a:pt x="8811" y="12085"/>
                  </a:lnTo>
                  <a:lnTo>
                    <a:pt x="8811" y="11275"/>
                  </a:lnTo>
                  <a:lnTo>
                    <a:pt x="11216" y="11275"/>
                  </a:lnTo>
                  <a:lnTo>
                    <a:pt x="11216" y="2405"/>
                  </a:lnTo>
                  <a:lnTo>
                    <a:pt x="8811" y="2405"/>
                  </a:lnTo>
                  <a:lnTo>
                    <a:pt x="8811" y="1608"/>
                  </a:lnTo>
                  <a:lnTo>
                    <a:pt x="11216" y="1608"/>
                  </a:lnTo>
                  <a:lnTo>
                    <a:pt x="11216" y="798"/>
                  </a:lnTo>
                  <a:lnTo>
                    <a:pt x="12026" y="798"/>
                  </a:lnTo>
                  <a:lnTo>
                    <a:pt x="120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123"/>
          <p:cNvGrpSpPr/>
          <p:nvPr/>
        </p:nvGrpSpPr>
        <p:grpSpPr>
          <a:xfrm>
            <a:off x="3195545" y="1450028"/>
            <a:ext cx="439177" cy="411714"/>
            <a:chOff x="2797950" y="2056325"/>
            <a:chExt cx="342625" cy="321200"/>
          </a:xfrm>
        </p:grpSpPr>
        <p:sp>
          <p:nvSpPr>
            <p:cNvPr id="7219" name="Google Shape;7219;p123"/>
            <p:cNvSpPr/>
            <p:nvPr/>
          </p:nvSpPr>
          <p:spPr>
            <a:xfrm>
              <a:off x="2899150" y="2056325"/>
              <a:ext cx="181000" cy="240850"/>
            </a:xfrm>
            <a:custGeom>
              <a:rect b="b" l="l" r="r" t="t"/>
              <a:pathLst>
                <a:path extrusionOk="0" h="9634" w="7240">
                  <a:moveTo>
                    <a:pt x="1" y="1"/>
                  </a:moveTo>
                  <a:lnTo>
                    <a:pt x="1" y="1203"/>
                  </a:lnTo>
                  <a:cubicBezTo>
                    <a:pt x="1" y="2751"/>
                    <a:pt x="1263" y="4013"/>
                    <a:pt x="2811" y="4013"/>
                  </a:cubicBezTo>
                  <a:lnTo>
                    <a:pt x="3216" y="4013"/>
                  </a:lnTo>
                  <a:lnTo>
                    <a:pt x="3216" y="5656"/>
                  </a:lnTo>
                  <a:cubicBezTo>
                    <a:pt x="2489" y="5740"/>
                    <a:pt x="1811" y="6037"/>
                    <a:pt x="1275" y="6490"/>
                  </a:cubicBezTo>
                  <a:cubicBezTo>
                    <a:pt x="1680" y="6633"/>
                    <a:pt x="2049" y="6859"/>
                    <a:pt x="2382" y="7157"/>
                  </a:cubicBezTo>
                  <a:cubicBezTo>
                    <a:pt x="2394" y="7157"/>
                    <a:pt x="2430" y="7192"/>
                    <a:pt x="2454" y="7216"/>
                  </a:cubicBezTo>
                  <a:lnTo>
                    <a:pt x="5633" y="7216"/>
                  </a:lnTo>
                  <a:lnTo>
                    <a:pt x="5633" y="8026"/>
                  </a:lnTo>
                  <a:cubicBezTo>
                    <a:pt x="5633" y="8633"/>
                    <a:pt x="5394" y="9193"/>
                    <a:pt x="5013" y="9633"/>
                  </a:cubicBezTo>
                  <a:lnTo>
                    <a:pt x="5371" y="9633"/>
                  </a:lnTo>
                  <a:lnTo>
                    <a:pt x="7014" y="8538"/>
                  </a:lnTo>
                  <a:cubicBezTo>
                    <a:pt x="7049" y="8514"/>
                    <a:pt x="7097" y="8478"/>
                    <a:pt x="7157" y="8466"/>
                  </a:cubicBezTo>
                  <a:cubicBezTo>
                    <a:pt x="6835" y="6966"/>
                    <a:pt x="5585" y="5835"/>
                    <a:pt x="4037" y="5656"/>
                  </a:cubicBezTo>
                  <a:lnTo>
                    <a:pt x="4037" y="4013"/>
                  </a:lnTo>
                  <a:lnTo>
                    <a:pt x="4418" y="4013"/>
                  </a:lnTo>
                  <a:cubicBezTo>
                    <a:pt x="5966" y="4013"/>
                    <a:pt x="7240" y="2751"/>
                    <a:pt x="7240" y="1203"/>
                  </a:cubicBezTo>
                  <a:lnTo>
                    <a:pt x="7240" y="1"/>
                  </a:lnTo>
                  <a:lnTo>
                    <a:pt x="6025" y="1"/>
                  </a:lnTo>
                  <a:cubicBezTo>
                    <a:pt x="5002" y="1"/>
                    <a:pt x="4109" y="560"/>
                    <a:pt x="3620" y="1382"/>
                  </a:cubicBezTo>
                  <a:cubicBezTo>
                    <a:pt x="3132" y="560"/>
                    <a:pt x="2239" y="1"/>
                    <a:pt x="12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23"/>
            <p:cNvSpPr/>
            <p:nvPr/>
          </p:nvSpPr>
          <p:spPr>
            <a:xfrm>
              <a:off x="2858975" y="2232950"/>
              <a:ext cx="281600" cy="143975"/>
            </a:xfrm>
            <a:custGeom>
              <a:rect b="b" l="l" r="r" t="t"/>
              <a:pathLst>
                <a:path extrusionOk="0" h="5759" w="11264">
                  <a:moveTo>
                    <a:pt x="1635" y="1"/>
                  </a:moveTo>
                  <a:cubicBezTo>
                    <a:pt x="1061" y="1"/>
                    <a:pt x="487" y="171"/>
                    <a:pt x="1" y="508"/>
                  </a:cubicBezTo>
                  <a:lnTo>
                    <a:pt x="1" y="5759"/>
                  </a:lnTo>
                  <a:lnTo>
                    <a:pt x="7013" y="5759"/>
                  </a:lnTo>
                  <a:lnTo>
                    <a:pt x="11264" y="2544"/>
                  </a:lnTo>
                  <a:cubicBezTo>
                    <a:pt x="10945" y="2129"/>
                    <a:pt x="10454" y="1893"/>
                    <a:pt x="9949" y="1893"/>
                  </a:cubicBezTo>
                  <a:cubicBezTo>
                    <a:pt x="9643" y="1893"/>
                    <a:pt x="9332" y="1979"/>
                    <a:pt x="9049" y="2163"/>
                  </a:cubicBezTo>
                  <a:lnTo>
                    <a:pt x="7204" y="3366"/>
                  </a:lnTo>
                  <a:lnTo>
                    <a:pt x="3620" y="3366"/>
                  </a:lnTo>
                  <a:lnTo>
                    <a:pt x="3620" y="2568"/>
                  </a:lnTo>
                  <a:lnTo>
                    <a:pt x="4823" y="2568"/>
                  </a:lnTo>
                  <a:cubicBezTo>
                    <a:pt x="5716" y="2568"/>
                    <a:pt x="6430" y="1854"/>
                    <a:pt x="6430" y="961"/>
                  </a:cubicBezTo>
                  <a:lnTo>
                    <a:pt x="3930" y="961"/>
                  </a:lnTo>
                  <a:cubicBezTo>
                    <a:pt x="3703" y="961"/>
                    <a:pt x="3620" y="794"/>
                    <a:pt x="3489" y="687"/>
                  </a:cubicBezTo>
                  <a:cubicBezTo>
                    <a:pt x="2960" y="228"/>
                    <a:pt x="2297" y="1"/>
                    <a:pt x="16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23"/>
            <p:cNvSpPr/>
            <p:nvPr/>
          </p:nvSpPr>
          <p:spPr>
            <a:xfrm>
              <a:off x="2797950" y="2257250"/>
              <a:ext cx="41100" cy="120275"/>
            </a:xfrm>
            <a:custGeom>
              <a:rect b="b" l="l" r="r" t="t"/>
              <a:pathLst>
                <a:path extrusionOk="0" h="4811" w="1644">
                  <a:moveTo>
                    <a:pt x="1" y="1"/>
                  </a:moveTo>
                  <a:lnTo>
                    <a:pt x="1" y="4811"/>
                  </a:lnTo>
                  <a:lnTo>
                    <a:pt x="1644" y="4811"/>
                  </a:lnTo>
                  <a:lnTo>
                    <a:pt x="164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123"/>
          <p:cNvGrpSpPr/>
          <p:nvPr/>
        </p:nvGrpSpPr>
        <p:grpSpPr>
          <a:xfrm>
            <a:off x="2613704" y="1436697"/>
            <a:ext cx="282765" cy="438792"/>
            <a:chOff x="2344025" y="2045925"/>
            <a:chExt cx="220600" cy="342325"/>
          </a:xfrm>
        </p:grpSpPr>
        <p:sp>
          <p:nvSpPr>
            <p:cNvPr id="7223" name="Google Shape;7223;p123"/>
            <p:cNvSpPr/>
            <p:nvPr/>
          </p:nvSpPr>
          <p:spPr>
            <a:xfrm>
              <a:off x="2404450" y="2086100"/>
              <a:ext cx="19975" cy="141700"/>
            </a:xfrm>
            <a:custGeom>
              <a:rect b="b" l="l" r="r" t="t"/>
              <a:pathLst>
                <a:path extrusionOk="0" h="5668" w="799">
                  <a:moveTo>
                    <a:pt x="1" y="1"/>
                  </a:moveTo>
                  <a:lnTo>
                    <a:pt x="1" y="5668"/>
                  </a:lnTo>
                  <a:lnTo>
                    <a:pt x="798" y="5668"/>
                  </a:lnTo>
                  <a:lnTo>
                    <a:pt x="7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23"/>
            <p:cNvSpPr/>
            <p:nvPr/>
          </p:nvSpPr>
          <p:spPr>
            <a:xfrm>
              <a:off x="2344025" y="2045925"/>
              <a:ext cx="220600" cy="242900"/>
            </a:xfrm>
            <a:custGeom>
              <a:rect b="b" l="l" r="r" t="t"/>
              <a:pathLst>
                <a:path extrusionOk="0" h="9716" w="8824">
                  <a:moveTo>
                    <a:pt x="4025" y="822"/>
                  </a:moveTo>
                  <a:lnTo>
                    <a:pt x="4025" y="8085"/>
                  </a:lnTo>
                  <a:lnTo>
                    <a:pt x="1608" y="8085"/>
                  </a:lnTo>
                  <a:lnTo>
                    <a:pt x="1608" y="822"/>
                  </a:lnTo>
                  <a:close/>
                  <a:moveTo>
                    <a:pt x="5620" y="822"/>
                  </a:moveTo>
                  <a:lnTo>
                    <a:pt x="5620" y="8085"/>
                  </a:lnTo>
                  <a:lnTo>
                    <a:pt x="4823" y="8085"/>
                  </a:lnTo>
                  <a:lnTo>
                    <a:pt x="4823" y="822"/>
                  </a:lnTo>
                  <a:close/>
                  <a:moveTo>
                    <a:pt x="7216" y="822"/>
                  </a:moveTo>
                  <a:lnTo>
                    <a:pt x="7216" y="8085"/>
                  </a:lnTo>
                  <a:lnTo>
                    <a:pt x="6418" y="8085"/>
                  </a:lnTo>
                  <a:lnTo>
                    <a:pt x="6418" y="822"/>
                  </a:lnTo>
                  <a:close/>
                  <a:moveTo>
                    <a:pt x="1203" y="0"/>
                  </a:moveTo>
                  <a:cubicBezTo>
                    <a:pt x="537" y="0"/>
                    <a:pt x="1" y="536"/>
                    <a:pt x="1" y="1203"/>
                  </a:cubicBezTo>
                  <a:lnTo>
                    <a:pt x="1" y="9097"/>
                  </a:lnTo>
                  <a:cubicBezTo>
                    <a:pt x="239" y="8954"/>
                    <a:pt x="501" y="8870"/>
                    <a:pt x="798" y="8870"/>
                  </a:cubicBezTo>
                  <a:lnTo>
                    <a:pt x="6811" y="8870"/>
                  </a:lnTo>
                  <a:cubicBezTo>
                    <a:pt x="7609" y="8870"/>
                    <a:pt x="8299" y="9192"/>
                    <a:pt x="8823" y="9716"/>
                  </a:cubicBezTo>
                  <a:lnTo>
                    <a:pt x="8823" y="1989"/>
                  </a:lnTo>
                  <a:cubicBezTo>
                    <a:pt x="8823" y="905"/>
                    <a:pt x="7930" y="0"/>
                    <a:pt x="68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23"/>
            <p:cNvSpPr/>
            <p:nvPr/>
          </p:nvSpPr>
          <p:spPr>
            <a:xfrm>
              <a:off x="2344025" y="2287625"/>
              <a:ext cx="220600" cy="100625"/>
            </a:xfrm>
            <a:custGeom>
              <a:rect b="b" l="l" r="r" t="t"/>
              <a:pathLst>
                <a:path extrusionOk="0" h="4025" w="8824">
                  <a:moveTo>
                    <a:pt x="810" y="0"/>
                  </a:moveTo>
                  <a:cubicBezTo>
                    <a:pt x="358" y="0"/>
                    <a:pt x="1" y="357"/>
                    <a:pt x="1" y="810"/>
                  </a:cubicBezTo>
                  <a:cubicBezTo>
                    <a:pt x="1" y="1250"/>
                    <a:pt x="358" y="1607"/>
                    <a:pt x="810" y="1607"/>
                  </a:cubicBezTo>
                  <a:lnTo>
                    <a:pt x="7216" y="1607"/>
                  </a:lnTo>
                  <a:lnTo>
                    <a:pt x="7216" y="2417"/>
                  </a:lnTo>
                  <a:lnTo>
                    <a:pt x="810" y="2417"/>
                  </a:lnTo>
                  <a:lnTo>
                    <a:pt x="810" y="4024"/>
                  </a:lnTo>
                  <a:lnTo>
                    <a:pt x="6811" y="4024"/>
                  </a:lnTo>
                  <a:cubicBezTo>
                    <a:pt x="7918" y="4024"/>
                    <a:pt x="8823" y="3131"/>
                    <a:pt x="8823" y="2012"/>
                  </a:cubicBezTo>
                  <a:cubicBezTo>
                    <a:pt x="8823" y="917"/>
                    <a:pt x="7930" y="0"/>
                    <a:pt x="68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123"/>
          <p:cNvGrpSpPr/>
          <p:nvPr/>
        </p:nvGrpSpPr>
        <p:grpSpPr>
          <a:xfrm>
            <a:off x="2031862" y="1436697"/>
            <a:ext cx="282765" cy="438792"/>
            <a:chOff x="1890100" y="2045925"/>
            <a:chExt cx="220600" cy="342325"/>
          </a:xfrm>
        </p:grpSpPr>
        <p:sp>
          <p:nvSpPr>
            <p:cNvPr id="7227" name="Google Shape;7227;p123"/>
            <p:cNvSpPr/>
            <p:nvPr/>
          </p:nvSpPr>
          <p:spPr>
            <a:xfrm>
              <a:off x="1907675" y="2045925"/>
              <a:ext cx="185150" cy="80375"/>
            </a:xfrm>
            <a:custGeom>
              <a:rect b="b" l="l" r="r" t="t"/>
              <a:pathLst>
                <a:path extrusionOk="0" h="3215" w="7406">
                  <a:moveTo>
                    <a:pt x="3703" y="0"/>
                  </a:moveTo>
                  <a:cubicBezTo>
                    <a:pt x="3036" y="0"/>
                    <a:pt x="2500" y="536"/>
                    <a:pt x="2500" y="1203"/>
                  </a:cubicBezTo>
                  <a:lnTo>
                    <a:pt x="2500" y="1608"/>
                  </a:lnTo>
                  <a:lnTo>
                    <a:pt x="84" y="1608"/>
                  </a:lnTo>
                  <a:lnTo>
                    <a:pt x="84" y="2405"/>
                  </a:lnTo>
                  <a:lnTo>
                    <a:pt x="536" y="2405"/>
                  </a:lnTo>
                  <a:lnTo>
                    <a:pt x="0" y="3215"/>
                  </a:lnTo>
                  <a:lnTo>
                    <a:pt x="7406" y="3215"/>
                  </a:lnTo>
                  <a:lnTo>
                    <a:pt x="6870" y="2405"/>
                  </a:lnTo>
                  <a:lnTo>
                    <a:pt x="7323" y="2405"/>
                  </a:lnTo>
                  <a:lnTo>
                    <a:pt x="7323" y="1608"/>
                  </a:lnTo>
                  <a:lnTo>
                    <a:pt x="4906" y="1608"/>
                  </a:lnTo>
                  <a:lnTo>
                    <a:pt x="4906" y="1203"/>
                  </a:lnTo>
                  <a:cubicBezTo>
                    <a:pt x="4906" y="536"/>
                    <a:pt x="4370" y="0"/>
                    <a:pt x="37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23"/>
            <p:cNvSpPr/>
            <p:nvPr/>
          </p:nvSpPr>
          <p:spPr>
            <a:xfrm>
              <a:off x="1896350" y="2348050"/>
              <a:ext cx="208975" cy="40200"/>
            </a:xfrm>
            <a:custGeom>
              <a:rect b="b" l="l" r="r" t="t"/>
              <a:pathLst>
                <a:path extrusionOk="0" h="1608" w="8359">
                  <a:moveTo>
                    <a:pt x="1" y="0"/>
                  </a:moveTo>
                  <a:lnTo>
                    <a:pt x="1608" y="1607"/>
                  </a:lnTo>
                  <a:lnTo>
                    <a:pt x="6752" y="1607"/>
                  </a:lnTo>
                  <a:lnTo>
                    <a:pt x="83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23"/>
            <p:cNvSpPr/>
            <p:nvPr/>
          </p:nvSpPr>
          <p:spPr>
            <a:xfrm>
              <a:off x="1890100" y="2146225"/>
              <a:ext cx="220600" cy="182200"/>
            </a:xfrm>
            <a:custGeom>
              <a:rect b="b" l="l" r="r" t="t"/>
              <a:pathLst>
                <a:path extrusionOk="0" h="7288" w="8824">
                  <a:moveTo>
                    <a:pt x="4799" y="1001"/>
                  </a:moveTo>
                  <a:lnTo>
                    <a:pt x="5942" y="2918"/>
                  </a:lnTo>
                  <a:lnTo>
                    <a:pt x="5990" y="2751"/>
                  </a:lnTo>
                  <a:lnTo>
                    <a:pt x="6763" y="2953"/>
                  </a:lnTo>
                  <a:lnTo>
                    <a:pt x="6382" y="4442"/>
                  </a:lnTo>
                  <a:lnTo>
                    <a:pt x="4894" y="4073"/>
                  </a:lnTo>
                  <a:lnTo>
                    <a:pt x="5097" y="3299"/>
                  </a:lnTo>
                  <a:lnTo>
                    <a:pt x="5251" y="3334"/>
                  </a:lnTo>
                  <a:lnTo>
                    <a:pt x="4108" y="1417"/>
                  </a:lnTo>
                  <a:lnTo>
                    <a:pt x="4799" y="1001"/>
                  </a:lnTo>
                  <a:close/>
                  <a:moveTo>
                    <a:pt x="3942" y="1965"/>
                  </a:moveTo>
                  <a:lnTo>
                    <a:pt x="4323" y="3453"/>
                  </a:lnTo>
                  <a:lnTo>
                    <a:pt x="3549" y="3656"/>
                  </a:lnTo>
                  <a:lnTo>
                    <a:pt x="3501" y="3489"/>
                  </a:lnTo>
                  <a:lnTo>
                    <a:pt x="2358" y="5406"/>
                  </a:lnTo>
                  <a:lnTo>
                    <a:pt x="1656" y="4989"/>
                  </a:lnTo>
                  <a:lnTo>
                    <a:pt x="2811" y="3072"/>
                  </a:lnTo>
                  <a:lnTo>
                    <a:pt x="2811" y="3072"/>
                  </a:lnTo>
                  <a:lnTo>
                    <a:pt x="2656" y="3120"/>
                  </a:lnTo>
                  <a:lnTo>
                    <a:pt x="2453" y="2346"/>
                  </a:lnTo>
                  <a:lnTo>
                    <a:pt x="3942" y="1965"/>
                  </a:lnTo>
                  <a:close/>
                  <a:moveTo>
                    <a:pt x="4156" y="4132"/>
                  </a:moveTo>
                  <a:lnTo>
                    <a:pt x="4716" y="4692"/>
                  </a:lnTo>
                  <a:lnTo>
                    <a:pt x="4597" y="4811"/>
                  </a:lnTo>
                  <a:lnTo>
                    <a:pt x="6835" y="4811"/>
                  </a:lnTo>
                  <a:lnTo>
                    <a:pt x="6835" y="5620"/>
                  </a:lnTo>
                  <a:lnTo>
                    <a:pt x="4597" y="5620"/>
                  </a:lnTo>
                  <a:lnTo>
                    <a:pt x="4716" y="5739"/>
                  </a:lnTo>
                  <a:lnTo>
                    <a:pt x="4156" y="6299"/>
                  </a:lnTo>
                  <a:lnTo>
                    <a:pt x="3073" y="5216"/>
                  </a:lnTo>
                  <a:lnTo>
                    <a:pt x="4156" y="4132"/>
                  </a:lnTo>
                  <a:close/>
                  <a:moveTo>
                    <a:pt x="191" y="1"/>
                  </a:moveTo>
                  <a:lnTo>
                    <a:pt x="1" y="286"/>
                  </a:lnTo>
                  <a:lnTo>
                    <a:pt x="1" y="7287"/>
                  </a:lnTo>
                  <a:lnTo>
                    <a:pt x="8823" y="7287"/>
                  </a:lnTo>
                  <a:lnTo>
                    <a:pt x="8823" y="286"/>
                  </a:lnTo>
                  <a:lnTo>
                    <a:pt x="864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123"/>
          <p:cNvGrpSpPr/>
          <p:nvPr/>
        </p:nvGrpSpPr>
        <p:grpSpPr>
          <a:xfrm>
            <a:off x="765156" y="1436697"/>
            <a:ext cx="231269" cy="438023"/>
            <a:chOff x="901875" y="2045925"/>
            <a:chExt cx="180425" cy="341725"/>
          </a:xfrm>
        </p:grpSpPr>
        <p:sp>
          <p:nvSpPr>
            <p:cNvPr id="7231" name="Google Shape;7231;p123"/>
            <p:cNvSpPr/>
            <p:nvPr/>
          </p:nvSpPr>
          <p:spPr>
            <a:xfrm>
              <a:off x="901875" y="2166775"/>
              <a:ext cx="180425" cy="140200"/>
            </a:xfrm>
            <a:custGeom>
              <a:rect b="b" l="l" r="r" t="t"/>
              <a:pathLst>
                <a:path extrusionOk="0" h="5608" w="7217">
                  <a:moveTo>
                    <a:pt x="3609" y="810"/>
                  </a:moveTo>
                  <a:cubicBezTo>
                    <a:pt x="4704" y="810"/>
                    <a:pt x="5609" y="1703"/>
                    <a:pt x="5609" y="2810"/>
                  </a:cubicBezTo>
                  <a:lnTo>
                    <a:pt x="5609" y="4024"/>
                  </a:lnTo>
                  <a:lnTo>
                    <a:pt x="3609" y="4024"/>
                  </a:lnTo>
                  <a:cubicBezTo>
                    <a:pt x="2501" y="4024"/>
                    <a:pt x="1596" y="3131"/>
                    <a:pt x="1596" y="2012"/>
                  </a:cubicBezTo>
                  <a:lnTo>
                    <a:pt x="1596" y="810"/>
                  </a:lnTo>
                  <a:close/>
                  <a:moveTo>
                    <a:pt x="1" y="0"/>
                  </a:moveTo>
                  <a:lnTo>
                    <a:pt x="1" y="5608"/>
                  </a:lnTo>
                  <a:lnTo>
                    <a:pt x="7216" y="5608"/>
                  </a:lnTo>
                  <a:lnTo>
                    <a:pt x="72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23"/>
            <p:cNvSpPr/>
            <p:nvPr/>
          </p:nvSpPr>
          <p:spPr>
            <a:xfrm>
              <a:off x="961725" y="2206650"/>
              <a:ext cx="60450" cy="40200"/>
            </a:xfrm>
            <a:custGeom>
              <a:rect b="b" l="l" r="r" t="t"/>
              <a:pathLst>
                <a:path extrusionOk="0" h="1608" w="2418">
                  <a:moveTo>
                    <a:pt x="0" y="1"/>
                  </a:moveTo>
                  <a:lnTo>
                    <a:pt x="0" y="405"/>
                  </a:lnTo>
                  <a:cubicBezTo>
                    <a:pt x="0" y="1072"/>
                    <a:pt x="536" y="1608"/>
                    <a:pt x="1215" y="1608"/>
                  </a:cubicBezTo>
                  <a:lnTo>
                    <a:pt x="1465" y="1608"/>
                  </a:lnTo>
                  <a:lnTo>
                    <a:pt x="691" y="977"/>
                  </a:lnTo>
                  <a:lnTo>
                    <a:pt x="1191" y="358"/>
                  </a:lnTo>
                  <a:lnTo>
                    <a:pt x="2417" y="1334"/>
                  </a:lnTo>
                  <a:lnTo>
                    <a:pt x="2417" y="1203"/>
                  </a:lnTo>
                  <a:cubicBezTo>
                    <a:pt x="2417" y="536"/>
                    <a:pt x="1881" y="1"/>
                    <a:pt x="12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23"/>
            <p:cNvSpPr/>
            <p:nvPr/>
          </p:nvSpPr>
          <p:spPr>
            <a:xfrm>
              <a:off x="901875" y="2086100"/>
              <a:ext cx="180425" cy="60750"/>
            </a:xfrm>
            <a:custGeom>
              <a:rect b="b" l="l" r="r" t="t"/>
              <a:pathLst>
                <a:path extrusionOk="0" h="2430" w="7217">
                  <a:moveTo>
                    <a:pt x="1" y="1"/>
                  </a:moveTo>
                  <a:lnTo>
                    <a:pt x="1" y="2429"/>
                  </a:lnTo>
                  <a:lnTo>
                    <a:pt x="7216" y="2429"/>
                  </a:lnTo>
                  <a:lnTo>
                    <a:pt x="72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23"/>
            <p:cNvSpPr/>
            <p:nvPr/>
          </p:nvSpPr>
          <p:spPr>
            <a:xfrm>
              <a:off x="901875" y="2327200"/>
              <a:ext cx="180425" cy="60450"/>
            </a:xfrm>
            <a:custGeom>
              <a:rect b="b" l="l" r="r" t="t"/>
              <a:pathLst>
                <a:path extrusionOk="0" h="2418" w="7217">
                  <a:moveTo>
                    <a:pt x="1" y="1"/>
                  </a:moveTo>
                  <a:lnTo>
                    <a:pt x="1" y="2418"/>
                  </a:lnTo>
                  <a:lnTo>
                    <a:pt x="7216" y="2418"/>
                  </a:lnTo>
                  <a:lnTo>
                    <a:pt x="72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23"/>
            <p:cNvSpPr/>
            <p:nvPr/>
          </p:nvSpPr>
          <p:spPr>
            <a:xfrm>
              <a:off x="942075" y="2045925"/>
              <a:ext cx="100025" cy="19950"/>
            </a:xfrm>
            <a:custGeom>
              <a:rect b="b" l="l" r="r" t="t"/>
              <a:pathLst>
                <a:path extrusionOk="0" h="798" w="4001">
                  <a:moveTo>
                    <a:pt x="0" y="0"/>
                  </a:moveTo>
                  <a:lnTo>
                    <a:pt x="0" y="798"/>
                  </a:lnTo>
                  <a:lnTo>
                    <a:pt x="4001" y="798"/>
                  </a:lnTo>
                  <a:lnTo>
                    <a:pt x="40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6" name="Google Shape;7236;p123"/>
          <p:cNvGrpSpPr/>
          <p:nvPr/>
        </p:nvGrpSpPr>
        <p:grpSpPr>
          <a:xfrm>
            <a:off x="1295116" y="1452720"/>
            <a:ext cx="438792" cy="405978"/>
            <a:chOff x="1315325" y="2058425"/>
            <a:chExt cx="342325" cy="316725"/>
          </a:xfrm>
        </p:grpSpPr>
        <p:sp>
          <p:nvSpPr>
            <p:cNvPr id="7237" name="Google Shape;7237;p123"/>
            <p:cNvSpPr/>
            <p:nvPr/>
          </p:nvSpPr>
          <p:spPr>
            <a:xfrm>
              <a:off x="1315325" y="2196825"/>
              <a:ext cx="140825" cy="151225"/>
            </a:xfrm>
            <a:custGeom>
              <a:rect b="b" l="l" r="r" t="t"/>
              <a:pathLst>
                <a:path extrusionOk="0" h="6049" w="5633">
                  <a:moveTo>
                    <a:pt x="4096" y="1"/>
                  </a:moveTo>
                  <a:lnTo>
                    <a:pt x="2061" y="536"/>
                  </a:lnTo>
                  <a:lnTo>
                    <a:pt x="2275" y="1310"/>
                  </a:lnTo>
                  <a:lnTo>
                    <a:pt x="2953" y="1132"/>
                  </a:lnTo>
                  <a:lnTo>
                    <a:pt x="1" y="6049"/>
                  </a:lnTo>
                  <a:lnTo>
                    <a:pt x="5632" y="6049"/>
                  </a:lnTo>
                  <a:lnTo>
                    <a:pt x="5632" y="5239"/>
                  </a:lnTo>
                  <a:lnTo>
                    <a:pt x="1394" y="5239"/>
                  </a:lnTo>
                  <a:lnTo>
                    <a:pt x="3680" y="1513"/>
                  </a:lnTo>
                  <a:lnTo>
                    <a:pt x="3870" y="2239"/>
                  </a:lnTo>
                  <a:lnTo>
                    <a:pt x="4644" y="2025"/>
                  </a:lnTo>
                  <a:lnTo>
                    <a:pt x="40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23"/>
            <p:cNvSpPr/>
            <p:nvPr/>
          </p:nvSpPr>
          <p:spPr>
            <a:xfrm>
              <a:off x="1472200" y="2228675"/>
              <a:ext cx="185450" cy="146475"/>
            </a:xfrm>
            <a:custGeom>
              <a:rect b="b" l="l" r="r" t="t"/>
              <a:pathLst>
                <a:path extrusionOk="0" h="5859" w="7418">
                  <a:moveTo>
                    <a:pt x="4549" y="1"/>
                  </a:moveTo>
                  <a:lnTo>
                    <a:pt x="3846" y="394"/>
                  </a:lnTo>
                  <a:lnTo>
                    <a:pt x="6013" y="3965"/>
                  </a:lnTo>
                  <a:lnTo>
                    <a:pt x="1536" y="3965"/>
                  </a:lnTo>
                  <a:lnTo>
                    <a:pt x="2060" y="3453"/>
                  </a:lnTo>
                  <a:lnTo>
                    <a:pt x="1489" y="2882"/>
                  </a:lnTo>
                  <a:lnTo>
                    <a:pt x="0" y="4370"/>
                  </a:lnTo>
                  <a:lnTo>
                    <a:pt x="1489" y="5858"/>
                  </a:lnTo>
                  <a:lnTo>
                    <a:pt x="2060" y="5299"/>
                  </a:lnTo>
                  <a:lnTo>
                    <a:pt x="1536" y="4775"/>
                  </a:lnTo>
                  <a:lnTo>
                    <a:pt x="7418" y="4775"/>
                  </a:lnTo>
                  <a:lnTo>
                    <a:pt x="454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23"/>
            <p:cNvSpPr/>
            <p:nvPr/>
          </p:nvSpPr>
          <p:spPr>
            <a:xfrm>
              <a:off x="1416825" y="2058425"/>
              <a:ext cx="165525" cy="160750"/>
            </a:xfrm>
            <a:custGeom>
              <a:rect b="b" l="l" r="r" t="t"/>
              <a:pathLst>
                <a:path extrusionOk="0" h="6430" w="6621">
                  <a:moveTo>
                    <a:pt x="2751" y="0"/>
                  </a:moveTo>
                  <a:lnTo>
                    <a:pt x="1" y="4763"/>
                  </a:lnTo>
                  <a:lnTo>
                    <a:pt x="703" y="5168"/>
                  </a:lnTo>
                  <a:lnTo>
                    <a:pt x="2799" y="1536"/>
                  </a:lnTo>
                  <a:cubicBezTo>
                    <a:pt x="3335" y="2477"/>
                    <a:pt x="4358" y="4251"/>
                    <a:pt x="4978" y="5299"/>
                  </a:cubicBezTo>
                  <a:lnTo>
                    <a:pt x="4263" y="5108"/>
                  </a:lnTo>
                  <a:lnTo>
                    <a:pt x="4049" y="5882"/>
                  </a:lnTo>
                  <a:lnTo>
                    <a:pt x="6073" y="6430"/>
                  </a:lnTo>
                  <a:lnTo>
                    <a:pt x="6621" y="4406"/>
                  </a:lnTo>
                  <a:lnTo>
                    <a:pt x="5847" y="4215"/>
                  </a:lnTo>
                  <a:lnTo>
                    <a:pt x="5656" y="4929"/>
                  </a:lnTo>
                  <a:lnTo>
                    <a:pt x="275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23"/>
            <p:cNvSpPr/>
            <p:nvPr/>
          </p:nvSpPr>
          <p:spPr>
            <a:xfrm>
              <a:off x="1454050" y="2155150"/>
              <a:ext cx="64900" cy="164925"/>
            </a:xfrm>
            <a:custGeom>
              <a:rect b="b" l="l" r="r" t="t"/>
              <a:pathLst>
                <a:path extrusionOk="0" h="6597" w="2596">
                  <a:moveTo>
                    <a:pt x="1703" y="1"/>
                  </a:moveTo>
                  <a:lnTo>
                    <a:pt x="0" y="3382"/>
                  </a:lnTo>
                  <a:lnTo>
                    <a:pt x="893" y="4263"/>
                  </a:lnTo>
                  <a:lnTo>
                    <a:pt x="893" y="6597"/>
                  </a:lnTo>
                  <a:lnTo>
                    <a:pt x="2596" y="3215"/>
                  </a:lnTo>
                  <a:lnTo>
                    <a:pt x="1703" y="2322"/>
                  </a:lnTo>
                  <a:lnTo>
                    <a:pt x="17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4" name="Shape 7244"/>
        <p:cNvGrpSpPr/>
        <p:nvPr/>
      </p:nvGrpSpPr>
      <p:grpSpPr>
        <a:xfrm>
          <a:off x="0" y="0"/>
          <a:ext cx="0" cy="0"/>
          <a:chOff x="0" y="0"/>
          <a:chExt cx="0" cy="0"/>
        </a:xfrm>
      </p:grpSpPr>
      <p:sp>
        <p:nvSpPr>
          <p:cNvPr id="7245" name="Google Shape;7245;p124"/>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7246" name="Google Shape;7246;p124"/>
          <p:cNvGrpSpPr/>
          <p:nvPr/>
        </p:nvGrpSpPr>
        <p:grpSpPr>
          <a:xfrm>
            <a:off x="689356" y="1411873"/>
            <a:ext cx="1911482" cy="2840761"/>
            <a:chOff x="689356" y="1411873"/>
            <a:chExt cx="1911482" cy="2840761"/>
          </a:xfrm>
        </p:grpSpPr>
        <p:sp>
          <p:nvSpPr>
            <p:cNvPr id="7247" name="Google Shape;7247;p124"/>
            <p:cNvSpPr/>
            <p:nvPr/>
          </p:nvSpPr>
          <p:spPr>
            <a:xfrm>
              <a:off x="689356" y="4054990"/>
              <a:ext cx="1911482" cy="197644"/>
            </a:xfrm>
            <a:custGeom>
              <a:rect b="b" l="l" r="r" t="t"/>
              <a:pathLst>
                <a:path extrusionOk="0" h="6371" w="61616">
                  <a:moveTo>
                    <a:pt x="30814" y="1"/>
                  </a:moveTo>
                  <a:cubicBezTo>
                    <a:pt x="13800" y="1"/>
                    <a:pt x="1" y="3191"/>
                    <a:pt x="1" y="3191"/>
                  </a:cubicBezTo>
                  <a:cubicBezTo>
                    <a:pt x="1" y="3191"/>
                    <a:pt x="13800" y="6370"/>
                    <a:pt x="30814" y="6370"/>
                  </a:cubicBezTo>
                  <a:cubicBezTo>
                    <a:pt x="47828" y="6370"/>
                    <a:pt x="61616" y="3191"/>
                    <a:pt x="61616" y="3191"/>
                  </a:cubicBezTo>
                  <a:cubicBezTo>
                    <a:pt x="61616" y="3191"/>
                    <a:pt x="47828" y="1"/>
                    <a:pt x="30814" y="1"/>
                  </a:cubicBezTo>
                  <a:close/>
                </a:path>
              </a:pathLst>
            </a:custGeom>
            <a:solidFill>
              <a:schemeClr val="accent2">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24"/>
            <p:cNvSpPr/>
            <p:nvPr/>
          </p:nvSpPr>
          <p:spPr>
            <a:xfrm>
              <a:off x="1172500" y="2296107"/>
              <a:ext cx="229753" cy="284725"/>
            </a:xfrm>
            <a:custGeom>
              <a:rect b="b" l="l" r="r" t="t"/>
              <a:pathLst>
                <a:path extrusionOk="0" h="9178" w="7406">
                  <a:moveTo>
                    <a:pt x="6620" y="0"/>
                  </a:moveTo>
                  <a:cubicBezTo>
                    <a:pt x="5084" y="381"/>
                    <a:pt x="3810" y="1631"/>
                    <a:pt x="3394" y="3167"/>
                  </a:cubicBezTo>
                  <a:cubicBezTo>
                    <a:pt x="3239" y="3703"/>
                    <a:pt x="3203" y="4286"/>
                    <a:pt x="2965" y="4786"/>
                  </a:cubicBezTo>
                  <a:cubicBezTo>
                    <a:pt x="2620" y="5525"/>
                    <a:pt x="1929" y="6013"/>
                    <a:pt x="1358" y="6560"/>
                  </a:cubicBezTo>
                  <a:cubicBezTo>
                    <a:pt x="738" y="7144"/>
                    <a:pt x="0" y="8263"/>
                    <a:pt x="179" y="9156"/>
                  </a:cubicBezTo>
                  <a:cubicBezTo>
                    <a:pt x="432" y="9171"/>
                    <a:pt x="686" y="9178"/>
                    <a:pt x="940" y="9178"/>
                  </a:cubicBezTo>
                  <a:cubicBezTo>
                    <a:pt x="2135" y="9178"/>
                    <a:pt x="3340" y="9025"/>
                    <a:pt x="4489" y="8799"/>
                  </a:cubicBezTo>
                  <a:cubicBezTo>
                    <a:pt x="4822" y="8716"/>
                    <a:pt x="5179" y="8644"/>
                    <a:pt x="5406" y="8394"/>
                  </a:cubicBezTo>
                  <a:cubicBezTo>
                    <a:pt x="5668" y="8096"/>
                    <a:pt x="5680" y="7668"/>
                    <a:pt x="5668" y="7263"/>
                  </a:cubicBezTo>
                  <a:cubicBezTo>
                    <a:pt x="5620" y="6072"/>
                    <a:pt x="5322" y="4882"/>
                    <a:pt x="5465" y="3703"/>
                  </a:cubicBezTo>
                  <a:cubicBezTo>
                    <a:pt x="5596" y="2524"/>
                    <a:pt x="6263" y="1274"/>
                    <a:pt x="7406" y="976"/>
                  </a:cubicBezTo>
                  <a:cubicBezTo>
                    <a:pt x="7156" y="655"/>
                    <a:pt x="6894" y="322"/>
                    <a:pt x="6620" y="0"/>
                  </a:cubicBezTo>
                  <a:close/>
                </a:path>
              </a:pathLst>
            </a:custGeom>
            <a:solidFill>
              <a:srgbClr val="77A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24"/>
            <p:cNvSpPr/>
            <p:nvPr/>
          </p:nvSpPr>
          <p:spPr>
            <a:xfrm>
              <a:off x="1224587" y="2138761"/>
              <a:ext cx="200591" cy="142983"/>
            </a:xfrm>
            <a:custGeom>
              <a:rect b="b" l="l" r="r" t="t"/>
              <a:pathLst>
                <a:path extrusionOk="0" h="4609" w="6466">
                  <a:moveTo>
                    <a:pt x="1715" y="0"/>
                  </a:moveTo>
                  <a:cubicBezTo>
                    <a:pt x="1488" y="48"/>
                    <a:pt x="1298" y="155"/>
                    <a:pt x="1119" y="310"/>
                  </a:cubicBezTo>
                  <a:cubicBezTo>
                    <a:pt x="1060" y="357"/>
                    <a:pt x="988" y="453"/>
                    <a:pt x="905" y="560"/>
                  </a:cubicBezTo>
                  <a:lnTo>
                    <a:pt x="429" y="369"/>
                  </a:lnTo>
                  <a:lnTo>
                    <a:pt x="214" y="750"/>
                  </a:lnTo>
                  <a:lnTo>
                    <a:pt x="0" y="1095"/>
                  </a:lnTo>
                  <a:lnTo>
                    <a:pt x="488" y="1405"/>
                  </a:lnTo>
                  <a:cubicBezTo>
                    <a:pt x="452" y="1524"/>
                    <a:pt x="417" y="1667"/>
                    <a:pt x="417" y="1750"/>
                  </a:cubicBezTo>
                  <a:cubicBezTo>
                    <a:pt x="405" y="1977"/>
                    <a:pt x="452" y="2215"/>
                    <a:pt x="536" y="2417"/>
                  </a:cubicBezTo>
                  <a:cubicBezTo>
                    <a:pt x="1024" y="2679"/>
                    <a:pt x="1548" y="2929"/>
                    <a:pt x="2024" y="3179"/>
                  </a:cubicBezTo>
                  <a:cubicBezTo>
                    <a:pt x="2155" y="3120"/>
                    <a:pt x="2262" y="2989"/>
                    <a:pt x="2393" y="2917"/>
                  </a:cubicBezTo>
                  <a:cubicBezTo>
                    <a:pt x="2667" y="3072"/>
                    <a:pt x="2989" y="3215"/>
                    <a:pt x="3262" y="3370"/>
                  </a:cubicBezTo>
                  <a:cubicBezTo>
                    <a:pt x="3346" y="3536"/>
                    <a:pt x="3405" y="3751"/>
                    <a:pt x="3500" y="3893"/>
                  </a:cubicBezTo>
                  <a:cubicBezTo>
                    <a:pt x="3858" y="4072"/>
                    <a:pt x="4167" y="4286"/>
                    <a:pt x="4524" y="4465"/>
                  </a:cubicBezTo>
                  <a:cubicBezTo>
                    <a:pt x="4679" y="4501"/>
                    <a:pt x="4858" y="4608"/>
                    <a:pt x="5060" y="4608"/>
                  </a:cubicBezTo>
                  <a:cubicBezTo>
                    <a:pt x="5070" y="4608"/>
                    <a:pt x="5080" y="4609"/>
                    <a:pt x="5089" y="4609"/>
                  </a:cubicBezTo>
                  <a:cubicBezTo>
                    <a:pt x="5330" y="4609"/>
                    <a:pt x="5568" y="4470"/>
                    <a:pt x="5751" y="4298"/>
                  </a:cubicBezTo>
                  <a:cubicBezTo>
                    <a:pt x="5929" y="4120"/>
                    <a:pt x="6048" y="3882"/>
                    <a:pt x="6167" y="3655"/>
                  </a:cubicBezTo>
                  <a:cubicBezTo>
                    <a:pt x="6167" y="3643"/>
                    <a:pt x="6179" y="3631"/>
                    <a:pt x="6179" y="3631"/>
                  </a:cubicBezTo>
                  <a:cubicBezTo>
                    <a:pt x="6287" y="3405"/>
                    <a:pt x="6382" y="3179"/>
                    <a:pt x="6418" y="2941"/>
                  </a:cubicBezTo>
                  <a:cubicBezTo>
                    <a:pt x="6465" y="2691"/>
                    <a:pt x="6418" y="2405"/>
                    <a:pt x="6251" y="2215"/>
                  </a:cubicBezTo>
                  <a:cubicBezTo>
                    <a:pt x="6120" y="2060"/>
                    <a:pt x="5941" y="1977"/>
                    <a:pt x="5763" y="1881"/>
                  </a:cubicBezTo>
                  <a:cubicBezTo>
                    <a:pt x="5405" y="1703"/>
                    <a:pt x="5048" y="1584"/>
                    <a:pt x="4691" y="1429"/>
                  </a:cubicBezTo>
                  <a:cubicBezTo>
                    <a:pt x="4513" y="1453"/>
                    <a:pt x="4298" y="1524"/>
                    <a:pt x="4120" y="1560"/>
                  </a:cubicBezTo>
                  <a:cubicBezTo>
                    <a:pt x="3822" y="1441"/>
                    <a:pt x="3524" y="1262"/>
                    <a:pt x="3227" y="1155"/>
                  </a:cubicBezTo>
                  <a:cubicBezTo>
                    <a:pt x="3203" y="1012"/>
                    <a:pt x="3250" y="857"/>
                    <a:pt x="3215" y="714"/>
                  </a:cubicBezTo>
                  <a:cubicBezTo>
                    <a:pt x="2727" y="464"/>
                    <a:pt x="2203" y="238"/>
                    <a:pt x="1715" y="0"/>
                  </a:cubicBezTo>
                  <a:close/>
                </a:path>
              </a:pathLst>
            </a:custGeom>
            <a:solidFill>
              <a:srgbClr val="77A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24"/>
            <p:cNvSpPr/>
            <p:nvPr/>
          </p:nvSpPr>
          <p:spPr>
            <a:xfrm>
              <a:off x="1230854" y="2138017"/>
              <a:ext cx="194325" cy="112674"/>
            </a:xfrm>
            <a:custGeom>
              <a:rect b="b" l="l" r="r" t="t"/>
              <a:pathLst>
                <a:path extrusionOk="0" h="3632" w="6264">
                  <a:moveTo>
                    <a:pt x="1513" y="0"/>
                  </a:moveTo>
                  <a:cubicBezTo>
                    <a:pt x="1286" y="60"/>
                    <a:pt x="1096" y="167"/>
                    <a:pt x="917" y="322"/>
                  </a:cubicBezTo>
                  <a:cubicBezTo>
                    <a:pt x="858" y="357"/>
                    <a:pt x="774" y="465"/>
                    <a:pt x="703" y="572"/>
                  </a:cubicBezTo>
                  <a:lnTo>
                    <a:pt x="227" y="381"/>
                  </a:lnTo>
                  <a:lnTo>
                    <a:pt x="0" y="762"/>
                  </a:lnTo>
                  <a:lnTo>
                    <a:pt x="870" y="1191"/>
                  </a:lnTo>
                  <a:cubicBezTo>
                    <a:pt x="870" y="1191"/>
                    <a:pt x="959" y="786"/>
                    <a:pt x="1263" y="786"/>
                  </a:cubicBezTo>
                  <a:cubicBezTo>
                    <a:pt x="1292" y="786"/>
                    <a:pt x="1324" y="790"/>
                    <a:pt x="1358" y="798"/>
                  </a:cubicBezTo>
                  <a:cubicBezTo>
                    <a:pt x="1572" y="834"/>
                    <a:pt x="1953" y="1036"/>
                    <a:pt x="2286" y="1215"/>
                  </a:cubicBezTo>
                  <a:cubicBezTo>
                    <a:pt x="2608" y="1393"/>
                    <a:pt x="2834" y="1715"/>
                    <a:pt x="2858" y="2072"/>
                  </a:cubicBezTo>
                  <a:lnTo>
                    <a:pt x="3965" y="2727"/>
                  </a:lnTo>
                  <a:cubicBezTo>
                    <a:pt x="3965" y="2727"/>
                    <a:pt x="4526" y="2072"/>
                    <a:pt x="4828" y="2072"/>
                  </a:cubicBezTo>
                  <a:cubicBezTo>
                    <a:pt x="4867" y="2072"/>
                    <a:pt x="4901" y="2083"/>
                    <a:pt x="4930" y="2108"/>
                  </a:cubicBezTo>
                  <a:cubicBezTo>
                    <a:pt x="5168" y="2286"/>
                    <a:pt x="6073" y="2822"/>
                    <a:pt x="6025" y="3251"/>
                  </a:cubicBezTo>
                  <a:cubicBezTo>
                    <a:pt x="6001" y="3334"/>
                    <a:pt x="5989" y="3477"/>
                    <a:pt x="5977" y="3632"/>
                  </a:cubicBezTo>
                  <a:cubicBezTo>
                    <a:pt x="6073" y="3417"/>
                    <a:pt x="6180" y="3191"/>
                    <a:pt x="6216" y="2953"/>
                  </a:cubicBezTo>
                  <a:cubicBezTo>
                    <a:pt x="6263" y="2703"/>
                    <a:pt x="6216" y="2417"/>
                    <a:pt x="6049" y="2227"/>
                  </a:cubicBezTo>
                  <a:cubicBezTo>
                    <a:pt x="5918" y="2072"/>
                    <a:pt x="5739" y="1989"/>
                    <a:pt x="5561" y="1893"/>
                  </a:cubicBezTo>
                  <a:cubicBezTo>
                    <a:pt x="5203" y="1715"/>
                    <a:pt x="4846" y="1596"/>
                    <a:pt x="4489" y="1429"/>
                  </a:cubicBezTo>
                  <a:cubicBezTo>
                    <a:pt x="4311" y="1465"/>
                    <a:pt x="4096" y="1536"/>
                    <a:pt x="3918" y="1572"/>
                  </a:cubicBezTo>
                  <a:cubicBezTo>
                    <a:pt x="3620" y="1453"/>
                    <a:pt x="3322" y="1274"/>
                    <a:pt x="3025" y="1167"/>
                  </a:cubicBezTo>
                  <a:cubicBezTo>
                    <a:pt x="3001" y="1012"/>
                    <a:pt x="3048" y="869"/>
                    <a:pt x="3013" y="715"/>
                  </a:cubicBezTo>
                  <a:cubicBezTo>
                    <a:pt x="2525" y="477"/>
                    <a:pt x="2001" y="238"/>
                    <a:pt x="1513" y="0"/>
                  </a:cubicBezTo>
                  <a:close/>
                </a:path>
              </a:pathLst>
            </a:custGeom>
            <a:solidFill>
              <a:srgbClr val="9ABF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24"/>
            <p:cNvSpPr/>
            <p:nvPr/>
          </p:nvSpPr>
          <p:spPr>
            <a:xfrm>
              <a:off x="1575824" y="1931159"/>
              <a:ext cx="175494" cy="289254"/>
            </a:xfrm>
            <a:custGeom>
              <a:rect b="b" l="l" r="r" t="t"/>
              <a:pathLst>
                <a:path extrusionOk="0" h="9324" w="5657">
                  <a:moveTo>
                    <a:pt x="3989" y="1"/>
                  </a:moveTo>
                  <a:cubicBezTo>
                    <a:pt x="3989" y="1"/>
                    <a:pt x="2108" y="1394"/>
                    <a:pt x="1632" y="2001"/>
                  </a:cubicBezTo>
                  <a:cubicBezTo>
                    <a:pt x="1156" y="2608"/>
                    <a:pt x="1" y="8978"/>
                    <a:pt x="1" y="8978"/>
                  </a:cubicBezTo>
                  <a:lnTo>
                    <a:pt x="5656" y="9323"/>
                  </a:lnTo>
                  <a:lnTo>
                    <a:pt x="3989" y="1"/>
                  </a:lnTo>
                  <a:close/>
                </a:path>
              </a:pathLst>
            </a:custGeom>
            <a:solidFill>
              <a:srgbClr val="63C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24"/>
            <p:cNvSpPr/>
            <p:nvPr/>
          </p:nvSpPr>
          <p:spPr>
            <a:xfrm>
              <a:off x="1511576" y="3939742"/>
              <a:ext cx="351640" cy="140036"/>
            </a:xfrm>
            <a:custGeom>
              <a:rect b="b" l="l" r="r" t="t"/>
              <a:pathLst>
                <a:path extrusionOk="0" h="4514" w="11335">
                  <a:moveTo>
                    <a:pt x="5810" y="1"/>
                  </a:moveTo>
                  <a:cubicBezTo>
                    <a:pt x="5620" y="418"/>
                    <a:pt x="5108" y="1370"/>
                    <a:pt x="4548" y="1811"/>
                  </a:cubicBezTo>
                  <a:cubicBezTo>
                    <a:pt x="3822" y="2394"/>
                    <a:pt x="1107" y="3382"/>
                    <a:pt x="381" y="3704"/>
                  </a:cubicBezTo>
                  <a:cubicBezTo>
                    <a:pt x="131" y="3823"/>
                    <a:pt x="36" y="4049"/>
                    <a:pt x="0" y="4239"/>
                  </a:cubicBezTo>
                  <a:lnTo>
                    <a:pt x="11335" y="4513"/>
                  </a:lnTo>
                  <a:cubicBezTo>
                    <a:pt x="11299" y="4001"/>
                    <a:pt x="11109" y="1537"/>
                    <a:pt x="10823" y="251"/>
                  </a:cubicBezTo>
                  <a:lnTo>
                    <a:pt x="5810" y="1"/>
                  </a:lnTo>
                  <a:close/>
                </a:path>
              </a:pathLst>
            </a:custGeom>
            <a:solidFill>
              <a:srgbClr val="D945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24"/>
            <p:cNvSpPr/>
            <p:nvPr/>
          </p:nvSpPr>
          <p:spPr>
            <a:xfrm>
              <a:off x="1510832" y="4071246"/>
              <a:ext cx="352757" cy="43990"/>
            </a:xfrm>
            <a:custGeom>
              <a:rect b="b" l="l" r="r" t="t"/>
              <a:pathLst>
                <a:path extrusionOk="0" h="1418" w="11371">
                  <a:moveTo>
                    <a:pt x="24" y="0"/>
                  </a:moveTo>
                  <a:lnTo>
                    <a:pt x="0" y="1120"/>
                  </a:lnTo>
                  <a:lnTo>
                    <a:pt x="11347" y="1417"/>
                  </a:lnTo>
                  <a:lnTo>
                    <a:pt x="11371" y="298"/>
                  </a:lnTo>
                  <a:lnTo>
                    <a:pt x="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24"/>
            <p:cNvSpPr/>
            <p:nvPr/>
          </p:nvSpPr>
          <p:spPr>
            <a:xfrm>
              <a:off x="1629586" y="3980412"/>
              <a:ext cx="55996" cy="38375"/>
            </a:xfrm>
            <a:custGeom>
              <a:rect b="b" l="l" r="r" t="t"/>
              <a:pathLst>
                <a:path extrusionOk="0" h="1237" w="1805">
                  <a:moveTo>
                    <a:pt x="379" y="1"/>
                  </a:moveTo>
                  <a:cubicBezTo>
                    <a:pt x="160" y="1"/>
                    <a:pt x="1" y="184"/>
                    <a:pt x="137" y="404"/>
                  </a:cubicBezTo>
                  <a:cubicBezTo>
                    <a:pt x="280" y="642"/>
                    <a:pt x="518" y="785"/>
                    <a:pt x="756" y="916"/>
                  </a:cubicBezTo>
                  <a:cubicBezTo>
                    <a:pt x="971" y="1047"/>
                    <a:pt x="1185" y="1154"/>
                    <a:pt x="1447" y="1214"/>
                  </a:cubicBezTo>
                  <a:cubicBezTo>
                    <a:pt x="1486" y="1227"/>
                    <a:pt x="1525" y="1237"/>
                    <a:pt x="1564" y="1237"/>
                  </a:cubicBezTo>
                  <a:cubicBezTo>
                    <a:pt x="1597" y="1237"/>
                    <a:pt x="1629" y="1230"/>
                    <a:pt x="1661" y="1214"/>
                  </a:cubicBezTo>
                  <a:cubicBezTo>
                    <a:pt x="1804" y="1154"/>
                    <a:pt x="1768" y="1012"/>
                    <a:pt x="1709" y="904"/>
                  </a:cubicBezTo>
                  <a:cubicBezTo>
                    <a:pt x="1709" y="893"/>
                    <a:pt x="1709" y="881"/>
                    <a:pt x="1697" y="857"/>
                  </a:cubicBezTo>
                  <a:cubicBezTo>
                    <a:pt x="1459" y="440"/>
                    <a:pt x="935" y="119"/>
                    <a:pt x="471" y="11"/>
                  </a:cubicBezTo>
                  <a:cubicBezTo>
                    <a:pt x="439" y="4"/>
                    <a:pt x="408"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24"/>
            <p:cNvSpPr/>
            <p:nvPr/>
          </p:nvSpPr>
          <p:spPr>
            <a:xfrm>
              <a:off x="1602969" y="3998529"/>
              <a:ext cx="55623" cy="38251"/>
            </a:xfrm>
            <a:custGeom>
              <a:rect b="b" l="l" r="r" t="t"/>
              <a:pathLst>
                <a:path extrusionOk="0" h="1233" w="1793">
                  <a:moveTo>
                    <a:pt x="376" y="0"/>
                  </a:moveTo>
                  <a:cubicBezTo>
                    <a:pt x="151" y="0"/>
                    <a:pt x="0" y="182"/>
                    <a:pt x="126" y="392"/>
                  </a:cubicBezTo>
                  <a:cubicBezTo>
                    <a:pt x="281" y="630"/>
                    <a:pt x="507" y="785"/>
                    <a:pt x="757" y="916"/>
                  </a:cubicBezTo>
                  <a:cubicBezTo>
                    <a:pt x="959" y="1047"/>
                    <a:pt x="1186" y="1154"/>
                    <a:pt x="1436" y="1213"/>
                  </a:cubicBezTo>
                  <a:cubicBezTo>
                    <a:pt x="1479" y="1221"/>
                    <a:pt x="1527" y="1232"/>
                    <a:pt x="1574" y="1232"/>
                  </a:cubicBezTo>
                  <a:cubicBezTo>
                    <a:pt x="1604" y="1232"/>
                    <a:pt x="1634" y="1227"/>
                    <a:pt x="1662" y="1213"/>
                  </a:cubicBezTo>
                  <a:cubicBezTo>
                    <a:pt x="1793" y="1154"/>
                    <a:pt x="1769" y="1011"/>
                    <a:pt x="1710" y="904"/>
                  </a:cubicBezTo>
                  <a:cubicBezTo>
                    <a:pt x="1710" y="892"/>
                    <a:pt x="1710" y="868"/>
                    <a:pt x="1686" y="856"/>
                  </a:cubicBezTo>
                  <a:cubicBezTo>
                    <a:pt x="1448" y="439"/>
                    <a:pt x="924" y="94"/>
                    <a:pt x="471" y="11"/>
                  </a:cubicBezTo>
                  <a:cubicBezTo>
                    <a:pt x="438" y="4"/>
                    <a:pt x="407" y="0"/>
                    <a:pt x="3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24"/>
            <p:cNvSpPr/>
            <p:nvPr/>
          </p:nvSpPr>
          <p:spPr>
            <a:xfrm>
              <a:off x="1570085" y="4009604"/>
              <a:ext cx="55654" cy="38251"/>
            </a:xfrm>
            <a:custGeom>
              <a:rect b="b" l="l" r="r" t="t"/>
              <a:pathLst>
                <a:path extrusionOk="0" h="1233" w="1794">
                  <a:moveTo>
                    <a:pt x="376" y="1"/>
                  </a:moveTo>
                  <a:cubicBezTo>
                    <a:pt x="152" y="1"/>
                    <a:pt x="1" y="182"/>
                    <a:pt x="126" y="392"/>
                  </a:cubicBezTo>
                  <a:cubicBezTo>
                    <a:pt x="281" y="630"/>
                    <a:pt x="519" y="785"/>
                    <a:pt x="757" y="916"/>
                  </a:cubicBezTo>
                  <a:cubicBezTo>
                    <a:pt x="960" y="1047"/>
                    <a:pt x="1186" y="1154"/>
                    <a:pt x="1436" y="1214"/>
                  </a:cubicBezTo>
                  <a:cubicBezTo>
                    <a:pt x="1487" y="1221"/>
                    <a:pt x="1533" y="1232"/>
                    <a:pt x="1577" y="1232"/>
                  </a:cubicBezTo>
                  <a:cubicBezTo>
                    <a:pt x="1606" y="1232"/>
                    <a:pt x="1634" y="1228"/>
                    <a:pt x="1662" y="1214"/>
                  </a:cubicBezTo>
                  <a:cubicBezTo>
                    <a:pt x="1793" y="1154"/>
                    <a:pt x="1769" y="1011"/>
                    <a:pt x="1710" y="904"/>
                  </a:cubicBezTo>
                  <a:cubicBezTo>
                    <a:pt x="1710" y="892"/>
                    <a:pt x="1710" y="868"/>
                    <a:pt x="1686" y="856"/>
                  </a:cubicBezTo>
                  <a:cubicBezTo>
                    <a:pt x="1460" y="440"/>
                    <a:pt x="936" y="118"/>
                    <a:pt x="472" y="11"/>
                  </a:cubicBezTo>
                  <a:cubicBezTo>
                    <a:pt x="439" y="4"/>
                    <a:pt x="407" y="1"/>
                    <a:pt x="3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24"/>
            <p:cNvSpPr/>
            <p:nvPr/>
          </p:nvSpPr>
          <p:spPr>
            <a:xfrm>
              <a:off x="2016840" y="3869258"/>
              <a:ext cx="227209" cy="273401"/>
            </a:xfrm>
            <a:custGeom>
              <a:rect b="b" l="l" r="r" t="t"/>
              <a:pathLst>
                <a:path extrusionOk="0" h="8813" w="7324">
                  <a:moveTo>
                    <a:pt x="4766" y="1"/>
                  </a:moveTo>
                  <a:cubicBezTo>
                    <a:pt x="3836" y="1"/>
                    <a:pt x="834" y="689"/>
                    <a:pt x="834" y="689"/>
                  </a:cubicBezTo>
                  <a:cubicBezTo>
                    <a:pt x="834" y="689"/>
                    <a:pt x="1061" y="2701"/>
                    <a:pt x="834" y="3047"/>
                  </a:cubicBezTo>
                  <a:cubicBezTo>
                    <a:pt x="692" y="3273"/>
                    <a:pt x="370" y="4904"/>
                    <a:pt x="180" y="6142"/>
                  </a:cubicBezTo>
                  <a:cubicBezTo>
                    <a:pt x="72" y="6809"/>
                    <a:pt x="1" y="7357"/>
                    <a:pt x="1" y="7523"/>
                  </a:cubicBezTo>
                  <a:cubicBezTo>
                    <a:pt x="1" y="7961"/>
                    <a:pt x="3303" y="8812"/>
                    <a:pt x="4130" y="8812"/>
                  </a:cubicBezTo>
                  <a:cubicBezTo>
                    <a:pt x="4158" y="8812"/>
                    <a:pt x="4182" y="8811"/>
                    <a:pt x="4204" y="8809"/>
                  </a:cubicBezTo>
                  <a:cubicBezTo>
                    <a:pt x="4871" y="8750"/>
                    <a:pt x="7323" y="7023"/>
                    <a:pt x="7323" y="7023"/>
                  </a:cubicBezTo>
                  <a:cubicBezTo>
                    <a:pt x="7323" y="7023"/>
                    <a:pt x="7216" y="6666"/>
                    <a:pt x="7073" y="6107"/>
                  </a:cubicBezTo>
                  <a:cubicBezTo>
                    <a:pt x="6549" y="4249"/>
                    <a:pt x="5359" y="154"/>
                    <a:pt x="4978" y="23"/>
                  </a:cubicBezTo>
                  <a:cubicBezTo>
                    <a:pt x="4931" y="7"/>
                    <a:pt x="4859" y="1"/>
                    <a:pt x="4766" y="1"/>
                  </a:cubicBezTo>
                  <a:close/>
                </a:path>
              </a:pathLst>
            </a:custGeom>
            <a:solidFill>
              <a:srgbClr val="D945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24"/>
            <p:cNvSpPr/>
            <p:nvPr/>
          </p:nvSpPr>
          <p:spPr>
            <a:xfrm>
              <a:off x="2016840" y="4058682"/>
              <a:ext cx="227209" cy="83978"/>
            </a:xfrm>
            <a:custGeom>
              <a:rect b="b" l="l" r="r" t="t"/>
              <a:pathLst>
                <a:path extrusionOk="0" h="2707" w="7324">
                  <a:moveTo>
                    <a:pt x="7073" y="1"/>
                  </a:moveTo>
                  <a:cubicBezTo>
                    <a:pt x="6180" y="405"/>
                    <a:pt x="5133" y="882"/>
                    <a:pt x="4585" y="1072"/>
                  </a:cubicBezTo>
                  <a:cubicBezTo>
                    <a:pt x="4475" y="1113"/>
                    <a:pt x="4333" y="1132"/>
                    <a:pt x="4167" y="1132"/>
                  </a:cubicBezTo>
                  <a:cubicBezTo>
                    <a:pt x="3131" y="1132"/>
                    <a:pt x="1165" y="416"/>
                    <a:pt x="180" y="36"/>
                  </a:cubicBezTo>
                  <a:cubicBezTo>
                    <a:pt x="72" y="703"/>
                    <a:pt x="1" y="1251"/>
                    <a:pt x="1" y="1417"/>
                  </a:cubicBezTo>
                  <a:cubicBezTo>
                    <a:pt x="1" y="1855"/>
                    <a:pt x="3303" y="2706"/>
                    <a:pt x="4130" y="2706"/>
                  </a:cubicBezTo>
                  <a:cubicBezTo>
                    <a:pt x="4158" y="2706"/>
                    <a:pt x="4182" y="2705"/>
                    <a:pt x="4204" y="2703"/>
                  </a:cubicBezTo>
                  <a:cubicBezTo>
                    <a:pt x="4871" y="2644"/>
                    <a:pt x="7323" y="917"/>
                    <a:pt x="7323" y="917"/>
                  </a:cubicBezTo>
                  <a:cubicBezTo>
                    <a:pt x="7323" y="917"/>
                    <a:pt x="7216" y="560"/>
                    <a:pt x="70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24"/>
            <p:cNvSpPr/>
            <p:nvPr/>
          </p:nvSpPr>
          <p:spPr>
            <a:xfrm>
              <a:off x="1621644" y="2663228"/>
              <a:ext cx="631618" cy="1326832"/>
            </a:xfrm>
            <a:custGeom>
              <a:rect b="b" l="l" r="r" t="t"/>
              <a:pathLst>
                <a:path extrusionOk="0" h="42770" w="20360">
                  <a:moveTo>
                    <a:pt x="1762" y="1"/>
                  </a:moveTo>
                  <a:cubicBezTo>
                    <a:pt x="1762" y="1"/>
                    <a:pt x="1584" y="3287"/>
                    <a:pt x="1358" y="6668"/>
                  </a:cubicBezTo>
                  <a:cubicBezTo>
                    <a:pt x="941" y="12931"/>
                    <a:pt x="357" y="22039"/>
                    <a:pt x="417" y="22897"/>
                  </a:cubicBezTo>
                  <a:cubicBezTo>
                    <a:pt x="524" y="24230"/>
                    <a:pt x="0" y="42101"/>
                    <a:pt x="0" y="42101"/>
                  </a:cubicBezTo>
                  <a:cubicBezTo>
                    <a:pt x="0" y="42101"/>
                    <a:pt x="2345" y="42770"/>
                    <a:pt x="4987" y="42770"/>
                  </a:cubicBezTo>
                  <a:cubicBezTo>
                    <a:pt x="6043" y="42770"/>
                    <a:pt x="7147" y="42663"/>
                    <a:pt x="8168" y="42363"/>
                  </a:cubicBezTo>
                  <a:cubicBezTo>
                    <a:pt x="8442" y="42292"/>
                    <a:pt x="8692" y="42209"/>
                    <a:pt x="8942" y="42101"/>
                  </a:cubicBezTo>
                  <a:lnTo>
                    <a:pt x="7656" y="21742"/>
                  </a:lnTo>
                  <a:lnTo>
                    <a:pt x="8347" y="7407"/>
                  </a:lnTo>
                  <a:lnTo>
                    <a:pt x="8394" y="6454"/>
                  </a:lnTo>
                  <a:lnTo>
                    <a:pt x="8549" y="7395"/>
                  </a:lnTo>
                  <a:lnTo>
                    <a:pt x="11192" y="22408"/>
                  </a:lnTo>
                  <a:lnTo>
                    <a:pt x="11740" y="41673"/>
                  </a:lnTo>
                  <a:cubicBezTo>
                    <a:pt x="11740" y="41673"/>
                    <a:pt x="12996" y="42012"/>
                    <a:pt x="14863" y="42012"/>
                  </a:cubicBezTo>
                  <a:cubicBezTo>
                    <a:pt x="16257" y="42012"/>
                    <a:pt x="17993" y="41823"/>
                    <a:pt x="19800" y="41161"/>
                  </a:cubicBezTo>
                  <a:cubicBezTo>
                    <a:pt x="19884" y="41137"/>
                    <a:pt x="19955" y="41101"/>
                    <a:pt x="20050" y="41077"/>
                  </a:cubicBezTo>
                  <a:cubicBezTo>
                    <a:pt x="20360" y="40958"/>
                    <a:pt x="17684" y="21754"/>
                    <a:pt x="17681" y="21754"/>
                  </a:cubicBezTo>
                  <a:cubicBezTo>
                    <a:pt x="17681" y="21754"/>
                    <a:pt x="17681" y="21754"/>
                    <a:pt x="17681" y="21754"/>
                  </a:cubicBezTo>
                  <a:lnTo>
                    <a:pt x="17300" y="5918"/>
                  </a:lnTo>
                  <a:lnTo>
                    <a:pt x="17336" y="727"/>
                  </a:lnTo>
                  <a:lnTo>
                    <a:pt x="1762" y="1"/>
                  </a:lnTo>
                  <a:close/>
                </a:path>
              </a:pathLst>
            </a:custGeom>
            <a:solidFill>
              <a:srgbClr val="414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24"/>
            <p:cNvSpPr/>
            <p:nvPr/>
          </p:nvSpPr>
          <p:spPr>
            <a:xfrm>
              <a:off x="1670008" y="2662142"/>
              <a:ext cx="489442" cy="120367"/>
            </a:xfrm>
            <a:custGeom>
              <a:rect b="b" l="l" r="r" t="t"/>
              <a:pathLst>
                <a:path extrusionOk="0" h="3880" w="15777">
                  <a:moveTo>
                    <a:pt x="180" y="0"/>
                  </a:moveTo>
                  <a:cubicBezTo>
                    <a:pt x="180" y="0"/>
                    <a:pt x="108" y="1786"/>
                    <a:pt x="1" y="3405"/>
                  </a:cubicBezTo>
                  <a:cubicBezTo>
                    <a:pt x="1387" y="3756"/>
                    <a:pt x="3310" y="3879"/>
                    <a:pt x="5337" y="3879"/>
                  </a:cubicBezTo>
                  <a:cubicBezTo>
                    <a:pt x="10064" y="3879"/>
                    <a:pt x="15361" y="3205"/>
                    <a:pt x="15753" y="3155"/>
                  </a:cubicBezTo>
                  <a:lnTo>
                    <a:pt x="15777" y="726"/>
                  </a:lnTo>
                  <a:lnTo>
                    <a:pt x="1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24"/>
            <p:cNvSpPr/>
            <p:nvPr/>
          </p:nvSpPr>
          <p:spPr>
            <a:xfrm>
              <a:off x="2090735" y="3977899"/>
              <a:ext cx="64279" cy="23298"/>
            </a:xfrm>
            <a:custGeom>
              <a:rect b="b" l="l" r="r" t="t"/>
              <a:pathLst>
                <a:path extrusionOk="0" h="751" w="2072">
                  <a:moveTo>
                    <a:pt x="1149" y="1"/>
                  </a:moveTo>
                  <a:cubicBezTo>
                    <a:pt x="854" y="1"/>
                    <a:pt x="552" y="64"/>
                    <a:pt x="298" y="164"/>
                  </a:cubicBezTo>
                  <a:cubicBezTo>
                    <a:pt x="60" y="283"/>
                    <a:pt x="0" y="581"/>
                    <a:pt x="274" y="688"/>
                  </a:cubicBezTo>
                  <a:cubicBezTo>
                    <a:pt x="405" y="735"/>
                    <a:pt x="542" y="750"/>
                    <a:pt x="679" y="750"/>
                  </a:cubicBezTo>
                  <a:cubicBezTo>
                    <a:pt x="816" y="750"/>
                    <a:pt x="953" y="735"/>
                    <a:pt x="1084" y="723"/>
                  </a:cubicBezTo>
                  <a:cubicBezTo>
                    <a:pt x="1346" y="688"/>
                    <a:pt x="1596" y="640"/>
                    <a:pt x="1822" y="533"/>
                  </a:cubicBezTo>
                  <a:cubicBezTo>
                    <a:pt x="1893" y="509"/>
                    <a:pt x="1953" y="462"/>
                    <a:pt x="2000" y="402"/>
                  </a:cubicBezTo>
                  <a:cubicBezTo>
                    <a:pt x="2072" y="283"/>
                    <a:pt x="1953" y="188"/>
                    <a:pt x="1846" y="140"/>
                  </a:cubicBezTo>
                  <a:cubicBezTo>
                    <a:pt x="1834" y="140"/>
                    <a:pt x="1822" y="128"/>
                    <a:pt x="1798" y="128"/>
                  </a:cubicBezTo>
                  <a:cubicBezTo>
                    <a:pt x="1605" y="39"/>
                    <a:pt x="1379" y="1"/>
                    <a:pt x="11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24"/>
            <p:cNvSpPr/>
            <p:nvPr/>
          </p:nvSpPr>
          <p:spPr>
            <a:xfrm>
              <a:off x="2090735" y="4008115"/>
              <a:ext cx="64279" cy="22988"/>
            </a:xfrm>
            <a:custGeom>
              <a:rect b="b" l="l" r="r" t="t"/>
              <a:pathLst>
                <a:path extrusionOk="0" h="741" w="2072">
                  <a:moveTo>
                    <a:pt x="1155" y="0"/>
                  </a:moveTo>
                  <a:cubicBezTo>
                    <a:pt x="858" y="0"/>
                    <a:pt x="553" y="60"/>
                    <a:pt x="298" y="154"/>
                  </a:cubicBezTo>
                  <a:cubicBezTo>
                    <a:pt x="60" y="273"/>
                    <a:pt x="0" y="571"/>
                    <a:pt x="274" y="678"/>
                  </a:cubicBezTo>
                  <a:cubicBezTo>
                    <a:pt x="405" y="726"/>
                    <a:pt x="542" y="741"/>
                    <a:pt x="679" y="741"/>
                  </a:cubicBezTo>
                  <a:cubicBezTo>
                    <a:pt x="816" y="741"/>
                    <a:pt x="953" y="726"/>
                    <a:pt x="1084" y="714"/>
                  </a:cubicBezTo>
                  <a:cubicBezTo>
                    <a:pt x="1346" y="678"/>
                    <a:pt x="1596" y="642"/>
                    <a:pt x="1822" y="535"/>
                  </a:cubicBezTo>
                  <a:cubicBezTo>
                    <a:pt x="1893" y="500"/>
                    <a:pt x="1953" y="452"/>
                    <a:pt x="2000" y="404"/>
                  </a:cubicBezTo>
                  <a:cubicBezTo>
                    <a:pt x="2072" y="285"/>
                    <a:pt x="1953" y="178"/>
                    <a:pt x="1846" y="130"/>
                  </a:cubicBezTo>
                  <a:cubicBezTo>
                    <a:pt x="1834" y="130"/>
                    <a:pt x="1822" y="119"/>
                    <a:pt x="1798" y="119"/>
                  </a:cubicBezTo>
                  <a:cubicBezTo>
                    <a:pt x="1606" y="36"/>
                    <a:pt x="1383" y="0"/>
                    <a:pt x="11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24"/>
            <p:cNvSpPr/>
            <p:nvPr/>
          </p:nvSpPr>
          <p:spPr>
            <a:xfrm>
              <a:off x="2093682" y="4035570"/>
              <a:ext cx="63937" cy="23236"/>
            </a:xfrm>
            <a:custGeom>
              <a:rect b="b" l="l" r="r" t="t"/>
              <a:pathLst>
                <a:path extrusionOk="0" h="749" w="2061">
                  <a:moveTo>
                    <a:pt x="1127" y="0"/>
                  </a:moveTo>
                  <a:cubicBezTo>
                    <a:pt x="836" y="0"/>
                    <a:pt x="539" y="58"/>
                    <a:pt x="298" y="162"/>
                  </a:cubicBezTo>
                  <a:cubicBezTo>
                    <a:pt x="60" y="281"/>
                    <a:pt x="0" y="579"/>
                    <a:pt x="262" y="686"/>
                  </a:cubicBezTo>
                  <a:cubicBezTo>
                    <a:pt x="399" y="734"/>
                    <a:pt x="536" y="749"/>
                    <a:pt x="673" y="749"/>
                  </a:cubicBezTo>
                  <a:cubicBezTo>
                    <a:pt x="810" y="749"/>
                    <a:pt x="947" y="734"/>
                    <a:pt x="1084" y="722"/>
                  </a:cubicBezTo>
                  <a:cubicBezTo>
                    <a:pt x="1334" y="686"/>
                    <a:pt x="1584" y="650"/>
                    <a:pt x="1810" y="543"/>
                  </a:cubicBezTo>
                  <a:cubicBezTo>
                    <a:pt x="1882" y="508"/>
                    <a:pt x="1941" y="460"/>
                    <a:pt x="1989" y="412"/>
                  </a:cubicBezTo>
                  <a:cubicBezTo>
                    <a:pt x="2060" y="293"/>
                    <a:pt x="1941" y="186"/>
                    <a:pt x="1846" y="138"/>
                  </a:cubicBezTo>
                  <a:cubicBezTo>
                    <a:pt x="1822" y="138"/>
                    <a:pt x="1810" y="127"/>
                    <a:pt x="1798" y="127"/>
                  </a:cubicBezTo>
                  <a:cubicBezTo>
                    <a:pt x="1604" y="40"/>
                    <a:pt x="1368" y="0"/>
                    <a:pt x="11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24"/>
            <p:cNvSpPr/>
            <p:nvPr/>
          </p:nvSpPr>
          <p:spPr>
            <a:xfrm>
              <a:off x="1645283" y="1831452"/>
              <a:ext cx="568829" cy="907532"/>
            </a:xfrm>
            <a:custGeom>
              <a:rect b="b" l="l" r="r" t="t"/>
              <a:pathLst>
                <a:path extrusionOk="0" h="29254" w="18336">
                  <a:moveTo>
                    <a:pt x="11025" y="0"/>
                  </a:moveTo>
                  <a:lnTo>
                    <a:pt x="7787" y="512"/>
                  </a:lnTo>
                  <a:lnTo>
                    <a:pt x="1750" y="3191"/>
                  </a:lnTo>
                  <a:cubicBezTo>
                    <a:pt x="1750" y="3191"/>
                    <a:pt x="2489" y="13418"/>
                    <a:pt x="2703" y="14216"/>
                  </a:cubicBezTo>
                  <a:cubicBezTo>
                    <a:pt x="2941" y="15038"/>
                    <a:pt x="0" y="28135"/>
                    <a:pt x="0" y="28135"/>
                  </a:cubicBezTo>
                  <a:cubicBezTo>
                    <a:pt x="2286" y="28980"/>
                    <a:pt x="5072" y="29254"/>
                    <a:pt x="7680" y="29254"/>
                  </a:cubicBezTo>
                  <a:lnTo>
                    <a:pt x="8216" y="29254"/>
                  </a:lnTo>
                  <a:cubicBezTo>
                    <a:pt x="12395" y="29194"/>
                    <a:pt x="17371" y="28611"/>
                    <a:pt x="17371" y="28611"/>
                  </a:cubicBezTo>
                  <a:cubicBezTo>
                    <a:pt x="18336" y="20479"/>
                    <a:pt x="16574" y="2143"/>
                    <a:pt x="16502" y="1691"/>
                  </a:cubicBezTo>
                  <a:cubicBezTo>
                    <a:pt x="16383" y="1465"/>
                    <a:pt x="11025" y="0"/>
                    <a:pt x="11025" y="0"/>
                  </a:cubicBezTo>
                  <a:close/>
                </a:path>
              </a:pathLst>
            </a:custGeom>
            <a:solidFill>
              <a:srgbClr val="63C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24"/>
            <p:cNvSpPr/>
            <p:nvPr/>
          </p:nvSpPr>
          <p:spPr>
            <a:xfrm>
              <a:off x="1694764" y="1970681"/>
              <a:ext cx="24787" cy="205772"/>
            </a:xfrm>
            <a:custGeom>
              <a:rect b="b" l="l" r="r" t="t"/>
              <a:pathLst>
                <a:path extrusionOk="0" h="6633" w="799">
                  <a:moveTo>
                    <a:pt x="667" y="1"/>
                  </a:moveTo>
                  <a:lnTo>
                    <a:pt x="1" y="5871"/>
                  </a:lnTo>
                  <a:lnTo>
                    <a:pt x="798" y="6633"/>
                  </a:lnTo>
                  <a:lnTo>
                    <a:pt x="667" y="1"/>
                  </a:lnTo>
                  <a:close/>
                </a:path>
              </a:pathLst>
            </a:custGeom>
            <a:solidFill>
              <a:srgbClr val="3BA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24"/>
            <p:cNvSpPr/>
            <p:nvPr/>
          </p:nvSpPr>
          <p:spPr>
            <a:xfrm>
              <a:off x="1836227" y="1816655"/>
              <a:ext cx="215017" cy="166994"/>
            </a:xfrm>
            <a:custGeom>
              <a:rect b="b" l="l" r="r" t="t"/>
              <a:pathLst>
                <a:path extrusionOk="0" h="5383" w="6931">
                  <a:moveTo>
                    <a:pt x="4859" y="1"/>
                  </a:moveTo>
                  <a:lnTo>
                    <a:pt x="1549" y="584"/>
                  </a:lnTo>
                  <a:cubicBezTo>
                    <a:pt x="1549" y="584"/>
                    <a:pt x="346" y="1584"/>
                    <a:pt x="179" y="1656"/>
                  </a:cubicBezTo>
                  <a:cubicBezTo>
                    <a:pt x="1" y="1727"/>
                    <a:pt x="298" y="4966"/>
                    <a:pt x="298" y="4966"/>
                  </a:cubicBezTo>
                  <a:lnTo>
                    <a:pt x="1942" y="3739"/>
                  </a:lnTo>
                  <a:lnTo>
                    <a:pt x="4132" y="5382"/>
                  </a:lnTo>
                  <a:cubicBezTo>
                    <a:pt x="4847" y="4799"/>
                    <a:pt x="6930" y="1287"/>
                    <a:pt x="6775" y="941"/>
                  </a:cubicBezTo>
                  <a:cubicBezTo>
                    <a:pt x="6633" y="596"/>
                    <a:pt x="4859" y="1"/>
                    <a:pt x="4859" y="1"/>
                  </a:cubicBezTo>
                  <a:close/>
                </a:path>
              </a:pathLst>
            </a:custGeom>
            <a:solidFill>
              <a:srgbClr val="3BA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24"/>
            <p:cNvSpPr/>
            <p:nvPr/>
          </p:nvSpPr>
          <p:spPr>
            <a:xfrm>
              <a:off x="1872058" y="1729854"/>
              <a:ext cx="116769" cy="188058"/>
            </a:xfrm>
            <a:custGeom>
              <a:rect b="b" l="l" r="r" t="t"/>
              <a:pathLst>
                <a:path extrusionOk="0" h="6062" w="3764">
                  <a:moveTo>
                    <a:pt x="3370" y="1"/>
                  </a:moveTo>
                  <a:lnTo>
                    <a:pt x="1" y="977"/>
                  </a:lnTo>
                  <a:lnTo>
                    <a:pt x="370" y="3180"/>
                  </a:lnTo>
                  <a:lnTo>
                    <a:pt x="477" y="3811"/>
                  </a:lnTo>
                  <a:lnTo>
                    <a:pt x="739" y="6061"/>
                  </a:lnTo>
                  <a:lnTo>
                    <a:pt x="3692" y="4097"/>
                  </a:lnTo>
                  <a:cubicBezTo>
                    <a:pt x="3763" y="3501"/>
                    <a:pt x="3704" y="2585"/>
                    <a:pt x="3608" y="1763"/>
                  </a:cubicBezTo>
                  <a:cubicBezTo>
                    <a:pt x="3513" y="811"/>
                    <a:pt x="3370" y="1"/>
                    <a:pt x="3370" y="1"/>
                  </a:cubicBez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24"/>
            <p:cNvSpPr/>
            <p:nvPr/>
          </p:nvSpPr>
          <p:spPr>
            <a:xfrm>
              <a:off x="1872058" y="1729854"/>
              <a:ext cx="111960" cy="98931"/>
            </a:xfrm>
            <a:custGeom>
              <a:rect b="b" l="l" r="r" t="t"/>
              <a:pathLst>
                <a:path extrusionOk="0" h="3189" w="3609">
                  <a:moveTo>
                    <a:pt x="3370" y="1"/>
                  </a:moveTo>
                  <a:lnTo>
                    <a:pt x="1" y="977"/>
                  </a:lnTo>
                  <a:lnTo>
                    <a:pt x="370" y="3180"/>
                  </a:lnTo>
                  <a:cubicBezTo>
                    <a:pt x="440" y="3186"/>
                    <a:pt x="511" y="3188"/>
                    <a:pt x="581" y="3188"/>
                  </a:cubicBezTo>
                  <a:cubicBezTo>
                    <a:pt x="1250" y="3188"/>
                    <a:pt x="1919" y="2941"/>
                    <a:pt x="2501" y="2596"/>
                  </a:cubicBezTo>
                  <a:cubicBezTo>
                    <a:pt x="2894" y="2358"/>
                    <a:pt x="3251" y="2061"/>
                    <a:pt x="3608" y="1763"/>
                  </a:cubicBezTo>
                  <a:cubicBezTo>
                    <a:pt x="3513" y="811"/>
                    <a:pt x="3370" y="1"/>
                    <a:pt x="3370" y="1"/>
                  </a:cubicBezTo>
                  <a:close/>
                </a:path>
              </a:pathLst>
            </a:custGeom>
            <a:solidFill>
              <a:srgbClr val="FF7D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24"/>
            <p:cNvSpPr/>
            <p:nvPr/>
          </p:nvSpPr>
          <p:spPr>
            <a:xfrm>
              <a:off x="1761618" y="1481457"/>
              <a:ext cx="256370" cy="335043"/>
            </a:xfrm>
            <a:custGeom>
              <a:rect b="b" l="l" r="r" t="t"/>
              <a:pathLst>
                <a:path extrusionOk="0" h="10800" w="8264">
                  <a:moveTo>
                    <a:pt x="3768" y="0"/>
                  </a:moveTo>
                  <a:cubicBezTo>
                    <a:pt x="2275" y="0"/>
                    <a:pt x="756" y="608"/>
                    <a:pt x="1" y="2686"/>
                  </a:cubicBezTo>
                  <a:cubicBezTo>
                    <a:pt x="1" y="2686"/>
                    <a:pt x="417" y="6936"/>
                    <a:pt x="584" y="8329"/>
                  </a:cubicBezTo>
                  <a:cubicBezTo>
                    <a:pt x="608" y="8544"/>
                    <a:pt x="1132" y="10687"/>
                    <a:pt x="1739" y="10794"/>
                  </a:cubicBezTo>
                  <a:cubicBezTo>
                    <a:pt x="1759" y="10797"/>
                    <a:pt x="1784" y="10799"/>
                    <a:pt x="1811" y="10799"/>
                  </a:cubicBezTo>
                  <a:cubicBezTo>
                    <a:pt x="2629" y="10799"/>
                    <a:pt x="6444" y="9296"/>
                    <a:pt x="6871" y="9008"/>
                  </a:cubicBezTo>
                  <a:cubicBezTo>
                    <a:pt x="6990" y="8937"/>
                    <a:pt x="7085" y="8865"/>
                    <a:pt x="7168" y="8782"/>
                  </a:cubicBezTo>
                  <a:cubicBezTo>
                    <a:pt x="7585" y="8448"/>
                    <a:pt x="7692" y="8175"/>
                    <a:pt x="7692" y="8175"/>
                  </a:cubicBezTo>
                  <a:cubicBezTo>
                    <a:pt x="7692" y="8175"/>
                    <a:pt x="8264" y="1614"/>
                    <a:pt x="7668" y="1138"/>
                  </a:cubicBezTo>
                  <a:cubicBezTo>
                    <a:pt x="7330" y="884"/>
                    <a:pt x="5568" y="0"/>
                    <a:pt x="3768" y="0"/>
                  </a:cubicBez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24"/>
            <p:cNvSpPr/>
            <p:nvPr/>
          </p:nvSpPr>
          <p:spPr>
            <a:xfrm>
              <a:off x="1813332" y="1707704"/>
              <a:ext cx="109727" cy="62603"/>
            </a:xfrm>
            <a:custGeom>
              <a:rect b="b" l="l" r="r" t="t"/>
              <a:pathLst>
                <a:path extrusionOk="0" h="2018" w="3537">
                  <a:moveTo>
                    <a:pt x="3239" y="1"/>
                  </a:moveTo>
                  <a:lnTo>
                    <a:pt x="1" y="524"/>
                  </a:lnTo>
                  <a:cubicBezTo>
                    <a:pt x="1" y="524"/>
                    <a:pt x="371" y="2018"/>
                    <a:pt x="1722" y="2018"/>
                  </a:cubicBezTo>
                  <a:cubicBezTo>
                    <a:pt x="1803" y="2018"/>
                    <a:pt x="1888" y="2012"/>
                    <a:pt x="1977" y="2001"/>
                  </a:cubicBezTo>
                  <a:cubicBezTo>
                    <a:pt x="3537" y="1786"/>
                    <a:pt x="3239" y="1"/>
                    <a:pt x="32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24"/>
            <p:cNvSpPr/>
            <p:nvPr/>
          </p:nvSpPr>
          <p:spPr>
            <a:xfrm>
              <a:off x="1780821" y="1572259"/>
              <a:ext cx="42160" cy="32046"/>
            </a:xfrm>
            <a:custGeom>
              <a:rect b="b" l="l" r="r" t="t"/>
              <a:pathLst>
                <a:path extrusionOk="0" h="1033" w="1359">
                  <a:moveTo>
                    <a:pt x="708" y="0"/>
                  </a:moveTo>
                  <a:cubicBezTo>
                    <a:pt x="246" y="0"/>
                    <a:pt x="1" y="1033"/>
                    <a:pt x="1" y="1033"/>
                  </a:cubicBezTo>
                  <a:lnTo>
                    <a:pt x="1215" y="342"/>
                  </a:lnTo>
                  <a:cubicBezTo>
                    <a:pt x="1215" y="342"/>
                    <a:pt x="1358" y="211"/>
                    <a:pt x="822" y="21"/>
                  </a:cubicBezTo>
                  <a:cubicBezTo>
                    <a:pt x="783" y="7"/>
                    <a:pt x="745" y="0"/>
                    <a:pt x="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24"/>
            <p:cNvSpPr/>
            <p:nvPr/>
          </p:nvSpPr>
          <p:spPr>
            <a:xfrm>
              <a:off x="1883877" y="1557400"/>
              <a:ext cx="72438" cy="28075"/>
            </a:xfrm>
            <a:custGeom>
              <a:rect b="b" l="l" r="r" t="t"/>
              <a:pathLst>
                <a:path extrusionOk="0" h="905" w="2335">
                  <a:moveTo>
                    <a:pt x="652" y="0"/>
                  </a:moveTo>
                  <a:cubicBezTo>
                    <a:pt x="503" y="0"/>
                    <a:pt x="376" y="48"/>
                    <a:pt x="286" y="166"/>
                  </a:cubicBezTo>
                  <a:cubicBezTo>
                    <a:pt x="1" y="535"/>
                    <a:pt x="251" y="714"/>
                    <a:pt x="251" y="714"/>
                  </a:cubicBezTo>
                  <a:lnTo>
                    <a:pt x="2334" y="905"/>
                  </a:lnTo>
                  <a:cubicBezTo>
                    <a:pt x="2334" y="905"/>
                    <a:pt x="1296"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24"/>
            <p:cNvSpPr/>
            <p:nvPr/>
          </p:nvSpPr>
          <p:spPr>
            <a:xfrm>
              <a:off x="1786001" y="1631574"/>
              <a:ext cx="24415" cy="36327"/>
            </a:xfrm>
            <a:custGeom>
              <a:rect b="b" l="l" r="r" t="t"/>
              <a:pathLst>
                <a:path extrusionOk="0" h="1171" w="787">
                  <a:moveTo>
                    <a:pt x="337" y="0"/>
                  </a:moveTo>
                  <a:cubicBezTo>
                    <a:pt x="328" y="0"/>
                    <a:pt x="319" y="1"/>
                    <a:pt x="310" y="2"/>
                  </a:cubicBezTo>
                  <a:cubicBezTo>
                    <a:pt x="132" y="14"/>
                    <a:pt x="1" y="300"/>
                    <a:pt x="36" y="633"/>
                  </a:cubicBezTo>
                  <a:cubicBezTo>
                    <a:pt x="70" y="940"/>
                    <a:pt x="256" y="1170"/>
                    <a:pt x="438" y="1170"/>
                  </a:cubicBezTo>
                  <a:cubicBezTo>
                    <a:pt x="447" y="1170"/>
                    <a:pt x="456" y="1170"/>
                    <a:pt x="465" y="1169"/>
                  </a:cubicBezTo>
                  <a:cubicBezTo>
                    <a:pt x="655" y="1133"/>
                    <a:pt x="786" y="871"/>
                    <a:pt x="739" y="538"/>
                  </a:cubicBezTo>
                  <a:cubicBezTo>
                    <a:pt x="705" y="231"/>
                    <a:pt x="519" y="0"/>
                    <a:pt x="337" y="0"/>
                  </a:cubicBezTo>
                  <a:close/>
                </a:path>
              </a:pathLst>
            </a:custGeom>
            <a:solidFill>
              <a:srgbClr val="16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24"/>
            <p:cNvSpPr/>
            <p:nvPr/>
          </p:nvSpPr>
          <p:spPr>
            <a:xfrm>
              <a:off x="1776384" y="1642246"/>
              <a:ext cx="24415" cy="8314"/>
            </a:xfrm>
            <a:custGeom>
              <a:rect b="b" l="l" r="r" t="t"/>
              <a:pathLst>
                <a:path extrusionOk="0" h="268" w="787">
                  <a:moveTo>
                    <a:pt x="214" y="0"/>
                  </a:moveTo>
                  <a:cubicBezTo>
                    <a:pt x="91" y="0"/>
                    <a:pt x="1" y="27"/>
                    <a:pt x="1" y="27"/>
                  </a:cubicBezTo>
                  <a:cubicBezTo>
                    <a:pt x="1" y="27"/>
                    <a:pt x="144" y="182"/>
                    <a:pt x="370" y="241"/>
                  </a:cubicBezTo>
                  <a:cubicBezTo>
                    <a:pt x="445" y="261"/>
                    <a:pt x="517" y="268"/>
                    <a:pt x="579" y="268"/>
                  </a:cubicBezTo>
                  <a:cubicBezTo>
                    <a:pt x="702" y="268"/>
                    <a:pt x="787" y="241"/>
                    <a:pt x="787" y="241"/>
                  </a:cubicBezTo>
                  <a:cubicBezTo>
                    <a:pt x="787" y="241"/>
                    <a:pt x="644" y="86"/>
                    <a:pt x="418" y="27"/>
                  </a:cubicBezTo>
                  <a:cubicBezTo>
                    <a:pt x="346" y="7"/>
                    <a:pt x="276"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24"/>
            <p:cNvSpPr/>
            <p:nvPr/>
          </p:nvSpPr>
          <p:spPr>
            <a:xfrm>
              <a:off x="1896814" y="1610913"/>
              <a:ext cx="28851" cy="42904"/>
            </a:xfrm>
            <a:custGeom>
              <a:rect b="b" l="l" r="r" t="t"/>
              <a:pathLst>
                <a:path extrusionOk="0" h="1383" w="930">
                  <a:moveTo>
                    <a:pt x="431" y="1"/>
                  </a:moveTo>
                  <a:cubicBezTo>
                    <a:pt x="426" y="1"/>
                    <a:pt x="422" y="1"/>
                    <a:pt x="417" y="1"/>
                  </a:cubicBezTo>
                  <a:cubicBezTo>
                    <a:pt x="179" y="13"/>
                    <a:pt x="0" y="323"/>
                    <a:pt x="36" y="715"/>
                  </a:cubicBezTo>
                  <a:cubicBezTo>
                    <a:pt x="59" y="1089"/>
                    <a:pt x="266" y="1383"/>
                    <a:pt x="499" y="1383"/>
                  </a:cubicBezTo>
                  <a:cubicBezTo>
                    <a:pt x="503" y="1383"/>
                    <a:pt x="508" y="1382"/>
                    <a:pt x="512" y="1382"/>
                  </a:cubicBezTo>
                  <a:cubicBezTo>
                    <a:pt x="751" y="1370"/>
                    <a:pt x="929" y="1061"/>
                    <a:pt x="893" y="668"/>
                  </a:cubicBezTo>
                  <a:cubicBezTo>
                    <a:pt x="870" y="294"/>
                    <a:pt x="663" y="1"/>
                    <a:pt x="431" y="1"/>
                  </a:cubicBezTo>
                  <a:close/>
                </a:path>
              </a:pathLst>
            </a:custGeom>
            <a:solidFill>
              <a:srgbClr val="16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24"/>
            <p:cNvSpPr/>
            <p:nvPr/>
          </p:nvSpPr>
          <p:spPr>
            <a:xfrm>
              <a:off x="1907889" y="1620468"/>
              <a:ext cx="27362" cy="13091"/>
            </a:xfrm>
            <a:custGeom>
              <a:rect b="b" l="l" r="r" t="t"/>
              <a:pathLst>
                <a:path extrusionOk="0" h="422" w="882">
                  <a:moveTo>
                    <a:pt x="827" y="1"/>
                  </a:moveTo>
                  <a:cubicBezTo>
                    <a:pt x="740" y="1"/>
                    <a:pt x="564" y="13"/>
                    <a:pt x="394" y="98"/>
                  </a:cubicBezTo>
                  <a:cubicBezTo>
                    <a:pt x="132" y="217"/>
                    <a:pt x="1" y="419"/>
                    <a:pt x="1" y="419"/>
                  </a:cubicBezTo>
                  <a:cubicBezTo>
                    <a:pt x="1" y="419"/>
                    <a:pt x="21" y="421"/>
                    <a:pt x="56" y="421"/>
                  </a:cubicBezTo>
                  <a:cubicBezTo>
                    <a:pt x="143" y="421"/>
                    <a:pt x="319" y="409"/>
                    <a:pt x="489" y="324"/>
                  </a:cubicBezTo>
                  <a:cubicBezTo>
                    <a:pt x="751" y="205"/>
                    <a:pt x="882" y="3"/>
                    <a:pt x="882" y="3"/>
                  </a:cubicBezTo>
                  <a:cubicBezTo>
                    <a:pt x="882" y="3"/>
                    <a:pt x="861" y="1"/>
                    <a:pt x="8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24"/>
            <p:cNvSpPr/>
            <p:nvPr/>
          </p:nvSpPr>
          <p:spPr>
            <a:xfrm>
              <a:off x="1753862" y="1678884"/>
              <a:ext cx="47309" cy="26152"/>
            </a:xfrm>
            <a:custGeom>
              <a:rect b="b" l="l" r="r" t="t"/>
              <a:pathLst>
                <a:path extrusionOk="0" h="843" w="1525">
                  <a:moveTo>
                    <a:pt x="378" y="1"/>
                  </a:moveTo>
                  <a:cubicBezTo>
                    <a:pt x="223" y="1"/>
                    <a:pt x="109" y="46"/>
                    <a:pt x="72" y="132"/>
                  </a:cubicBezTo>
                  <a:cubicBezTo>
                    <a:pt x="1" y="310"/>
                    <a:pt x="251" y="560"/>
                    <a:pt x="632" y="727"/>
                  </a:cubicBezTo>
                  <a:cubicBezTo>
                    <a:pt x="817" y="806"/>
                    <a:pt x="995" y="842"/>
                    <a:pt x="1138" y="842"/>
                  </a:cubicBezTo>
                  <a:cubicBezTo>
                    <a:pt x="1298" y="842"/>
                    <a:pt x="1416" y="797"/>
                    <a:pt x="1453" y="715"/>
                  </a:cubicBezTo>
                  <a:cubicBezTo>
                    <a:pt x="1525" y="537"/>
                    <a:pt x="1275" y="275"/>
                    <a:pt x="894" y="120"/>
                  </a:cubicBezTo>
                  <a:cubicBezTo>
                    <a:pt x="704" y="40"/>
                    <a:pt x="523" y="1"/>
                    <a:pt x="378" y="1"/>
                  </a:cubicBezTo>
                  <a:close/>
                </a:path>
              </a:pathLst>
            </a:custGeom>
            <a:solidFill>
              <a:srgbClr val="FF7D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24"/>
            <p:cNvSpPr/>
            <p:nvPr/>
          </p:nvSpPr>
          <p:spPr>
            <a:xfrm>
              <a:off x="1899016" y="1661635"/>
              <a:ext cx="70235" cy="32760"/>
            </a:xfrm>
            <a:custGeom>
              <a:rect b="b" l="l" r="r" t="t"/>
              <a:pathLst>
                <a:path extrusionOk="0" h="1056" w="2264">
                  <a:moveTo>
                    <a:pt x="1528" y="1"/>
                  </a:moveTo>
                  <a:cubicBezTo>
                    <a:pt x="1377" y="1"/>
                    <a:pt x="1211" y="19"/>
                    <a:pt x="1037" y="57"/>
                  </a:cubicBezTo>
                  <a:cubicBezTo>
                    <a:pt x="441" y="200"/>
                    <a:pt x="1" y="521"/>
                    <a:pt x="60" y="771"/>
                  </a:cubicBezTo>
                  <a:cubicBezTo>
                    <a:pt x="102" y="954"/>
                    <a:pt x="370" y="1056"/>
                    <a:pt x="731" y="1056"/>
                  </a:cubicBezTo>
                  <a:cubicBezTo>
                    <a:pt x="887" y="1056"/>
                    <a:pt x="1060" y="1037"/>
                    <a:pt x="1239" y="997"/>
                  </a:cubicBezTo>
                  <a:cubicBezTo>
                    <a:pt x="1834" y="866"/>
                    <a:pt x="2263" y="533"/>
                    <a:pt x="2204" y="283"/>
                  </a:cubicBezTo>
                  <a:cubicBezTo>
                    <a:pt x="2161" y="106"/>
                    <a:pt x="1892" y="1"/>
                    <a:pt x="1528" y="1"/>
                  </a:cubicBezTo>
                  <a:close/>
                </a:path>
              </a:pathLst>
            </a:custGeom>
            <a:solidFill>
              <a:srgbClr val="FF7D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24"/>
            <p:cNvSpPr/>
            <p:nvPr/>
          </p:nvSpPr>
          <p:spPr>
            <a:xfrm>
              <a:off x="1822949" y="1622764"/>
              <a:ext cx="38437" cy="80162"/>
            </a:xfrm>
            <a:custGeom>
              <a:rect b="b" l="l" r="r" t="t"/>
              <a:pathLst>
                <a:path extrusionOk="0" h="2584" w="1239">
                  <a:moveTo>
                    <a:pt x="691" y="0"/>
                  </a:moveTo>
                  <a:lnTo>
                    <a:pt x="691" y="0"/>
                  </a:lnTo>
                  <a:cubicBezTo>
                    <a:pt x="607" y="750"/>
                    <a:pt x="334" y="1548"/>
                    <a:pt x="0" y="2203"/>
                  </a:cubicBezTo>
                  <a:cubicBezTo>
                    <a:pt x="119" y="2417"/>
                    <a:pt x="357" y="2560"/>
                    <a:pt x="607" y="2584"/>
                  </a:cubicBezTo>
                  <a:cubicBezTo>
                    <a:pt x="846" y="2584"/>
                    <a:pt x="1107" y="2477"/>
                    <a:pt x="1238" y="2262"/>
                  </a:cubicBezTo>
                  <a:lnTo>
                    <a:pt x="1238" y="2262"/>
                  </a:lnTo>
                  <a:cubicBezTo>
                    <a:pt x="1109" y="2330"/>
                    <a:pt x="965" y="2361"/>
                    <a:pt x="820" y="2361"/>
                  </a:cubicBezTo>
                  <a:cubicBezTo>
                    <a:pt x="633" y="2361"/>
                    <a:pt x="442" y="2309"/>
                    <a:pt x="274" y="2215"/>
                  </a:cubicBezTo>
                  <a:cubicBezTo>
                    <a:pt x="691" y="1584"/>
                    <a:pt x="834" y="762"/>
                    <a:pt x="691" y="0"/>
                  </a:cubicBezTo>
                  <a:close/>
                </a:path>
              </a:pathLst>
            </a:custGeom>
            <a:solidFill>
              <a:srgbClr val="FC5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24"/>
            <p:cNvSpPr/>
            <p:nvPr/>
          </p:nvSpPr>
          <p:spPr>
            <a:xfrm>
              <a:off x="1754979" y="1411873"/>
              <a:ext cx="332096" cy="270020"/>
            </a:xfrm>
            <a:custGeom>
              <a:rect b="b" l="l" r="r" t="t"/>
              <a:pathLst>
                <a:path extrusionOk="0" h="8704" w="10705">
                  <a:moveTo>
                    <a:pt x="5299" y="0"/>
                  </a:moveTo>
                  <a:cubicBezTo>
                    <a:pt x="4292" y="0"/>
                    <a:pt x="3281" y="277"/>
                    <a:pt x="2429" y="821"/>
                  </a:cubicBezTo>
                  <a:cubicBezTo>
                    <a:pt x="1298" y="1547"/>
                    <a:pt x="477" y="2738"/>
                    <a:pt x="167" y="4060"/>
                  </a:cubicBezTo>
                  <a:cubicBezTo>
                    <a:pt x="48" y="4524"/>
                    <a:pt x="0" y="5000"/>
                    <a:pt x="36" y="5488"/>
                  </a:cubicBezTo>
                  <a:cubicBezTo>
                    <a:pt x="715" y="5167"/>
                    <a:pt x="1298" y="4691"/>
                    <a:pt x="1703" y="4083"/>
                  </a:cubicBezTo>
                  <a:lnTo>
                    <a:pt x="1703" y="4083"/>
                  </a:lnTo>
                  <a:cubicBezTo>
                    <a:pt x="1703" y="4334"/>
                    <a:pt x="1643" y="4584"/>
                    <a:pt x="1513" y="4810"/>
                  </a:cubicBezTo>
                  <a:cubicBezTo>
                    <a:pt x="2048" y="4464"/>
                    <a:pt x="2501" y="4000"/>
                    <a:pt x="2834" y="3452"/>
                  </a:cubicBezTo>
                  <a:cubicBezTo>
                    <a:pt x="3715" y="3881"/>
                    <a:pt x="4698" y="4096"/>
                    <a:pt x="5683" y="4096"/>
                  </a:cubicBezTo>
                  <a:cubicBezTo>
                    <a:pt x="5710" y="4096"/>
                    <a:pt x="5736" y="4096"/>
                    <a:pt x="5763" y="4095"/>
                  </a:cubicBezTo>
                  <a:cubicBezTo>
                    <a:pt x="5358" y="3929"/>
                    <a:pt x="5049" y="3595"/>
                    <a:pt x="4894" y="3202"/>
                  </a:cubicBezTo>
                  <a:lnTo>
                    <a:pt x="4894" y="3202"/>
                  </a:lnTo>
                  <a:cubicBezTo>
                    <a:pt x="5394" y="3560"/>
                    <a:pt x="5930" y="3869"/>
                    <a:pt x="6477" y="4119"/>
                  </a:cubicBezTo>
                  <a:cubicBezTo>
                    <a:pt x="6942" y="4334"/>
                    <a:pt x="7228" y="4369"/>
                    <a:pt x="7418" y="4869"/>
                  </a:cubicBezTo>
                  <a:cubicBezTo>
                    <a:pt x="7847" y="5965"/>
                    <a:pt x="8025" y="7382"/>
                    <a:pt x="7763" y="8536"/>
                  </a:cubicBezTo>
                  <a:cubicBezTo>
                    <a:pt x="7943" y="8177"/>
                    <a:pt x="8154" y="7902"/>
                    <a:pt x="8508" y="7902"/>
                  </a:cubicBezTo>
                  <a:cubicBezTo>
                    <a:pt x="8529" y="7902"/>
                    <a:pt x="8551" y="7903"/>
                    <a:pt x="8573" y="7905"/>
                  </a:cubicBezTo>
                  <a:cubicBezTo>
                    <a:pt x="8978" y="7929"/>
                    <a:pt x="9323" y="8298"/>
                    <a:pt x="9335" y="8703"/>
                  </a:cubicBezTo>
                  <a:cubicBezTo>
                    <a:pt x="9811" y="8060"/>
                    <a:pt x="10168" y="7346"/>
                    <a:pt x="10395" y="6596"/>
                  </a:cubicBezTo>
                  <a:cubicBezTo>
                    <a:pt x="10597" y="5893"/>
                    <a:pt x="10704" y="5167"/>
                    <a:pt x="10680" y="4429"/>
                  </a:cubicBezTo>
                  <a:cubicBezTo>
                    <a:pt x="10657" y="4072"/>
                    <a:pt x="10621" y="3702"/>
                    <a:pt x="10418" y="3405"/>
                  </a:cubicBezTo>
                  <a:cubicBezTo>
                    <a:pt x="10270" y="3173"/>
                    <a:pt x="9991" y="3006"/>
                    <a:pt x="9723" y="3006"/>
                  </a:cubicBezTo>
                  <a:cubicBezTo>
                    <a:pt x="9647" y="3006"/>
                    <a:pt x="9572" y="3019"/>
                    <a:pt x="9502" y="3048"/>
                  </a:cubicBezTo>
                  <a:cubicBezTo>
                    <a:pt x="9490" y="1964"/>
                    <a:pt x="8632" y="1059"/>
                    <a:pt x="7668" y="559"/>
                  </a:cubicBezTo>
                  <a:cubicBezTo>
                    <a:pt x="6940" y="185"/>
                    <a:pt x="6121" y="0"/>
                    <a:pt x="52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24"/>
            <p:cNvSpPr/>
            <p:nvPr/>
          </p:nvSpPr>
          <p:spPr>
            <a:xfrm>
              <a:off x="1981381" y="1629806"/>
              <a:ext cx="72065" cy="109323"/>
            </a:xfrm>
            <a:custGeom>
              <a:rect b="b" l="l" r="r" t="t"/>
              <a:pathLst>
                <a:path extrusionOk="0" h="3524" w="2323">
                  <a:moveTo>
                    <a:pt x="1427" y="1"/>
                  </a:moveTo>
                  <a:cubicBezTo>
                    <a:pt x="1153" y="1"/>
                    <a:pt x="941" y="235"/>
                    <a:pt x="834" y="404"/>
                  </a:cubicBezTo>
                  <a:cubicBezTo>
                    <a:pt x="775" y="511"/>
                    <a:pt x="727" y="583"/>
                    <a:pt x="727" y="583"/>
                  </a:cubicBezTo>
                  <a:lnTo>
                    <a:pt x="1" y="3524"/>
                  </a:lnTo>
                  <a:cubicBezTo>
                    <a:pt x="834" y="3488"/>
                    <a:pt x="1442" y="3024"/>
                    <a:pt x="1787" y="2619"/>
                  </a:cubicBezTo>
                  <a:cubicBezTo>
                    <a:pt x="1858" y="2523"/>
                    <a:pt x="1918" y="2440"/>
                    <a:pt x="1965" y="2369"/>
                  </a:cubicBezTo>
                  <a:cubicBezTo>
                    <a:pt x="2216" y="1952"/>
                    <a:pt x="2323" y="464"/>
                    <a:pt x="1727" y="95"/>
                  </a:cubicBezTo>
                  <a:cubicBezTo>
                    <a:pt x="1621" y="28"/>
                    <a:pt x="1521" y="1"/>
                    <a:pt x="1427" y="1"/>
                  </a:cubicBez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24"/>
            <p:cNvSpPr/>
            <p:nvPr/>
          </p:nvSpPr>
          <p:spPr>
            <a:xfrm>
              <a:off x="2002073" y="1661046"/>
              <a:ext cx="38809" cy="57019"/>
            </a:xfrm>
            <a:custGeom>
              <a:rect b="b" l="l" r="r" t="t"/>
              <a:pathLst>
                <a:path extrusionOk="0" h="1838" w="1251">
                  <a:moveTo>
                    <a:pt x="959" y="0"/>
                  </a:moveTo>
                  <a:cubicBezTo>
                    <a:pt x="641" y="0"/>
                    <a:pt x="176" y="513"/>
                    <a:pt x="167" y="778"/>
                  </a:cubicBezTo>
                  <a:cubicBezTo>
                    <a:pt x="167" y="885"/>
                    <a:pt x="191" y="969"/>
                    <a:pt x="191" y="1064"/>
                  </a:cubicBezTo>
                  <a:cubicBezTo>
                    <a:pt x="215" y="1326"/>
                    <a:pt x="155" y="1600"/>
                    <a:pt x="1" y="1838"/>
                  </a:cubicBezTo>
                  <a:cubicBezTo>
                    <a:pt x="477" y="1493"/>
                    <a:pt x="1001" y="1124"/>
                    <a:pt x="1179" y="623"/>
                  </a:cubicBezTo>
                  <a:cubicBezTo>
                    <a:pt x="1227" y="516"/>
                    <a:pt x="1251" y="397"/>
                    <a:pt x="1227" y="278"/>
                  </a:cubicBezTo>
                  <a:cubicBezTo>
                    <a:pt x="1184" y="78"/>
                    <a:pt x="1082" y="0"/>
                    <a:pt x="959" y="0"/>
                  </a:cubicBezTo>
                  <a:close/>
                </a:path>
              </a:pathLst>
            </a:custGeom>
            <a:solidFill>
              <a:srgbClr val="FF7D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24"/>
            <p:cNvSpPr/>
            <p:nvPr/>
          </p:nvSpPr>
          <p:spPr>
            <a:xfrm>
              <a:off x="1378242" y="1655989"/>
              <a:ext cx="195783" cy="87577"/>
            </a:xfrm>
            <a:custGeom>
              <a:rect b="b" l="l" r="r" t="t"/>
              <a:pathLst>
                <a:path extrusionOk="0" h="2823" w="6311">
                  <a:moveTo>
                    <a:pt x="1214" y="1"/>
                  </a:moveTo>
                  <a:lnTo>
                    <a:pt x="0" y="2822"/>
                  </a:lnTo>
                  <a:lnTo>
                    <a:pt x="6310" y="2822"/>
                  </a:lnTo>
                  <a:lnTo>
                    <a:pt x="12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24"/>
            <p:cNvSpPr/>
            <p:nvPr/>
          </p:nvSpPr>
          <p:spPr>
            <a:xfrm>
              <a:off x="1496065" y="1786377"/>
              <a:ext cx="101226" cy="114535"/>
            </a:xfrm>
            <a:custGeom>
              <a:rect b="b" l="l" r="r" t="t"/>
              <a:pathLst>
                <a:path extrusionOk="0" h="3692" w="3263">
                  <a:moveTo>
                    <a:pt x="3262" y="1"/>
                  </a:moveTo>
                  <a:lnTo>
                    <a:pt x="0" y="2084"/>
                  </a:lnTo>
                  <a:lnTo>
                    <a:pt x="1250" y="3691"/>
                  </a:lnTo>
                  <a:lnTo>
                    <a:pt x="32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24"/>
            <p:cNvSpPr/>
            <p:nvPr/>
          </p:nvSpPr>
          <p:spPr>
            <a:xfrm>
              <a:off x="1517471" y="1578433"/>
              <a:ext cx="107896" cy="125238"/>
            </a:xfrm>
            <a:custGeom>
              <a:rect b="b" l="l" r="r" t="t"/>
              <a:pathLst>
                <a:path extrusionOk="0" h="4037" w="3478">
                  <a:moveTo>
                    <a:pt x="2037" y="0"/>
                  </a:moveTo>
                  <a:lnTo>
                    <a:pt x="1" y="953"/>
                  </a:lnTo>
                  <a:lnTo>
                    <a:pt x="3477" y="4037"/>
                  </a:lnTo>
                  <a:lnTo>
                    <a:pt x="20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24"/>
            <p:cNvSpPr/>
            <p:nvPr/>
          </p:nvSpPr>
          <p:spPr>
            <a:xfrm>
              <a:off x="1427722" y="2106188"/>
              <a:ext cx="150366" cy="92044"/>
            </a:xfrm>
            <a:custGeom>
              <a:rect b="b" l="l" r="r" t="t"/>
              <a:pathLst>
                <a:path extrusionOk="0" h="2967" w="4847">
                  <a:moveTo>
                    <a:pt x="4000" y="0"/>
                  </a:moveTo>
                  <a:cubicBezTo>
                    <a:pt x="3866" y="0"/>
                    <a:pt x="3748" y="42"/>
                    <a:pt x="3620" y="74"/>
                  </a:cubicBezTo>
                  <a:cubicBezTo>
                    <a:pt x="3334" y="169"/>
                    <a:pt x="3096" y="276"/>
                    <a:pt x="2810" y="360"/>
                  </a:cubicBezTo>
                  <a:cubicBezTo>
                    <a:pt x="2739" y="467"/>
                    <a:pt x="2667" y="610"/>
                    <a:pt x="2584" y="717"/>
                  </a:cubicBezTo>
                  <a:cubicBezTo>
                    <a:pt x="2382" y="812"/>
                    <a:pt x="2132" y="872"/>
                    <a:pt x="1905" y="955"/>
                  </a:cubicBezTo>
                  <a:cubicBezTo>
                    <a:pt x="1810" y="895"/>
                    <a:pt x="1751" y="788"/>
                    <a:pt x="1667" y="717"/>
                  </a:cubicBezTo>
                  <a:cubicBezTo>
                    <a:pt x="1274" y="836"/>
                    <a:pt x="882" y="967"/>
                    <a:pt x="501" y="1086"/>
                  </a:cubicBezTo>
                  <a:cubicBezTo>
                    <a:pt x="417" y="1241"/>
                    <a:pt x="370" y="1383"/>
                    <a:pt x="346" y="1550"/>
                  </a:cubicBezTo>
                  <a:cubicBezTo>
                    <a:pt x="346" y="1610"/>
                    <a:pt x="346" y="1705"/>
                    <a:pt x="358" y="1788"/>
                  </a:cubicBezTo>
                  <a:lnTo>
                    <a:pt x="0" y="1919"/>
                  </a:lnTo>
                  <a:lnTo>
                    <a:pt x="72" y="2241"/>
                  </a:lnTo>
                  <a:lnTo>
                    <a:pt x="131" y="2515"/>
                  </a:lnTo>
                  <a:lnTo>
                    <a:pt x="548" y="2443"/>
                  </a:lnTo>
                  <a:cubicBezTo>
                    <a:pt x="596" y="2538"/>
                    <a:pt x="643" y="2622"/>
                    <a:pt x="679" y="2669"/>
                  </a:cubicBezTo>
                  <a:cubicBezTo>
                    <a:pt x="786" y="2788"/>
                    <a:pt x="917" y="2896"/>
                    <a:pt x="1084" y="2967"/>
                  </a:cubicBezTo>
                  <a:cubicBezTo>
                    <a:pt x="1477" y="2848"/>
                    <a:pt x="1870" y="2729"/>
                    <a:pt x="2263" y="2622"/>
                  </a:cubicBezTo>
                  <a:cubicBezTo>
                    <a:pt x="2310" y="2515"/>
                    <a:pt x="2286" y="2396"/>
                    <a:pt x="2322" y="2300"/>
                  </a:cubicBezTo>
                  <a:cubicBezTo>
                    <a:pt x="2548" y="2253"/>
                    <a:pt x="2787" y="2157"/>
                    <a:pt x="3001" y="2098"/>
                  </a:cubicBezTo>
                  <a:cubicBezTo>
                    <a:pt x="3144" y="2145"/>
                    <a:pt x="3275" y="2217"/>
                    <a:pt x="3394" y="2265"/>
                  </a:cubicBezTo>
                  <a:cubicBezTo>
                    <a:pt x="3680" y="2181"/>
                    <a:pt x="3941" y="2134"/>
                    <a:pt x="4215" y="2062"/>
                  </a:cubicBezTo>
                  <a:cubicBezTo>
                    <a:pt x="4394" y="2015"/>
                    <a:pt x="4537" y="1967"/>
                    <a:pt x="4644" y="1884"/>
                  </a:cubicBezTo>
                  <a:cubicBezTo>
                    <a:pt x="4775" y="1764"/>
                    <a:pt x="4846" y="1550"/>
                    <a:pt x="4846" y="1372"/>
                  </a:cubicBezTo>
                  <a:cubicBezTo>
                    <a:pt x="4846" y="1181"/>
                    <a:pt x="4811" y="1002"/>
                    <a:pt x="4751" y="824"/>
                  </a:cubicBezTo>
                  <a:cubicBezTo>
                    <a:pt x="4751" y="812"/>
                    <a:pt x="4751" y="812"/>
                    <a:pt x="4727" y="788"/>
                  </a:cubicBezTo>
                  <a:cubicBezTo>
                    <a:pt x="4668" y="633"/>
                    <a:pt x="4608" y="455"/>
                    <a:pt x="4513" y="300"/>
                  </a:cubicBezTo>
                  <a:cubicBezTo>
                    <a:pt x="4406" y="157"/>
                    <a:pt x="4239" y="14"/>
                    <a:pt x="4049" y="2"/>
                  </a:cubicBezTo>
                  <a:cubicBezTo>
                    <a:pt x="4032" y="1"/>
                    <a:pt x="4016" y="0"/>
                    <a:pt x="4000" y="0"/>
                  </a:cubicBezTo>
                  <a:close/>
                </a:path>
              </a:pathLst>
            </a:custGeom>
            <a:solidFill>
              <a:srgbClr val="77A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24"/>
            <p:cNvSpPr/>
            <p:nvPr/>
          </p:nvSpPr>
          <p:spPr>
            <a:xfrm>
              <a:off x="1428095" y="2105815"/>
              <a:ext cx="147047" cy="69149"/>
            </a:xfrm>
            <a:custGeom>
              <a:rect b="b" l="l" r="r" t="t"/>
              <a:pathLst>
                <a:path extrusionOk="0" h="2229" w="4740">
                  <a:moveTo>
                    <a:pt x="3992" y="0"/>
                  </a:moveTo>
                  <a:cubicBezTo>
                    <a:pt x="3868" y="0"/>
                    <a:pt x="3744" y="33"/>
                    <a:pt x="3620" y="74"/>
                  </a:cubicBezTo>
                  <a:cubicBezTo>
                    <a:pt x="3334" y="169"/>
                    <a:pt x="3096" y="264"/>
                    <a:pt x="2822" y="360"/>
                  </a:cubicBezTo>
                  <a:cubicBezTo>
                    <a:pt x="2739" y="467"/>
                    <a:pt x="2667" y="610"/>
                    <a:pt x="2596" y="717"/>
                  </a:cubicBezTo>
                  <a:cubicBezTo>
                    <a:pt x="2382" y="800"/>
                    <a:pt x="2132" y="860"/>
                    <a:pt x="1905" y="955"/>
                  </a:cubicBezTo>
                  <a:cubicBezTo>
                    <a:pt x="1822" y="895"/>
                    <a:pt x="1763" y="788"/>
                    <a:pt x="1667" y="717"/>
                  </a:cubicBezTo>
                  <a:cubicBezTo>
                    <a:pt x="1286" y="836"/>
                    <a:pt x="881" y="967"/>
                    <a:pt x="512" y="1086"/>
                  </a:cubicBezTo>
                  <a:cubicBezTo>
                    <a:pt x="417" y="1229"/>
                    <a:pt x="369" y="1384"/>
                    <a:pt x="346" y="1550"/>
                  </a:cubicBezTo>
                  <a:cubicBezTo>
                    <a:pt x="346" y="1610"/>
                    <a:pt x="346" y="1693"/>
                    <a:pt x="358" y="1788"/>
                  </a:cubicBezTo>
                  <a:lnTo>
                    <a:pt x="0" y="1919"/>
                  </a:lnTo>
                  <a:lnTo>
                    <a:pt x="72" y="2229"/>
                  </a:lnTo>
                  <a:lnTo>
                    <a:pt x="750" y="2027"/>
                  </a:lnTo>
                  <a:cubicBezTo>
                    <a:pt x="750" y="2027"/>
                    <a:pt x="548" y="1717"/>
                    <a:pt x="810" y="1562"/>
                  </a:cubicBezTo>
                  <a:cubicBezTo>
                    <a:pt x="941" y="1491"/>
                    <a:pt x="1239" y="1384"/>
                    <a:pt x="1501" y="1324"/>
                  </a:cubicBezTo>
                  <a:cubicBezTo>
                    <a:pt x="1572" y="1305"/>
                    <a:pt x="1643" y="1296"/>
                    <a:pt x="1712" y="1296"/>
                  </a:cubicBezTo>
                  <a:cubicBezTo>
                    <a:pt x="1908" y="1296"/>
                    <a:pt x="2092" y="1368"/>
                    <a:pt x="2251" y="1491"/>
                  </a:cubicBezTo>
                  <a:lnTo>
                    <a:pt x="3156" y="1276"/>
                  </a:lnTo>
                  <a:cubicBezTo>
                    <a:pt x="3156" y="1276"/>
                    <a:pt x="3108" y="479"/>
                    <a:pt x="3370" y="467"/>
                  </a:cubicBezTo>
                  <a:cubicBezTo>
                    <a:pt x="3379" y="467"/>
                    <a:pt x="3388" y="467"/>
                    <a:pt x="3398" y="467"/>
                  </a:cubicBezTo>
                  <a:cubicBezTo>
                    <a:pt x="3549" y="467"/>
                    <a:pt x="3828" y="423"/>
                    <a:pt x="4081" y="423"/>
                  </a:cubicBezTo>
                  <a:cubicBezTo>
                    <a:pt x="4288" y="423"/>
                    <a:pt x="4478" y="453"/>
                    <a:pt x="4560" y="562"/>
                  </a:cubicBezTo>
                  <a:cubicBezTo>
                    <a:pt x="4608" y="622"/>
                    <a:pt x="4656" y="705"/>
                    <a:pt x="4739" y="788"/>
                  </a:cubicBezTo>
                  <a:cubicBezTo>
                    <a:pt x="4680" y="622"/>
                    <a:pt x="4620" y="443"/>
                    <a:pt x="4513" y="300"/>
                  </a:cubicBezTo>
                  <a:cubicBezTo>
                    <a:pt x="4406" y="145"/>
                    <a:pt x="4239" y="14"/>
                    <a:pt x="4049" y="2"/>
                  </a:cubicBezTo>
                  <a:cubicBezTo>
                    <a:pt x="4030" y="1"/>
                    <a:pt x="4011" y="0"/>
                    <a:pt x="3992" y="0"/>
                  </a:cubicBezTo>
                  <a:close/>
                </a:path>
              </a:pathLst>
            </a:custGeom>
            <a:solidFill>
              <a:srgbClr val="9ABF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24"/>
            <p:cNvSpPr/>
            <p:nvPr/>
          </p:nvSpPr>
          <p:spPr>
            <a:xfrm>
              <a:off x="1285888" y="2034588"/>
              <a:ext cx="627957" cy="547423"/>
            </a:xfrm>
            <a:custGeom>
              <a:rect b="b" l="l" r="r" t="t"/>
              <a:pathLst>
                <a:path extrusionOk="0" h="17646" w="20242">
                  <a:moveTo>
                    <a:pt x="16455" y="1"/>
                  </a:moveTo>
                  <a:lnTo>
                    <a:pt x="0" y="7656"/>
                  </a:lnTo>
                  <a:lnTo>
                    <a:pt x="6847" y="17646"/>
                  </a:lnTo>
                  <a:lnTo>
                    <a:pt x="20241" y="11407"/>
                  </a:lnTo>
                  <a:lnTo>
                    <a:pt x="16455" y="1"/>
                  </a:lnTo>
                  <a:close/>
                </a:path>
              </a:pathLst>
            </a:custGeom>
            <a:solidFill>
              <a:srgbClr val="C78B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24"/>
            <p:cNvSpPr/>
            <p:nvPr/>
          </p:nvSpPr>
          <p:spPr>
            <a:xfrm>
              <a:off x="1615719" y="2205646"/>
              <a:ext cx="95704" cy="103026"/>
            </a:xfrm>
            <a:custGeom>
              <a:rect b="b" l="l" r="r" t="t"/>
              <a:pathLst>
                <a:path extrusionOk="0" h="3321" w="3085">
                  <a:moveTo>
                    <a:pt x="1017" y="1"/>
                  </a:moveTo>
                  <a:cubicBezTo>
                    <a:pt x="919" y="1"/>
                    <a:pt x="816" y="41"/>
                    <a:pt x="739" y="118"/>
                  </a:cubicBezTo>
                  <a:cubicBezTo>
                    <a:pt x="679" y="178"/>
                    <a:pt x="656" y="249"/>
                    <a:pt x="656" y="321"/>
                  </a:cubicBezTo>
                  <a:lnTo>
                    <a:pt x="489" y="2368"/>
                  </a:lnTo>
                  <a:lnTo>
                    <a:pt x="441" y="2309"/>
                  </a:lnTo>
                  <a:cubicBezTo>
                    <a:pt x="388" y="2242"/>
                    <a:pt x="315" y="2212"/>
                    <a:pt x="244" y="2212"/>
                  </a:cubicBezTo>
                  <a:cubicBezTo>
                    <a:pt x="124" y="2212"/>
                    <a:pt x="8" y="2298"/>
                    <a:pt x="1" y="2440"/>
                  </a:cubicBezTo>
                  <a:cubicBezTo>
                    <a:pt x="1" y="2499"/>
                    <a:pt x="13" y="2571"/>
                    <a:pt x="60" y="2618"/>
                  </a:cubicBezTo>
                  <a:lnTo>
                    <a:pt x="572" y="3226"/>
                  </a:lnTo>
                  <a:cubicBezTo>
                    <a:pt x="631" y="3291"/>
                    <a:pt x="707" y="3320"/>
                    <a:pt x="783" y="3320"/>
                  </a:cubicBezTo>
                  <a:cubicBezTo>
                    <a:pt x="847" y="3320"/>
                    <a:pt x="911" y="3299"/>
                    <a:pt x="965" y="3261"/>
                  </a:cubicBezTo>
                  <a:lnTo>
                    <a:pt x="1572" y="2738"/>
                  </a:lnTo>
                  <a:cubicBezTo>
                    <a:pt x="1632" y="2702"/>
                    <a:pt x="1668" y="2630"/>
                    <a:pt x="1668" y="2571"/>
                  </a:cubicBezTo>
                  <a:cubicBezTo>
                    <a:pt x="1676" y="2413"/>
                    <a:pt x="1550" y="2301"/>
                    <a:pt x="1417" y="2301"/>
                  </a:cubicBezTo>
                  <a:cubicBezTo>
                    <a:pt x="1360" y="2301"/>
                    <a:pt x="1301" y="2322"/>
                    <a:pt x="1251" y="2368"/>
                  </a:cubicBezTo>
                  <a:lnTo>
                    <a:pt x="1191" y="2404"/>
                  </a:lnTo>
                  <a:lnTo>
                    <a:pt x="1191" y="2404"/>
                  </a:lnTo>
                  <a:lnTo>
                    <a:pt x="1310" y="975"/>
                  </a:lnTo>
                  <a:lnTo>
                    <a:pt x="2465" y="1797"/>
                  </a:lnTo>
                  <a:cubicBezTo>
                    <a:pt x="2532" y="1843"/>
                    <a:pt x="2612" y="1867"/>
                    <a:pt x="2691" y="1867"/>
                  </a:cubicBezTo>
                  <a:cubicBezTo>
                    <a:pt x="2795" y="1867"/>
                    <a:pt x="2898" y="1825"/>
                    <a:pt x="2965" y="1737"/>
                  </a:cubicBezTo>
                  <a:cubicBezTo>
                    <a:pt x="3084" y="1571"/>
                    <a:pt x="3049" y="1356"/>
                    <a:pt x="2882" y="1237"/>
                  </a:cubicBezTo>
                  <a:lnTo>
                    <a:pt x="1203" y="59"/>
                  </a:lnTo>
                  <a:cubicBezTo>
                    <a:pt x="1150" y="20"/>
                    <a:pt x="1084" y="1"/>
                    <a:pt x="10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24"/>
            <p:cNvSpPr/>
            <p:nvPr/>
          </p:nvSpPr>
          <p:spPr>
            <a:xfrm>
              <a:off x="1621644" y="2323780"/>
              <a:ext cx="99024" cy="76315"/>
            </a:xfrm>
            <a:custGeom>
              <a:rect b="b" l="l" r="r" t="t"/>
              <a:pathLst>
                <a:path extrusionOk="0" h="2460" w="3192">
                  <a:moveTo>
                    <a:pt x="498" y="0"/>
                  </a:moveTo>
                  <a:cubicBezTo>
                    <a:pt x="314" y="0"/>
                    <a:pt x="165" y="140"/>
                    <a:pt x="155" y="323"/>
                  </a:cubicBezTo>
                  <a:lnTo>
                    <a:pt x="0" y="2109"/>
                  </a:lnTo>
                  <a:cubicBezTo>
                    <a:pt x="0" y="2204"/>
                    <a:pt x="12" y="2287"/>
                    <a:pt x="72" y="2323"/>
                  </a:cubicBezTo>
                  <a:cubicBezTo>
                    <a:pt x="143" y="2409"/>
                    <a:pt x="245" y="2460"/>
                    <a:pt x="350" y="2460"/>
                  </a:cubicBezTo>
                  <a:cubicBezTo>
                    <a:pt x="405" y="2460"/>
                    <a:pt x="460" y="2446"/>
                    <a:pt x="512" y="2418"/>
                  </a:cubicBezTo>
                  <a:lnTo>
                    <a:pt x="2429" y="1525"/>
                  </a:lnTo>
                  <a:lnTo>
                    <a:pt x="2393" y="1608"/>
                  </a:lnTo>
                  <a:cubicBezTo>
                    <a:pt x="2334" y="1777"/>
                    <a:pt x="2473" y="1938"/>
                    <a:pt x="2639" y="1938"/>
                  </a:cubicBezTo>
                  <a:cubicBezTo>
                    <a:pt x="2671" y="1938"/>
                    <a:pt x="2705" y="1932"/>
                    <a:pt x="2739" y="1918"/>
                  </a:cubicBezTo>
                  <a:cubicBezTo>
                    <a:pt x="2798" y="1906"/>
                    <a:pt x="2846" y="1847"/>
                    <a:pt x="2870" y="1787"/>
                  </a:cubicBezTo>
                  <a:lnTo>
                    <a:pt x="3144" y="1025"/>
                  </a:lnTo>
                  <a:cubicBezTo>
                    <a:pt x="3191" y="894"/>
                    <a:pt x="3108" y="727"/>
                    <a:pt x="2977" y="680"/>
                  </a:cubicBezTo>
                  <a:lnTo>
                    <a:pt x="2215" y="418"/>
                  </a:lnTo>
                  <a:cubicBezTo>
                    <a:pt x="2188" y="407"/>
                    <a:pt x="2159" y="401"/>
                    <a:pt x="2129" y="401"/>
                  </a:cubicBezTo>
                  <a:cubicBezTo>
                    <a:pt x="2093" y="401"/>
                    <a:pt x="2057" y="410"/>
                    <a:pt x="2024" y="430"/>
                  </a:cubicBezTo>
                  <a:cubicBezTo>
                    <a:pt x="1822" y="513"/>
                    <a:pt x="1834" y="811"/>
                    <a:pt x="2036" y="894"/>
                  </a:cubicBezTo>
                  <a:lnTo>
                    <a:pt x="2120" y="918"/>
                  </a:lnTo>
                  <a:lnTo>
                    <a:pt x="750" y="1561"/>
                  </a:lnTo>
                  <a:lnTo>
                    <a:pt x="750" y="1561"/>
                  </a:lnTo>
                  <a:lnTo>
                    <a:pt x="846" y="382"/>
                  </a:lnTo>
                  <a:cubicBezTo>
                    <a:pt x="869" y="215"/>
                    <a:pt x="762" y="61"/>
                    <a:pt x="596" y="13"/>
                  </a:cubicBezTo>
                  <a:cubicBezTo>
                    <a:pt x="562" y="4"/>
                    <a:pt x="530" y="0"/>
                    <a:pt x="4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24"/>
            <p:cNvSpPr/>
            <p:nvPr/>
          </p:nvSpPr>
          <p:spPr>
            <a:xfrm>
              <a:off x="1715084" y="2257546"/>
              <a:ext cx="87577" cy="94029"/>
            </a:xfrm>
            <a:custGeom>
              <a:rect b="b" l="l" r="r" t="t"/>
              <a:pathLst>
                <a:path extrusionOk="0" h="3031" w="2823">
                  <a:moveTo>
                    <a:pt x="1080" y="1"/>
                  </a:moveTo>
                  <a:cubicBezTo>
                    <a:pt x="1065" y="1"/>
                    <a:pt x="1050" y="2"/>
                    <a:pt x="1036" y="5"/>
                  </a:cubicBezTo>
                  <a:lnTo>
                    <a:pt x="251" y="136"/>
                  </a:lnTo>
                  <a:cubicBezTo>
                    <a:pt x="96" y="172"/>
                    <a:pt x="1" y="303"/>
                    <a:pt x="24" y="457"/>
                  </a:cubicBezTo>
                  <a:lnTo>
                    <a:pt x="155" y="1243"/>
                  </a:lnTo>
                  <a:cubicBezTo>
                    <a:pt x="179" y="1315"/>
                    <a:pt x="203" y="1362"/>
                    <a:pt x="262" y="1410"/>
                  </a:cubicBezTo>
                  <a:cubicBezTo>
                    <a:pt x="305" y="1438"/>
                    <a:pt x="352" y="1451"/>
                    <a:pt x="398" y="1451"/>
                  </a:cubicBezTo>
                  <a:cubicBezTo>
                    <a:pt x="544" y="1451"/>
                    <a:pt x="683" y="1320"/>
                    <a:pt x="655" y="1148"/>
                  </a:cubicBezTo>
                  <a:lnTo>
                    <a:pt x="632" y="1076"/>
                  </a:lnTo>
                  <a:lnTo>
                    <a:pt x="1727" y="1850"/>
                  </a:lnTo>
                  <a:lnTo>
                    <a:pt x="667" y="2339"/>
                  </a:lnTo>
                  <a:cubicBezTo>
                    <a:pt x="501" y="2434"/>
                    <a:pt x="417" y="2624"/>
                    <a:pt x="489" y="2803"/>
                  </a:cubicBezTo>
                  <a:cubicBezTo>
                    <a:pt x="541" y="2942"/>
                    <a:pt x="676" y="3031"/>
                    <a:pt x="815" y="3031"/>
                  </a:cubicBezTo>
                  <a:cubicBezTo>
                    <a:pt x="866" y="3031"/>
                    <a:pt x="917" y="3019"/>
                    <a:pt x="965" y="2993"/>
                  </a:cubicBezTo>
                  <a:lnTo>
                    <a:pt x="2584" y="2243"/>
                  </a:lnTo>
                  <a:cubicBezTo>
                    <a:pt x="2739" y="2160"/>
                    <a:pt x="2822" y="2005"/>
                    <a:pt x="2775" y="1838"/>
                  </a:cubicBezTo>
                  <a:cubicBezTo>
                    <a:pt x="2763" y="1743"/>
                    <a:pt x="2703" y="1672"/>
                    <a:pt x="2632" y="1624"/>
                  </a:cubicBezTo>
                  <a:lnTo>
                    <a:pt x="1048" y="517"/>
                  </a:lnTo>
                  <a:lnTo>
                    <a:pt x="1132" y="493"/>
                  </a:lnTo>
                  <a:cubicBezTo>
                    <a:pt x="1346" y="469"/>
                    <a:pt x="1405" y="183"/>
                    <a:pt x="1227" y="53"/>
                  </a:cubicBezTo>
                  <a:cubicBezTo>
                    <a:pt x="1181" y="16"/>
                    <a:pt x="1129" y="1"/>
                    <a:pt x="10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24"/>
            <p:cNvSpPr/>
            <p:nvPr/>
          </p:nvSpPr>
          <p:spPr>
            <a:xfrm>
              <a:off x="1285888" y="2209679"/>
              <a:ext cx="290340" cy="372332"/>
            </a:xfrm>
            <a:custGeom>
              <a:rect b="b" l="l" r="r" t="t"/>
              <a:pathLst>
                <a:path extrusionOk="0" h="12002" w="9359">
                  <a:moveTo>
                    <a:pt x="4322" y="0"/>
                  </a:moveTo>
                  <a:lnTo>
                    <a:pt x="0" y="2012"/>
                  </a:lnTo>
                  <a:lnTo>
                    <a:pt x="6847" y="12002"/>
                  </a:lnTo>
                  <a:lnTo>
                    <a:pt x="9359" y="10823"/>
                  </a:lnTo>
                  <a:lnTo>
                    <a:pt x="4322" y="0"/>
                  </a:lnTo>
                  <a:close/>
                </a:path>
              </a:pathLst>
            </a:custGeom>
            <a:solidFill>
              <a:srgbClr val="A971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24"/>
            <p:cNvSpPr/>
            <p:nvPr/>
          </p:nvSpPr>
          <p:spPr>
            <a:xfrm>
              <a:off x="1361241" y="2391750"/>
              <a:ext cx="173633" cy="155299"/>
            </a:xfrm>
            <a:custGeom>
              <a:rect b="b" l="l" r="r" t="t"/>
              <a:pathLst>
                <a:path extrusionOk="0" h="5006" w="5597">
                  <a:moveTo>
                    <a:pt x="2862" y="1"/>
                  </a:moveTo>
                  <a:cubicBezTo>
                    <a:pt x="2482" y="1"/>
                    <a:pt x="1481" y="1391"/>
                    <a:pt x="1342" y="1886"/>
                  </a:cubicBezTo>
                  <a:lnTo>
                    <a:pt x="1342" y="1886"/>
                  </a:lnTo>
                  <a:cubicBezTo>
                    <a:pt x="1399" y="1567"/>
                    <a:pt x="1524" y="731"/>
                    <a:pt x="1358" y="572"/>
                  </a:cubicBezTo>
                  <a:cubicBezTo>
                    <a:pt x="1345" y="561"/>
                    <a:pt x="1329" y="555"/>
                    <a:pt x="1312" y="555"/>
                  </a:cubicBezTo>
                  <a:cubicBezTo>
                    <a:pt x="1002" y="555"/>
                    <a:pt x="0" y="2239"/>
                    <a:pt x="0" y="2239"/>
                  </a:cubicBezTo>
                  <a:cubicBezTo>
                    <a:pt x="0" y="2239"/>
                    <a:pt x="1167" y="5005"/>
                    <a:pt x="2805" y="5005"/>
                  </a:cubicBezTo>
                  <a:cubicBezTo>
                    <a:pt x="3146" y="5005"/>
                    <a:pt x="3507" y="4886"/>
                    <a:pt x="3882" y="4597"/>
                  </a:cubicBezTo>
                  <a:cubicBezTo>
                    <a:pt x="3882" y="4597"/>
                    <a:pt x="5596" y="2954"/>
                    <a:pt x="5311" y="2156"/>
                  </a:cubicBezTo>
                  <a:cubicBezTo>
                    <a:pt x="5266" y="2027"/>
                    <a:pt x="5183" y="1973"/>
                    <a:pt x="5076" y="1973"/>
                  </a:cubicBezTo>
                  <a:cubicBezTo>
                    <a:pt x="4895" y="1973"/>
                    <a:pt x="4643" y="2126"/>
                    <a:pt x="4382" y="2334"/>
                  </a:cubicBezTo>
                  <a:cubicBezTo>
                    <a:pt x="4418" y="1858"/>
                    <a:pt x="4394" y="1453"/>
                    <a:pt x="4203" y="1322"/>
                  </a:cubicBezTo>
                  <a:cubicBezTo>
                    <a:pt x="4147" y="1281"/>
                    <a:pt x="4088" y="1263"/>
                    <a:pt x="4027" y="1263"/>
                  </a:cubicBezTo>
                  <a:cubicBezTo>
                    <a:pt x="3451" y="1263"/>
                    <a:pt x="2691" y="2918"/>
                    <a:pt x="2691" y="2918"/>
                  </a:cubicBezTo>
                  <a:cubicBezTo>
                    <a:pt x="2691" y="2918"/>
                    <a:pt x="3239" y="179"/>
                    <a:pt x="2917" y="13"/>
                  </a:cubicBezTo>
                  <a:cubicBezTo>
                    <a:pt x="2901" y="4"/>
                    <a:pt x="2882" y="1"/>
                    <a:pt x="2862" y="1"/>
                  </a:cubicBez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24"/>
            <p:cNvSpPr/>
            <p:nvPr/>
          </p:nvSpPr>
          <p:spPr>
            <a:xfrm>
              <a:off x="983759" y="2302002"/>
              <a:ext cx="267073" cy="292945"/>
            </a:xfrm>
            <a:custGeom>
              <a:rect b="b" l="l" r="r" t="t"/>
              <a:pathLst>
                <a:path extrusionOk="0" h="9443" w="8609">
                  <a:moveTo>
                    <a:pt x="7096" y="1"/>
                  </a:moveTo>
                  <a:lnTo>
                    <a:pt x="6501" y="703"/>
                  </a:lnTo>
                  <a:lnTo>
                    <a:pt x="6668" y="834"/>
                  </a:lnTo>
                  <a:lnTo>
                    <a:pt x="5691" y="1965"/>
                  </a:lnTo>
                  <a:cubicBezTo>
                    <a:pt x="5602" y="1952"/>
                    <a:pt x="5511" y="1946"/>
                    <a:pt x="5420" y="1946"/>
                  </a:cubicBezTo>
                  <a:cubicBezTo>
                    <a:pt x="5016" y="1946"/>
                    <a:pt x="4609" y="2063"/>
                    <a:pt x="4298" y="2179"/>
                  </a:cubicBezTo>
                  <a:cubicBezTo>
                    <a:pt x="3894" y="2310"/>
                    <a:pt x="3584" y="2560"/>
                    <a:pt x="3298" y="2846"/>
                  </a:cubicBezTo>
                  <a:cubicBezTo>
                    <a:pt x="3155" y="2989"/>
                    <a:pt x="3012" y="3144"/>
                    <a:pt x="2893" y="3311"/>
                  </a:cubicBezTo>
                  <a:cubicBezTo>
                    <a:pt x="2512" y="3787"/>
                    <a:pt x="1738" y="4799"/>
                    <a:pt x="1072" y="5728"/>
                  </a:cubicBezTo>
                  <a:cubicBezTo>
                    <a:pt x="607" y="6406"/>
                    <a:pt x="191" y="7025"/>
                    <a:pt x="0" y="7430"/>
                  </a:cubicBezTo>
                  <a:cubicBezTo>
                    <a:pt x="143" y="7811"/>
                    <a:pt x="417" y="8204"/>
                    <a:pt x="726" y="8561"/>
                  </a:cubicBezTo>
                  <a:lnTo>
                    <a:pt x="905" y="8740"/>
                  </a:lnTo>
                  <a:cubicBezTo>
                    <a:pt x="1346" y="9061"/>
                    <a:pt x="1858" y="9323"/>
                    <a:pt x="2334" y="9442"/>
                  </a:cubicBezTo>
                  <a:cubicBezTo>
                    <a:pt x="2691" y="9180"/>
                    <a:pt x="3251" y="8680"/>
                    <a:pt x="3834" y="8109"/>
                  </a:cubicBezTo>
                  <a:cubicBezTo>
                    <a:pt x="4667" y="7311"/>
                    <a:pt x="5548" y="6382"/>
                    <a:pt x="5965" y="5942"/>
                  </a:cubicBezTo>
                  <a:cubicBezTo>
                    <a:pt x="6096" y="5787"/>
                    <a:pt x="6227" y="5644"/>
                    <a:pt x="6382" y="5478"/>
                  </a:cubicBezTo>
                  <a:cubicBezTo>
                    <a:pt x="6620" y="5168"/>
                    <a:pt x="6811" y="4811"/>
                    <a:pt x="6882" y="4394"/>
                  </a:cubicBezTo>
                  <a:cubicBezTo>
                    <a:pt x="6942" y="3989"/>
                    <a:pt x="7025" y="3453"/>
                    <a:pt x="6870" y="2977"/>
                  </a:cubicBezTo>
                  <a:lnTo>
                    <a:pt x="7834" y="1846"/>
                  </a:lnTo>
                  <a:lnTo>
                    <a:pt x="8013" y="2001"/>
                  </a:lnTo>
                  <a:lnTo>
                    <a:pt x="8608" y="1298"/>
                  </a:lnTo>
                  <a:lnTo>
                    <a:pt x="7096" y="1"/>
                  </a:lnTo>
                  <a:close/>
                </a:path>
              </a:pathLst>
            </a:custGeom>
            <a:solidFill>
              <a:srgbClr val="5E8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24"/>
            <p:cNvSpPr/>
            <p:nvPr/>
          </p:nvSpPr>
          <p:spPr>
            <a:xfrm>
              <a:off x="1016240" y="2390292"/>
              <a:ext cx="165133" cy="163271"/>
            </a:xfrm>
            <a:custGeom>
              <a:rect b="b" l="l" r="r" t="t"/>
              <a:pathLst>
                <a:path extrusionOk="0" h="5263" w="5323">
                  <a:moveTo>
                    <a:pt x="2239" y="0"/>
                  </a:moveTo>
                  <a:cubicBezTo>
                    <a:pt x="2085" y="143"/>
                    <a:pt x="1954" y="298"/>
                    <a:pt x="1834" y="465"/>
                  </a:cubicBezTo>
                  <a:cubicBezTo>
                    <a:pt x="1453" y="941"/>
                    <a:pt x="680" y="1953"/>
                    <a:pt x="1" y="2882"/>
                  </a:cubicBezTo>
                  <a:lnTo>
                    <a:pt x="2787" y="5263"/>
                  </a:lnTo>
                  <a:cubicBezTo>
                    <a:pt x="3620" y="4465"/>
                    <a:pt x="4501" y="3536"/>
                    <a:pt x="4918" y="3096"/>
                  </a:cubicBezTo>
                  <a:cubicBezTo>
                    <a:pt x="5049" y="2941"/>
                    <a:pt x="5180" y="2798"/>
                    <a:pt x="5323" y="2632"/>
                  </a:cubicBezTo>
                  <a:lnTo>
                    <a:pt x="2239" y="0"/>
                  </a:lnTo>
                  <a:close/>
                </a:path>
              </a:pathLst>
            </a:custGeom>
            <a:solidFill>
              <a:srgbClr val="FFB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24"/>
            <p:cNvSpPr/>
            <p:nvPr/>
          </p:nvSpPr>
          <p:spPr>
            <a:xfrm>
              <a:off x="983759" y="2302002"/>
              <a:ext cx="246381" cy="265615"/>
            </a:xfrm>
            <a:custGeom>
              <a:rect b="b" l="l" r="r" t="t"/>
              <a:pathLst>
                <a:path extrusionOk="0" h="8562" w="7942">
                  <a:moveTo>
                    <a:pt x="7096" y="1"/>
                  </a:moveTo>
                  <a:lnTo>
                    <a:pt x="6501" y="703"/>
                  </a:lnTo>
                  <a:lnTo>
                    <a:pt x="6668" y="834"/>
                  </a:lnTo>
                  <a:lnTo>
                    <a:pt x="5691" y="1965"/>
                  </a:lnTo>
                  <a:cubicBezTo>
                    <a:pt x="5602" y="1952"/>
                    <a:pt x="5511" y="1946"/>
                    <a:pt x="5420" y="1946"/>
                  </a:cubicBezTo>
                  <a:cubicBezTo>
                    <a:pt x="5016" y="1946"/>
                    <a:pt x="4609" y="2063"/>
                    <a:pt x="4298" y="2179"/>
                  </a:cubicBezTo>
                  <a:cubicBezTo>
                    <a:pt x="3894" y="2310"/>
                    <a:pt x="3584" y="2560"/>
                    <a:pt x="3298" y="2846"/>
                  </a:cubicBezTo>
                  <a:cubicBezTo>
                    <a:pt x="3155" y="2989"/>
                    <a:pt x="3012" y="3144"/>
                    <a:pt x="2893" y="3311"/>
                  </a:cubicBezTo>
                  <a:cubicBezTo>
                    <a:pt x="2512" y="3787"/>
                    <a:pt x="1738" y="4799"/>
                    <a:pt x="1072" y="5728"/>
                  </a:cubicBezTo>
                  <a:cubicBezTo>
                    <a:pt x="607" y="6406"/>
                    <a:pt x="191" y="7025"/>
                    <a:pt x="0" y="7430"/>
                  </a:cubicBezTo>
                  <a:cubicBezTo>
                    <a:pt x="143" y="7811"/>
                    <a:pt x="417" y="8204"/>
                    <a:pt x="726" y="8561"/>
                  </a:cubicBezTo>
                  <a:cubicBezTo>
                    <a:pt x="1322" y="6716"/>
                    <a:pt x="2477" y="5049"/>
                    <a:pt x="4024" y="3870"/>
                  </a:cubicBezTo>
                  <a:cubicBezTo>
                    <a:pt x="4786" y="3287"/>
                    <a:pt x="5656" y="2834"/>
                    <a:pt x="6382" y="2191"/>
                  </a:cubicBezTo>
                  <a:cubicBezTo>
                    <a:pt x="6870" y="1763"/>
                    <a:pt x="7346" y="1298"/>
                    <a:pt x="7823" y="846"/>
                  </a:cubicBezTo>
                  <a:cubicBezTo>
                    <a:pt x="7858" y="810"/>
                    <a:pt x="7894" y="775"/>
                    <a:pt x="7942" y="727"/>
                  </a:cubicBezTo>
                  <a:lnTo>
                    <a:pt x="7096" y="1"/>
                  </a:lnTo>
                  <a:close/>
                </a:path>
              </a:pathLst>
            </a:custGeom>
            <a:solidFill>
              <a:srgbClr val="5E8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24"/>
            <p:cNvSpPr/>
            <p:nvPr/>
          </p:nvSpPr>
          <p:spPr>
            <a:xfrm>
              <a:off x="847447" y="2591597"/>
              <a:ext cx="1008014" cy="1489297"/>
            </a:xfrm>
            <a:custGeom>
              <a:rect b="b" l="l" r="r" t="t"/>
              <a:pathLst>
                <a:path extrusionOk="0" h="48007" w="32493">
                  <a:moveTo>
                    <a:pt x="1" y="0"/>
                  </a:moveTo>
                  <a:lnTo>
                    <a:pt x="239" y="6358"/>
                  </a:lnTo>
                  <a:lnTo>
                    <a:pt x="2144" y="48006"/>
                  </a:lnTo>
                  <a:lnTo>
                    <a:pt x="30969" y="48006"/>
                  </a:lnTo>
                  <a:lnTo>
                    <a:pt x="32326" y="6358"/>
                  </a:lnTo>
                  <a:lnTo>
                    <a:pt x="32493" y="0"/>
                  </a:lnTo>
                  <a:close/>
                </a:path>
              </a:pathLst>
            </a:custGeom>
            <a:solidFill>
              <a:srgbClr val="4569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24"/>
            <p:cNvSpPr/>
            <p:nvPr/>
          </p:nvSpPr>
          <p:spPr>
            <a:xfrm>
              <a:off x="847447" y="2591597"/>
              <a:ext cx="1008014" cy="197272"/>
            </a:xfrm>
            <a:custGeom>
              <a:rect b="b" l="l" r="r" t="t"/>
              <a:pathLst>
                <a:path extrusionOk="0" h="6359" w="32493">
                  <a:moveTo>
                    <a:pt x="1" y="0"/>
                  </a:moveTo>
                  <a:lnTo>
                    <a:pt x="239" y="6358"/>
                  </a:lnTo>
                  <a:lnTo>
                    <a:pt x="32326" y="6358"/>
                  </a:lnTo>
                  <a:lnTo>
                    <a:pt x="32493" y="0"/>
                  </a:lnTo>
                  <a:close/>
                </a:path>
              </a:pathLst>
            </a:custGeom>
            <a:solidFill>
              <a:srgbClr val="254F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24"/>
            <p:cNvSpPr/>
            <p:nvPr/>
          </p:nvSpPr>
          <p:spPr>
            <a:xfrm>
              <a:off x="775443" y="2502934"/>
              <a:ext cx="1152424" cy="157749"/>
            </a:xfrm>
            <a:custGeom>
              <a:rect b="b" l="l" r="r" t="t"/>
              <a:pathLst>
                <a:path extrusionOk="0" h="5085" w="37148">
                  <a:moveTo>
                    <a:pt x="36612" y="1"/>
                  </a:moveTo>
                  <a:lnTo>
                    <a:pt x="1905" y="965"/>
                  </a:lnTo>
                  <a:lnTo>
                    <a:pt x="0" y="5085"/>
                  </a:lnTo>
                  <a:lnTo>
                    <a:pt x="37148" y="5085"/>
                  </a:lnTo>
                  <a:lnTo>
                    <a:pt x="36612" y="1"/>
                  </a:lnTo>
                  <a:close/>
                </a:path>
              </a:pathLst>
            </a:custGeom>
            <a:solidFill>
              <a:srgbClr val="4569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24"/>
            <p:cNvSpPr/>
            <p:nvPr/>
          </p:nvSpPr>
          <p:spPr>
            <a:xfrm>
              <a:off x="1195767" y="2993897"/>
              <a:ext cx="280381" cy="256370"/>
            </a:xfrm>
            <a:custGeom>
              <a:rect b="b" l="l" r="r" t="t"/>
              <a:pathLst>
                <a:path extrusionOk="0" h="8264" w="9038">
                  <a:moveTo>
                    <a:pt x="5086" y="0"/>
                  </a:moveTo>
                  <a:cubicBezTo>
                    <a:pt x="4955" y="0"/>
                    <a:pt x="4822" y="26"/>
                    <a:pt x="4691" y="81"/>
                  </a:cubicBezTo>
                  <a:cubicBezTo>
                    <a:pt x="4501" y="177"/>
                    <a:pt x="4334" y="331"/>
                    <a:pt x="4227" y="510"/>
                  </a:cubicBezTo>
                  <a:lnTo>
                    <a:pt x="1441" y="5427"/>
                  </a:lnTo>
                  <a:lnTo>
                    <a:pt x="1381" y="5213"/>
                  </a:lnTo>
                  <a:cubicBezTo>
                    <a:pt x="1289" y="4883"/>
                    <a:pt x="1006" y="4706"/>
                    <a:pt x="717" y="4706"/>
                  </a:cubicBezTo>
                  <a:cubicBezTo>
                    <a:pt x="486" y="4706"/>
                    <a:pt x="251" y="4820"/>
                    <a:pt x="108" y="5058"/>
                  </a:cubicBezTo>
                  <a:cubicBezTo>
                    <a:pt x="24" y="5201"/>
                    <a:pt x="0" y="5392"/>
                    <a:pt x="48" y="5570"/>
                  </a:cubicBezTo>
                  <a:lnTo>
                    <a:pt x="643" y="7713"/>
                  </a:lnTo>
                  <a:cubicBezTo>
                    <a:pt x="742" y="8050"/>
                    <a:pt x="1040" y="8264"/>
                    <a:pt x="1370" y="8264"/>
                  </a:cubicBezTo>
                  <a:cubicBezTo>
                    <a:pt x="1437" y="8264"/>
                    <a:pt x="1504" y="8255"/>
                    <a:pt x="1572" y="8237"/>
                  </a:cubicBezTo>
                  <a:lnTo>
                    <a:pt x="3715" y="7642"/>
                  </a:lnTo>
                  <a:cubicBezTo>
                    <a:pt x="3894" y="7594"/>
                    <a:pt x="4037" y="7475"/>
                    <a:pt x="4132" y="7320"/>
                  </a:cubicBezTo>
                  <a:cubicBezTo>
                    <a:pt x="4397" y="6843"/>
                    <a:pt x="4030" y="6281"/>
                    <a:pt x="3534" y="6281"/>
                  </a:cubicBezTo>
                  <a:cubicBezTo>
                    <a:pt x="3473" y="6281"/>
                    <a:pt x="3410" y="6290"/>
                    <a:pt x="3346" y="6308"/>
                  </a:cubicBezTo>
                  <a:lnTo>
                    <a:pt x="3132" y="6368"/>
                  </a:lnTo>
                  <a:lnTo>
                    <a:pt x="5096" y="2939"/>
                  </a:lnTo>
                  <a:lnTo>
                    <a:pt x="7049" y="6332"/>
                  </a:lnTo>
                  <a:cubicBezTo>
                    <a:pt x="7236" y="6663"/>
                    <a:pt x="7580" y="6861"/>
                    <a:pt x="7935" y="6861"/>
                  </a:cubicBezTo>
                  <a:cubicBezTo>
                    <a:pt x="8077" y="6861"/>
                    <a:pt x="8222" y="6829"/>
                    <a:pt x="8359" y="6761"/>
                  </a:cubicBezTo>
                  <a:cubicBezTo>
                    <a:pt x="8859" y="6499"/>
                    <a:pt x="9037" y="5892"/>
                    <a:pt x="8763" y="5415"/>
                  </a:cubicBezTo>
                  <a:lnTo>
                    <a:pt x="5930" y="486"/>
                  </a:lnTo>
                  <a:cubicBezTo>
                    <a:pt x="5757" y="183"/>
                    <a:pt x="5433" y="0"/>
                    <a:pt x="5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24"/>
            <p:cNvSpPr/>
            <p:nvPr/>
          </p:nvSpPr>
          <p:spPr>
            <a:xfrm>
              <a:off x="1082752" y="3280855"/>
              <a:ext cx="296978" cy="236391"/>
            </a:xfrm>
            <a:custGeom>
              <a:rect b="b" l="l" r="r" t="t"/>
              <a:pathLst>
                <a:path extrusionOk="0" h="7620" w="9573">
                  <a:moveTo>
                    <a:pt x="3467" y="0"/>
                  </a:moveTo>
                  <a:cubicBezTo>
                    <a:pt x="3129" y="0"/>
                    <a:pt x="2799" y="179"/>
                    <a:pt x="2619" y="487"/>
                  </a:cubicBezTo>
                  <a:lnTo>
                    <a:pt x="179" y="4797"/>
                  </a:lnTo>
                  <a:cubicBezTo>
                    <a:pt x="48" y="5000"/>
                    <a:pt x="0" y="5250"/>
                    <a:pt x="60" y="5536"/>
                  </a:cubicBezTo>
                  <a:cubicBezTo>
                    <a:pt x="155" y="6000"/>
                    <a:pt x="572" y="6309"/>
                    <a:pt x="1012" y="6309"/>
                  </a:cubicBezTo>
                  <a:lnTo>
                    <a:pt x="6858" y="6298"/>
                  </a:lnTo>
                  <a:lnTo>
                    <a:pt x="6715" y="6440"/>
                  </a:lnTo>
                  <a:cubicBezTo>
                    <a:pt x="6287" y="6881"/>
                    <a:pt x="6596" y="7619"/>
                    <a:pt x="7203" y="7619"/>
                  </a:cubicBezTo>
                  <a:cubicBezTo>
                    <a:pt x="7382" y="7619"/>
                    <a:pt x="7561" y="7548"/>
                    <a:pt x="7703" y="7417"/>
                  </a:cubicBezTo>
                  <a:lnTo>
                    <a:pt x="9275" y="5833"/>
                  </a:lnTo>
                  <a:cubicBezTo>
                    <a:pt x="9573" y="5536"/>
                    <a:pt x="9573" y="5071"/>
                    <a:pt x="9275" y="4774"/>
                  </a:cubicBezTo>
                  <a:lnTo>
                    <a:pt x="7703" y="3202"/>
                  </a:lnTo>
                  <a:cubicBezTo>
                    <a:pt x="7561" y="3071"/>
                    <a:pt x="7382" y="2988"/>
                    <a:pt x="7203" y="2988"/>
                  </a:cubicBezTo>
                  <a:cubicBezTo>
                    <a:pt x="6584" y="2988"/>
                    <a:pt x="6287" y="3738"/>
                    <a:pt x="6715" y="4166"/>
                  </a:cubicBezTo>
                  <a:lnTo>
                    <a:pt x="6870" y="4321"/>
                  </a:lnTo>
                  <a:lnTo>
                    <a:pt x="2679" y="4321"/>
                  </a:lnTo>
                  <a:lnTo>
                    <a:pt x="4286" y="1487"/>
                  </a:lnTo>
                  <a:cubicBezTo>
                    <a:pt x="4524" y="1083"/>
                    <a:pt x="4453" y="571"/>
                    <a:pt x="4108" y="249"/>
                  </a:cubicBezTo>
                  <a:cubicBezTo>
                    <a:pt x="3918" y="79"/>
                    <a:pt x="3691" y="0"/>
                    <a:pt x="34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24"/>
            <p:cNvSpPr/>
            <p:nvPr/>
          </p:nvSpPr>
          <p:spPr>
            <a:xfrm>
              <a:off x="1411094" y="3226317"/>
              <a:ext cx="215389" cy="248428"/>
            </a:xfrm>
            <a:custGeom>
              <a:rect b="b" l="l" r="r" t="t"/>
              <a:pathLst>
                <a:path extrusionOk="0" h="8008" w="6943">
                  <a:moveTo>
                    <a:pt x="2306" y="0"/>
                  </a:moveTo>
                  <a:cubicBezTo>
                    <a:pt x="1984" y="0"/>
                    <a:pt x="1685" y="221"/>
                    <a:pt x="1596" y="555"/>
                  </a:cubicBezTo>
                  <a:lnTo>
                    <a:pt x="1013" y="2710"/>
                  </a:lnTo>
                  <a:cubicBezTo>
                    <a:pt x="965" y="2888"/>
                    <a:pt x="1001" y="3067"/>
                    <a:pt x="1084" y="3234"/>
                  </a:cubicBezTo>
                  <a:cubicBezTo>
                    <a:pt x="1215" y="3469"/>
                    <a:pt x="1445" y="3581"/>
                    <a:pt x="1676" y="3581"/>
                  </a:cubicBezTo>
                  <a:cubicBezTo>
                    <a:pt x="1970" y="3581"/>
                    <a:pt x="2265" y="3400"/>
                    <a:pt x="2358" y="3067"/>
                  </a:cubicBezTo>
                  <a:lnTo>
                    <a:pt x="2418" y="2864"/>
                  </a:lnTo>
                  <a:lnTo>
                    <a:pt x="4239" y="6055"/>
                  </a:lnTo>
                  <a:lnTo>
                    <a:pt x="1048" y="6055"/>
                  </a:lnTo>
                  <a:cubicBezTo>
                    <a:pt x="525" y="6055"/>
                    <a:pt x="48" y="6460"/>
                    <a:pt x="36" y="6984"/>
                  </a:cubicBezTo>
                  <a:cubicBezTo>
                    <a:pt x="1" y="7544"/>
                    <a:pt x="453" y="8008"/>
                    <a:pt x="1001" y="8008"/>
                  </a:cubicBezTo>
                  <a:lnTo>
                    <a:pt x="5942" y="8008"/>
                  </a:lnTo>
                  <a:cubicBezTo>
                    <a:pt x="6382" y="8008"/>
                    <a:pt x="6787" y="7698"/>
                    <a:pt x="6894" y="7222"/>
                  </a:cubicBezTo>
                  <a:cubicBezTo>
                    <a:pt x="6942" y="6984"/>
                    <a:pt x="6883" y="6734"/>
                    <a:pt x="6763" y="6520"/>
                  </a:cubicBezTo>
                  <a:lnTo>
                    <a:pt x="4096" y="1888"/>
                  </a:lnTo>
                  <a:lnTo>
                    <a:pt x="4299" y="1948"/>
                  </a:lnTo>
                  <a:cubicBezTo>
                    <a:pt x="4364" y="1966"/>
                    <a:pt x="4429" y="1974"/>
                    <a:pt x="4491" y="1974"/>
                  </a:cubicBezTo>
                  <a:cubicBezTo>
                    <a:pt x="4997" y="1974"/>
                    <a:pt x="5372" y="1413"/>
                    <a:pt x="5097" y="936"/>
                  </a:cubicBezTo>
                  <a:cubicBezTo>
                    <a:pt x="5001" y="781"/>
                    <a:pt x="4858" y="650"/>
                    <a:pt x="4680" y="614"/>
                  </a:cubicBezTo>
                  <a:lnTo>
                    <a:pt x="2513" y="31"/>
                  </a:lnTo>
                  <a:cubicBezTo>
                    <a:pt x="2444" y="10"/>
                    <a:pt x="2375" y="0"/>
                    <a:pt x="23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24"/>
            <p:cNvSpPr/>
            <p:nvPr/>
          </p:nvSpPr>
          <p:spPr>
            <a:xfrm>
              <a:off x="1567696" y="4080491"/>
              <a:ext cx="174005" cy="62076"/>
            </a:xfrm>
            <a:custGeom>
              <a:rect b="b" l="l" r="r" t="t"/>
              <a:pathLst>
                <a:path extrusionOk="0" h="2001" w="5609">
                  <a:moveTo>
                    <a:pt x="1" y="0"/>
                  </a:moveTo>
                  <a:lnTo>
                    <a:pt x="1" y="2000"/>
                  </a:lnTo>
                  <a:lnTo>
                    <a:pt x="5609" y="2000"/>
                  </a:lnTo>
                  <a:lnTo>
                    <a:pt x="5609" y="0"/>
                  </a:lnTo>
                  <a:close/>
                </a:path>
              </a:pathLst>
            </a:custGeom>
            <a:solidFill>
              <a:srgbClr val="254F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24"/>
            <p:cNvSpPr/>
            <p:nvPr/>
          </p:nvSpPr>
          <p:spPr>
            <a:xfrm>
              <a:off x="981898" y="4080491"/>
              <a:ext cx="174005" cy="62076"/>
            </a:xfrm>
            <a:custGeom>
              <a:rect b="b" l="l" r="r" t="t"/>
              <a:pathLst>
                <a:path extrusionOk="0" h="2001" w="5609">
                  <a:moveTo>
                    <a:pt x="1" y="0"/>
                  </a:moveTo>
                  <a:lnTo>
                    <a:pt x="1" y="2000"/>
                  </a:lnTo>
                  <a:lnTo>
                    <a:pt x="5608" y="2000"/>
                  </a:lnTo>
                  <a:lnTo>
                    <a:pt x="5608" y="0"/>
                  </a:lnTo>
                  <a:close/>
                </a:path>
              </a:pathLst>
            </a:custGeom>
            <a:solidFill>
              <a:srgbClr val="254F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24"/>
            <p:cNvSpPr/>
            <p:nvPr/>
          </p:nvSpPr>
          <p:spPr>
            <a:xfrm>
              <a:off x="1145170" y="2244765"/>
              <a:ext cx="62448" cy="50256"/>
            </a:xfrm>
            <a:custGeom>
              <a:rect b="b" l="l" r="r" t="t"/>
              <a:pathLst>
                <a:path extrusionOk="0" h="1620" w="2013">
                  <a:moveTo>
                    <a:pt x="1358" y="0"/>
                  </a:moveTo>
                  <a:lnTo>
                    <a:pt x="0" y="655"/>
                  </a:lnTo>
                  <a:lnTo>
                    <a:pt x="667" y="1619"/>
                  </a:lnTo>
                  <a:lnTo>
                    <a:pt x="2012" y="655"/>
                  </a:lnTo>
                  <a:lnTo>
                    <a:pt x="1358" y="0"/>
                  </a:lnTo>
                  <a:close/>
                </a:path>
              </a:pathLst>
            </a:custGeom>
            <a:solidFill>
              <a:srgbClr val="414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24"/>
            <p:cNvSpPr/>
            <p:nvPr/>
          </p:nvSpPr>
          <p:spPr>
            <a:xfrm>
              <a:off x="2039021" y="1859869"/>
              <a:ext cx="274456" cy="388991"/>
            </a:xfrm>
            <a:custGeom>
              <a:rect b="b" l="l" r="r" t="t"/>
              <a:pathLst>
                <a:path extrusionOk="0" h="12539" w="8847">
                  <a:moveTo>
                    <a:pt x="1536" y="1"/>
                  </a:moveTo>
                  <a:cubicBezTo>
                    <a:pt x="1536" y="1"/>
                    <a:pt x="0" y="3299"/>
                    <a:pt x="48" y="4466"/>
                  </a:cubicBezTo>
                  <a:cubicBezTo>
                    <a:pt x="107" y="5609"/>
                    <a:pt x="1536" y="12538"/>
                    <a:pt x="1536" y="12538"/>
                  </a:cubicBezTo>
                  <a:lnTo>
                    <a:pt x="8847" y="10597"/>
                  </a:lnTo>
                  <a:cubicBezTo>
                    <a:pt x="8847" y="10597"/>
                    <a:pt x="6406" y="3239"/>
                    <a:pt x="5715" y="1870"/>
                  </a:cubicBezTo>
                  <a:cubicBezTo>
                    <a:pt x="5037" y="501"/>
                    <a:pt x="1536" y="1"/>
                    <a:pt x="1536" y="1"/>
                  </a:cubicBezTo>
                  <a:close/>
                </a:path>
              </a:pathLst>
            </a:custGeom>
            <a:solidFill>
              <a:srgbClr val="63C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24"/>
            <p:cNvSpPr/>
            <p:nvPr/>
          </p:nvSpPr>
          <p:spPr>
            <a:xfrm>
              <a:off x="2013520" y="1889806"/>
              <a:ext cx="299957" cy="368268"/>
            </a:xfrm>
            <a:custGeom>
              <a:rect b="b" l="l" r="r" t="t"/>
              <a:pathLst>
                <a:path extrusionOk="0" h="11871" w="9669">
                  <a:moveTo>
                    <a:pt x="2704" y="0"/>
                  </a:moveTo>
                  <a:cubicBezTo>
                    <a:pt x="2703" y="0"/>
                    <a:pt x="417" y="1786"/>
                    <a:pt x="215" y="2822"/>
                  </a:cubicBezTo>
                  <a:cubicBezTo>
                    <a:pt x="1" y="3870"/>
                    <a:pt x="2227" y="11871"/>
                    <a:pt x="2227" y="11871"/>
                  </a:cubicBezTo>
                  <a:lnTo>
                    <a:pt x="9669" y="9632"/>
                  </a:lnTo>
                  <a:lnTo>
                    <a:pt x="2799" y="10847"/>
                  </a:lnTo>
                  <a:cubicBezTo>
                    <a:pt x="2799" y="10847"/>
                    <a:pt x="977" y="3679"/>
                    <a:pt x="870" y="3203"/>
                  </a:cubicBezTo>
                  <a:cubicBezTo>
                    <a:pt x="763" y="2727"/>
                    <a:pt x="2703" y="1"/>
                    <a:pt x="2704" y="0"/>
                  </a:cubicBezTo>
                  <a:close/>
                </a:path>
              </a:pathLst>
            </a:custGeom>
            <a:solidFill>
              <a:srgbClr val="3BA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24"/>
            <p:cNvSpPr/>
            <p:nvPr/>
          </p:nvSpPr>
          <p:spPr>
            <a:xfrm>
              <a:off x="1939283" y="2198231"/>
              <a:ext cx="404471" cy="268903"/>
            </a:xfrm>
            <a:custGeom>
              <a:rect b="b" l="l" r="r" t="t"/>
              <a:pathLst>
                <a:path extrusionOk="0" h="8668" w="13038">
                  <a:moveTo>
                    <a:pt x="10907" y="0"/>
                  </a:moveTo>
                  <a:lnTo>
                    <a:pt x="6382" y="1203"/>
                  </a:lnTo>
                  <a:lnTo>
                    <a:pt x="7097" y="3393"/>
                  </a:lnTo>
                  <a:lnTo>
                    <a:pt x="1" y="5715"/>
                  </a:lnTo>
                  <a:lnTo>
                    <a:pt x="548" y="8668"/>
                  </a:lnTo>
                  <a:cubicBezTo>
                    <a:pt x="548" y="8668"/>
                    <a:pt x="12431" y="7203"/>
                    <a:pt x="12728" y="6441"/>
                  </a:cubicBezTo>
                  <a:cubicBezTo>
                    <a:pt x="13038" y="5679"/>
                    <a:pt x="10907" y="0"/>
                    <a:pt x="10907" y="0"/>
                  </a:cubicBezTo>
                  <a:close/>
                </a:path>
              </a:pathLst>
            </a:custGeom>
            <a:solidFill>
              <a:srgbClr val="414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24"/>
            <p:cNvSpPr/>
            <p:nvPr/>
          </p:nvSpPr>
          <p:spPr>
            <a:xfrm>
              <a:off x="1684434" y="2333521"/>
              <a:ext cx="294031" cy="226247"/>
            </a:xfrm>
            <a:custGeom>
              <a:rect b="b" l="l" r="r" t="t"/>
              <a:pathLst>
                <a:path extrusionOk="0" h="7293" w="9478">
                  <a:moveTo>
                    <a:pt x="2917" y="0"/>
                  </a:moveTo>
                  <a:cubicBezTo>
                    <a:pt x="2722" y="0"/>
                    <a:pt x="2531" y="45"/>
                    <a:pt x="2382" y="163"/>
                  </a:cubicBezTo>
                  <a:cubicBezTo>
                    <a:pt x="2358" y="175"/>
                    <a:pt x="2322" y="211"/>
                    <a:pt x="2322" y="235"/>
                  </a:cubicBezTo>
                  <a:cubicBezTo>
                    <a:pt x="2298" y="294"/>
                    <a:pt x="2334" y="366"/>
                    <a:pt x="2382" y="425"/>
                  </a:cubicBezTo>
                  <a:lnTo>
                    <a:pt x="2393" y="449"/>
                  </a:lnTo>
                  <a:cubicBezTo>
                    <a:pt x="2917" y="1068"/>
                    <a:pt x="3667" y="1521"/>
                    <a:pt x="4465" y="1664"/>
                  </a:cubicBezTo>
                  <a:cubicBezTo>
                    <a:pt x="4465" y="1664"/>
                    <a:pt x="0" y="4223"/>
                    <a:pt x="107" y="4521"/>
                  </a:cubicBezTo>
                  <a:cubicBezTo>
                    <a:pt x="131" y="4640"/>
                    <a:pt x="191" y="4712"/>
                    <a:pt x="250" y="4795"/>
                  </a:cubicBezTo>
                  <a:cubicBezTo>
                    <a:pt x="358" y="4890"/>
                    <a:pt x="441" y="4938"/>
                    <a:pt x="441" y="4938"/>
                  </a:cubicBezTo>
                  <a:cubicBezTo>
                    <a:pt x="441" y="4938"/>
                    <a:pt x="3623" y="3663"/>
                    <a:pt x="3883" y="3663"/>
                  </a:cubicBezTo>
                  <a:cubicBezTo>
                    <a:pt x="3887" y="3663"/>
                    <a:pt x="3891" y="3663"/>
                    <a:pt x="3894" y="3664"/>
                  </a:cubicBezTo>
                  <a:cubicBezTo>
                    <a:pt x="4013" y="3700"/>
                    <a:pt x="2727" y="4652"/>
                    <a:pt x="1953" y="5295"/>
                  </a:cubicBezTo>
                  <a:cubicBezTo>
                    <a:pt x="1631" y="5569"/>
                    <a:pt x="1417" y="5771"/>
                    <a:pt x="1393" y="5866"/>
                  </a:cubicBezTo>
                  <a:cubicBezTo>
                    <a:pt x="1381" y="5950"/>
                    <a:pt x="1429" y="6045"/>
                    <a:pt x="1512" y="6140"/>
                  </a:cubicBezTo>
                  <a:cubicBezTo>
                    <a:pt x="1596" y="6236"/>
                    <a:pt x="1691" y="6319"/>
                    <a:pt x="1798" y="6390"/>
                  </a:cubicBezTo>
                  <a:cubicBezTo>
                    <a:pt x="1965" y="6533"/>
                    <a:pt x="2132" y="6617"/>
                    <a:pt x="2132" y="6617"/>
                  </a:cubicBezTo>
                  <a:cubicBezTo>
                    <a:pt x="2132" y="6617"/>
                    <a:pt x="2143" y="6664"/>
                    <a:pt x="2167" y="6724"/>
                  </a:cubicBezTo>
                  <a:cubicBezTo>
                    <a:pt x="2215" y="6795"/>
                    <a:pt x="2274" y="6926"/>
                    <a:pt x="2370" y="7045"/>
                  </a:cubicBezTo>
                  <a:cubicBezTo>
                    <a:pt x="2405" y="7129"/>
                    <a:pt x="2465" y="7212"/>
                    <a:pt x="2524" y="7271"/>
                  </a:cubicBezTo>
                  <a:cubicBezTo>
                    <a:pt x="2537" y="7286"/>
                    <a:pt x="2564" y="7293"/>
                    <a:pt x="2603" y="7293"/>
                  </a:cubicBezTo>
                  <a:cubicBezTo>
                    <a:pt x="3245" y="7293"/>
                    <a:pt x="7258" y="5475"/>
                    <a:pt x="7561" y="5104"/>
                  </a:cubicBezTo>
                  <a:lnTo>
                    <a:pt x="7930" y="4473"/>
                  </a:lnTo>
                  <a:lnTo>
                    <a:pt x="9478" y="3819"/>
                  </a:lnTo>
                  <a:lnTo>
                    <a:pt x="8489" y="1473"/>
                  </a:lnTo>
                  <a:cubicBezTo>
                    <a:pt x="8108" y="1592"/>
                    <a:pt x="7632" y="1759"/>
                    <a:pt x="7632" y="1759"/>
                  </a:cubicBezTo>
                  <a:cubicBezTo>
                    <a:pt x="7632" y="1759"/>
                    <a:pt x="6646" y="425"/>
                    <a:pt x="5727" y="425"/>
                  </a:cubicBezTo>
                  <a:cubicBezTo>
                    <a:pt x="5715" y="425"/>
                    <a:pt x="5703" y="425"/>
                    <a:pt x="5692" y="425"/>
                  </a:cubicBezTo>
                  <a:cubicBezTo>
                    <a:pt x="5482" y="439"/>
                    <a:pt x="5272" y="450"/>
                    <a:pt x="5063" y="450"/>
                  </a:cubicBezTo>
                  <a:cubicBezTo>
                    <a:pt x="4716" y="450"/>
                    <a:pt x="4371" y="418"/>
                    <a:pt x="4037" y="306"/>
                  </a:cubicBezTo>
                  <a:cubicBezTo>
                    <a:pt x="3763" y="223"/>
                    <a:pt x="3501" y="92"/>
                    <a:pt x="3215" y="32"/>
                  </a:cubicBezTo>
                  <a:cubicBezTo>
                    <a:pt x="3118" y="12"/>
                    <a:pt x="3017" y="0"/>
                    <a:pt x="2917" y="0"/>
                  </a:cubicBez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24"/>
            <p:cNvSpPr/>
            <p:nvPr/>
          </p:nvSpPr>
          <p:spPr>
            <a:xfrm>
              <a:off x="1731712" y="2487795"/>
              <a:ext cx="63937" cy="44362"/>
            </a:xfrm>
            <a:custGeom>
              <a:rect b="b" l="l" r="r" t="t"/>
              <a:pathLst>
                <a:path extrusionOk="0" h="1430" w="2061">
                  <a:moveTo>
                    <a:pt x="2060" y="0"/>
                  </a:moveTo>
                  <a:cubicBezTo>
                    <a:pt x="2036" y="12"/>
                    <a:pt x="1846" y="96"/>
                    <a:pt x="1548" y="262"/>
                  </a:cubicBezTo>
                  <a:cubicBezTo>
                    <a:pt x="1215" y="429"/>
                    <a:pt x="786" y="667"/>
                    <a:pt x="322" y="965"/>
                  </a:cubicBezTo>
                  <a:cubicBezTo>
                    <a:pt x="203" y="1036"/>
                    <a:pt x="96" y="1096"/>
                    <a:pt x="0" y="1167"/>
                  </a:cubicBezTo>
                  <a:cubicBezTo>
                    <a:pt x="72" y="1263"/>
                    <a:pt x="179" y="1346"/>
                    <a:pt x="274" y="1429"/>
                  </a:cubicBezTo>
                  <a:cubicBezTo>
                    <a:pt x="358" y="1382"/>
                    <a:pt x="441" y="1334"/>
                    <a:pt x="512" y="1274"/>
                  </a:cubicBezTo>
                  <a:cubicBezTo>
                    <a:pt x="989" y="977"/>
                    <a:pt x="1381" y="667"/>
                    <a:pt x="1643" y="417"/>
                  </a:cubicBezTo>
                  <a:cubicBezTo>
                    <a:pt x="1905" y="179"/>
                    <a:pt x="2048" y="12"/>
                    <a:pt x="2060" y="0"/>
                  </a:cubicBezTo>
                  <a:close/>
                </a:path>
              </a:pathLst>
            </a:custGeom>
            <a:solidFill>
              <a:srgbClr val="CF4A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24"/>
            <p:cNvSpPr/>
            <p:nvPr/>
          </p:nvSpPr>
          <p:spPr>
            <a:xfrm>
              <a:off x="1752032" y="2521765"/>
              <a:ext cx="46937" cy="30712"/>
            </a:xfrm>
            <a:custGeom>
              <a:rect b="b" l="l" r="r" t="t"/>
              <a:pathLst>
                <a:path extrusionOk="0" h="990" w="1513">
                  <a:moveTo>
                    <a:pt x="1512" y="1"/>
                  </a:moveTo>
                  <a:cubicBezTo>
                    <a:pt x="1465" y="13"/>
                    <a:pt x="774" y="227"/>
                    <a:pt x="0" y="656"/>
                  </a:cubicBezTo>
                  <a:cubicBezTo>
                    <a:pt x="36" y="751"/>
                    <a:pt x="95" y="870"/>
                    <a:pt x="191" y="989"/>
                  </a:cubicBezTo>
                  <a:cubicBezTo>
                    <a:pt x="953" y="537"/>
                    <a:pt x="1488" y="37"/>
                    <a:pt x="1512" y="1"/>
                  </a:cubicBezTo>
                  <a:close/>
                </a:path>
              </a:pathLst>
            </a:custGeom>
            <a:solidFill>
              <a:srgbClr val="CF4A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24"/>
            <p:cNvSpPr/>
            <p:nvPr/>
          </p:nvSpPr>
          <p:spPr>
            <a:xfrm>
              <a:off x="1755723" y="2333521"/>
              <a:ext cx="199847" cy="72003"/>
            </a:xfrm>
            <a:custGeom>
              <a:rect b="b" l="l" r="r" t="t"/>
              <a:pathLst>
                <a:path extrusionOk="0" h="2321" w="6442">
                  <a:moveTo>
                    <a:pt x="619" y="0"/>
                  </a:moveTo>
                  <a:cubicBezTo>
                    <a:pt x="424" y="0"/>
                    <a:pt x="233" y="45"/>
                    <a:pt x="84" y="163"/>
                  </a:cubicBezTo>
                  <a:cubicBezTo>
                    <a:pt x="60" y="175"/>
                    <a:pt x="24" y="211"/>
                    <a:pt x="24" y="235"/>
                  </a:cubicBezTo>
                  <a:cubicBezTo>
                    <a:pt x="0" y="294"/>
                    <a:pt x="36" y="366"/>
                    <a:pt x="84" y="425"/>
                  </a:cubicBezTo>
                  <a:cubicBezTo>
                    <a:pt x="143" y="413"/>
                    <a:pt x="203" y="413"/>
                    <a:pt x="262" y="401"/>
                  </a:cubicBezTo>
                  <a:cubicBezTo>
                    <a:pt x="315" y="395"/>
                    <a:pt x="368" y="392"/>
                    <a:pt x="420" y="392"/>
                  </a:cubicBezTo>
                  <a:cubicBezTo>
                    <a:pt x="851" y="392"/>
                    <a:pt x="1266" y="592"/>
                    <a:pt x="1691" y="687"/>
                  </a:cubicBezTo>
                  <a:cubicBezTo>
                    <a:pt x="2346" y="818"/>
                    <a:pt x="3060" y="723"/>
                    <a:pt x="3679" y="997"/>
                  </a:cubicBezTo>
                  <a:cubicBezTo>
                    <a:pt x="4203" y="1223"/>
                    <a:pt x="4596" y="1664"/>
                    <a:pt x="5013" y="2056"/>
                  </a:cubicBezTo>
                  <a:cubicBezTo>
                    <a:pt x="5132" y="2176"/>
                    <a:pt x="5275" y="2306"/>
                    <a:pt x="5453" y="2318"/>
                  </a:cubicBezTo>
                  <a:cubicBezTo>
                    <a:pt x="5474" y="2320"/>
                    <a:pt x="5494" y="2321"/>
                    <a:pt x="5513" y="2321"/>
                  </a:cubicBezTo>
                  <a:cubicBezTo>
                    <a:pt x="5643" y="2321"/>
                    <a:pt x="5756" y="2288"/>
                    <a:pt x="5870" y="2247"/>
                  </a:cubicBezTo>
                  <a:cubicBezTo>
                    <a:pt x="6061" y="2187"/>
                    <a:pt x="6239" y="2116"/>
                    <a:pt x="6442" y="2033"/>
                  </a:cubicBezTo>
                  <a:lnTo>
                    <a:pt x="6191" y="1473"/>
                  </a:lnTo>
                  <a:cubicBezTo>
                    <a:pt x="5810" y="1592"/>
                    <a:pt x="5334" y="1759"/>
                    <a:pt x="5334" y="1759"/>
                  </a:cubicBezTo>
                  <a:cubicBezTo>
                    <a:pt x="5334" y="1759"/>
                    <a:pt x="4348" y="425"/>
                    <a:pt x="3429" y="425"/>
                  </a:cubicBezTo>
                  <a:cubicBezTo>
                    <a:pt x="3417" y="425"/>
                    <a:pt x="3405" y="425"/>
                    <a:pt x="3394" y="425"/>
                  </a:cubicBezTo>
                  <a:cubicBezTo>
                    <a:pt x="3184" y="439"/>
                    <a:pt x="2974" y="450"/>
                    <a:pt x="2765" y="450"/>
                  </a:cubicBezTo>
                  <a:cubicBezTo>
                    <a:pt x="2418" y="450"/>
                    <a:pt x="2073" y="418"/>
                    <a:pt x="1739" y="306"/>
                  </a:cubicBezTo>
                  <a:cubicBezTo>
                    <a:pt x="1453" y="223"/>
                    <a:pt x="1203" y="92"/>
                    <a:pt x="917" y="32"/>
                  </a:cubicBezTo>
                  <a:cubicBezTo>
                    <a:pt x="820" y="12"/>
                    <a:pt x="719" y="0"/>
                    <a:pt x="619" y="0"/>
                  </a:cubicBezTo>
                  <a:close/>
                </a:path>
              </a:pathLst>
            </a:custGeom>
            <a:solidFill>
              <a:srgbClr val="FFB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3" name="Google Shape;7313;p124"/>
          <p:cNvGrpSpPr/>
          <p:nvPr/>
        </p:nvGrpSpPr>
        <p:grpSpPr>
          <a:xfrm>
            <a:off x="6519383" y="1549055"/>
            <a:ext cx="1911451" cy="2703580"/>
            <a:chOff x="6519383" y="1549055"/>
            <a:chExt cx="1911451" cy="2703580"/>
          </a:xfrm>
        </p:grpSpPr>
        <p:sp>
          <p:nvSpPr>
            <p:cNvPr id="7314" name="Google Shape;7314;p124"/>
            <p:cNvSpPr/>
            <p:nvPr/>
          </p:nvSpPr>
          <p:spPr>
            <a:xfrm>
              <a:off x="6519383" y="4054990"/>
              <a:ext cx="1911451" cy="197644"/>
            </a:xfrm>
            <a:custGeom>
              <a:rect b="b" l="l" r="r" t="t"/>
              <a:pathLst>
                <a:path extrusionOk="0" h="6371" w="61615">
                  <a:moveTo>
                    <a:pt x="30814" y="1"/>
                  </a:moveTo>
                  <a:cubicBezTo>
                    <a:pt x="13799" y="1"/>
                    <a:pt x="0" y="3191"/>
                    <a:pt x="0" y="3191"/>
                  </a:cubicBezTo>
                  <a:cubicBezTo>
                    <a:pt x="0" y="3191"/>
                    <a:pt x="13799" y="6370"/>
                    <a:pt x="30814" y="6370"/>
                  </a:cubicBezTo>
                  <a:cubicBezTo>
                    <a:pt x="47816" y="6370"/>
                    <a:pt x="61615" y="3191"/>
                    <a:pt x="61615" y="3191"/>
                  </a:cubicBezTo>
                  <a:cubicBezTo>
                    <a:pt x="61615" y="3191"/>
                    <a:pt x="47816" y="1"/>
                    <a:pt x="30814" y="1"/>
                  </a:cubicBezTo>
                  <a:close/>
                </a:path>
              </a:pathLst>
            </a:custGeom>
            <a:solidFill>
              <a:schemeClr val="accent2">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24"/>
            <p:cNvSpPr/>
            <p:nvPr/>
          </p:nvSpPr>
          <p:spPr>
            <a:xfrm>
              <a:off x="6723635" y="1595433"/>
              <a:ext cx="429600" cy="654109"/>
            </a:xfrm>
            <a:custGeom>
              <a:rect b="b" l="l" r="r" t="t"/>
              <a:pathLst>
                <a:path extrusionOk="0" h="21085" w="13848">
                  <a:moveTo>
                    <a:pt x="6640" y="0"/>
                  </a:moveTo>
                  <a:cubicBezTo>
                    <a:pt x="5891" y="0"/>
                    <a:pt x="5113" y="153"/>
                    <a:pt x="4418" y="441"/>
                  </a:cubicBezTo>
                  <a:cubicBezTo>
                    <a:pt x="3846" y="679"/>
                    <a:pt x="3346" y="988"/>
                    <a:pt x="2929" y="1369"/>
                  </a:cubicBezTo>
                  <a:cubicBezTo>
                    <a:pt x="1881" y="2369"/>
                    <a:pt x="1500" y="3834"/>
                    <a:pt x="1143" y="5167"/>
                  </a:cubicBezTo>
                  <a:cubicBezTo>
                    <a:pt x="608" y="7144"/>
                    <a:pt x="310" y="9180"/>
                    <a:pt x="143" y="11216"/>
                  </a:cubicBezTo>
                  <a:cubicBezTo>
                    <a:pt x="119" y="11716"/>
                    <a:pt x="84" y="12216"/>
                    <a:pt x="60" y="12716"/>
                  </a:cubicBezTo>
                  <a:cubicBezTo>
                    <a:pt x="0" y="13799"/>
                    <a:pt x="0" y="14907"/>
                    <a:pt x="12" y="15990"/>
                  </a:cubicBezTo>
                  <a:cubicBezTo>
                    <a:pt x="24" y="17276"/>
                    <a:pt x="131" y="18669"/>
                    <a:pt x="977" y="19633"/>
                  </a:cubicBezTo>
                  <a:cubicBezTo>
                    <a:pt x="1786" y="20562"/>
                    <a:pt x="3072" y="20860"/>
                    <a:pt x="4287" y="20991"/>
                  </a:cubicBezTo>
                  <a:cubicBezTo>
                    <a:pt x="4866" y="21054"/>
                    <a:pt x="5449" y="21085"/>
                    <a:pt x="6033" y="21085"/>
                  </a:cubicBezTo>
                  <a:cubicBezTo>
                    <a:pt x="7440" y="21085"/>
                    <a:pt x="8849" y="20904"/>
                    <a:pt x="10204" y="20550"/>
                  </a:cubicBezTo>
                  <a:cubicBezTo>
                    <a:pt x="11621" y="20169"/>
                    <a:pt x="13133" y="19479"/>
                    <a:pt x="13609" y="18109"/>
                  </a:cubicBezTo>
                  <a:cubicBezTo>
                    <a:pt x="13847" y="17419"/>
                    <a:pt x="13788" y="16681"/>
                    <a:pt x="13716" y="15990"/>
                  </a:cubicBezTo>
                  <a:cubicBezTo>
                    <a:pt x="13466" y="13252"/>
                    <a:pt x="13109" y="10513"/>
                    <a:pt x="12657" y="7787"/>
                  </a:cubicBezTo>
                  <a:cubicBezTo>
                    <a:pt x="12407" y="6251"/>
                    <a:pt x="12121" y="4727"/>
                    <a:pt x="11442" y="3334"/>
                  </a:cubicBezTo>
                  <a:cubicBezTo>
                    <a:pt x="11418" y="3298"/>
                    <a:pt x="11406" y="3250"/>
                    <a:pt x="11383" y="3203"/>
                  </a:cubicBezTo>
                  <a:cubicBezTo>
                    <a:pt x="11145" y="2727"/>
                    <a:pt x="10847" y="2286"/>
                    <a:pt x="10502" y="1881"/>
                  </a:cubicBezTo>
                  <a:cubicBezTo>
                    <a:pt x="9799" y="1060"/>
                    <a:pt x="8906" y="405"/>
                    <a:pt x="7882" y="155"/>
                  </a:cubicBezTo>
                  <a:cubicBezTo>
                    <a:pt x="7491" y="51"/>
                    <a:pt x="7071" y="0"/>
                    <a:pt x="6640" y="0"/>
                  </a:cubicBezTo>
                  <a:close/>
                </a:path>
              </a:pathLst>
            </a:custGeom>
            <a:solidFill>
              <a:srgbClr val="3F0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24"/>
            <p:cNvSpPr/>
            <p:nvPr/>
          </p:nvSpPr>
          <p:spPr>
            <a:xfrm>
              <a:off x="6645335" y="3843727"/>
              <a:ext cx="331351" cy="257083"/>
            </a:xfrm>
            <a:custGeom>
              <a:rect b="b" l="l" r="r" t="t"/>
              <a:pathLst>
                <a:path extrusionOk="0" h="8287" w="10681">
                  <a:moveTo>
                    <a:pt x="2322" y="0"/>
                  </a:moveTo>
                  <a:cubicBezTo>
                    <a:pt x="1512" y="1084"/>
                    <a:pt x="274" y="3322"/>
                    <a:pt x="0" y="3775"/>
                  </a:cubicBezTo>
                  <a:lnTo>
                    <a:pt x="10621" y="8287"/>
                  </a:lnTo>
                  <a:cubicBezTo>
                    <a:pt x="10680" y="8096"/>
                    <a:pt x="10680" y="7846"/>
                    <a:pt x="10501" y="7632"/>
                  </a:cubicBezTo>
                  <a:cubicBezTo>
                    <a:pt x="9966" y="7025"/>
                    <a:pt x="7894" y="4941"/>
                    <a:pt x="7465" y="4108"/>
                  </a:cubicBezTo>
                  <a:cubicBezTo>
                    <a:pt x="7132" y="3453"/>
                    <a:pt x="7084" y="2334"/>
                    <a:pt x="7072" y="1870"/>
                  </a:cubicBezTo>
                  <a:lnTo>
                    <a:pt x="2322" y="0"/>
                  </a:lnTo>
                  <a:close/>
                </a:path>
              </a:pathLst>
            </a:custGeom>
            <a:solidFill>
              <a:srgbClr val="D945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24"/>
            <p:cNvSpPr/>
            <p:nvPr/>
          </p:nvSpPr>
          <p:spPr>
            <a:xfrm>
              <a:off x="6631654" y="3959689"/>
              <a:ext cx="343171" cy="173633"/>
            </a:xfrm>
            <a:custGeom>
              <a:rect b="b" l="l" r="r" t="t"/>
              <a:pathLst>
                <a:path extrusionOk="0" h="5597" w="11062">
                  <a:moveTo>
                    <a:pt x="465" y="1"/>
                  </a:moveTo>
                  <a:lnTo>
                    <a:pt x="1" y="1072"/>
                  </a:lnTo>
                  <a:lnTo>
                    <a:pt x="10597" y="5597"/>
                  </a:lnTo>
                  <a:lnTo>
                    <a:pt x="11062" y="4525"/>
                  </a:lnTo>
                  <a:lnTo>
                    <a:pt x="4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24"/>
            <p:cNvSpPr/>
            <p:nvPr/>
          </p:nvSpPr>
          <p:spPr>
            <a:xfrm>
              <a:off x="6838140" y="3958014"/>
              <a:ext cx="65023" cy="24477"/>
            </a:xfrm>
            <a:custGeom>
              <a:rect b="b" l="l" r="r" t="t"/>
              <a:pathLst>
                <a:path extrusionOk="0" h="789" w="2096">
                  <a:moveTo>
                    <a:pt x="1353" y="0"/>
                  </a:moveTo>
                  <a:cubicBezTo>
                    <a:pt x="969" y="0"/>
                    <a:pt x="536" y="101"/>
                    <a:pt x="238" y="317"/>
                  </a:cubicBezTo>
                  <a:cubicBezTo>
                    <a:pt x="215" y="329"/>
                    <a:pt x="203" y="329"/>
                    <a:pt x="191" y="352"/>
                  </a:cubicBezTo>
                  <a:cubicBezTo>
                    <a:pt x="95" y="424"/>
                    <a:pt x="0" y="543"/>
                    <a:pt x="95" y="662"/>
                  </a:cubicBezTo>
                  <a:cubicBezTo>
                    <a:pt x="143" y="722"/>
                    <a:pt x="238" y="733"/>
                    <a:pt x="298" y="745"/>
                  </a:cubicBezTo>
                  <a:cubicBezTo>
                    <a:pt x="432" y="777"/>
                    <a:pt x="566" y="789"/>
                    <a:pt x="700" y="789"/>
                  </a:cubicBezTo>
                  <a:cubicBezTo>
                    <a:pt x="816" y="789"/>
                    <a:pt x="932" y="780"/>
                    <a:pt x="1048" y="769"/>
                  </a:cubicBezTo>
                  <a:cubicBezTo>
                    <a:pt x="1322" y="733"/>
                    <a:pt x="1619" y="710"/>
                    <a:pt x="1858" y="543"/>
                  </a:cubicBezTo>
                  <a:cubicBezTo>
                    <a:pt x="2096" y="376"/>
                    <a:pt x="1989" y="79"/>
                    <a:pt x="1703" y="31"/>
                  </a:cubicBezTo>
                  <a:cubicBezTo>
                    <a:pt x="1595" y="11"/>
                    <a:pt x="1477" y="0"/>
                    <a:pt x="13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24"/>
            <p:cNvSpPr/>
            <p:nvPr/>
          </p:nvSpPr>
          <p:spPr>
            <a:xfrm>
              <a:off x="6855109" y="3986275"/>
              <a:ext cx="65054" cy="24477"/>
            </a:xfrm>
            <a:custGeom>
              <a:rect b="b" l="l" r="r" t="t"/>
              <a:pathLst>
                <a:path extrusionOk="0" h="789" w="2097">
                  <a:moveTo>
                    <a:pt x="1348" y="1"/>
                  </a:moveTo>
                  <a:cubicBezTo>
                    <a:pt x="965" y="1"/>
                    <a:pt x="542" y="106"/>
                    <a:pt x="239" y="311"/>
                  </a:cubicBezTo>
                  <a:cubicBezTo>
                    <a:pt x="227" y="334"/>
                    <a:pt x="203" y="334"/>
                    <a:pt x="191" y="346"/>
                  </a:cubicBezTo>
                  <a:cubicBezTo>
                    <a:pt x="108" y="418"/>
                    <a:pt x="1" y="537"/>
                    <a:pt x="108" y="656"/>
                  </a:cubicBezTo>
                  <a:cubicBezTo>
                    <a:pt x="144" y="715"/>
                    <a:pt x="239" y="727"/>
                    <a:pt x="299" y="751"/>
                  </a:cubicBezTo>
                  <a:cubicBezTo>
                    <a:pt x="415" y="779"/>
                    <a:pt x="531" y="788"/>
                    <a:pt x="649" y="788"/>
                  </a:cubicBezTo>
                  <a:cubicBezTo>
                    <a:pt x="784" y="788"/>
                    <a:pt x="921" y="776"/>
                    <a:pt x="1061" y="763"/>
                  </a:cubicBezTo>
                  <a:cubicBezTo>
                    <a:pt x="1323" y="727"/>
                    <a:pt x="1620" y="704"/>
                    <a:pt x="1858" y="537"/>
                  </a:cubicBezTo>
                  <a:cubicBezTo>
                    <a:pt x="2096" y="370"/>
                    <a:pt x="1989" y="72"/>
                    <a:pt x="1715" y="37"/>
                  </a:cubicBezTo>
                  <a:cubicBezTo>
                    <a:pt x="1601" y="13"/>
                    <a:pt x="1477" y="1"/>
                    <a:pt x="13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24"/>
            <p:cNvSpPr/>
            <p:nvPr/>
          </p:nvSpPr>
          <p:spPr>
            <a:xfrm>
              <a:off x="6880609" y="4010814"/>
              <a:ext cx="65023" cy="24818"/>
            </a:xfrm>
            <a:custGeom>
              <a:rect b="b" l="l" r="r" t="t"/>
              <a:pathLst>
                <a:path extrusionOk="0" h="800" w="2096">
                  <a:moveTo>
                    <a:pt x="1321" y="1"/>
                  </a:moveTo>
                  <a:cubicBezTo>
                    <a:pt x="945" y="1"/>
                    <a:pt x="527" y="110"/>
                    <a:pt x="239" y="329"/>
                  </a:cubicBezTo>
                  <a:cubicBezTo>
                    <a:pt x="215" y="341"/>
                    <a:pt x="203" y="341"/>
                    <a:pt x="191" y="353"/>
                  </a:cubicBezTo>
                  <a:cubicBezTo>
                    <a:pt x="96" y="436"/>
                    <a:pt x="0" y="555"/>
                    <a:pt x="96" y="675"/>
                  </a:cubicBezTo>
                  <a:cubicBezTo>
                    <a:pt x="143" y="734"/>
                    <a:pt x="239" y="746"/>
                    <a:pt x="298" y="758"/>
                  </a:cubicBezTo>
                  <a:cubicBezTo>
                    <a:pt x="423" y="788"/>
                    <a:pt x="548" y="800"/>
                    <a:pt x="673" y="800"/>
                  </a:cubicBezTo>
                  <a:cubicBezTo>
                    <a:pt x="798" y="800"/>
                    <a:pt x="923" y="788"/>
                    <a:pt x="1048" y="770"/>
                  </a:cubicBezTo>
                  <a:cubicBezTo>
                    <a:pt x="1322" y="746"/>
                    <a:pt x="1620" y="710"/>
                    <a:pt x="1858" y="555"/>
                  </a:cubicBezTo>
                  <a:cubicBezTo>
                    <a:pt x="2096" y="389"/>
                    <a:pt x="1989" y="91"/>
                    <a:pt x="1703" y="43"/>
                  </a:cubicBezTo>
                  <a:cubicBezTo>
                    <a:pt x="1586" y="15"/>
                    <a:pt x="1456" y="1"/>
                    <a:pt x="13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24"/>
            <p:cNvSpPr/>
            <p:nvPr/>
          </p:nvSpPr>
          <p:spPr>
            <a:xfrm>
              <a:off x="6735455" y="2714198"/>
              <a:ext cx="581393" cy="1165391"/>
            </a:xfrm>
            <a:custGeom>
              <a:rect b="b" l="l" r="r" t="t"/>
              <a:pathLst>
                <a:path extrusionOk="0" h="37566" w="18741">
                  <a:moveTo>
                    <a:pt x="6668" y="1"/>
                  </a:moveTo>
                  <a:lnTo>
                    <a:pt x="9228" y="20587"/>
                  </a:lnTo>
                  <a:lnTo>
                    <a:pt x="0" y="35291"/>
                  </a:lnTo>
                  <a:lnTo>
                    <a:pt x="4346" y="37565"/>
                  </a:lnTo>
                  <a:cubicBezTo>
                    <a:pt x="4346" y="37565"/>
                    <a:pt x="16729" y="23671"/>
                    <a:pt x="18050" y="22218"/>
                  </a:cubicBezTo>
                  <a:cubicBezTo>
                    <a:pt x="18741" y="21468"/>
                    <a:pt x="16181" y="6121"/>
                    <a:pt x="15276" y="1"/>
                  </a:cubicBezTo>
                  <a:close/>
                </a:path>
              </a:pathLst>
            </a:custGeom>
            <a:solidFill>
              <a:srgbClr val="254F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24"/>
            <p:cNvSpPr/>
            <p:nvPr/>
          </p:nvSpPr>
          <p:spPr>
            <a:xfrm>
              <a:off x="6718082" y="3719606"/>
              <a:ext cx="224603" cy="181761"/>
            </a:xfrm>
            <a:custGeom>
              <a:rect b="b" l="l" r="r" t="t"/>
              <a:pathLst>
                <a:path extrusionOk="0" h="5859" w="7240">
                  <a:moveTo>
                    <a:pt x="1739" y="1"/>
                  </a:moveTo>
                  <a:lnTo>
                    <a:pt x="1" y="3966"/>
                  </a:lnTo>
                  <a:lnTo>
                    <a:pt x="4727" y="5859"/>
                  </a:lnTo>
                  <a:lnTo>
                    <a:pt x="7240" y="3001"/>
                  </a:lnTo>
                  <a:lnTo>
                    <a:pt x="17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24"/>
            <p:cNvSpPr/>
            <p:nvPr/>
          </p:nvSpPr>
          <p:spPr>
            <a:xfrm>
              <a:off x="7004699" y="3947497"/>
              <a:ext cx="357224" cy="144844"/>
            </a:xfrm>
            <a:custGeom>
              <a:rect b="b" l="l" r="r" t="t"/>
              <a:pathLst>
                <a:path extrusionOk="0" h="4669" w="11515">
                  <a:moveTo>
                    <a:pt x="5621" y="1"/>
                  </a:moveTo>
                  <a:lnTo>
                    <a:pt x="525" y="263"/>
                  </a:lnTo>
                  <a:cubicBezTo>
                    <a:pt x="227" y="1596"/>
                    <a:pt x="25" y="4132"/>
                    <a:pt x="1" y="4668"/>
                  </a:cubicBezTo>
                  <a:lnTo>
                    <a:pt x="11514" y="4382"/>
                  </a:lnTo>
                  <a:cubicBezTo>
                    <a:pt x="11490" y="4180"/>
                    <a:pt x="11383" y="3942"/>
                    <a:pt x="11133" y="3823"/>
                  </a:cubicBezTo>
                  <a:cubicBezTo>
                    <a:pt x="10383" y="3501"/>
                    <a:pt x="7645" y="2465"/>
                    <a:pt x="6907" y="1870"/>
                  </a:cubicBezTo>
                  <a:cubicBezTo>
                    <a:pt x="6323" y="1418"/>
                    <a:pt x="5823" y="418"/>
                    <a:pt x="5621" y="1"/>
                  </a:cubicBezTo>
                  <a:close/>
                </a:path>
              </a:pathLst>
            </a:custGeom>
            <a:solidFill>
              <a:srgbClr val="D945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24"/>
            <p:cNvSpPr/>
            <p:nvPr/>
          </p:nvSpPr>
          <p:spPr>
            <a:xfrm>
              <a:off x="7004358" y="4083066"/>
              <a:ext cx="358310" cy="45448"/>
            </a:xfrm>
            <a:custGeom>
              <a:rect b="b" l="l" r="r" t="t"/>
              <a:pathLst>
                <a:path extrusionOk="0" h="1465" w="11550">
                  <a:moveTo>
                    <a:pt x="11513" y="0"/>
                  </a:moveTo>
                  <a:lnTo>
                    <a:pt x="0" y="310"/>
                  </a:lnTo>
                  <a:lnTo>
                    <a:pt x="36" y="1465"/>
                  </a:lnTo>
                  <a:lnTo>
                    <a:pt x="11549" y="1155"/>
                  </a:lnTo>
                  <a:lnTo>
                    <a:pt x="115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24"/>
            <p:cNvSpPr/>
            <p:nvPr/>
          </p:nvSpPr>
          <p:spPr>
            <a:xfrm>
              <a:off x="7185716" y="3989284"/>
              <a:ext cx="56709" cy="39212"/>
            </a:xfrm>
            <a:custGeom>
              <a:rect b="b" l="l" r="r" t="t"/>
              <a:pathLst>
                <a:path extrusionOk="0" h="1264" w="1828">
                  <a:moveTo>
                    <a:pt x="1449" y="1"/>
                  </a:moveTo>
                  <a:cubicBezTo>
                    <a:pt x="1419" y="1"/>
                    <a:pt x="1389" y="4"/>
                    <a:pt x="1357" y="11"/>
                  </a:cubicBezTo>
                  <a:cubicBezTo>
                    <a:pt x="881" y="118"/>
                    <a:pt x="357" y="452"/>
                    <a:pt x="107" y="892"/>
                  </a:cubicBezTo>
                  <a:cubicBezTo>
                    <a:pt x="83" y="904"/>
                    <a:pt x="83" y="916"/>
                    <a:pt x="83" y="928"/>
                  </a:cubicBezTo>
                  <a:cubicBezTo>
                    <a:pt x="24" y="1035"/>
                    <a:pt x="0" y="1190"/>
                    <a:pt x="131" y="1249"/>
                  </a:cubicBezTo>
                  <a:cubicBezTo>
                    <a:pt x="161" y="1260"/>
                    <a:pt x="193" y="1263"/>
                    <a:pt x="226" y="1263"/>
                  </a:cubicBezTo>
                  <a:cubicBezTo>
                    <a:pt x="271" y="1263"/>
                    <a:pt x="316" y="1256"/>
                    <a:pt x="357" y="1249"/>
                  </a:cubicBezTo>
                  <a:cubicBezTo>
                    <a:pt x="607" y="1190"/>
                    <a:pt x="833" y="1083"/>
                    <a:pt x="1060" y="952"/>
                  </a:cubicBezTo>
                  <a:cubicBezTo>
                    <a:pt x="1298" y="797"/>
                    <a:pt x="1548" y="654"/>
                    <a:pt x="1691" y="416"/>
                  </a:cubicBezTo>
                  <a:cubicBezTo>
                    <a:pt x="1827" y="185"/>
                    <a:pt x="1668" y="1"/>
                    <a:pt x="1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24"/>
            <p:cNvSpPr/>
            <p:nvPr/>
          </p:nvSpPr>
          <p:spPr>
            <a:xfrm>
              <a:off x="7213046" y="4007774"/>
              <a:ext cx="56709" cy="39181"/>
            </a:xfrm>
            <a:custGeom>
              <a:rect b="b" l="l" r="r" t="t"/>
              <a:pathLst>
                <a:path extrusionOk="0" h="1263" w="1828">
                  <a:moveTo>
                    <a:pt x="1441" y="0"/>
                  </a:moveTo>
                  <a:cubicBezTo>
                    <a:pt x="1410" y="0"/>
                    <a:pt x="1378" y="3"/>
                    <a:pt x="1345" y="11"/>
                  </a:cubicBezTo>
                  <a:cubicBezTo>
                    <a:pt x="869" y="118"/>
                    <a:pt x="357" y="451"/>
                    <a:pt x="95" y="892"/>
                  </a:cubicBezTo>
                  <a:cubicBezTo>
                    <a:pt x="83" y="903"/>
                    <a:pt x="83" y="915"/>
                    <a:pt x="83" y="927"/>
                  </a:cubicBezTo>
                  <a:cubicBezTo>
                    <a:pt x="24" y="1034"/>
                    <a:pt x="0" y="1189"/>
                    <a:pt x="131" y="1249"/>
                  </a:cubicBezTo>
                  <a:cubicBezTo>
                    <a:pt x="161" y="1259"/>
                    <a:pt x="191" y="1263"/>
                    <a:pt x="223" y="1263"/>
                  </a:cubicBezTo>
                  <a:cubicBezTo>
                    <a:pt x="265" y="1263"/>
                    <a:pt x="309" y="1256"/>
                    <a:pt x="357" y="1249"/>
                  </a:cubicBezTo>
                  <a:cubicBezTo>
                    <a:pt x="607" y="1189"/>
                    <a:pt x="834" y="1082"/>
                    <a:pt x="1048" y="951"/>
                  </a:cubicBezTo>
                  <a:cubicBezTo>
                    <a:pt x="1286" y="796"/>
                    <a:pt x="1548" y="653"/>
                    <a:pt x="1691" y="415"/>
                  </a:cubicBezTo>
                  <a:cubicBezTo>
                    <a:pt x="1827" y="185"/>
                    <a:pt x="1668" y="0"/>
                    <a:pt x="14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24"/>
            <p:cNvSpPr/>
            <p:nvPr/>
          </p:nvSpPr>
          <p:spPr>
            <a:xfrm>
              <a:off x="7246644" y="4019221"/>
              <a:ext cx="56709" cy="39181"/>
            </a:xfrm>
            <a:custGeom>
              <a:rect b="b" l="l" r="r" t="t"/>
              <a:pathLst>
                <a:path extrusionOk="0" h="1263" w="1828">
                  <a:moveTo>
                    <a:pt x="1449" y="0"/>
                  </a:moveTo>
                  <a:cubicBezTo>
                    <a:pt x="1420" y="0"/>
                    <a:pt x="1389" y="4"/>
                    <a:pt x="1358" y="11"/>
                  </a:cubicBezTo>
                  <a:cubicBezTo>
                    <a:pt x="882" y="118"/>
                    <a:pt x="346" y="463"/>
                    <a:pt x="108" y="892"/>
                  </a:cubicBezTo>
                  <a:cubicBezTo>
                    <a:pt x="84" y="904"/>
                    <a:pt x="84" y="915"/>
                    <a:pt x="84" y="939"/>
                  </a:cubicBezTo>
                  <a:cubicBezTo>
                    <a:pt x="24" y="1035"/>
                    <a:pt x="1" y="1189"/>
                    <a:pt x="132" y="1249"/>
                  </a:cubicBezTo>
                  <a:cubicBezTo>
                    <a:pt x="162" y="1259"/>
                    <a:pt x="194" y="1263"/>
                    <a:pt x="227" y="1263"/>
                  </a:cubicBezTo>
                  <a:cubicBezTo>
                    <a:pt x="271" y="1263"/>
                    <a:pt x="316" y="1256"/>
                    <a:pt x="358" y="1249"/>
                  </a:cubicBezTo>
                  <a:cubicBezTo>
                    <a:pt x="608" y="1189"/>
                    <a:pt x="834" y="1082"/>
                    <a:pt x="1060" y="951"/>
                  </a:cubicBezTo>
                  <a:cubicBezTo>
                    <a:pt x="1298" y="796"/>
                    <a:pt x="1548" y="654"/>
                    <a:pt x="1691" y="415"/>
                  </a:cubicBezTo>
                  <a:cubicBezTo>
                    <a:pt x="1828" y="185"/>
                    <a:pt x="1668" y="0"/>
                    <a:pt x="14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24"/>
            <p:cNvSpPr/>
            <p:nvPr/>
          </p:nvSpPr>
          <p:spPr>
            <a:xfrm>
              <a:off x="6772031" y="2667292"/>
              <a:ext cx="410738" cy="1254395"/>
            </a:xfrm>
            <a:custGeom>
              <a:rect b="b" l="l" r="r" t="t"/>
              <a:pathLst>
                <a:path extrusionOk="0" h="40435" w="13240">
                  <a:moveTo>
                    <a:pt x="548" y="1"/>
                  </a:moveTo>
                  <a:cubicBezTo>
                    <a:pt x="310" y="1453"/>
                    <a:pt x="83" y="2942"/>
                    <a:pt x="0" y="4168"/>
                  </a:cubicBezTo>
                  <a:cubicBezTo>
                    <a:pt x="1012" y="7526"/>
                    <a:pt x="5310" y="18956"/>
                    <a:pt x="5310" y="18956"/>
                  </a:cubicBezTo>
                  <a:lnTo>
                    <a:pt x="8001" y="40434"/>
                  </a:lnTo>
                  <a:lnTo>
                    <a:pt x="9120" y="40256"/>
                  </a:lnTo>
                  <a:lnTo>
                    <a:pt x="12823" y="39803"/>
                  </a:lnTo>
                  <a:cubicBezTo>
                    <a:pt x="12823" y="39803"/>
                    <a:pt x="13240" y="19741"/>
                    <a:pt x="12823" y="17301"/>
                  </a:cubicBezTo>
                  <a:cubicBezTo>
                    <a:pt x="12692" y="16515"/>
                    <a:pt x="11394" y="6526"/>
                    <a:pt x="10728" y="1251"/>
                  </a:cubicBezTo>
                  <a:lnTo>
                    <a:pt x="548" y="1"/>
                  </a:lnTo>
                  <a:close/>
                </a:path>
              </a:pathLst>
            </a:custGeom>
            <a:solidFill>
              <a:srgbClr val="4569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24"/>
            <p:cNvSpPr/>
            <p:nvPr/>
          </p:nvSpPr>
          <p:spPr>
            <a:xfrm>
              <a:off x="7066031" y="3187105"/>
              <a:ext cx="97162" cy="143169"/>
            </a:xfrm>
            <a:custGeom>
              <a:rect b="b" l="l" r="r" t="t"/>
              <a:pathLst>
                <a:path extrusionOk="0" h="4615" w="3132">
                  <a:moveTo>
                    <a:pt x="1386" y="1"/>
                  </a:moveTo>
                  <a:cubicBezTo>
                    <a:pt x="1174" y="1"/>
                    <a:pt x="967" y="53"/>
                    <a:pt x="786" y="164"/>
                  </a:cubicBezTo>
                  <a:cubicBezTo>
                    <a:pt x="239" y="509"/>
                    <a:pt x="48" y="1283"/>
                    <a:pt x="12" y="1985"/>
                  </a:cubicBezTo>
                  <a:cubicBezTo>
                    <a:pt x="0" y="2557"/>
                    <a:pt x="60" y="3152"/>
                    <a:pt x="334" y="3676"/>
                  </a:cubicBezTo>
                  <a:cubicBezTo>
                    <a:pt x="429" y="3914"/>
                    <a:pt x="572" y="4105"/>
                    <a:pt x="715" y="4259"/>
                  </a:cubicBezTo>
                  <a:cubicBezTo>
                    <a:pt x="956" y="4501"/>
                    <a:pt x="1226" y="4614"/>
                    <a:pt x="1494" y="4614"/>
                  </a:cubicBezTo>
                  <a:cubicBezTo>
                    <a:pt x="1965" y="4614"/>
                    <a:pt x="2431" y="4263"/>
                    <a:pt x="2727" y="3640"/>
                  </a:cubicBezTo>
                  <a:cubicBezTo>
                    <a:pt x="2977" y="3128"/>
                    <a:pt x="3132" y="2533"/>
                    <a:pt x="3084" y="1938"/>
                  </a:cubicBezTo>
                  <a:cubicBezTo>
                    <a:pt x="3036" y="1342"/>
                    <a:pt x="2786" y="723"/>
                    <a:pt x="2334" y="354"/>
                  </a:cubicBezTo>
                  <a:cubicBezTo>
                    <a:pt x="2065" y="129"/>
                    <a:pt x="1720" y="1"/>
                    <a:pt x="1386" y="1"/>
                  </a:cubicBezTo>
                  <a:close/>
                </a:path>
              </a:pathLst>
            </a:custGeom>
            <a:solidFill>
              <a:srgbClr val="698B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24"/>
            <p:cNvSpPr/>
            <p:nvPr/>
          </p:nvSpPr>
          <p:spPr>
            <a:xfrm>
              <a:off x="6772031" y="2667664"/>
              <a:ext cx="282956" cy="1254023"/>
            </a:xfrm>
            <a:custGeom>
              <a:rect b="b" l="l" r="r" t="t"/>
              <a:pathLst>
                <a:path extrusionOk="0" h="40423" w="9121">
                  <a:moveTo>
                    <a:pt x="548" y="1"/>
                  </a:moveTo>
                  <a:cubicBezTo>
                    <a:pt x="310" y="1441"/>
                    <a:pt x="83" y="2930"/>
                    <a:pt x="0" y="4156"/>
                  </a:cubicBezTo>
                  <a:cubicBezTo>
                    <a:pt x="1012" y="7514"/>
                    <a:pt x="5310" y="18944"/>
                    <a:pt x="5310" y="18944"/>
                  </a:cubicBezTo>
                  <a:lnTo>
                    <a:pt x="8001" y="40422"/>
                  </a:lnTo>
                  <a:lnTo>
                    <a:pt x="9120" y="40244"/>
                  </a:lnTo>
                  <a:lnTo>
                    <a:pt x="7275" y="19170"/>
                  </a:lnTo>
                  <a:cubicBezTo>
                    <a:pt x="7275" y="19170"/>
                    <a:pt x="3227" y="6954"/>
                    <a:pt x="3000" y="6168"/>
                  </a:cubicBezTo>
                  <a:cubicBezTo>
                    <a:pt x="2846" y="5585"/>
                    <a:pt x="2893" y="2120"/>
                    <a:pt x="2929" y="298"/>
                  </a:cubicBezTo>
                  <a:lnTo>
                    <a:pt x="548" y="1"/>
                  </a:lnTo>
                  <a:close/>
                </a:path>
              </a:pathLst>
            </a:custGeom>
            <a:solidFill>
              <a:srgbClr val="254F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24"/>
            <p:cNvSpPr/>
            <p:nvPr/>
          </p:nvSpPr>
          <p:spPr>
            <a:xfrm>
              <a:off x="6998061" y="3796449"/>
              <a:ext cx="185825" cy="159580"/>
            </a:xfrm>
            <a:custGeom>
              <a:rect b="b" l="l" r="r" t="t"/>
              <a:pathLst>
                <a:path extrusionOk="0" h="5144" w="5990">
                  <a:moveTo>
                    <a:pt x="5989" y="0"/>
                  </a:moveTo>
                  <a:lnTo>
                    <a:pt x="1" y="417"/>
                  </a:lnTo>
                  <a:lnTo>
                    <a:pt x="739" y="5144"/>
                  </a:lnTo>
                  <a:lnTo>
                    <a:pt x="5835" y="4870"/>
                  </a:lnTo>
                  <a:lnTo>
                    <a:pt x="5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24"/>
            <p:cNvSpPr/>
            <p:nvPr/>
          </p:nvSpPr>
          <p:spPr>
            <a:xfrm>
              <a:off x="7105926" y="1974497"/>
              <a:ext cx="437727" cy="499400"/>
            </a:xfrm>
            <a:custGeom>
              <a:rect b="b" l="l" r="r" t="t"/>
              <a:pathLst>
                <a:path extrusionOk="0" h="16098" w="14110">
                  <a:moveTo>
                    <a:pt x="337" y="1"/>
                  </a:moveTo>
                  <a:cubicBezTo>
                    <a:pt x="286" y="1"/>
                    <a:pt x="262" y="9"/>
                    <a:pt x="262" y="9"/>
                  </a:cubicBezTo>
                  <a:lnTo>
                    <a:pt x="0" y="1926"/>
                  </a:lnTo>
                  <a:cubicBezTo>
                    <a:pt x="0" y="1926"/>
                    <a:pt x="3274" y="14999"/>
                    <a:pt x="4489" y="15951"/>
                  </a:cubicBezTo>
                  <a:cubicBezTo>
                    <a:pt x="4619" y="16052"/>
                    <a:pt x="4830" y="16097"/>
                    <a:pt x="5103" y="16097"/>
                  </a:cubicBezTo>
                  <a:cubicBezTo>
                    <a:pt x="7402" y="16097"/>
                    <a:pt x="14109" y="12891"/>
                    <a:pt x="14109" y="12891"/>
                  </a:cubicBezTo>
                  <a:lnTo>
                    <a:pt x="13764" y="12082"/>
                  </a:lnTo>
                  <a:lnTo>
                    <a:pt x="13169" y="10653"/>
                  </a:lnTo>
                  <a:lnTo>
                    <a:pt x="6727" y="11844"/>
                  </a:lnTo>
                  <a:cubicBezTo>
                    <a:pt x="6727" y="11844"/>
                    <a:pt x="4203" y="5533"/>
                    <a:pt x="2643" y="2366"/>
                  </a:cubicBezTo>
                  <a:cubicBezTo>
                    <a:pt x="2215" y="1497"/>
                    <a:pt x="1846" y="854"/>
                    <a:pt x="1631" y="675"/>
                  </a:cubicBezTo>
                  <a:cubicBezTo>
                    <a:pt x="896" y="75"/>
                    <a:pt x="492" y="1"/>
                    <a:pt x="337" y="1"/>
                  </a:cubicBezTo>
                  <a:close/>
                </a:path>
              </a:pathLst>
            </a:custGeom>
            <a:solidFill>
              <a:srgbClr val="CC72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24"/>
            <p:cNvSpPr/>
            <p:nvPr/>
          </p:nvSpPr>
          <p:spPr>
            <a:xfrm>
              <a:off x="7188290" y="2048269"/>
              <a:ext cx="345001" cy="333275"/>
            </a:xfrm>
            <a:custGeom>
              <a:rect b="b" l="l" r="r" t="t"/>
              <a:pathLst>
                <a:path extrusionOk="0" h="10743" w="11121">
                  <a:moveTo>
                    <a:pt x="0" y="0"/>
                  </a:moveTo>
                  <a:lnTo>
                    <a:pt x="0" y="0"/>
                  </a:lnTo>
                  <a:cubicBezTo>
                    <a:pt x="96" y="322"/>
                    <a:pt x="3120" y="10680"/>
                    <a:pt x="3370" y="10739"/>
                  </a:cubicBezTo>
                  <a:cubicBezTo>
                    <a:pt x="3378" y="10742"/>
                    <a:pt x="3393" y="10743"/>
                    <a:pt x="3414" y="10743"/>
                  </a:cubicBezTo>
                  <a:cubicBezTo>
                    <a:pt x="4076" y="10743"/>
                    <a:pt x="10959" y="9715"/>
                    <a:pt x="11121" y="9704"/>
                  </a:cubicBezTo>
                  <a:lnTo>
                    <a:pt x="10525" y="8275"/>
                  </a:lnTo>
                  <a:lnTo>
                    <a:pt x="4084" y="9466"/>
                  </a:lnTo>
                  <a:cubicBezTo>
                    <a:pt x="4084" y="9466"/>
                    <a:pt x="1572" y="3155"/>
                    <a:pt x="0" y="0"/>
                  </a:cubicBezTo>
                  <a:close/>
                </a:path>
              </a:pathLst>
            </a:custGeom>
            <a:solidFill>
              <a:srgbClr val="E18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24"/>
            <p:cNvSpPr/>
            <p:nvPr/>
          </p:nvSpPr>
          <p:spPr>
            <a:xfrm>
              <a:off x="7515175" y="2132526"/>
              <a:ext cx="192091" cy="241913"/>
            </a:xfrm>
            <a:custGeom>
              <a:rect b="b" l="l" r="r" t="t"/>
              <a:pathLst>
                <a:path extrusionOk="0" h="7798" w="6192">
                  <a:moveTo>
                    <a:pt x="4239" y="1"/>
                  </a:moveTo>
                  <a:cubicBezTo>
                    <a:pt x="4202" y="1"/>
                    <a:pt x="4166" y="7"/>
                    <a:pt x="4132" y="23"/>
                  </a:cubicBezTo>
                  <a:cubicBezTo>
                    <a:pt x="4025" y="58"/>
                    <a:pt x="3965" y="165"/>
                    <a:pt x="3918" y="273"/>
                  </a:cubicBezTo>
                  <a:cubicBezTo>
                    <a:pt x="3894" y="332"/>
                    <a:pt x="3858" y="392"/>
                    <a:pt x="3846" y="451"/>
                  </a:cubicBezTo>
                  <a:cubicBezTo>
                    <a:pt x="3679" y="832"/>
                    <a:pt x="3572" y="1249"/>
                    <a:pt x="3358" y="1606"/>
                  </a:cubicBezTo>
                  <a:cubicBezTo>
                    <a:pt x="3239" y="1808"/>
                    <a:pt x="3084" y="1963"/>
                    <a:pt x="2941" y="2142"/>
                  </a:cubicBezTo>
                  <a:lnTo>
                    <a:pt x="2620" y="2499"/>
                  </a:lnTo>
                  <a:cubicBezTo>
                    <a:pt x="2024" y="3249"/>
                    <a:pt x="1655" y="4166"/>
                    <a:pt x="1405" y="5083"/>
                  </a:cubicBezTo>
                  <a:lnTo>
                    <a:pt x="0" y="5559"/>
                  </a:lnTo>
                  <a:lnTo>
                    <a:pt x="215" y="6059"/>
                  </a:lnTo>
                  <a:lnTo>
                    <a:pt x="596" y="6976"/>
                  </a:lnTo>
                  <a:lnTo>
                    <a:pt x="941" y="7797"/>
                  </a:lnTo>
                  <a:lnTo>
                    <a:pt x="2370" y="7273"/>
                  </a:lnTo>
                  <a:cubicBezTo>
                    <a:pt x="2501" y="7261"/>
                    <a:pt x="2644" y="7261"/>
                    <a:pt x="2775" y="7238"/>
                  </a:cubicBezTo>
                  <a:lnTo>
                    <a:pt x="3489" y="7142"/>
                  </a:lnTo>
                  <a:cubicBezTo>
                    <a:pt x="3775" y="7119"/>
                    <a:pt x="4049" y="7071"/>
                    <a:pt x="4334" y="7059"/>
                  </a:cubicBezTo>
                  <a:cubicBezTo>
                    <a:pt x="4584" y="7035"/>
                    <a:pt x="4858" y="7011"/>
                    <a:pt x="5084" y="6916"/>
                  </a:cubicBezTo>
                  <a:cubicBezTo>
                    <a:pt x="5168" y="6880"/>
                    <a:pt x="5263" y="6833"/>
                    <a:pt x="5346" y="6761"/>
                  </a:cubicBezTo>
                  <a:cubicBezTo>
                    <a:pt x="5537" y="6595"/>
                    <a:pt x="5656" y="6345"/>
                    <a:pt x="5751" y="6083"/>
                  </a:cubicBezTo>
                  <a:cubicBezTo>
                    <a:pt x="5930" y="5630"/>
                    <a:pt x="6049" y="5154"/>
                    <a:pt x="6132" y="4678"/>
                  </a:cubicBezTo>
                  <a:cubicBezTo>
                    <a:pt x="6144" y="4618"/>
                    <a:pt x="6168" y="4559"/>
                    <a:pt x="6168" y="4499"/>
                  </a:cubicBezTo>
                  <a:cubicBezTo>
                    <a:pt x="6180" y="4380"/>
                    <a:pt x="6192" y="4261"/>
                    <a:pt x="6192" y="4142"/>
                  </a:cubicBezTo>
                  <a:lnTo>
                    <a:pt x="6192" y="4106"/>
                  </a:lnTo>
                  <a:cubicBezTo>
                    <a:pt x="6180" y="3963"/>
                    <a:pt x="6132" y="3809"/>
                    <a:pt x="6037" y="3702"/>
                  </a:cubicBezTo>
                  <a:cubicBezTo>
                    <a:pt x="5894" y="3571"/>
                    <a:pt x="5692" y="3559"/>
                    <a:pt x="5501" y="3511"/>
                  </a:cubicBezTo>
                  <a:cubicBezTo>
                    <a:pt x="5346" y="3487"/>
                    <a:pt x="5180" y="3440"/>
                    <a:pt x="5049" y="3392"/>
                  </a:cubicBezTo>
                  <a:cubicBezTo>
                    <a:pt x="4751" y="3285"/>
                    <a:pt x="4489" y="3130"/>
                    <a:pt x="4287" y="2892"/>
                  </a:cubicBezTo>
                  <a:cubicBezTo>
                    <a:pt x="4251" y="2832"/>
                    <a:pt x="4203" y="2773"/>
                    <a:pt x="4191" y="2689"/>
                  </a:cubicBezTo>
                  <a:cubicBezTo>
                    <a:pt x="4191" y="2606"/>
                    <a:pt x="4227" y="2535"/>
                    <a:pt x="4275" y="2451"/>
                  </a:cubicBezTo>
                  <a:cubicBezTo>
                    <a:pt x="4620" y="1892"/>
                    <a:pt x="4763" y="1225"/>
                    <a:pt x="4703" y="570"/>
                  </a:cubicBezTo>
                  <a:lnTo>
                    <a:pt x="4703" y="523"/>
                  </a:lnTo>
                  <a:cubicBezTo>
                    <a:pt x="4691" y="404"/>
                    <a:pt x="4668" y="273"/>
                    <a:pt x="4608" y="165"/>
                  </a:cubicBezTo>
                  <a:cubicBezTo>
                    <a:pt x="4584" y="153"/>
                    <a:pt x="4584" y="130"/>
                    <a:pt x="4572" y="118"/>
                  </a:cubicBezTo>
                  <a:cubicBezTo>
                    <a:pt x="4466" y="56"/>
                    <a:pt x="4347" y="1"/>
                    <a:pt x="4239" y="1"/>
                  </a:cubicBezTo>
                  <a:close/>
                </a:path>
              </a:pathLst>
            </a:custGeom>
            <a:solidFill>
              <a:srgbClr val="CC72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24"/>
            <p:cNvSpPr/>
            <p:nvPr/>
          </p:nvSpPr>
          <p:spPr>
            <a:xfrm>
              <a:off x="7515175" y="2132557"/>
              <a:ext cx="144068" cy="216382"/>
            </a:xfrm>
            <a:custGeom>
              <a:rect b="b" l="l" r="r" t="t"/>
              <a:pathLst>
                <a:path extrusionOk="0" h="6975" w="4644">
                  <a:moveTo>
                    <a:pt x="4233" y="0"/>
                  </a:moveTo>
                  <a:cubicBezTo>
                    <a:pt x="4199" y="0"/>
                    <a:pt x="4164" y="7"/>
                    <a:pt x="4132" y="22"/>
                  </a:cubicBezTo>
                  <a:cubicBezTo>
                    <a:pt x="4025" y="57"/>
                    <a:pt x="3965" y="164"/>
                    <a:pt x="3918" y="272"/>
                  </a:cubicBezTo>
                  <a:cubicBezTo>
                    <a:pt x="3894" y="331"/>
                    <a:pt x="3858" y="391"/>
                    <a:pt x="3846" y="450"/>
                  </a:cubicBezTo>
                  <a:cubicBezTo>
                    <a:pt x="3679" y="831"/>
                    <a:pt x="3572" y="1248"/>
                    <a:pt x="3358" y="1605"/>
                  </a:cubicBezTo>
                  <a:cubicBezTo>
                    <a:pt x="3239" y="1807"/>
                    <a:pt x="3084" y="1962"/>
                    <a:pt x="2941" y="2141"/>
                  </a:cubicBezTo>
                  <a:lnTo>
                    <a:pt x="2620" y="2498"/>
                  </a:lnTo>
                  <a:cubicBezTo>
                    <a:pt x="2024" y="3248"/>
                    <a:pt x="1655" y="4165"/>
                    <a:pt x="1405" y="5082"/>
                  </a:cubicBezTo>
                  <a:lnTo>
                    <a:pt x="0" y="5558"/>
                  </a:lnTo>
                  <a:lnTo>
                    <a:pt x="215" y="6058"/>
                  </a:lnTo>
                  <a:lnTo>
                    <a:pt x="596" y="6975"/>
                  </a:lnTo>
                  <a:lnTo>
                    <a:pt x="2120" y="6594"/>
                  </a:lnTo>
                  <a:cubicBezTo>
                    <a:pt x="2227" y="5689"/>
                    <a:pt x="2417" y="3879"/>
                    <a:pt x="2858" y="2843"/>
                  </a:cubicBezTo>
                  <a:cubicBezTo>
                    <a:pt x="2953" y="2653"/>
                    <a:pt x="3036" y="2498"/>
                    <a:pt x="3132" y="2367"/>
                  </a:cubicBezTo>
                  <a:lnTo>
                    <a:pt x="3489" y="1915"/>
                  </a:lnTo>
                  <a:cubicBezTo>
                    <a:pt x="3727" y="1617"/>
                    <a:pt x="3929" y="1319"/>
                    <a:pt x="4025" y="962"/>
                  </a:cubicBezTo>
                  <a:cubicBezTo>
                    <a:pt x="4025" y="950"/>
                    <a:pt x="4037" y="926"/>
                    <a:pt x="4037" y="914"/>
                  </a:cubicBezTo>
                  <a:cubicBezTo>
                    <a:pt x="4096" y="712"/>
                    <a:pt x="4168" y="474"/>
                    <a:pt x="4346" y="462"/>
                  </a:cubicBezTo>
                  <a:lnTo>
                    <a:pt x="4406" y="462"/>
                  </a:lnTo>
                  <a:cubicBezTo>
                    <a:pt x="4501" y="474"/>
                    <a:pt x="4560" y="557"/>
                    <a:pt x="4644" y="593"/>
                  </a:cubicBezTo>
                  <a:lnTo>
                    <a:pt x="4644" y="545"/>
                  </a:lnTo>
                  <a:cubicBezTo>
                    <a:pt x="4632" y="426"/>
                    <a:pt x="4608" y="295"/>
                    <a:pt x="4537" y="200"/>
                  </a:cubicBezTo>
                  <a:cubicBezTo>
                    <a:pt x="4525" y="176"/>
                    <a:pt x="4525" y="164"/>
                    <a:pt x="4513" y="152"/>
                  </a:cubicBezTo>
                  <a:cubicBezTo>
                    <a:pt x="4450" y="63"/>
                    <a:pt x="4340" y="0"/>
                    <a:pt x="4233" y="0"/>
                  </a:cubicBezTo>
                  <a:close/>
                </a:path>
              </a:pathLst>
            </a:custGeom>
            <a:solidFill>
              <a:srgbClr val="E18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24"/>
            <p:cNvSpPr/>
            <p:nvPr/>
          </p:nvSpPr>
          <p:spPr>
            <a:xfrm>
              <a:off x="7613795" y="2246596"/>
              <a:ext cx="36234" cy="85002"/>
            </a:xfrm>
            <a:custGeom>
              <a:rect b="b" l="l" r="r" t="t"/>
              <a:pathLst>
                <a:path extrusionOk="0" h="2740" w="1168">
                  <a:moveTo>
                    <a:pt x="691" y="1"/>
                  </a:moveTo>
                  <a:lnTo>
                    <a:pt x="691" y="1"/>
                  </a:lnTo>
                  <a:cubicBezTo>
                    <a:pt x="631" y="179"/>
                    <a:pt x="786" y="477"/>
                    <a:pt x="798" y="667"/>
                  </a:cubicBezTo>
                  <a:cubicBezTo>
                    <a:pt x="810" y="929"/>
                    <a:pt x="786" y="1179"/>
                    <a:pt x="727" y="1418"/>
                  </a:cubicBezTo>
                  <a:cubicBezTo>
                    <a:pt x="608" y="1906"/>
                    <a:pt x="334" y="2370"/>
                    <a:pt x="0" y="2739"/>
                  </a:cubicBezTo>
                  <a:cubicBezTo>
                    <a:pt x="417" y="2453"/>
                    <a:pt x="786" y="2096"/>
                    <a:pt x="977" y="1644"/>
                  </a:cubicBezTo>
                  <a:cubicBezTo>
                    <a:pt x="1167" y="1179"/>
                    <a:pt x="1167" y="608"/>
                    <a:pt x="893" y="215"/>
                  </a:cubicBezTo>
                  <a:cubicBezTo>
                    <a:pt x="846" y="132"/>
                    <a:pt x="774" y="48"/>
                    <a:pt x="691" y="1"/>
                  </a:cubicBezTo>
                  <a:close/>
                </a:path>
              </a:pathLst>
            </a:custGeom>
            <a:solidFill>
              <a:srgbClr val="A04F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24"/>
            <p:cNvSpPr/>
            <p:nvPr/>
          </p:nvSpPr>
          <p:spPr>
            <a:xfrm>
              <a:off x="7567975" y="2104761"/>
              <a:ext cx="197644" cy="335446"/>
            </a:xfrm>
            <a:custGeom>
              <a:rect b="b" l="l" r="r" t="t"/>
              <a:pathLst>
                <a:path extrusionOk="0" h="10813" w="6371">
                  <a:moveTo>
                    <a:pt x="4061" y="1"/>
                  </a:moveTo>
                  <a:lnTo>
                    <a:pt x="3716" y="882"/>
                  </a:lnTo>
                  <a:cubicBezTo>
                    <a:pt x="3588" y="867"/>
                    <a:pt x="3450" y="852"/>
                    <a:pt x="3333" y="852"/>
                  </a:cubicBezTo>
                  <a:cubicBezTo>
                    <a:pt x="3265" y="852"/>
                    <a:pt x="3204" y="857"/>
                    <a:pt x="3156" y="870"/>
                  </a:cubicBezTo>
                  <a:cubicBezTo>
                    <a:pt x="2787" y="929"/>
                    <a:pt x="2442" y="1060"/>
                    <a:pt x="2132" y="1275"/>
                  </a:cubicBezTo>
                  <a:cubicBezTo>
                    <a:pt x="1894" y="2120"/>
                    <a:pt x="1632" y="3025"/>
                    <a:pt x="1394" y="3894"/>
                  </a:cubicBezTo>
                  <a:cubicBezTo>
                    <a:pt x="1549" y="4085"/>
                    <a:pt x="1787" y="4204"/>
                    <a:pt x="1930" y="4382"/>
                  </a:cubicBezTo>
                  <a:cubicBezTo>
                    <a:pt x="1751" y="4870"/>
                    <a:pt x="1656" y="5418"/>
                    <a:pt x="1489" y="5918"/>
                  </a:cubicBezTo>
                  <a:cubicBezTo>
                    <a:pt x="1251" y="6109"/>
                    <a:pt x="953" y="6275"/>
                    <a:pt x="727" y="6454"/>
                  </a:cubicBezTo>
                  <a:cubicBezTo>
                    <a:pt x="549" y="7073"/>
                    <a:pt x="322" y="7621"/>
                    <a:pt x="168" y="8252"/>
                  </a:cubicBezTo>
                  <a:cubicBezTo>
                    <a:pt x="72" y="8549"/>
                    <a:pt x="1" y="8871"/>
                    <a:pt x="49" y="9192"/>
                  </a:cubicBezTo>
                  <a:cubicBezTo>
                    <a:pt x="120" y="9609"/>
                    <a:pt x="418" y="9942"/>
                    <a:pt x="763" y="10169"/>
                  </a:cubicBezTo>
                  <a:cubicBezTo>
                    <a:pt x="1120" y="10395"/>
                    <a:pt x="1513" y="10514"/>
                    <a:pt x="1918" y="10633"/>
                  </a:cubicBezTo>
                  <a:cubicBezTo>
                    <a:pt x="1930" y="10633"/>
                    <a:pt x="1966" y="10645"/>
                    <a:pt x="1977" y="10645"/>
                  </a:cubicBezTo>
                  <a:cubicBezTo>
                    <a:pt x="2345" y="10734"/>
                    <a:pt x="2702" y="10813"/>
                    <a:pt x="3078" y="10813"/>
                  </a:cubicBezTo>
                  <a:cubicBezTo>
                    <a:pt x="3104" y="10813"/>
                    <a:pt x="3130" y="10812"/>
                    <a:pt x="3156" y="10812"/>
                  </a:cubicBezTo>
                  <a:cubicBezTo>
                    <a:pt x="3573" y="10800"/>
                    <a:pt x="4001" y="10633"/>
                    <a:pt x="4275" y="10300"/>
                  </a:cubicBezTo>
                  <a:cubicBezTo>
                    <a:pt x="4478" y="10050"/>
                    <a:pt x="4549" y="9740"/>
                    <a:pt x="4633" y="9430"/>
                  </a:cubicBezTo>
                  <a:cubicBezTo>
                    <a:pt x="4787" y="8799"/>
                    <a:pt x="4871" y="8204"/>
                    <a:pt x="5025" y="7585"/>
                  </a:cubicBezTo>
                  <a:cubicBezTo>
                    <a:pt x="4930" y="7299"/>
                    <a:pt x="4752" y="7013"/>
                    <a:pt x="4633" y="6728"/>
                  </a:cubicBezTo>
                  <a:cubicBezTo>
                    <a:pt x="4716" y="6228"/>
                    <a:pt x="4894" y="5692"/>
                    <a:pt x="4990" y="5180"/>
                  </a:cubicBezTo>
                  <a:cubicBezTo>
                    <a:pt x="5204" y="5097"/>
                    <a:pt x="5478" y="5108"/>
                    <a:pt x="5704" y="5025"/>
                  </a:cubicBezTo>
                  <a:cubicBezTo>
                    <a:pt x="5906" y="4156"/>
                    <a:pt x="6145" y="3251"/>
                    <a:pt x="6371" y="2382"/>
                  </a:cubicBezTo>
                  <a:cubicBezTo>
                    <a:pt x="6204" y="2061"/>
                    <a:pt x="5966" y="1763"/>
                    <a:pt x="5668" y="1537"/>
                  </a:cubicBezTo>
                  <a:cubicBezTo>
                    <a:pt x="5561" y="1453"/>
                    <a:pt x="5383" y="1358"/>
                    <a:pt x="5204" y="1287"/>
                  </a:cubicBezTo>
                  <a:lnTo>
                    <a:pt x="5359" y="453"/>
                  </a:lnTo>
                  <a:lnTo>
                    <a:pt x="4668" y="215"/>
                  </a:lnTo>
                  <a:lnTo>
                    <a:pt x="4061" y="1"/>
                  </a:lnTo>
                  <a:close/>
                </a:path>
              </a:pathLst>
            </a:custGeom>
            <a:solidFill>
              <a:srgbClr val="C3DF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24"/>
            <p:cNvSpPr/>
            <p:nvPr/>
          </p:nvSpPr>
          <p:spPr>
            <a:xfrm>
              <a:off x="7629306" y="2111772"/>
              <a:ext cx="136313" cy="328807"/>
            </a:xfrm>
            <a:custGeom>
              <a:rect b="b" l="l" r="r" t="t"/>
              <a:pathLst>
                <a:path extrusionOk="0" h="10599" w="4394">
                  <a:moveTo>
                    <a:pt x="2691" y="1"/>
                  </a:moveTo>
                  <a:lnTo>
                    <a:pt x="2298" y="1525"/>
                  </a:lnTo>
                  <a:cubicBezTo>
                    <a:pt x="2298" y="1525"/>
                    <a:pt x="3096" y="1537"/>
                    <a:pt x="3096" y="2156"/>
                  </a:cubicBezTo>
                  <a:cubicBezTo>
                    <a:pt x="3096" y="2501"/>
                    <a:pt x="2917" y="3192"/>
                    <a:pt x="2739" y="3751"/>
                  </a:cubicBezTo>
                  <a:cubicBezTo>
                    <a:pt x="2560" y="4335"/>
                    <a:pt x="2120" y="4775"/>
                    <a:pt x="1548" y="4954"/>
                  </a:cubicBezTo>
                  <a:lnTo>
                    <a:pt x="870" y="6907"/>
                  </a:lnTo>
                  <a:cubicBezTo>
                    <a:pt x="870" y="6907"/>
                    <a:pt x="2417" y="7776"/>
                    <a:pt x="2155" y="8252"/>
                  </a:cubicBezTo>
                  <a:cubicBezTo>
                    <a:pt x="1917" y="8728"/>
                    <a:pt x="1346" y="10336"/>
                    <a:pt x="643" y="10371"/>
                  </a:cubicBezTo>
                  <a:cubicBezTo>
                    <a:pt x="489" y="10395"/>
                    <a:pt x="274" y="10407"/>
                    <a:pt x="0" y="10431"/>
                  </a:cubicBezTo>
                  <a:cubicBezTo>
                    <a:pt x="368" y="10520"/>
                    <a:pt x="725" y="10599"/>
                    <a:pt x="1101" y="10599"/>
                  </a:cubicBezTo>
                  <a:cubicBezTo>
                    <a:pt x="1127" y="10599"/>
                    <a:pt x="1153" y="10598"/>
                    <a:pt x="1179" y="10597"/>
                  </a:cubicBezTo>
                  <a:cubicBezTo>
                    <a:pt x="1596" y="10586"/>
                    <a:pt x="2024" y="10419"/>
                    <a:pt x="2298" y="10097"/>
                  </a:cubicBezTo>
                  <a:cubicBezTo>
                    <a:pt x="2501" y="9835"/>
                    <a:pt x="2572" y="9526"/>
                    <a:pt x="2656" y="9216"/>
                  </a:cubicBezTo>
                  <a:cubicBezTo>
                    <a:pt x="2810" y="8585"/>
                    <a:pt x="2894" y="7990"/>
                    <a:pt x="3048" y="7371"/>
                  </a:cubicBezTo>
                  <a:cubicBezTo>
                    <a:pt x="2953" y="7085"/>
                    <a:pt x="2775" y="6799"/>
                    <a:pt x="2656" y="6526"/>
                  </a:cubicBezTo>
                  <a:cubicBezTo>
                    <a:pt x="2739" y="6014"/>
                    <a:pt x="2917" y="5478"/>
                    <a:pt x="3013" y="4978"/>
                  </a:cubicBezTo>
                  <a:cubicBezTo>
                    <a:pt x="3227" y="4882"/>
                    <a:pt x="3501" y="4894"/>
                    <a:pt x="3727" y="4811"/>
                  </a:cubicBezTo>
                  <a:cubicBezTo>
                    <a:pt x="3929" y="3942"/>
                    <a:pt x="4168" y="3037"/>
                    <a:pt x="4394" y="2180"/>
                  </a:cubicBezTo>
                  <a:cubicBezTo>
                    <a:pt x="4227" y="1846"/>
                    <a:pt x="3989" y="1549"/>
                    <a:pt x="3691" y="1323"/>
                  </a:cubicBezTo>
                  <a:cubicBezTo>
                    <a:pt x="3584" y="1239"/>
                    <a:pt x="3406" y="1144"/>
                    <a:pt x="3227" y="1073"/>
                  </a:cubicBezTo>
                  <a:lnTo>
                    <a:pt x="3382" y="239"/>
                  </a:lnTo>
                  <a:lnTo>
                    <a:pt x="2691" y="1"/>
                  </a:lnTo>
                  <a:close/>
                </a:path>
              </a:pathLst>
            </a:custGeom>
            <a:solidFill>
              <a:srgbClr val="9ABF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24"/>
            <p:cNvSpPr/>
            <p:nvPr/>
          </p:nvSpPr>
          <p:spPr>
            <a:xfrm>
              <a:off x="7693585" y="2215573"/>
              <a:ext cx="85715" cy="119840"/>
            </a:xfrm>
            <a:custGeom>
              <a:rect b="b" l="l" r="r" t="t"/>
              <a:pathLst>
                <a:path extrusionOk="0" h="3863" w="2763">
                  <a:moveTo>
                    <a:pt x="1119" y="1"/>
                  </a:moveTo>
                  <a:cubicBezTo>
                    <a:pt x="1119" y="1"/>
                    <a:pt x="1060" y="108"/>
                    <a:pt x="965" y="274"/>
                  </a:cubicBezTo>
                  <a:cubicBezTo>
                    <a:pt x="893" y="405"/>
                    <a:pt x="786" y="608"/>
                    <a:pt x="679" y="834"/>
                  </a:cubicBezTo>
                  <a:cubicBezTo>
                    <a:pt x="643" y="929"/>
                    <a:pt x="607" y="1013"/>
                    <a:pt x="560" y="1108"/>
                  </a:cubicBezTo>
                  <a:cubicBezTo>
                    <a:pt x="476" y="1310"/>
                    <a:pt x="381" y="1548"/>
                    <a:pt x="298" y="1787"/>
                  </a:cubicBezTo>
                  <a:lnTo>
                    <a:pt x="203" y="2060"/>
                  </a:lnTo>
                  <a:cubicBezTo>
                    <a:pt x="143" y="2263"/>
                    <a:pt x="107" y="2477"/>
                    <a:pt x="60" y="2668"/>
                  </a:cubicBezTo>
                  <a:cubicBezTo>
                    <a:pt x="24" y="2763"/>
                    <a:pt x="24" y="2846"/>
                    <a:pt x="12" y="2941"/>
                  </a:cubicBezTo>
                  <a:cubicBezTo>
                    <a:pt x="0" y="3132"/>
                    <a:pt x="0" y="3322"/>
                    <a:pt x="24" y="3501"/>
                  </a:cubicBezTo>
                  <a:cubicBezTo>
                    <a:pt x="24" y="3501"/>
                    <a:pt x="728" y="3863"/>
                    <a:pt x="1439" y="3863"/>
                  </a:cubicBezTo>
                  <a:cubicBezTo>
                    <a:pt x="1523" y="3863"/>
                    <a:pt x="1608" y="3858"/>
                    <a:pt x="1691" y="3846"/>
                  </a:cubicBezTo>
                  <a:cubicBezTo>
                    <a:pt x="1691" y="3846"/>
                    <a:pt x="2441" y="2822"/>
                    <a:pt x="2679" y="1703"/>
                  </a:cubicBezTo>
                  <a:cubicBezTo>
                    <a:pt x="2739" y="1417"/>
                    <a:pt x="2762" y="1132"/>
                    <a:pt x="2739" y="846"/>
                  </a:cubicBezTo>
                  <a:cubicBezTo>
                    <a:pt x="2739" y="846"/>
                    <a:pt x="1846" y="120"/>
                    <a:pt x="1119" y="1"/>
                  </a:cubicBezTo>
                  <a:close/>
                </a:path>
              </a:pathLst>
            </a:custGeom>
            <a:solidFill>
              <a:srgbClr val="CC72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24"/>
            <p:cNvSpPr/>
            <p:nvPr/>
          </p:nvSpPr>
          <p:spPr>
            <a:xfrm>
              <a:off x="7711671" y="2241446"/>
              <a:ext cx="35490" cy="16628"/>
            </a:xfrm>
            <a:custGeom>
              <a:rect b="b" l="l" r="r" t="t"/>
              <a:pathLst>
                <a:path extrusionOk="0" h="536" w="1144">
                  <a:moveTo>
                    <a:pt x="120" y="0"/>
                  </a:moveTo>
                  <a:cubicBezTo>
                    <a:pt x="72" y="95"/>
                    <a:pt x="36" y="179"/>
                    <a:pt x="1" y="274"/>
                  </a:cubicBezTo>
                  <a:cubicBezTo>
                    <a:pt x="96" y="321"/>
                    <a:pt x="203" y="357"/>
                    <a:pt x="334" y="393"/>
                  </a:cubicBezTo>
                  <a:cubicBezTo>
                    <a:pt x="548" y="452"/>
                    <a:pt x="739" y="476"/>
                    <a:pt x="893" y="512"/>
                  </a:cubicBezTo>
                  <a:cubicBezTo>
                    <a:pt x="1036" y="524"/>
                    <a:pt x="1144" y="536"/>
                    <a:pt x="1144" y="536"/>
                  </a:cubicBezTo>
                  <a:cubicBezTo>
                    <a:pt x="1144" y="536"/>
                    <a:pt x="1084" y="464"/>
                    <a:pt x="977" y="357"/>
                  </a:cubicBezTo>
                  <a:cubicBezTo>
                    <a:pt x="858" y="262"/>
                    <a:pt x="667" y="131"/>
                    <a:pt x="441" y="60"/>
                  </a:cubicBezTo>
                  <a:cubicBezTo>
                    <a:pt x="322" y="24"/>
                    <a:pt x="215" y="0"/>
                    <a:pt x="120" y="0"/>
                  </a:cubicBezTo>
                  <a:close/>
                </a:path>
              </a:pathLst>
            </a:custGeom>
            <a:solidFill>
              <a:srgbClr val="A04F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24"/>
            <p:cNvSpPr/>
            <p:nvPr/>
          </p:nvSpPr>
          <p:spPr>
            <a:xfrm>
              <a:off x="7699852" y="2271724"/>
              <a:ext cx="34373" cy="14798"/>
            </a:xfrm>
            <a:custGeom>
              <a:rect b="b" l="l" r="r" t="t"/>
              <a:pathLst>
                <a:path extrusionOk="0" h="477" w="1108">
                  <a:moveTo>
                    <a:pt x="96" y="0"/>
                  </a:moveTo>
                  <a:lnTo>
                    <a:pt x="1" y="262"/>
                  </a:lnTo>
                  <a:cubicBezTo>
                    <a:pt x="108" y="298"/>
                    <a:pt x="215" y="334"/>
                    <a:pt x="334" y="369"/>
                  </a:cubicBezTo>
                  <a:cubicBezTo>
                    <a:pt x="524" y="429"/>
                    <a:pt x="715" y="441"/>
                    <a:pt x="870" y="453"/>
                  </a:cubicBezTo>
                  <a:cubicBezTo>
                    <a:pt x="1001" y="477"/>
                    <a:pt x="1108" y="477"/>
                    <a:pt x="1108" y="477"/>
                  </a:cubicBezTo>
                  <a:cubicBezTo>
                    <a:pt x="1108" y="477"/>
                    <a:pt x="1048" y="381"/>
                    <a:pt x="929" y="310"/>
                  </a:cubicBezTo>
                  <a:cubicBezTo>
                    <a:pt x="822" y="203"/>
                    <a:pt x="643" y="96"/>
                    <a:pt x="417" y="36"/>
                  </a:cubicBezTo>
                  <a:cubicBezTo>
                    <a:pt x="298" y="12"/>
                    <a:pt x="203" y="0"/>
                    <a:pt x="96" y="0"/>
                  </a:cubicBezTo>
                  <a:close/>
                </a:path>
              </a:pathLst>
            </a:custGeom>
            <a:solidFill>
              <a:srgbClr val="A04F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24"/>
            <p:cNvSpPr/>
            <p:nvPr/>
          </p:nvSpPr>
          <p:spPr>
            <a:xfrm>
              <a:off x="7693957" y="2297938"/>
              <a:ext cx="36576" cy="16287"/>
            </a:xfrm>
            <a:custGeom>
              <a:rect b="b" l="l" r="r" t="t"/>
              <a:pathLst>
                <a:path extrusionOk="0" h="525" w="1179">
                  <a:moveTo>
                    <a:pt x="48" y="1"/>
                  </a:moveTo>
                  <a:cubicBezTo>
                    <a:pt x="12" y="84"/>
                    <a:pt x="12" y="179"/>
                    <a:pt x="0" y="263"/>
                  </a:cubicBezTo>
                  <a:cubicBezTo>
                    <a:pt x="107" y="310"/>
                    <a:pt x="226" y="370"/>
                    <a:pt x="357" y="405"/>
                  </a:cubicBezTo>
                  <a:cubicBezTo>
                    <a:pt x="560" y="465"/>
                    <a:pt x="774" y="489"/>
                    <a:pt x="929" y="501"/>
                  </a:cubicBezTo>
                  <a:cubicBezTo>
                    <a:pt x="1072" y="525"/>
                    <a:pt x="1179" y="525"/>
                    <a:pt x="1179" y="525"/>
                  </a:cubicBezTo>
                  <a:cubicBezTo>
                    <a:pt x="1179" y="525"/>
                    <a:pt x="1119" y="441"/>
                    <a:pt x="1000" y="322"/>
                  </a:cubicBezTo>
                  <a:cubicBezTo>
                    <a:pt x="881" y="239"/>
                    <a:pt x="679" y="120"/>
                    <a:pt x="464" y="60"/>
                  </a:cubicBezTo>
                  <a:cubicBezTo>
                    <a:pt x="310" y="13"/>
                    <a:pt x="167" y="1"/>
                    <a:pt x="48" y="1"/>
                  </a:cubicBezTo>
                  <a:close/>
                </a:path>
              </a:pathLst>
            </a:custGeom>
            <a:solidFill>
              <a:srgbClr val="A04F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24"/>
            <p:cNvSpPr/>
            <p:nvPr/>
          </p:nvSpPr>
          <p:spPr>
            <a:xfrm>
              <a:off x="7723491" y="2215573"/>
              <a:ext cx="55809" cy="52862"/>
            </a:xfrm>
            <a:custGeom>
              <a:rect b="b" l="l" r="r" t="t"/>
              <a:pathLst>
                <a:path extrusionOk="0" h="1704" w="1799">
                  <a:moveTo>
                    <a:pt x="155" y="1"/>
                  </a:moveTo>
                  <a:cubicBezTo>
                    <a:pt x="155" y="1"/>
                    <a:pt x="96" y="108"/>
                    <a:pt x="1" y="274"/>
                  </a:cubicBezTo>
                  <a:cubicBezTo>
                    <a:pt x="48" y="286"/>
                    <a:pt x="96" y="286"/>
                    <a:pt x="120" y="298"/>
                  </a:cubicBezTo>
                  <a:cubicBezTo>
                    <a:pt x="358" y="393"/>
                    <a:pt x="584" y="536"/>
                    <a:pt x="810" y="679"/>
                  </a:cubicBezTo>
                  <a:cubicBezTo>
                    <a:pt x="1001" y="798"/>
                    <a:pt x="1191" y="917"/>
                    <a:pt x="1346" y="1072"/>
                  </a:cubicBezTo>
                  <a:cubicBezTo>
                    <a:pt x="1501" y="1251"/>
                    <a:pt x="1620" y="1477"/>
                    <a:pt x="1715" y="1703"/>
                  </a:cubicBezTo>
                  <a:cubicBezTo>
                    <a:pt x="1775" y="1417"/>
                    <a:pt x="1798" y="1132"/>
                    <a:pt x="1775" y="858"/>
                  </a:cubicBezTo>
                  <a:cubicBezTo>
                    <a:pt x="1775" y="858"/>
                    <a:pt x="882" y="120"/>
                    <a:pt x="155" y="1"/>
                  </a:cubicBezTo>
                  <a:close/>
                </a:path>
              </a:pathLst>
            </a:custGeom>
            <a:solidFill>
              <a:srgbClr val="E18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24"/>
            <p:cNvSpPr/>
            <p:nvPr/>
          </p:nvSpPr>
          <p:spPr>
            <a:xfrm>
              <a:off x="7114426" y="1974745"/>
              <a:ext cx="236050" cy="399694"/>
            </a:xfrm>
            <a:custGeom>
              <a:rect b="b" l="l" r="r" t="t"/>
              <a:pathLst>
                <a:path extrusionOk="0" h="12884" w="7609">
                  <a:moveTo>
                    <a:pt x="0" y="1"/>
                  </a:moveTo>
                  <a:lnTo>
                    <a:pt x="405" y="5847"/>
                  </a:lnTo>
                  <a:lnTo>
                    <a:pt x="2405" y="12883"/>
                  </a:lnTo>
                  <a:lnTo>
                    <a:pt x="7608" y="9478"/>
                  </a:lnTo>
                  <a:cubicBezTo>
                    <a:pt x="7608" y="9478"/>
                    <a:pt x="2286" y="715"/>
                    <a:pt x="2048" y="429"/>
                  </a:cubicBezTo>
                  <a:cubicBezTo>
                    <a:pt x="1810" y="144"/>
                    <a:pt x="0" y="1"/>
                    <a:pt x="0" y="1"/>
                  </a:cubicBezTo>
                  <a:close/>
                </a:path>
              </a:pathLst>
            </a:custGeom>
            <a:solidFill>
              <a:srgbClr val="FF8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24"/>
            <p:cNvSpPr/>
            <p:nvPr/>
          </p:nvSpPr>
          <p:spPr>
            <a:xfrm>
              <a:off x="6768308" y="1965532"/>
              <a:ext cx="509762" cy="789988"/>
            </a:xfrm>
            <a:custGeom>
              <a:rect b="b" l="l" r="r" t="t"/>
              <a:pathLst>
                <a:path extrusionOk="0" h="25465" w="16432">
                  <a:moveTo>
                    <a:pt x="6335" y="0"/>
                  </a:moveTo>
                  <a:lnTo>
                    <a:pt x="4668" y="369"/>
                  </a:lnTo>
                  <a:lnTo>
                    <a:pt x="4371" y="441"/>
                  </a:lnTo>
                  <a:lnTo>
                    <a:pt x="1168" y="1238"/>
                  </a:lnTo>
                  <a:lnTo>
                    <a:pt x="2585" y="11871"/>
                  </a:lnTo>
                  <a:lnTo>
                    <a:pt x="1" y="24717"/>
                  </a:lnTo>
                  <a:cubicBezTo>
                    <a:pt x="2241" y="25301"/>
                    <a:pt x="5383" y="25465"/>
                    <a:pt x="8210" y="25465"/>
                  </a:cubicBezTo>
                  <a:cubicBezTo>
                    <a:pt x="11843" y="25465"/>
                    <a:pt x="14955" y="25194"/>
                    <a:pt x="14955" y="25194"/>
                  </a:cubicBezTo>
                  <a:lnTo>
                    <a:pt x="13884" y="12811"/>
                  </a:lnTo>
                  <a:cubicBezTo>
                    <a:pt x="13884" y="12811"/>
                    <a:pt x="14312" y="12573"/>
                    <a:pt x="15372" y="9287"/>
                  </a:cubicBezTo>
                  <a:cubicBezTo>
                    <a:pt x="16432" y="6001"/>
                    <a:pt x="11145" y="298"/>
                    <a:pt x="11145" y="298"/>
                  </a:cubicBezTo>
                  <a:lnTo>
                    <a:pt x="10038" y="131"/>
                  </a:lnTo>
                  <a:lnTo>
                    <a:pt x="9133" y="0"/>
                  </a:lnTo>
                  <a:close/>
                </a:path>
              </a:pathLst>
            </a:custGeom>
            <a:solidFill>
              <a:srgbClr val="FF8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24"/>
            <p:cNvSpPr/>
            <p:nvPr/>
          </p:nvSpPr>
          <p:spPr>
            <a:xfrm>
              <a:off x="7156151" y="2039396"/>
              <a:ext cx="90896" cy="313979"/>
            </a:xfrm>
            <a:custGeom>
              <a:rect b="b" l="l" r="r" t="t"/>
              <a:pathLst>
                <a:path extrusionOk="0" h="10121" w="2930">
                  <a:moveTo>
                    <a:pt x="1" y="0"/>
                  </a:moveTo>
                  <a:lnTo>
                    <a:pt x="1" y="0"/>
                  </a:lnTo>
                  <a:cubicBezTo>
                    <a:pt x="1" y="1"/>
                    <a:pt x="1906" y="4572"/>
                    <a:pt x="2084" y="5144"/>
                  </a:cubicBezTo>
                  <a:cubicBezTo>
                    <a:pt x="2263" y="5715"/>
                    <a:pt x="1298" y="10121"/>
                    <a:pt x="1298" y="10121"/>
                  </a:cubicBezTo>
                  <a:cubicBezTo>
                    <a:pt x="1298" y="10121"/>
                    <a:pt x="2929" y="6156"/>
                    <a:pt x="2858" y="5132"/>
                  </a:cubicBezTo>
                  <a:cubicBezTo>
                    <a:pt x="2787" y="4072"/>
                    <a:pt x="1" y="1"/>
                    <a:pt x="1" y="0"/>
                  </a:cubicBezTo>
                  <a:close/>
                </a:path>
              </a:pathLst>
            </a:custGeom>
            <a:solidFill>
              <a:srgbClr val="E94E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24"/>
            <p:cNvSpPr/>
            <p:nvPr/>
          </p:nvSpPr>
          <p:spPr>
            <a:xfrm>
              <a:off x="6913865" y="1965532"/>
              <a:ext cx="202422" cy="116645"/>
            </a:xfrm>
            <a:custGeom>
              <a:rect b="b" l="l" r="r" t="t"/>
              <a:pathLst>
                <a:path extrusionOk="0" h="3760" w="6525">
                  <a:moveTo>
                    <a:pt x="1643" y="0"/>
                  </a:moveTo>
                  <a:lnTo>
                    <a:pt x="857" y="179"/>
                  </a:lnTo>
                  <a:lnTo>
                    <a:pt x="0" y="369"/>
                  </a:lnTo>
                  <a:cubicBezTo>
                    <a:pt x="83" y="548"/>
                    <a:pt x="214" y="786"/>
                    <a:pt x="417" y="1024"/>
                  </a:cubicBezTo>
                  <a:cubicBezTo>
                    <a:pt x="743" y="1415"/>
                    <a:pt x="2665" y="3759"/>
                    <a:pt x="4410" y="3759"/>
                  </a:cubicBezTo>
                  <a:cubicBezTo>
                    <a:pt x="4577" y="3759"/>
                    <a:pt x="4743" y="3738"/>
                    <a:pt x="4905" y="3691"/>
                  </a:cubicBezTo>
                  <a:cubicBezTo>
                    <a:pt x="6525" y="3227"/>
                    <a:pt x="5608" y="738"/>
                    <a:pt x="5358" y="131"/>
                  </a:cubicBezTo>
                  <a:lnTo>
                    <a:pt x="4941" y="72"/>
                  </a:lnTo>
                  <a:lnTo>
                    <a:pt x="4441" y="0"/>
                  </a:lnTo>
                  <a:close/>
                </a:path>
              </a:pathLst>
            </a:custGeom>
            <a:solidFill>
              <a:srgbClr val="CC72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24"/>
            <p:cNvSpPr/>
            <p:nvPr/>
          </p:nvSpPr>
          <p:spPr>
            <a:xfrm>
              <a:off x="6948952" y="1869858"/>
              <a:ext cx="108889" cy="153251"/>
            </a:xfrm>
            <a:custGeom>
              <a:rect b="b" l="l" r="r" t="t"/>
              <a:pathLst>
                <a:path extrusionOk="0" h="4940" w="3510">
                  <a:moveTo>
                    <a:pt x="0" y="0"/>
                  </a:moveTo>
                  <a:lnTo>
                    <a:pt x="0" y="0"/>
                  </a:lnTo>
                  <a:cubicBezTo>
                    <a:pt x="0" y="0"/>
                    <a:pt x="191" y="1048"/>
                    <a:pt x="381" y="2143"/>
                  </a:cubicBezTo>
                  <a:cubicBezTo>
                    <a:pt x="560" y="3144"/>
                    <a:pt x="548" y="3286"/>
                    <a:pt x="631" y="3691"/>
                  </a:cubicBezTo>
                  <a:lnTo>
                    <a:pt x="2298" y="4810"/>
                  </a:lnTo>
                  <a:cubicBezTo>
                    <a:pt x="2429" y="4900"/>
                    <a:pt x="2571" y="4940"/>
                    <a:pt x="2710" y="4940"/>
                  </a:cubicBezTo>
                  <a:cubicBezTo>
                    <a:pt x="3125" y="4940"/>
                    <a:pt x="3509" y="4578"/>
                    <a:pt x="3465" y="4096"/>
                  </a:cubicBezTo>
                  <a:cubicBezTo>
                    <a:pt x="3417" y="3822"/>
                    <a:pt x="3393" y="3513"/>
                    <a:pt x="3334" y="3156"/>
                  </a:cubicBezTo>
                  <a:cubicBezTo>
                    <a:pt x="3215" y="2310"/>
                    <a:pt x="3167" y="1405"/>
                    <a:pt x="3346" y="548"/>
                  </a:cubicBezTo>
                  <a:lnTo>
                    <a:pt x="0" y="0"/>
                  </a:lnTo>
                  <a:close/>
                </a:path>
              </a:pathLst>
            </a:custGeom>
            <a:solidFill>
              <a:srgbClr val="CC72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24"/>
            <p:cNvSpPr/>
            <p:nvPr/>
          </p:nvSpPr>
          <p:spPr>
            <a:xfrm>
              <a:off x="6947835" y="1869858"/>
              <a:ext cx="104546" cy="104577"/>
            </a:xfrm>
            <a:custGeom>
              <a:rect b="b" l="l" r="r" t="t"/>
              <a:pathLst>
                <a:path extrusionOk="0" h="3371" w="3370">
                  <a:moveTo>
                    <a:pt x="0" y="0"/>
                  </a:moveTo>
                  <a:cubicBezTo>
                    <a:pt x="0" y="0"/>
                    <a:pt x="191" y="1048"/>
                    <a:pt x="393" y="2143"/>
                  </a:cubicBezTo>
                  <a:cubicBezTo>
                    <a:pt x="1267" y="2701"/>
                    <a:pt x="2456" y="3371"/>
                    <a:pt x="2943" y="3371"/>
                  </a:cubicBezTo>
                  <a:cubicBezTo>
                    <a:pt x="3007" y="3371"/>
                    <a:pt x="3059" y="3359"/>
                    <a:pt x="3096" y="3334"/>
                  </a:cubicBezTo>
                  <a:cubicBezTo>
                    <a:pt x="3167" y="3286"/>
                    <a:pt x="3263" y="3227"/>
                    <a:pt x="3346" y="3167"/>
                  </a:cubicBezTo>
                  <a:cubicBezTo>
                    <a:pt x="3227" y="2322"/>
                    <a:pt x="3191" y="1417"/>
                    <a:pt x="3370" y="572"/>
                  </a:cubicBezTo>
                  <a:lnTo>
                    <a:pt x="0" y="0"/>
                  </a:lnTo>
                  <a:close/>
                </a:path>
              </a:pathLst>
            </a:custGeom>
            <a:solidFill>
              <a:srgbClr val="A04F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24"/>
            <p:cNvSpPr/>
            <p:nvPr/>
          </p:nvSpPr>
          <p:spPr>
            <a:xfrm>
              <a:off x="7057903" y="1596953"/>
              <a:ext cx="99024" cy="182071"/>
            </a:xfrm>
            <a:custGeom>
              <a:rect b="b" l="l" r="r" t="t"/>
              <a:pathLst>
                <a:path extrusionOk="0" h="5869" w="3192">
                  <a:moveTo>
                    <a:pt x="896" y="0"/>
                  </a:moveTo>
                  <a:cubicBezTo>
                    <a:pt x="582" y="0"/>
                    <a:pt x="317" y="131"/>
                    <a:pt x="143" y="451"/>
                  </a:cubicBezTo>
                  <a:cubicBezTo>
                    <a:pt x="0" y="749"/>
                    <a:pt x="24" y="1046"/>
                    <a:pt x="131" y="1332"/>
                  </a:cubicBezTo>
                  <a:cubicBezTo>
                    <a:pt x="227" y="1582"/>
                    <a:pt x="381" y="1808"/>
                    <a:pt x="512" y="2023"/>
                  </a:cubicBezTo>
                  <a:lnTo>
                    <a:pt x="608" y="2166"/>
                  </a:lnTo>
                  <a:cubicBezTo>
                    <a:pt x="643" y="2249"/>
                    <a:pt x="715" y="2320"/>
                    <a:pt x="751" y="2416"/>
                  </a:cubicBezTo>
                  <a:cubicBezTo>
                    <a:pt x="858" y="2570"/>
                    <a:pt x="929" y="2749"/>
                    <a:pt x="1024" y="2916"/>
                  </a:cubicBezTo>
                  <a:cubicBezTo>
                    <a:pt x="1489" y="3844"/>
                    <a:pt x="1798" y="4845"/>
                    <a:pt x="1941" y="5868"/>
                  </a:cubicBezTo>
                  <a:cubicBezTo>
                    <a:pt x="2477" y="5023"/>
                    <a:pt x="3048" y="4106"/>
                    <a:pt x="3168" y="3142"/>
                  </a:cubicBezTo>
                  <a:cubicBezTo>
                    <a:pt x="3179" y="3011"/>
                    <a:pt x="3191" y="2868"/>
                    <a:pt x="3191" y="2737"/>
                  </a:cubicBezTo>
                  <a:cubicBezTo>
                    <a:pt x="3191" y="2666"/>
                    <a:pt x="3191" y="2582"/>
                    <a:pt x="3168" y="2475"/>
                  </a:cubicBezTo>
                  <a:cubicBezTo>
                    <a:pt x="3156" y="2368"/>
                    <a:pt x="3132" y="2249"/>
                    <a:pt x="3108" y="2130"/>
                  </a:cubicBezTo>
                  <a:cubicBezTo>
                    <a:pt x="2941" y="1416"/>
                    <a:pt x="2477" y="701"/>
                    <a:pt x="1846" y="296"/>
                  </a:cubicBezTo>
                  <a:cubicBezTo>
                    <a:pt x="1632" y="177"/>
                    <a:pt x="1417" y="82"/>
                    <a:pt x="1191" y="34"/>
                  </a:cubicBezTo>
                  <a:cubicBezTo>
                    <a:pt x="1089" y="12"/>
                    <a:pt x="990" y="0"/>
                    <a:pt x="896" y="0"/>
                  </a:cubicBezTo>
                  <a:close/>
                </a:path>
              </a:pathLst>
            </a:custGeom>
            <a:solidFill>
              <a:srgbClr val="3F0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24"/>
            <p:cNvSpPr/>
            <p:nvPr/>
          </p:nvSpPr>
          <p:spPr>
            <a:xfrm>
              <a:off x="6850455" y="1609797"/>
              <a:ext cx="291332" cy="319780"/>
            </a:xfrm>
            <a:custGeom>
              <a:rect b="b" l="l" r="r" t="t"/>
              <a:pathLst>
                <a:path extrusionOk="0" h="10308" w="9391">
                  <a:moveTo>
                    <a:pt x="5765" y="1"/>
                  </a:moveTo>
                  <a:cubicBezTo>
                    <a:pt x="0" y="1"/>
                    <a:pt x="1248" y="4530"/>
                    <a:pt x="1473" y="5121"/>
                  </a:cubicBezTo>
                  <a:cubicBezTo>
                    <a:pt x="1568" y="5347"/>
                    <a:pt x="2520" y="7967"/>
                    <a:pt x="2758" y="8562"/>
                  </a:cubicBezTo>
                  <a:cubicBezTo>
                    <a:pt x="2794" y="8669"/>
                    <a:pt x="2913" y="8788"/>
                    <a:pt x="3116" y="8907"/>
                  </a:cubicBezTo>
                  <a:cubicBezTo>
                    <a:pt x="4018" y="9517"/>
                    <a:pt x="6322" y="10308"/>
                    <a:pt x="7361" y="10308"/>
                  </a:cubicBezTo>
                  <a:cubicBezTo>
                    <a:pt x="7418" y="10308"/>
                    <a:pt x="7472" y="10305"/>
                    <a:pt x="7521" y="10300"/>
                  </a:cubicBezTo>
                  <a:cubicBezTo>
                    <a:pt x="8652" y="10205"/>
                    <a:pt x="9212" y="7824"/>
                    <a:pt x="9307" y="7431"/>
                  </a:cubicBezTo>
                  <a:cubicBezTo>
                    <a:pt x="9390" y="7038"/>
                    <a:pt x="8914" y="5526"/>
                    <a:pt x="8914" y="5526"/>
                  </a:cubicBezTo>
                  <a:cubicBezTo>
                    <a:pt x="8950" y="5181"/>
                    <a:pt x="8962" y="4871"/>
                    <a:pt x="8962" y="4573"/>
                  </a:cubicBezTo>
                  <a:cubicBezTo>
                    <a:pt x="8962" y="3264"/>
                    <a:pt x="8688" y="2299"/>
                    <a:pt x="8366" y="1597"/>
                  </a:cubicBezTo>
                  <a:cubicBezTo>
                    <a:pt x="7914" y="632"/>
                    <a:pt x="6937" y="25"/>
                    <a:pt x="5878" y="1"/>
                  </a:cubicBezTo>
                  <a:cubicBezTo>
                    <a:pt x="5840" y="1"/>
                    <a:pt x="5802" y="1"/>
                    <a:pt x="5765" y="1"/>
                  </a:cubicBezTo>
                  <a:close/>
                </a:path>
              </a:pathLst>
            </a:custGeom>
            <a:solidFill>
              <a:srgbClr val="CC72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24"/>
            <p:cNvSpPr/>
            <p:nvPr/>
          </p:nvSpPr>
          <p:spPr>
            <a:xfrm>
              <a:off x="6869907" y="1786997"/>
              <a:ext cx="73523" cy="85033"/>
            </a:xfrm>
            <a:custGeom>
              <a:rect b="b" l="l" r="r" t="t"/>
              <a:pathLst>
                <a:path extrusionOk="0" h="2741" w="2370">
                  <a:moveTo>
                    <a:pt x="756" y="0"/>
                  </a:moveTo>
                  <a:cubicBezTo>
                    <a:pt x="655" y="0"/>
                    <a:pt x="548" y="38"/>
                    <a:pt x="441" y="135"/>
                  </a:cubicBezTo>
                  <a:cubicBezTo>
                    <a:pt x="0" y="540"/>
                    <a:pt x="322" y="1790"/>
                    <a:pt x="607" y="2124"/>
                  </a:cubicBezTo>
                  <a:lnTo>
                    <a:pt x="703" y="2207"/>
                  </a:lnTo>
                  <a:cubicBezTo>
                    <a:pt x="991" y="2465"/>
                    <a:pt x="1494" y="2740"/>
                    <a:pt x="2087" y="2740"/>
                  </a:cubicBezTo>
                  <a:cubicBezTo>
                    <a:pt x="2179" y="2740"/>
                    <a:pt x="2273" y="2733"/>
                    <a:pt x="2370" y="2719"/>
                  </a:cubicBezTo>
                  <a:lnTo>
                    <a:pt x="1262" y="302"/>
                  </a:lnTo>
                  <a:cubicBezTo>
                    <a:pt x="1262" y="302"/>
                    <a:pt x="1215" y="242"/>
                    <a:pt x="1143" y="171"/>
                  </a:cubicBezTo>
                  <a:cubicBezTo>
                    <a:pt x="1038" y="79"/>
                    <a:pt x="903" y="0"/>
                    <a:pt x="756" y="0"/>
                  </a:cubicBezTo>
                  <a:close/>
                </a:path>
              </a:pathLst>
            </a:custGeom>
            <a:solidFill>
              <a:srgbClr val="CC72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24"/>
            <p:cNvSpPr/>
            <p:nvPr/>
          </p:nvSpPr>
          <p:spPr>
            <a:xfrm>
              <a:off x="6881726" y="1812032"/>
              <a:ext cx="40267" cy="44176"/>
            </a:xfrm>
            <a:custGeom>
              <a:rect b="b" l="l" r="r" t="t"/>
              <a:pathLst>
                <a:path extrusionOk="0" h="1424" w="1298">
                  <a:moveTo>
                    <a:pt x="253" y="0"/>
                  </a:moveTo>
                  <a:cubicBezTo>
                    <a:pt x="116" y="0"/>
                    <a:pt x="12" y="80"/>
                    <a:pt x="0" y="293"/>
                  </a:cubicBezTo>
                  <a:cubicBezTo>
                    <a:pt x="0" y="388"/>
                    <a:pt x="36" y="495"/>
                    <a:pt x="95" y="590"/>
                  </a:cubicBezTo>
                  <a:cubicBezTo>
                    <a:pt x="334" y="983"/>
                    <a:pt x="822" y="1210"/>
                    <a:pt x="1298" y="1424"/>
                  </a:cubicBezTo>
                  <a:cubicBezTo>
                    <a:pt x="1131" y="1245"/>
                    <a:pt x="1036" y="1019"/>
                    <a:pt x="1012" y="781"/>
                  </a:cubicBezTo>
                  <a:cubicBezTo>
                    <a:pt x="1000" y="709"/>
                    <a:pt x="1000" y="614"/>
                    <a:pt x="988" y="543"/>
                  </a:cubicBezTo>
                  <a:cubicBezTo>
                    <a:pt x="941" y="328"/>
                    <a:pt x="530" y="0"/>
                    <a:pt x="253" y="0"/>
                  </a:cubicBezTo>
                  <a:close/>
                </a:path>
              </a:pathLst>
            </a:custGeom>
            <a:solidFill>
              <a:srgbClr val="E18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24"/>
            <p:cNvSpPr/>
            <p:nvPr/>
          </p:nvSpPr>
          <p:spPr>
            <a:xfrm>
              <a:off x="6817075" y="1549055"/>
              <a:ext cx="300701" cy="266173"/>
            </a:xfrm>
            <a:custGeom>
              <a:rect b="b" l="l" r="r" t="t"/>
              <a:pathLst>
                <a:path extrusionOk="0" h="8580" w="9693">
                  <a:moveTo>
                    <a:pt x="6050" y="0"/>
                  </a:moveTo>
                  <a:cubicBezTo>
                    <a:pt x="4976" y="0"/>
                    <a:pt x="3823" y="253"/>
                    <a:pt x="2834" y="781"/>
                  </a:cubicBezTo>
                  <a:cubicBezTo>
                    <a:pt x="2298" y="1078"/>
                    <a:pt x="1810" y="1459"/>
                    <a:pt x="1406" y="1912"/>
                  </a:cubicBezTo>
                  <a:cubicBezTo>
                    <a:pt x="1108" y="2257"/>
                    <a:pt x="846" y="2650"/>
                    <a:pt x="667" y="3079"/>
                  </a:cubicBezTo>
                  <a:cubicBezTo>
                    <a:pt x="167" y="4257"/>
                    <a:pt x="1" y="5115"/>
                    <a:pt x="215" y="5960"/>
                  </a:cubicBezTo>
                  <a:cubicBezTo>
                    <a:pt x="251" y="6115"/>
                    <a:pt x="298" y="6258"/>
                    <a:pt x="358" y="6412"/>
                  </a:cubicBezTo>
                  <a:cubicBezTo>
                    <a:pt x="465" y="6698"/>
                    <a:pt x="620" y="6960"/>
                    <a:pt x="798" y="7246"/>
                  </a:cubicBezTo>
                  <a:cubicBezTo>
                    <a:pt x="810" y="7258"/>
                    <a:pt x="810" y="7270"/>
                    <a:pt x="822" y="7293"/>
                  </a:cubicBezTo>
                  <a:lnTo>
                    <a:pt x="917" y="7424"/>
                  </a:lnTo>
                  <a:cubicBezTo>
                    <a:pt x="929" y="7436"/>
                    <a:pt x="929" y="7448"/>
                    <a:pt x="941" y="7472"/>
                  </a:cubicBezTo>
                  <a:cubicBezTo>
                    <a:pt x="953" y="7496"/>
                    <a:pt x="989" y="7531"/>
                    <a:pt x="1001" y="7555"/>
                  </a:cubicBezTo>
                  <a:cubicBezTo>
                    <a:pt x="1167" y="7782"/>
                    <a:pt x="1346" y="8020"/>
                    <a:pt x="1548" y="8270"/>
                  </a:cubicBezTo>
                  <a:lnTo>
                    <a:pt x="1822" y="8579"/>
                  </a:lnTo>
                  <a:cubicBezTo>
                    <a:pt x="1822" y="8579"/>
                    <a:pt x="2003" y="7769"/>
                    <a:pt x="2541" y="7769"/>
                  </a:cubicBezTo>
                  <a:cubicBezTo>
                    <a:pt x="2635" y="7769"/>
                    <a:pt x="2741" y="7794"/>
                    <a:pt x="2858" y="7853"/>
                  </a:cubicBezTo>
                  <a:cubicBezTo>
                    <a:pt x="2858" y="7853"/>
                    <a:pt x="3180" y="7746"/>
                    <a:pt x="3620" y="7543"/>
                  </a:cubicBezTo>
                  <a:cubicBezTo>
                    <a:pt x="4465" y="7139"/>
                    <a:pt x="5704" y="6377"/>
                    <a:pt x="5918" y="5305"/>
                  </a:cubicBezTo>
                  <a:lnTo>
                    <a:pt x="5918" y="5305"/>
                  </a:lnTo>
                  <a:cubicBezTo>
                    <a:pt x="5918" y="5305"/>
                    <a:pt x="5989" y="6400"/>
                    <a:pt x="5501" y="6674"/>
                  </a:cubicBezTo>
                  <a:cubicBezTo>
                    <a:pt x="5644" y="6615"/>
                    <a:pt x="7263" y="5936"/>
                    <a:pt x="8442" y="4829"/>
                  </a:cubicBezTo>
                  <a:cubicBezTo>
                    <a:pt x="8561" y="4722"/>
                    <a:pt x="8680" y="4603"/>
                    <a:pt x="8787" y="4484"/>
                  </a:cubicBezTo>
                  <a:cubicBezTo>
                    <a:pt x="9085" y="4138"/>
                    <a:pt x="9335" y="3769"/>
                    <a:pt x="9502" y="3376"/>
                  </a:cubicBezTo>
                  <a:cubicBezTo>
                    <a:pt x="9549" y="3269"/>
                    <a:pt x="9573" y="3150"/>
                    <a:pt x="9609" y="3055"/>
                  </a:cubicBezTo>
                  <a:cubicBezTo>
                    <a:pt x="9633" y="2948"/>
                    <a:pt x="9645" y="2840"/>
                    <a:pt x="9668" y="2733"/>
                  </a:cubicBezTo>
                  <a:cubicBezTo>
                    <a:pt x="9680" y="2709"/>
                    <a:pt x="9680" y="2698"/>
                    <a:pt x="9680" y="2662"/>
                  </a:cubicBezTo>
                  <a:cubicBezTo>
                    <a:pt x="9692" y="2531"/>
                    <a:pt x="9692" y="2376"/>
                    <a:pt x="9680" y="2233"/>
                  </a:cubicBezTo>
                  <a:cubicBezTo>
                    <a:pt x="9680" y="2150"/>
                    <a:pt x="9657" y="2067"/>
                    <a:pt x="9645" y="1995"/>
                  </a:cubicBezTo>
                  <a:cubicBezTo>
                    <a:pt x="9633" y="1947"/>
                    <a:pt x="9633" y="1900"/>
                    <a:pt x="9621" y="1852"/>
                  </a:cubicBezTo>
                  <a:cubicBezTo>
                    <a:pt x="9573" y="1674"/>
                    <a:pt x="9502" y="1519"/>
                    <a:pt x="9395" y="1352"/>
                  </a:cubicBezTo>
                  <a:lnTo>
                    <a:pt x="9299" y="1221"/>
                  </a:lnTo>
                  <a:cubicBezTo>
                    <a:pt x="9121" y="995"/>
                    <a:pt x="8918" y="804"/>
                    <a:pt x="8668" y="650"/>
                  </a:cubicBezTo>
                  <a:cubicBezTo>
                    <a:pt x="7999" y="223"/>
                    <a:pt x="7059" y="0"/>
                    <a:pt x="6050" y="0"/>
                  </a:cubicBezTo>
                  <a:close/>
                </a:path>
              </a:pathLst>
            </a:custGeom>
            <a:solidFill>
              <a:srgbClr val="3F0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24"/>
            <p:cNvSpPr/>
            <p:nvPr/>
          </p:nvSpPr>
          <p:spPr>
            <a:xfrm>
              <a:off x="7088181" y="1698800"/>
              <a:ext cx="48426" cy="18893"/>
            </a:xfrm>
            <a:custGeom>
              <a:rect b="b" l="l" r="r" t="t"/>
              <a:pathLst>
                <a:path extrusionOk="0" h="609" w="1561">
                  <a:moveTo>
                    <a:pt x="604" y="1"/>
                  </a:moveTo>
                  <a:cubicBezTo>
                    <a:pt x="488" y="1"/>
                    <a:pt x="385" y="41"/>
                    <a:pt x="310" y="145"/>
                  </a:cubicBezTo>
                  <a:cubicBezTo>
                    <a:pt x="1" y="609"/>
                    <a:pt x="179" y="609"/>
                    <a:pt x="179" y="609"/>
                  </a:cubicBezTo>
                  <a:lnTo>
                    <a:pt x="1560" y="490"/>
                  </a:lnTo>
                  <a:cubicBezTo>
                    <a:pt x="1560" y="490"/>
                    <a:pt x="1007" y="1"/>
                    <a:pt x="604" y="1"/>
                  </a:cubicBezTo>
                  <a:close/>
                </a:path>
              </a:pathLst>
            </a:custGeom>
            <a:solidFill>
              <a:srgbClr val="550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24"/>
            <p:cNvSpPr/>
            <p:nvPr/>
          </p:nvSpPr>
          <p:spPr>
            <a:xfrm>
              <a:off x="6961144" y="1711209"/>
              <a:ext cx="63534" cy="45293"/>
            </a:xfrm>
            <a:custGeom>
              <a:rect b="b" l="l" r="r" t="t"/>
              <a:pathLst>
                <a:path extrusionOk="0" h="1460" w="2048">
                  <a:moveTo>
                    <a:pt x="1438" y="1"/>
                  </a:moveTo>
                  <a:cubicBezTo>
                    <a:pt x="801" y="1"/>
                    <a:pt x="0" y="1459"/>
                    <a:pt x="0" y="1459"/>
                  </a:cubicBezTo>
                  <a:lnTo>
                    <a:pt x="1869" y="578"/>
                  </a:lnTo>
                  <a:cubicBezTo>
                    <a:pt x="1869" y="578"/>
                    <a:pt x="2048" y="328"/>
                    <a:pt x="1655" y="66"/>
                  </a:cubicBezTo>
                  <a:cubicBezTo>
                    <a:pt x="1586" y="21"/>
                    <a:pt x="1513" y="1"/>
                    <a:pt x="1438" y="1"/>
                  </a:cubicBezTo>
                  <a:close/>
                </a:path>
              </a:pathLst>
            </a:custGeom>
            <a:solidFill>
              <a:srgbClr val="550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24"/>
            <p:cNvSpPr/>
            <p:nvPr/>
          </p:nvSpPr>
          <p:spPr>
            <a:xfrm>
              <a:off x="6985869" y="1749429"/>
              <a:ext cx="34032" cy="58881"/>
            </a:xfrm>
            <a:custGeom>
              <a:rect b="b" l="l" r="r" t="t"/>
              <a:pathLst>
                <a:path extrusionOk="0" h="1898" w="1097">
                  <a:moveTo>
                    <a:pt x="1025" y="1"/>
                  </a:moveTo>
                  <a:cubicBezTo>
                    <a:pt x="989" y="180"/>
                    <a:pt x="810" y="358"/>
                    <a:pt x="679" y="465"/>
                  </a:cubicBezTo>
                  <a:cubicBezTo>
                    <a:pt x="616" y="402"/>
                    <a:pt x="539" y="373"/>
                    <a:pt x="459" y="373"/>
                  </a:cubicBezTo>
                  <a:cubicBezTo>
                    <a:pt x="434" y="373"/>
                    <a:pt x="408" y="376"/>
                    <a:pt x="382" y="382"/>
                  </a:cubicBezTo>
                  <a:cubicBezTo>
                    <a:pt x="132" y="441"/>
                    <a:pt x="1" y="822"/>
                    <a:pt x="84" y="1239"/>
                  </a:cubicBezTo>
                  <a:cubicBezTo>
                    <a:pt x="174" y="1631"/>
                    <a:pt x="422" y="1897"/>
                    <a:pt x="669" y="1897"/>
                  </a:cubicBezTo>
                  <a:cubicBezTo>
                    <a:pt x="684" y="1897"/>
                    <a:pt x="700" y="1896"/>
                    <a:pt x="715" y="1894"/>
                  </a:cubicBezTo>
                  <a:cubicBezTo>
                    <a:pt x="965" y="1834"/>
                    <a:pt x="1096" y="1453"/>
                    <a:pt x="1013" y="1037"/>
                  </a:cubicBezTo>
                  <a:cubicBezTo>
                    <a:pt x="977" y="906"/>
                    <a:pt x="929" y="799"/>
                    <a:pt x="870" y="703"/>
                  </a:cubicBezTo>
                  <a:cubicBezTo>
                    <a:pt x="1025" y="453"/>
                    <a:pt x="1025" y="1"/>
                    <a:pt x="1025" y="1"/>
                  </a:cubicBezTo>
                  <a:close/>
                </a:path>
              </a:pathLst>
            </a:custGeom>
            <a:solidFill>
              <a:srgbClr val="16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24"/>
            <p:cNvSpPr/>
            <p:nvPr/>
          </p:nvSpPr>
          <p:spPr>
            <a:xfrm>
              <a:off x="6971474" y="1774371"/>
              <a:ext cx="35117" cy="11975"/>
            </a:xfrm>
            <a:custGeom>
              <a:rect b="b" l="l" r="r" t="t"/>
              <a:pathLst>
                <a:path extrusionOk="0" h="386" w="1132">
                  <a:moveTo>
                    <a:pt x="479" y="0"/>
                  </a:moveTo>
                  <a:cubicBezTo>
                    <a:pt x="203" y="0"/>
                    <a:pt x="0" y="102"/>
                    <a:pt x="0" y="102"/>
                  </a:cubicBezTo>
                  <a:cubicBezTo>
                    <a:pt x="0" y="102"/>
                    <a:pt x="227" y="328"/>
                    <a:pt x="536" y="376"/>
                  </a:cubicBezTo>
                  <a:cubicBezTo>
                    <a:pt x="580" y="382"/>
                    <a:pt x="624" y="385"/>
                    <a:pt x="667" y="385"/>
                  </a:cubicBezTo>
                  <a:cubicBezTo>
                    <a:pt x="922" y="385"/>
                    <a:pt x="1131" y="280"/>
                    <a:pt x="1131" y="280"/>
                  </a:cubicBezTo>
                  <a:cubicBezTo>
                    <a:pt x="1131" y="280"/>
                    <a:pt x="905" y="54"/>
                    <a:pt x="596" y="7"/>
                  </a:cubicBezTo>
                  <a:cubicBezTo>
                    <a:pt x="556" y="2"/>
                    <a:pt x="517" y="0"/>
                    <a:pt x="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24"/>
            <p:cNvSpPr/>
            <p:nvPr/>
          </p:nvSpPr>
          <p:spPr>
            <a:xfrm>
              <a:off x="7095564" y="1740588"/>
              <a:ext cx="26276" cy="43711"/>
            </a:xfrm>
            <a:custGeom>
              <a:rect b="b" l="l" r="r" t="t"/>
              <a:pathLst>
                <a:path extrusionOk="0" h="1409" w="847">
                  <a:moveTo>
                    <a:pt x="727" y="0"/>
                  </a:moveTo>
                  <a:lnTo>
                    <a:pt x="727" y="0"/>
                  </a:lnTo>
                  <a:cubicBezTo>
                    <a:pt x="715" y="119"/>
                    <a:pt x="584" y="238"/>
                    <a:pt x="489" y="310"/>
                  </a:cubicBezTo>
                  <a:cubicBezTo>
                    <a:pt x="446" y="284"/>
                    <a:pt x="397" y="264"/>
                    <a:pt x="351" y="264"/>
                  </a:cubicBezTo>
                  <a:cubicBezTo>
                    <a:pt x="333" y="264"/>
                    <a:pt x="315" y="267"/>
                    <a:pt x="299" y="274"/>
                  </a:cubicBezTo>
                  <a:cubicBezTo>
                    <a:pt x="108" y="310"/>
                    <a:pt x="1" y="595"/>
                    <a:pt x="72" y="905"/>
                  </a:cubicBezTo>
                  <a:cubicBezTo>
                    <a:pt x="150" y="1203"/>
                    <a:pt x="329" y="1409"/>
                    <a:pt x="507" y="1409"/>
                  </a:cubicBezTo>
                  <a:cubicBezTo>
                    <a:pt x="521" y="1409"/>
                    <a:pt x="535" y="1408"/>
                    <a:pt x="549" y="1405"/>
                  </a:cubicBezTo>
                  <a:cubicBezTo>
                    <a:pt x="751" y="1357"/>
                    <a:pt x="846" y="1072"/>
                    <a:pt x="775" y="762"/>
                  </a:cubicBezTo>
                  <a:cubicBezTo>
                    <a:pt x="751" y="643"/>
                    <a:pt x="703" y="536"/>
                    <a:pt x="644" y="465"/>
                  </a:cubicBezTo>
                  <a:cubicBezTo>
                    <a:pt x="727" y="298"/>
                    <a:pt x="727" y="0"/>
                    <a:pt x="727" y="0"/>
                  </a:cubicBezTo>
                  <a:close/>
                </a:path>
              </a:pathLst>
            </a:custGeom>
            <a:solidFill>
              <a:srgbClr val="16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24"/>
            <p:cNvSpPr/>
            <p:nvPr/>
          </p:nvSpPr>
          <p:spPr>
            <a:xfrm>
              <a:off x="7105926" y="1753493"/>
              <a:ext cx="20692" cy="14084"/>
            </a:xfrm>
            <a:custGeom>
              <a:rect b="b" l="l" r="r" t="t"/>
              <a:pathLst>
                <a:path extrusionOk="0" h="454" w="667">
                  <a:moveTo>
                    <a:pt x="667" y="1"/>
                  </a:moveTo>
                  <a:cubicBezTo>
                    <a:pt x="667" y="1"/>
                    <a:pt x="453" y="13"/>
                    <a:pt x="262" y="132"/>
                  </a:cubicBezTo>
                  <a:cubicBezTo>
                    <a:pt x="84" y="251"/>
                    <a:pt x="0" y="453"/>
                    <a:pt x="0" y="453"/>
                  </a:cubicBezTo>
                  <a:cubicBezTo>
                    <a:pt x="0" y="453"/>
                    <a:pt x="215" y="430"/>
                    <a:pt x="393" y="310"/>
                  </a:cubicBezTo>
                  <a:cubicBezTo>
                    <a:pt x="572" y="191"/>
                    <a:pt x="667" y="1"/>
                    <a:pt x="6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24"/>
            <p:cNvSpPr/>
            <p:nvPr/>
          </p:nvSpPr>
          <p:spPr>
            <a:xfrm>
              <a:off x="7074531" y="1753152"/>
              <a:ext cx="26990" cy="89407"/>
            </a:xfrm>
            <a:custGeom>
              <a:rect b="b" l="l" r="r" t="t"/>
              <a:pathLst>
                <a:path extrusionOk="0" h="2882" w="870">
                  <a:moveTo>
                    <a:pt x="417" y="0"/>
                  </a:moveTo>
                  <a:cubicBezTo>
                    <a:pt x="369" y="24"/>
                    <a:pt x="322" y="60"/>
                    <a:pt x="298" y="107"/>
                  </a:cubicBezTo>
                  <a:lnTo>
                    <a:pt x="203" y="238"/>
                  </a:lnTo>
                  <a:cubicBezTo>
                    <a:pt x="143" y="321"/>
                    <a:pt x="95" y="429"/>
                    <a:pt x="72" y="536"/>
                  </a:cubicBezTo>
                  <a:cubicBezTo>
                    <a:pt x="0" y="738"/>
                    <a:pt x="0" y="952"/>
                    <a:pt x="24" y="1155"/>
                  </a:cubicBezTo>
                  <a:cubicBezTo>
                    <a:pt x="119" y="1619"/>
                    <a:pt x="191" y="2024"/>
                    <a:pt x="631" y="2203"/>
                  </a:cubicBezTo>
                  <a:cubicBezTo>
                    <a:pt x="572" y="2322"/>
                    <a:pt x="512" y="2405"/>
                    <a:pt x="441" y="2512"/>
                  </a:cubicBezTo>
                  <a:cubicBezTo>
                    <a:pt x="381" y="2584"/>
                    <a:pt x="310" y="2667"/>
                    <a:pt x="250" y="2738"/>
                  </a:cubicBezTo>
                  <a:cubicBezTo>
                    <a:pt x="238" y="2750"/>
                    <a:pt x="215" y="2762"/>
                    <a:pt x="191" y="2822"/>
                  </a:cubicBezTo>
                  <a:lnTo>
                    <a:pt x="179" y="2846"/>
                  </a:lnTo>
                  <a:cubicBezTo>
                    <a:pt x="179" y="2857"/>
                    <a:pt x="155" y="2869"/>
                    <a:pt x="143" y="2881"/>
                  </a:cubicBezTo>
                  <a:lnTo>
                    <a:pt x="238" y="2881"/>
                  </a:lnTo>
                  <a:cubicBezTo>
                    <a:pt x="322" y="2869"/>
                    <a:pt x="417" y="2786"/>
                    <a:pt x="476" y="2727"/>
                  </a:cubicBezTo>
                  <a:lnTo>
                    <a:pt x="655" y="2500"/>
                  </a:lnTo>
                  <a:cubicBezTo>
                    <a:pt x="679" y="2465"/>
                    <a:pt x="869" y="2107"/>
                    <a:pt x="869" y="2107"/>
                  </a:cubicBezTo>
                  <a:cubicBezTo>
                    <a:pt x="679" y="2036"/>
                    <a:pt x="500" y="1869"/>
                    <a:pt x="381" y="1691"/>
                  </a:cubicBezTo>
                  <a:cubicBezTo>
                    <a:pt x="274" y="1548"/>
                    <a:pt x="203" y="1369"/>
                    <a:pt x="179" y="1191"/>
                  </a:cubicBezTo>
                  <a:cubicBezTo>
                    <a:pt x="143" y="1000"/>
                    <a:pt x="143" y="798"/>
                    <a:pt x="179" y="619"/>
                  </a:cubicBezTo>
                  <a:cubicBezTo>
                    <a:pt x="191" y="536"/>
                    <a:pt x="215" y="441"/>
                    <a:pt x="250" y="357"/>
                  </a:cubicBezTo>
                  <a:cubicBezTo>
                    <a:pt x="274" y="262"/>
                    <a:pt x="322" y="190"/>
                    <a:pt x="369" y="107"/>
                  </a:cubicBezTo>
                  <a:cubicBezTo>
                    <a:pt x="381" y="71"/>
                    <a:pt x="393" y="24"/>
                    <a:pt x="417" y="0"/>
                  </a:cubicBezTo>
                  <a:close/>
                </a:path>
              </a:pathLst>
            </a:custGeom>
            <a:solidFill>
              <a:srgbClr val="A04F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24"/>
            <p:cNvSpPr/>
            <p:nvPr/>
          </p:nvSpPr>
          <p:spPr>
            <a:xfrm>
              <a:off x="7005072" y="1861389"/>
              <a:ext cx="85002" cy="32232"/>
            </a:xfrm>
            <a:custGeom>
              <a:rect b="b" l="l" r="r" t="t"/>
              <a:pathLst>
                <a:path extrusionOk="0" h="1039" w="2740">
                  <a:moveTo>
                    <a:pt x="1571" y="0"/>
                  </a:moveTo>
                  <a:cubicBezTo>
                    <a:pt x="1147" y="0"/>
                    <a:pt x="618" y="35"/>
                    <a:pt x="1" y="142"/>
                  </a:cubicBezTo>
                  <a:cubicBezTo>
                    <a:pt x="1" y="142"/>
                    <a:pt x="393" y="1038"/>
                    <a:pt x="1318" y="1038"/>
                  </a:cubicBezTo>
                  <a:cubicBezTo>
                    <a:pt x="1346" y="1038"/>
                    <a:pt x="1376" y="1037"/>
                    <a:pt x="1406" y="1035"/>
                  </a:cubicBezTo>
                  <a:cubicBezTo>
                    <a:pt x="2394" y="976"/>
                    <a:pt x="2739" y="107"/>
                    <a:pt x="2739" y="107"/>
                  </a:cubicBezTo>
                  <a:cubicBezTo>
                    <a:pt x="2739" y="107"/>
                    <a:pt x="2318" y="0"/>
                    <a:pt x="15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24"/>
            <p:cNvSpPr/>
            <p:nvPr/>
          </p:nvSpPr>
          <p:spPr>
            <a:xfrm>
              <a:off x="7112192" y="1793574"/>
              <a:ext cx="45479" cy="29968"/>
            </a:xfrm>
            <a:custGeom>
              <a:rect b="b" l="l" r="r" t="t"/>
              <a:pathLst>
                <a:path extrusionOk="0" h="966" w="1466">
                  <a:moveTo>
                    <a:pt x="1150" y="0"/>
                  </a:moveTo>
                  <a:cubicBezTo>
                    <a:pt x="989" y="0"/>
                    <a:pt x="766" y="74"/>
                    <a:pt x="548" y="209"/>
                  </a:cubicBezTo>
                  <a:cubicBezTo>
                    <a:pt x="203" y="435"/>
                    <a:pt x="1" y="733"/>
                    <a:pt x="108" y="888"/>
                  </a:cubicBezTo>
                  <a:cubicBezTo>
                    <a:pt x="147" y="940"/>
                    <a:pt x="218" y="965"/>
                    <a:pt x="309" y="965"/>
                  </a:cubicBezTo>
                  <a:cubicBezTo>
                    <a:pt x="467" y="965"/>
                    <a:pt x="686" y="889"/>
                    <a:pt x="906" y="745"/>
                  </a:cubicBezTo>
                  <a:cubicBezTo>
                    <a:pt x="1251" y="531"/>
                    <a:pt x="1465" y="233"/>
                    <a:pt x="1358" y="78"/>
                  </a:cubicBezTo>
                  <a:cubicBezTo>
                    <a:pt x="1318" y="25"/>
                    <a:pt x="1245" y="0"/>
                    <a:pt x="1150" y="0"/>
                  </a:cubicBezTo>
                  <a:close/>
                </a:path>
              </a:pathLst>
            </a:custGeom>
            <a:solidFill>
              <a:srgbClr val="E18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24"/>
            <p:cNvSpPr/>
            <p:nvPr/>
          </p:nvSpPr>
          <p:spPr>
            <a:xfrm>
              <a:off x="6962974" y="1815786"/>
              <a:ext cx="68374" cy="29782"/>
            </a:xfrm>
            <a:custGeom>
              <a:rect b="b" l="l" r="r" t="t"/>
              <a:pathLst>
                <a:path extrusionOk="0" h="960" w="2204">
                  <a:moveTo>
                    <a:pt x="984" y="1"/>
                  </a:moveTo>
                  <a:cubicBezTo>
                    <a:pt x="452" y="1"/>
                    <a:pt x="35" y="192"/>
                    <a:pt x="24" y="434"/>
                  </a:cubicBezTo>
                  <a:cubicBezTo>
                    <a:pt x="1" y="708"/>
                    <a:pt x="477" y="922"/>
                    <a:pt x="1096" y="958"/>
                  </a:cubicBezTo>
                  <a:cubicBezTo>
                    <a:pt x="1130" y="959"/>
                    <a:pt x="1163" y="960"/>
                    <a:pt x="1196" y="960"/>
                  </a:cubicBezTo>
                  <a:cubicBezTo>
                    <a:pt x="1745" y="960"/>
                    <a:pt x="2180" y="776"/>
                    <a:pt x="2191" y="529"/>
                  </a:cubicBezTo>
                  <a:cubicBezTo>
                    <a:pt x="2203" y="255"/>
                    <a:pt x="1727" y="29"/>
                    <a:pt x="1120" y="5"/>
                  </a:cubicBezTo>
                  <a:cubicBezTo>
                    <a:pt x="1074" y="2"/>
                    <a:pt x="1028" y="1"/>
                    <a:pt x="984" y="1"/>
                  </a:cubicBezTo>
                  <a:close/>
                </a:path>
              </a:pathLst>
            </a:custGeom>
            <a:solidFill>
              <a:srgbClr val="E18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24"/>
            <p:cNvSpPr/>
            <p:nvPr/>
          </p:nvSpPr>
          <p:spPr>
            <a:xfrm>
              <a:off x="6651601" y="2003938"/>
              <a:ext cx="262636" cy="348693"/>
            </a:xfrm>
            <a:custGeom>
              <a:rect b="b" l="l" r="r" t="t"/>
              <a:pathLst>
                <a:path extrusionOk="0" h="11240" w="8466">
                  <a:moveTo>
                    <a:pt x="4942" y="0"/>
                  </a:moveTo>
                  <a:cubicBezTo>
                    <a:pt x="4942" y="0"/>
                    <a:pt x="4323" y="238"/>
                    <a:pt x="3763" y="619"/>
                  </a:cubicBezTo>
                  <a:cubicBezTo>
                    <a:pt x="3191" y="1012"/>
                    <a:pt x="1" y="8906"/>
                    <a:pt x="1" y="8906"/>
                  </a:cubicBezTo>
                  <a:lnTo>
                    <a:pt x="6859" y="11240"/>
                  </a:lnTo>
                  <a:cubicBezTo>
                    <a:pt x="6859" y="11240"/>
                    <a:pt x="8466" y="5263"/>
                    <a:pt x="8228" y="4608"/>
                  </a:cubicBezTo>
                  <a:cubicBezTo>
                    <a:pt x="7990" y="3965"/>
                    <a:pt x="4942" y="0"/>
                    <a:pt x="4942" y="0"/>
                  </a:cubicBezTo>
                  <a:close/>
                </a:path>
              </a:pathLst>
            </a:custGeom>
            <a:solidFill>
              <a:srgbClr val="FF8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24"/>
            <p:cNvSpPr/>
            <p:nvPr/>
          </p:nvSpPr>
          <p:spPr>
            <a:xfrm>
              <a:off x="6735455" y="2724559"/>
              <a:ext cx="236422" cy="248242"/>
            </a:xfrm>
            <a:custGeom>
              <a:rect b="b" l="l" r="r" t="t"/>
              <a:pathLst>
                <a:path extrusionOk="0" h="8002" w="7621">
                  <a:moveTo>
                    <a:pt x="2179" y="0"/>
                  </a:moveTo>
                  <a:lnTo>
                    <a:pt x="0" y="1191"/>
                  </a:lnTo>
                  <a:lnTo>
                    <a:pt x="774" y="2620"/>
                  </a:lnTo>
                  <a:lnTo>
                    <a:pt x="691" y="3310"/>
                  </a:lnTo>
                  <a:cubicBezTo>
                    <a:pt x="691" y="3819"/>
                    <a:pt x="2863" y="8002"/>
                    <a:pt x="3196" y="8002"/>
                  </a:cubicBezTo>
                  <a:cubicBezTo>
                    <a:pt x="3199" y="8002"/>
                    <a:pt x="3201" y="8002"/>
                    <a:pt x="3203" y="8001"/>
                  </a:cubicBezTo>
                  <a:cubicBezTo>
                    <a:pt x="3286" y="7989"/>
                    <a:pt x="3382" y="7954"/>
                    <a:pt x="3465" y="7930"/>
                  </a:cubicBezTo>
                  <a:cubicBezTo>
                    <a:pt x="3608" y="7882"/>
                    <a:pt x="3727" y="7823"/>
                    <a:pt x="3810" y="7799"/>
                  </a:cubicBezTo>
                  <a:lnTo>
                    <a:pt x="3906" y="7751"/>
                  </a:lnTo>
                  <a:cubicBezTo>
                    <a:pt x="3906" y="7751"/>
                    <a:pt x="4084" y="7775"/>
                    <a:pt x="4287" y="7775"/>
                  </a:cubicBezTo>
                  <a:cubicBezTo>
                    <a:pt x="4418" y="7775"/>
                    <a:pt x="4537" y="7763"/>
                    <a:pt x="4656" y="7751"/>
                  </a:cubicBezTo>
                  <a:cubicBezTo>
                    <a:pt x="4775" y="7739"/>
                    <a:pt x="4870" y="7692"/>
                    <a:pt x="4918" y="7620"/>
                  </a:cubicBezTo>
                  <a:cubicBezTo>
                    <a:pt x="4941" y="7537"/>
                    <a:pt x="4894" y="7239"/>
                    <a:pt x="4822" y="6858"/>
                  </a:cubicBezTo>
                  <a:cubicBezTo>
                    <a:pt x="4634" y="5917"/>
                    <a:pt x="4236" y="4429"/>
                    <a:pt x="4331" y="4429"/>
                  </a:cubicBezTo>
                  <a:cubicBezTo>
                    <a:pt x="4332" y="4429"/>
                    <a:pt x="4333" y="4429"/>
                    <a:pt x="4334" y="4429"/>
                  </a:cubicBezTo>
                  <a:cubicBezTo>
                    <a:pt x="4477" y="4489"/>
                    <a:pt x="6192" y="7477"/>
                    <a:pt x="6192" y="7477"/>
                  </a:cubicBezTo>
                  <a:cubicBezTo>
                    <a:pt x="6192" y="7477"/>
                    <a:pt x="6239" y="7493"/>
                    <a:pt x="6310" y="7493"/>
                  </a:cubicBezTo>
                  <a:cubicBezTo>
                    <a:pt x="6345" y="7493"/>
                    <a:pt x="6386" y="7489"/>
                    <a:pt x="6430" y="7477"/>
                  </a:cubicBezTo>
                  <a:cubicBezTo>
                    <a:pt x="6525" y="7466"/>
                    <a:pt x="6620" y="7442"/>
                    <a:pt x="6715" y="7382"/>
                  </a:cubicBezTo>
                  <a:cubicBezTo>
                    <a:pt x="6965" y="7204"/>
                    <a:pt x="5120" y="2572"/>
                    <a:pt x="5120" y="2572"/>
                  </a:cubicBezTo>
                  <a:lnTo>
                    <a:pt x="5120" y="2572"/>
                  </a:lnTo>
                  <a:cubicBezTo>
                    <a:pt x="5612" y="2822"/>
                    <a:pt x="6169" y="2956"/>
                    <a:pt x="6724" y="2956"/>
                  </a:cubicBezTo>
                  <a:cubicBezTo>
                    <a:pt x="6961" y="2956"/>
                    <a:pt x="7198" y="2932"/>
                    <a:pt x="7430" y="2882"/>
                  </a:cubicBezTo>
                  <a:lnTo>
                    <a:pt x="7442" y="2882"/>
                  </a:lnTo>
                  <a:cubicBezTo>
                    <a:pt x="7513" y="2870"/>
                    <a:pt x="7596" y="2822"/>
                    <a:pt x="7608" y="2763"/>
                  </a:cubicBezTo>
                  <a:cubicBezTo>
                    <a:pt x="7620" y="2715"/>
                    <a:pt x="7620" y="2691"/>
                    <a:pt x="7608" y="2667"/>
                  </a:cubicBezTo>
                  <a:cubicBezTo>
                    <a:pt x="7549" y="2382"/>
                    <a:pt x="7311" y="2167"/>
                    <a:pt x="7061" y="2048"/>
                  </a:cubicBezTo>
                  <a:cubicBezTo>
                    <a:pt x="6799" y="1917"/>
                    <a:pt x="6525" y="1858"/>
                    <a:pt x="6251" y="1774"/>
                  </a:cubicBezTo>
                  <a:cubicBezTo>
                    <a:pt x="5751" y="1584"/>
                    <a:pt x="5334" y="1227"/>
                    <a:pt x="4929" y="881"/>
                  </a:cubicBezTo>
                  <a:cubicBezTo>
                    <a:pt x="4649" y="630"/>
                    <a:pt x="4221" y="555"/>
                    <a:pt x="3812" y="555"/>
                  </a:cubicBezTo>
                  <a:cubicBezTo>
                    <a:pt x="3214" y="555"/>
                    <a:pt x="2655" y="715"/>
                    <a:pt x="2655" y="715"/>
                  </a:cubicBezTo>
                  <a:cubicBezTo>
                    <a:pt x="2655" y="715"/>
                    <a:pt x="2393" y="310"/>
                    <a:pt x="2179" y="0"/>
                  </a:cubicBezTo>
                  <a:close/>
                </a:path>
              </a:pathLst>
            </a:custGeom>
            <a:solidFill>
              <a:srgbClr val="CC72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24"/>
            <p:cNvSpPr/>
            <p:nvPr/>
          </p:nvSpPr>
          <p:spPr>
            <a:xfrm>
              <a:off x="6852162" y="2898906"/>
              <a:ext cx="27362" cy="66885"/>
            </a:xfrm>
            <a:custGeom>
              <a:rect b="b" l="l" r="r" t="t"/>
              <a:pathLst>
                <a:path extrusionOk="0" h="2156" w="882">
                  <a:moveTo>
                    <a:pt x="1" y="0"/>
                  </a:moveTo>
                  <a:cubicBezTo>
                    <a:pt x="1" y="12"/>
                    <a:pt x="13" y="238"/>
                    <a:pt x="84" y="572"/>
                  </a:cubicBezTo>
                  <a:cubicBezTo>
                    <a:pt x="132" y="929"/>
                    <a:pt x="239" y="1405"/>
                    <a:pt x="417" y="1905"/>
                  </a:cubicBezTo>
                  <a:cubicBezTo>
                    <a:pt x="453" y="2000"/>
                    <a:pt x="501" y="2072"/>
                    <a:pt x="525" y="2155"/>
                  </a:cubicBezTo>
                  <a:cubicBezTo>
                    <a:pt x="644" y="2155"/>
                    <a:pt x="775" y="2143"/>
                    <a:pt x="882" y="2143"/>
                  </a:cubicBezTo>
                  <a:cubicBezTo>
                    <a:pt x="846" y="2024"/>
                    <a:pt x="810" y="1905"/>
                    <a:pt x="763" y="1786"/>
                  </a:cubicBezTo>
                  <a:cubicBezTo>
                    <a:pt x="584" y="1298"/>
                    <a:pt x="394" y="857"/>
                    <a:pt x="239" y="524"/>
                  </a:cubicBezTo>
                  <a:cubicBezTo>
                    <a:pt x="108" y="214"/>
                    <a:pt x="13" y="36"/>
                    <a:pt x="1" y="0"/>
                  </a:cubicBezTo>
                  <a:close/>
                </a:path>
              </a:pathLst>
            </a:custGeom>
            <a:solidFill>
              <a:srgbClr val="A04F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24"/>
            <p:cNvSpPr/>
            <p:nvPr/>
          </p:nvSpPr>
          <p:spPr>
            <a:xfrm>
              <a:off x="6830012" y="2922545"/>
              <a:ext cx="23670" cy="48023"/>
            </a:xfrm>
            <a:custGeom>
              <a:rect b="b" l="l" r="r" t="t"/>
              <a:pathLst>
                <a:path extrusionOk="0" h="1548" w="763">
                  <a:moveTo>
                    <a:pt x="0" y="0"/>
                  </a:moveTo>
                  <a:cubicBezTo>
                    <a:pt x="0" y="48"/>
                    <a:pt x="107" y="750"/>
                    <a:pt x="417" y="1548"/>
                  </a:cubicBezTo>
                  <a:cubicBezTo>
                    <a:pt x="560" y="1500"/>
                    <a:pt x="679" y="1465"/>
                    <a:pt x="762" y="1417"/>
                  </a:cubicBezTo>
                  <a:cubicBezTo>
                    <a:pt x="441" y="607"/>
                    <a:pt x="36" y="36"/>
                    <a:pt x="0" y="0"/>
                  </a:cubicBezTo>
                  <a:close/>
                </a:path>
              </a:pathLst>
            </a:custGeom>
            <a:solidFill>
              <a:srgbClr val="A04F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24"/>
            <p:cNvSpPr/>
            <p:nvPr/>
          </p:nvSpPr>
          <p:spPr>
            <a:xfrm>
              <a:off x="6786797" y="2724559"/>
              <a:ext cx="185080" cy="89407"/>
            </a:xfrm>
            <a:custGeom>
              <a:rect b="b" l="l" r="r" t="t"/>
              <a:pathLst>
                <a:path extrusionOk="0" h="2882" w="5966">
                  <a:moveTo>
                    <a:pt x="524" y="0"/>
                  </a:moveTo>
                  <a:lnTo>
                    <a:pt x="0" y="262"/>
                  </a:lnTo>
                  <a:cubicBezTo>
                    <a:pt x="84" y="441"/>
                    <a:pt x="191" y="608"/>
                    <a:pt x="298" y="774"/>
                  </a:cubicBezTo>
                  <a:cubicBezTo>
                    <a:pt x="369" y="893"/>
                    <a:pt x="465" y="1012"/>
                    <a:pt x="584" y="1084"/>
                  </a:cubicBezTo>
                  <a:cubicBezTo>
                    <a:pt x="669" y="1140"/>
                    <a:pt x="770" y="1155"/>
                    <a:pt x="874" y="1155"/>
                  </a:cubicBezTo>
                  <a:cubicBezTo>
                    <a:pt x="945" y="1155"/>
                    <a:pt x="1016" y="1148"/>
                    <a:pt x="1084" y="1143"/>
                  </a:cubicBezTo>
                  <a:cubicBezTo>
                    <a:pt x="1423" y="1107"/>
                    <a:pt x="1766" y="1051"/>
                    <a:pt x="2105" y="1051"/>
                  </a:cubicBezTo>
                  <a:cubicBezTo>
                    <a:pt x="2315" y="1051"/>
                    <a:pt x="2522" y="1072"/>
                    <a:pt x="2727" y="1131"/>
                  </a:cubicBezTo>
                  <a:cubicBezTo>
                    <a:pt x="3346" y="1310"/>
                    <a:pt x="3834" y="1810"/>
                    <a:pt x="4417" y="2096"/>
                  </a:cubicBezTo>
                  <a:cubicBezTo>
                    <a:pt x="4834" y="2310"/>
                    <a:pt x="5322" y="2417"/>
                    <a:pt x="5668" y="2751"/>
                  </a:cubicBezTo>
                  <a:cubicBezTo>
                    <a:pt x="5715" y="2798"/>
                    <a:pt x="5739" y="2846"/>
                    <a:pt x="5787" y="2882"/>
                  </a:cubicBezTo>
                  <a:cubicBezTo>
                    <a:pt x="5858" y="2870"/>
                    <a:pt x="5941" y="2822"/>
                    <a:pt x="5953" y="2763"/>
                  </a:cubicBezTo>
                  <a:cubicBezTo>
                    <a:pt x="5965" y="2715"/>
                    <a:pt x="5965" y="2691"/>
                    <a:pt x="5953" y="2667"/>
                  </a:cubicBezTo>
                  <a:cubicBezTo>
                    <a:pt x="5894" y="2382"/>
                    <a:pt x="5656" y="2167"/>
                    <a:pt x="5406" y="2048"/>
                  </a:cubicBezTo>
                  <a:cubicBezTo>
                    <a:pt x="5144" y="1917"/>
                    <a:pt x="4870" y="1858"/>
                    <a:pt x="4596" y="1774"/>
                  </a:cubicBezTo>
                  <a:cubicBezTo>
                    <a:pt x="4096" y="1584"/>
                    <a:pt x="3679" y="1227"/>
                    <a:pt x="3274" y="881"/>
                  </a:cubicBezTo>
                  <a:cubicBezTo>
                    <a:pt x="2994" y="630"/>
                    <a:pt x="2566" y="555"/>
                    <a:pt x="2157" y="555"/>
                  </a:cubicBezTo>
                  <a:cubicBezTo>
                    <a:pt x="1559" y="555"/>
                    <a:pt x="1000" y="715"/>
                    <a:pt x="1000" y="715"/>
                  </a:cubicBezTo>
                  <a:cubicBezTo>
                    <a:pt x="1000" y="715"/>
                    <a:pt x="738" y="310"/>
                    <a:pt x="524" y="0"/>
                  </a:cubicBezTo>
                  <a:close/>
                </a:path>
              </a:pathLst>
            </a:custGeom>
            <a:solidFill>
              <a:srgbClr val="E18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24"/>
            <p:cNvSpPr/>
            <p:nvPr/>
          </p:nvSpPr>
          <p:spPr>
            <a:xfrm>
              <a:off x="6624643" y="2292757"/>
              <a:ext cx="199102" cy="513081"/>
            </a:xfrm>
            <a:custGeom>
              <a:rect b="b" l="l" r="r" t="t"/>
              <a:pathLst>
                <a:path extrusionOk="0" h="16539" w="6418">
                  <a:moveTo>
                    <a:pt x="2060" y="1"/>
                  </a:moveTo>
                  <a:lnTo>
                    <a:pt x="1679" y="1346"/>
                  </a:lnTo>
                  <a:cubicBezTo>
                    <a:pt x="1084" y="3501"/>
                    <a:pt x="0" y="7633"/>
                    <a:pt x="0" y="8609"/>
                  </a:cubicBezTo>
                  <a:cubicBezTo>
                    <a:pt x="0" y="9657"/>
                    <a:pt x="4346" y="16539"/>
                    <a:pt x="4346" y="16539"/>
                  </a:cubicBezTo>
                  <a:lnTo>
                    <a:pt x="6204" y="14646"/>
                  </a:lnTo>
                  <a:lnTo>
                    <a:pt x="4060" y="8443"/>
                  </a:lnTo>
                  <a:lnTo>
                    <a:pt x="6013" y="2692"/>
                  </a:lnTo>
                  <a:lnTo>
                    <a:pt x="6418" y="1489"/>
                  </a:lnTo>
                  <a:lnTo>
                    <a:pt x="2060" y="1"/>
                  </a:lnTo>
                  <a:close/>
                </a:path>
              </a:pathLst>
            </a:custGeom>
            <a:solidFill>
              <a:srgbClr val="CC72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24"/>
            <p:cNvSpPr/>
            <p:nvPr/>
          </p:nvSpPr>
          <p:spPr>
            <a:xfrm>
              <a:off x="6750594" y="2554649"/>
              <a:ext cx="66512" cy="203539"/>
            </a:xfrm>
            <a:custGeom>
              <a:rect b="b" l="l" r="r" t="t"/>
              <a:pathLst>
                <a:path extrusionOk="0" h="6561" w="2144">
                  <a:moveTo>
                    <a:pt x="0" y="1"/>
                  </a:moveTo>
                  <a:lnTo>
                    <a:pt x="1751" y="6561"/>
                  </a:lnTo>
                  <a:lnTo>
                    <a:pt x="2144" y="6192"/>
                  </a:lnTo>
                  <a:lnTo>
                    <a:pt x="0" y="1"/>
                  </a:lnTo>
                  <a:close/>
                </a:path>
              </a:pathLst>
            </a:custGeom>
            <a:solidFill>
              <a:srgbClr val="E18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24"/>
            <p:cNvSpPr/>
            <p:nvPr/>
          </p:nvSpPr>
          <p:spPr>
            <a:xfrm>
              <a:off x="6676357" y="2292416"/>
              <a:ext cx="147016" cy="83854"/>
            </a:xfrm>
            <a:custGeom>
              <a:rect b="b" l="l" r="r" t="t"/>
              <a:pathLst>
                <a:path extrusionOk="0" h="2703" w="4739">
                  <a:moveTo>
                    <a:pt x="369" y="0"/>
                  </a:moveTo>
                  <a:lnTo>
                    <a:pt x="0" y="1334"/>
                  </a:lnTo>
                  <a:lnTo>
                    <a:pt x="4334" y="2703"/>
                  </a:lnTo>
                  <a:lnTo>
                    <a:pt x="4739" y="1500"/>
                  </a:lnTo>
                  <a:lnTo>
                    <a:pt x="369" y="0"/>
                  </a:lnTo>
                  <a:close/>
                </a:path>
              </a:pathLst>
            </a:custGeom>
            <a:solidFill>
              <a:srgbClr val="A04F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24"/>
            <p:cNvSpPr/>
            <p:nvPr/>
          </p:nvSpPr>
          <p:spPr>
            <a:xfrm>
              <a:off x="6834820" y="2030896"/>
              <a:ext cx="82768" cy="303648"/>
            </a:xfrm>
            <a:custGeom>
              <a:rect b="b" l="l" r="r" t="t"/>
              <a:pathLst>
                <a:path extrusionOk="0" h="9788" w="2668">
                  <a:moveTo>
                    <a:pt x="0" y="0"/>
                  </a:moveTo>
                  <a:lnTo>
                    <a:pt x="0" y="0"/>
                  </a:lnTo>
                  <a:cubicBezTo>
                    <a:pt x="0" y="1"/>
                    <a:pt x="1738" y="3060"/>
                    <a:pt x="1893" y="3549"/>
                  </a:cubicBezTo>
                  <a:cubicBezTo>
                    <a:pt x="2036" y="4037"/>
                    <a:pt x="607" y="9787"/>
                    <a:pt x="607" y="9787"/>
                  </a:cubicBezTo>
                  <a:cubicBezTo>
                    <a:pt x="607" y="9787"/>
                    <a:pt x="2667" y="4049"/>
                    <a:pt x="2560" y="3549"/>
                  </a:cubicBezTo>
                  <a:cubicBezTo>
                    <a:pt x="2441" y="3037"/>
                    <a:pt x="1" y="1"/>
                    <a:pt x="0" y="0"/>
                  </a:cubicBezTo>
                  <a:close/>
                </a:path>
              </a:pathLst>
            </a:custGeom>
            <a:solidFill>
              <a:srgbClr val="E94E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24"/>
            <p:cNvSpPr/>
            <p:nvPr/>
          </p:nvSpPr>
          <p:spPr>
            <a:xfrm>
              <a:off x="6913865" y="1967362"/>
              <a:ext cx="202422" cy="114814"/>
            </a:xfrm>
            <a:custGeom>
              <a:rect b="b" l="l" r="r" t="t"/>
              <a:pathLst>
                <a:path extrusionOk="0" h="3701" w="6525">
                  <a:moveTo>
                    <a:pt x="4941" y="1"/>
                  </a:moveTo>
                  <a:lnTo>
                    <a:pt x="4941" y="1"/>
                  </a:lnTo>
                  <a:cubicBezTo>
                    <a:pt x="5001" y="1036"/>
                    <a:pt x="4977" y="2930"/>
                    <a:pt x="4167" y="2977"/>
                  </a:cubicBezTo>
                  <a:cubicBezTo>
                    <a:pt x="4154" y="2978"/>
                    <a:pt x="4142" y="2978"/>
                    <a:pt x="4129" y="2978"/>
                  </a:cubicBezTo>
                  <a:cubicBezTo>
                    <a:pt x="3249" y="2978"/>
                    <a:pt x="1596" y="1023"/>
                    <a:pt x="857" y="120"/>
                  </a:cubicBezTo>
                  <a:lnTo>
                    <a:pt x="0" y="310"/>
                  </a:lnTo>
                  <a:cubicBezTo>
                    <a:pt x="83" y="489"/>
                    <a:pt x="214" y="727"/>
                    <a:pt x="417" y="965"/>
                  </a:cubicBezTo>
                  <a:cubicBezTo>
                    <a:pt x="743" y="1356"/>
                    <a:pt x="2665" y="3700"/>
                    <a:pt x="4410" y="3700"/>
                  </a:cubicBezTo>
                  <a:cubicBezTo>
                    <a:pt x="4577" y="3700"/>
                    <a:pt x="4743" y="3679"/>
                    <a:pt x="4905" y="3632"/>
                  </a:cubicBezTo>
                  <a:cubicBezTo>
                    <a:pt x="6525" y="3168"/>
                    <a:pt x="5608" y="679"/>
                    <a:pt x="5358" y="60"/>
                  </a:cubicBezTo>
                  <a:lnTo>
                    <a:pt x="49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24"/>
            <p:cNvSpPr/>
            <p:nvPr/>
          </p:nvSpPr>
          <p:spPr>
            <a:xfrm>
              <a:off x="7242952" y="2522882"/>
              <a:ext cx="977736" cy="1444594"/>
            </a:xfrm>
            <a:custGeom>
              <a:rect b="b" l="l" r="r" t="t"/>
              <a:pathLst>
                <a:path extrusionOk="0" h="46566" w="31517">
                  <a:moveTo>
                    <a:pt x="0" y="1"/>
                  </a:moveTo>
                  <a:lnTo>
                    <a:pt x="167" y="6156"/>
                  </a:lnTo>
                  <a:lnTo>
                    <a:pt x="1489" y="46566"/>
                  </a:lnTo>
                  <a:lnTo>
                    <a:pt x="29433" y="46566"/>
                  </a:lnTo>
                  <a:lnTo>
                    <a:pt x="31278" y="6156"/>
                  </a:lnTo>
                  <a:lnTo>
                    <a:pt x="31516" y="1"/>
                  </a:lnTo>
                  <a:close/>
                </a:path>
              </a:pathLst>
            </a:custGeom>
            <a:solidFill>
              <a:srgbClr val="899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24"/>
            <p:cNvSpPr/>
            <p:nvPr/>
          </p:nvSpPr>
          <p:spPr>
            <a:xfrm>
              <a:off x="7242952" y="2522882"/>
              <a:ext cx="977736" cy="191006"/>
            </a:xfrm>
            <a:custGeom>
              <a:rect b="b" l="l" r="r" t="t"/>
              <a:pathLst>
                <a:path extrusionOk="0" h="6157" w="31517">
                  <a:moveTo>
                    <a:pt x="0" y="1"/>
                  </a:moveTo>
                  <a:lnTo>
                    <a:pt x="167" y="6156"/>
                  </a:lnTo>
                  <a:lnTo>
                    <a:pt x="31278" y="6156"/>
                  </a:lnTo>
                  <a:lnTo>
                    <a:pt x="31516" y="1"/>
                  </a:lnTo>
                  <a:close/>
                </a:path>
              </a:pathLst>
            </a:custGeom>
            <a:solidFill>
              <a:srgbClr val="747B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24"/>
            <p:cNvSpPr/>
            <p:nvPr/>
          </p:nvSpPr>
          <p:spPr>
            <a:xfrm>
              <a:off x="7172779" y="2436826"/>
              <a:ext cx="1117710" cy="152941"/>
            </a:xfrm>
            <a:custGeom>
              <a:rect b="b" l="l" r="r" t="t"/>
              <a:pathLst>
                <a:path extrusionOk="0" h="4930" w="36029">
                  <a:moveTo>
                    <a:pt x="524" y="0"/>
                  </a:moveTo>
                  <a:lnTo>
                    <a:pt x="0" y="4930"/>
                  </a:lnTo>
                  <a:lnTo>
                    <a:pt x="36029" y="4930"/>
                  </a:lnTo>
                  <a:lnTo>
                    <a:pt x="34183" y="941"/>
                  </a:lnTo>
                  <a:lnTo>
                    <a:pt x="524" y="0"/>
                  </a:lnTo>
                  <a:close/>
                </a:path>
              </a:pathLst>
            </a:custGeom>
            <a:solidFill>
              <a:srgbClr val="899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24"/>
            <p:cNvSpPr/>
            <p:nvPr/>
          </p:nvSpPr>
          <p:spPr>
            <a:xfrm>
              <a:off x="7361892" y="1816282"/>
              <a:ext cx="871360" cy="649766"/>
            </a:xfrm>
            <a:custGeom>
              <a:rect b="b" l="l" r="r" t="t"/>
              <a:pathLst>
                <a:path extrusionOk="0" h="20945" w="28088">
                  <a:moveTo>
                    <a:pt x="4787" y="1"/>
                  </a:moveTo>
                  <a:lnTo>
                    <a:pt x="0" y="882"/>
                  </a:lnTo>
                  <a:lnTo>
                    <a:pt x="28087" y="20944"/>
                  </a:lnTo>
                  <a:lnTo>
                    <a:pt x="27682" y="16122"/>
                  </a:lnTo>
                  <a:lnTo>
                    <a:pt x="22765" y="12657"/>
                  </a:lnTo>
                  <a:lnTo>
                    <a:pt x="23277" y="9859"/>
                  </a:lnTo>
                  <a:lnTo>
                    <a:pt x="12419" y="3430"/>
                  </a:lnTo>
                  <a:lnTo>
                    <a:pt x="10775" y="4228"/>
                  </a:lnTo>
                  <a:lnTo>
                    <a:pt x="4787" y="1"/>
                  </a:lnTo>
                  <a:close/>
                </a:path>
              </a:pathLst>
            </a:custGeom>
            <a:solidFill>
              <a:srgbClr val="899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24"/>
            <p:cNvSpPr/>
            <p:nvPr/>
          </p:nvSpPr>
          <p:spPr>
            <a:xfrm>
              <a:off x="7590900" y="2829663"/>
              <a:ext cx="271509" cy="248862"/>
            </a:xfrm>
            <a:custGeom>
              <a:rect b="b" l="l" r="r" t="t"/>
              <a:pathLst>
                <a:path extrusionOk="0" h="8022" w="8752">
                  <a:moveTo>
                    <a:pt x="3821" y="1"/>
                  </a:moveTo>
                  <a:cubicBezTo>
                    <a:pt x="3481" y="1"/>
                    <a:pt x="3162" y="178"/>
                    <a:pt x="2989" y="482"/>
                  </a:cubicBezTo>
                  <a:lnTo>
                    <a:pt x="250" y="5256"/>
                  </a:lnTo>
                  <a:cubicBezTo>
                    <a:pt x="0" y="5733"/>
                    <a:pt x="179" y="6328"/>
                    <a:pt x="679" y="6578"/>
                  </a:cubicBezTo>
                  <a:cubicBezTo>
                    <a:pt x="809" y="6643"/>
                    <a:pt x="947" y="6673"/>
                    <a:pt x="1085" y="6673"/>
                  </a:cubicBezTo>
                  <a:cubicBezTo>
                    <a:pt x="1427" y="6673"/>
                    <a:pt x="1763" y="6484"/>
                    <a:pt x="1941" y="6161"/>
                  </a:cubicBezTo>
                  <a:lnTo>
                    <a:pt x="3834" y="2863"/>
                  </a:lnTo>
                  <a:lnTo>
                    <a:pt x="5739" y="6197"/>
                  </a:lnTo>
                  <a:lnTo>
                    <a:pt x="5739" y="6197"/>
                  </a:lnTo>
                  <a:lnTo>
                    <a:pt x="5525" y="6137"/>
                  </a:lnTo>
                  <a:cubicBezTo>
                    <a:pt x="5460" y="6119"/>
                    <a:pt x="5396" y="6110"/>
                    <a:pt x="5334" y="6110"/>
                  </a:cubicBezTo>
                  <a:cubicBezTo>
                    <a:pt x="4845" y="6110"/>
                    <a:pt x="4498" y="6659"/>
                    <a:pt x="4763" y="7114"/>
                  </a:cubicBezTo>
                  <a:cubicBezTo>
                    <a:pt x="4858" y="7268"/>
                    <a:pt x="5001" y="7388"/>
                    <a:pt x="5167" y="7435"/>
                  </a:cubicBezTo>
                  <a:lnTo>
                    <a:pt x="7251" y="7995"/>
                  </a:lnTo>
                  <a:cubicBezTo>
                    <a:pt x="7317" y="8013"/>
                    <a:pt x="7383" y="8021"/>
                    <a:pt x="7448" y="8021"/>
                  </a:cubicBezTo>
                  <a:cubicBezTo>
                    <a:pt x="7768" y="8021"/>
                    <a:pt x="8055" y="7812"/>
                    <a:pt x="8144" y="7495"/>
                  </a:cubicBezTo>
                  <a:lnTo>
                    <a:pt x="8716" y="5411"/>
                  </a:lnTo>
                  <a:cubicBezTo>
                    <a:pt x="8751" y="5232"/>
                    <a:pt x="8739" y="5054"/>
                    <a:pt x="8644" y="4899"/>
                  </a:cubicBezTo>
                  <a:cubicBezTo>
                    <a:pt x="8513" y="4668"/>
                    <a:pt x="8289" y="4560"/>
                    <a:pt x="8067" y="4560"/>
                  </a:cubicBezTo>
                  <a:cubicBezTo>
                    <a:pt x="7785" y="4560"/>
                    <a:pt x="7504" y="4734"/>
                    <a:pt x="7418" y="5054"/>
                  </a:cubicBezTo>
                  <a:lnTo>
                    <a:pt x="7358" y="5256"/>
                  </a:lnTo>
                  <a:lnTo>
                    <a:pt x="4644" y="494"/>
                  </a:lnTo>
                  <a:cubicBezTo>
                    <a:pt x="4536" y="315"/>
                    <a:pt x="4394" y="172"/>
                    <a:pt x="4203" y="77"/>
                  </a:cubicBezTo>
                  <a:cubicBezTo>
                    <a:pt x="4077" y="25"/>
                    <a:pt x="3948" y="1"/>
                    <a:pt x="38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24"/>
            <p:cNvSpPr/>
            <p:nvPr/>
          </p:nvSpPr>
          <p:spPr>
            <a:xfrm>
              <a:off x="7685457" y="3108680"/>
              <a:ext cx="287392" cy="228295"/>
            </a:xfrm>
            <a:custGeom>
              <a:rect b="b" l="l" r="r" t="t"/>
              <a:pathLst>
                <a:path extrusionOk="0" h="7359" w="9264">
                  <a:moveTo>
                    <a:pt x="5902" y="0"/>
                  </a:moveTo>
                  <a:cubicBezTo>
                    <a:pt x="5683" y="0"/>
                    <a:pt x="5461" y="77"/>
                    <a:pt x="5275" y="239"/>
                  </a:cubicBezTo>
                  <a:cubicBezTo>
                    <a:pt x="4929" y="537"/>
                    <a:pt x="4870" y="1037"/>
                    <a:pt x="5096" y="1430"/>
                  </a:cubicBezTo>
                  <a:lnTo>
                    <a:pt x="6668" y="4180"/>
                  </a:lnTo>
                  <a:lnTo>
                    <a:pt x="2620" y="4180"/>
                  </a:lnTo>
                  <a:lnTo>
                    <a:pt x="2774" y="4025"/>
                  </a:lnTo>
                  <a:cubicBezTo>
                    <a:pt x="3191" y="3620"/>
                    <a:pt x="2893" y="2882"/>
                    <a:pt x="2298" y="2882"/>
                  </a:cubicBezTo>
                  <a:cubicBezTo>
                    <a:pt x="2119" y="2882"/>
                    <a:pt x="1953" y="2954"/>
                    <a:pt x="1822" y="3073"/>
                  </a:cubicBezTo>
                  <a:lnTo>
                    <a:pt x="286" y="4609"/>
                  </a:lnTo>
                  <a:cubicBezTo>
                    <a:pt x="0" y="4894"/>
                    <a:pt x="0" y="5359"/>
                    <a:pt x="286" y="5632"/>
                  </a:cubicBezTo>
                  <a:lnTo>
                    <a:pt x="1822" y="7168"/>
                  </a:lnTo>
                  <a:cubicBezTo>
                    <a:pt x="1941" y="7287"/>
                    <a:pt x="2119" y="7359"/>
                    <a:pt x="2298" y="7359"/>
                  </a:cubicBezTo>
                  <a:cubicBezTo>
                    <a:pt x="2893" y="7359"/>
                    <a:pt x="3191" y="6633"/>
                    <a:pt x="2774" y="6216"/>
                  </a:cubicBezTo>
                  <a:lnTo>
                    <a:pt x="2620" y="6073"/>
                  </a:lnTo>
                  <a:lnTo>
                    <a:pt x="8311" y="6085"/>
                  </a:lnTo>
                  <a:cubicBezTo>
                    <a:pt x="8739" y="6085"/>
                    <a:pt x="9144" y="5787"/>
                    <a:pt x="9228" y="5323"/>
                  </a:cubicBezTo>
                  <a:cubicBezTo>
                    <a:pt x="9263" y="5085"/>
                    <a:pt x="9204" y="4847"/>
                    <a:pt x="9085" y="4644"/>
                  </a:cubicBezTo>
                  <a:lnTo>
                    <a:pt x="6715" y="477"/>
                  </a:lnTo>
                  <a:cubicBezTo>
                    <a:pt x="6544" y="170"/>
                    <a:pt x="6228" y="0"/>
                    <a:pt x="5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24"/>
            <p:cNvSpPr/>
            <p:nvPr/>
          </p:nvSpPr>
          <p:spPr>
            <a:xfrm>
              <a:off x="7445746" y="3057027"/>
              <a:ext cx="209061" cy="240424"/>
            </a:xfrm>
            <a:custGeom>
              <a:rect b="b" l="l" r="r" t="t"/>
              <a:pathLst>
                <a:path extrusionOk="0" h="7750" w="6739">
                  <a:moveTo>
                    <a:pt x="4450" y="0"/>
                  </a:moveTo>
                  <a:cubicBezTo>
                    <a:pt x="4388" y="0"/>
                    <a:pt x="4325" y="8"/>
                    <a:pt x="4262" y="23"/>
                  </a:cubicBezTo>
                  <a:lnTo>
                    <a:pt x="2179" y="594"/>
                  </a:lnTo>
                  <a:cubicBezTo>
                    <a:pt x="2000" y="630"/>
                    <a:pt x="1869" y="761"/>
                    <a:pt x="1786" y="904"/>
                  </a:cubicBezTo>
                  <a:cubicBezTo>
                    <a:pt x="1520" y="1372"/>
                    <a:pt x="1872" y="1916"/>
                    <a:pt x="2358" y="1916"/>
                  </a:cubicBezTo>
                  <a:cubicBezTo>
                    <a:pt x="2416" y="1916"/>
                    <a:pt x="2475" y="1909"/>
                    <a:pt x="2536" y="1892"/>
                  </a:cubicBezTo>
                  <a:lnTo>
                    <a:pt x="2750" y="1833"/>
                  </a:lnTo>
                  <a:lnTo>
                    <a:pt x="179" y="6309"/>
                  </a:lnTo>
                  <a:cubicBezTo>
                    <a:pt x="60" y="6512"/>
                    <a:pt x="0" y="6750"/>
                    <a:pt x="60" y="6988"/>
                  </a:cubicBezTo>
                  <a:cubicBezTo>
                    <a:pt x="143" y="7452"/>
                    <a:pt x="548" y="7750"/>
                    <a:pt x="976" y="7750"/>
                  </a:cubicBezTo>
                  <a:lnTo>
                    <a:pt x="5775" y="7750"/>
                  </a:lnTo>
                  <a:cubicBezTo>
                    <a:pt x="6310" y="7750"/>
                    <a:pt x="6739" y="7309"/>
                    <a:pt x="6703" y="6750"/>
                  </a:cubicBezTo>
                  <a:cubicBezTo>
                    <a:pt x="6679" y="6238"/>
                    <a:pt x="6215" y="5845"/>
                    <a:pt x="5715" y="5845"/>
                  </a:cubicBezTo>
                  <a:lnTo>
                    <a:pt x="2596" y="5845"/>
                  </a:lnTo>
                  <a:lnTo>
                    <a:pt x="4370" y="2749"/>
                  </a:lnTo>
                  <a:lnTo>
                    <a:pt x="4429" y="2964"/>
                  </a:lnTo>
                  <a:cubicBezTo>
                    <a:pt x="4522" y="3283"/>
                    <a:pt x="4805" y="3458"/>
                    <a:pt x="5089" y="3458"/>
                  </a:cubicBezTo>
                  <a:cubicBezTo>
                    <a:pt x="5312" y="3458"/>
                    <a:pt x="5536" y="3349"/>
                    <a:pt x="5667" y="3118"/>
                  </a:cubicBezTo>
                  <a:cubicBezTo>
                    <a:pt x="5751" y="2976"/>
                    <a:pt x="5786" y="2785"/>
                    <a:pt x="5727" y="2618"/>
                  </a:cubicBezTo>
                  <a:lnTo>
                    <a:pt x="5155" y="535"/>
                  </a:lnTo>
                  <a:cubicBezTo>
                    <a:pt x="5075" y="204"/>
                    <a:pt x="4776" y="0"/>
                    <a:pt x="44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24"/>
            <p:cNvSpPr/>
            <p:nvPr/>
          </p:nvSpPr>
          <p:spPr>
            <a:xfrm>
              <a:off x="7353020" y="3967445"/>
              <a:ext cx="168824" cy="59873"/>
            </a:xfrm>
            <a:custGeom>
              <a:rect b="b" l="l" r="r" t="t"/>
              <a:pathLst>
                <a:path extrusionOk="0" h="1930" w="5442">
                  <a:moveTo>
                    <a:pt x="1" y="1"/>
                  </a:moveTo>
                  <a:lnTo>
                    <a:pt x="1" y="1930"/>
                  </a:lnTo>
                  <a:lnTo>
                    <a:pt x="5442" y="1930"/>
                  </a:lnTo>
                  <a:lnTo>
                    <a:pt x="5442" y="1"/>
                  </a:lnTo>
                  <a:close/>
                </a:path>
              </a:pathLst>
            </a:custGeom>
            <a:solidFill>
              <a:srgbClr val="747B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24"/>
            <p:cNvSpPr/>
            <p:nvPr/>
          </p:nvSpPr>
          <p:spPr>
            <a:xfrm>
              <a:off x="7689521" y="3967445"/>
              <a:ext cx="168452" cy="59873"/>
            </a:xfrm>
            <a:custGeom>
              <a:rect b="b" l="l" r="r" t="t"/>
              <a:pathLst>
                <a:path extrusionOk="0" h="1930" w="5430">
                  <a:moveTo>
                    <a:pt x="0" y="1"/>
                  </a:moveTo>
                  <a:lnTo>
                    <a:pt x="0" y="1930"/>
                  </a:lnTo>
                  <a:lnTo>
                    <a:pt x="5429" y="1930"/>
                  </a:lnTo>
                  <a:lnTo>
                    <a:pt x="5429" y="1"/>
                  </a:lnTo>
                  <a:close/>
                </a:path>
              </a:pathLst>
            </a:custGeom>
            <a:solidFill>
              <a:srgbClr val="747B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24"/>
            <p:cNvSpPr/>
            <p:nvPr/>
          </p:nvSpPr>
          <p:spPr>
            <a:xfrm>
              <a:off x="7791833" y="3653497"/>
              <a:ext cx="480197" cy="480197"/>
            </a:xfrm>
            <a:custGeom>
              <a:rect b="b" l="l" r="r" t="t"/>
              <a:pathLst>
                <a:path extrusionOk="0" h="15479" w="15479">
                  <a:moveTo>
                    <a:pt x="7739" y="1"/>
                  </a:moveTo>
                  <a:cubicBezTo>
                    <a:pt x="3465" y="1"/>
                    <a:pt x="0" y="3465"/>
                    <a:pt x="0" y="7740"/>
                  </a:cubicBezTo>
                  <a:cubicBezTo>
                    <a:pt x="0" y="12014"/>
                    <a:pt x="3465" y="15479"/>
                    <a:pt x="7739" y="15479"/>
                  </a:cubicBezTo>
                  <a:cubicBezTo>
                    <a:pt x="12014" y="15479"/>
                    <a:pt x="15478" y="12014"/>
                    <a:pt x="15478" y="7740"/>
                  </a:cubicBezTo>
                  <a:cubicBezTo>
                    <a:pt x="15478" y="3465"/>
                    <a:pt x="12014" y="1"/>
                    <a:pt x="7739" y="1"/>
                  </a:cubicBezTo>
                  <a:close/>
                </a:path>
              </a:pathLst>
            </a:custGeom>
            <a:solidFill>
              <a:srgbClr val="414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24"/>
            <p:cNvSpPr/>
            <p:nvPr/>
          </p:nvSpPr>
          <p:spPr>
            <a:xfrm>
              <a:off x="7877145" y="3738809"/>
              <a:ext cx="309543" cy="309574"/>
            </a:xfrm>
            <a:custGeom>
              <a:rect b="b" l="l" r="r" t="t"/>
              <a:pathLst>
                <a:path extrusionOk="0" h="9979" w="9978">
                  <a:moveTo>
                    <a:pt x="4989" y="1"/>
                  </a:moveTo>
                  <a:cubicBezTo>
                    <a:pt x="2239" y="1"/>
                    <a:pt x="1" y="2227"/>
                    <a:pt x="1" y="4990"/>
                  </a:cubicBezTo>
                  <a:cubicBezTo>
                    <a:pt x="1" y="7740"/>
                    <a:pt x="2239" y="9978"/>
                    <a:pt x="4989" y="9978"/>
                  </a:cubicBezTo>
                  <a:cubicBezTo>
                    <a:pt x="7740" y="9978"/>
                    <a:pt x="9978" y="7740"/>
                    <a:pt x="9978" y="4990"/>
                  </a:cubicBezTo>
                  <a:cubicBezTo>
                    <a:pt x="9978" y="2227"/>
                    <a:pt x="7740" y="1"/>
                    <a:pt x="4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24"/>
            <p:cNvSpPr/>
            <p:nvPr/>
          </p:nvSpPr>
          <p:spPr>
            <a:xfrm>
              <a:off x="6834820" y="3096674"/>
              <a:ext cx="733186" cy="1034911"/>
            </a:xfrm>
            <a:custGeom>
              <a:rect b="b" l="l" r="r" t="t"/>
              <a:pathLst>
                <a:path extrusionOk="0" h="33360" w="23634">
                  <a:moveTo>
                    <a:pt x="13852" y="1"/>
                  </a:moveTo>
                  <a:cubicBezTo>
                    <a:pt x="13666" y="1"/>
                    <a:pt x="13433" y="97"/>
                    <a:pt x="13180" y="269"/>
                  </a:cubicBezTo>
                  <a:cubicBezTo>
                    <a:pt x="11799" y="1162"/>
                    <a:pt x="9727" y="4067"/>
                    <a:pt x="9727" y="4067"/>
                  </a:cubicBezTo>
                  <a:cubicBezTo>
                    <a:pt x="9367" y="4022"/>
                    <a:pt x="8070" y="2070"/>
                    <a:pt x="6631" y="2070"/>
                  </a:cubicBezTo>
                  <a:cubicBezTo>
                    <a:pt x="6548" y="2070"/>
                    <a:pt x="6465" y="2077"/>
                    <a:pt x="6382" y="2090"/>
                  </a:cubicBezTo>
                  <a:cubicBezTo>
                    <a:pt x="4846" y="2329"/>
                    <a:pt x="9727" y="9639"/>
                    <a:pt x="9727" y="9639"/>
                  </a:cubicBezTo>
                  <a:cubicBezTo>
                    <a:pt x="9727" y="9639"/>
                    <a:pt x="5144" y="13985"/>
                    <a:pt x="4251" y="16104"/>
                  </a:cubicBezTo>
                  <a:cubicBezTo>
                    <a:pt x="3358" y="18235"/>
                    <a:pt x="0" y="29391"/>
                    <a:pt x="548" y="30403"/>
                  </a:cubicBezTo>
                  <a:cubicBezTo>
                    <a:pt x="1917" y="32923"/>
                    <a:pt x="6243" y="33360"/>
                    <a:pt x="10989" y="33360"/>
                  </a:cubicBezTo>
                  <a:cubicBezTo>
                    <a:pt x="11939" y="33360"/>
                    <a:pt x="12907" y="33342"/>
                    <a:pt x="13871" y="33320"/>
                  </a:cubicBezTo>
                  <a:cubicBezTo>
                    <a:pt x="19645" y="33178"/>
                    <a:pt x="23634" y="30856"/>
                    <a:pt x="23634" y="27951"/>
                  </a:cubicBezTo>
                  <a:cubicBezTo>
                    <a:pt x="23634" y="25046"/>
                    <a:pt x="17193" y="13294"/>
                    <a:pt x="16728" y="12282"/>
                  </a:cubicBezTo>
                  <a:cubicBezTo>
                    <a:pt x="16252" y="11282"/>
                    <a:pt x="12990" y="9508"/>
                    <a:pt x="12990" y="9508"/>
                  </a:cubicBezTo>
                  <a:cubicBezTo>
                    <a:pt x="12990" y="9508"/>
                    <a:pt x="14954" y="6984"/>
                    <a:pt x="14907" y="6150"/>
                  </a:cubicBezTo>
                  <a:cubicBezTo>
                    <a:pt x="14859" y="5465"/>
                    <a:pt x="14316" y="5396"/>
                    <a:pt x="14101" y="5396"/>
                  </a:cubicBezTo>
                  <a:cubicBezTo>
                    <a:pt x="14047" y="5396"/>
                    <a:pt x="14014" y="5400"/>
                    <a:pt x="14014" y="5400"/>
                  </a:cubicBezTo>
                  <a:cubicBezTo>
                    <a:pt x="14014" y="5400"/>
                    <a:pt x="15109" y="471"/>
                    <a:pt x="14014" y="31"/>
                  </a:cubicBezTo>
                  <a:cubicBezTo>
                    <a:pt x="13965" y="11"/>
                    <a:pt x="13911" y="1"/>
                    <a:pt x="13852" y="1"/>
                  </a:cubicBezTo>
                  <a:close/>
                </a:path>
              </a:pathLst>
            </a:custGeom>
            <a:solidFill>
              <a:srgbClr val="DBF1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24"/>
            <p:cNvSpPr/>
            <p:nvPr/>
          </p:nvSpPr>
          <p:spPr>
            <a:xfrm>
              <a:off x="6851789" y="3096302"/>
              <a:ext cx="716216" cy="1035283"/>
            </a:xfrm>
            <a:custGeom>
              <a:rect b="b" l="l" r="r" t="t"/>
              <a:pathLst>
                <a:path extrusionOk="0" h="33372" w="23087">
                  <a:moveTo>
                    <a:pt x="13286" y="1"/>
                  </a:moveTo>
                  <a:cubicBezTo>
                    <a:pt x="13096" y="1"/>
                    <a:pt x="12865" y="97"/>
                    <a:pt x="12621" y="269"/>
                  </a:cubicBezTo>
                  <a:cubicBezTo>
                    <a:pt x="12800" y="1257"/>
                    <a:pt x="12943" y="2710"/>
                    <a:pt x="12609" y="3686"/>
                  </a:cubicBezTo>
                  <a:cubicBezTo>
                    <a:pt x="12038" y="5305"/>
                    <a:pt x="10955" y="6055"/>
                    <a:pt x="10955" y="6055"/>
                  </a:cubicBezTo>
                  <a:cubicBezTo>
                    <a:pt x="10955" y="6055"/>
                    <a:pt x="11026" y="6052"/>
                    <a:pt x="11141" y="6052"/>
                  </a:cubicBezTo>
                  <a:cubicBezTo>
                    <a:pt x="11643" y="6052"/>
                    <a:pt x="12977" y="6115"/>
                    <a:pt x="12812" y="6793"/>
                  </a:cubicBezTo>
                  <a:cubicBezTo>
                    <a:pt x="12621" y="7651"/>
                    <a:pt x="9169" y="9675"/>
                    <a:pt x="9169" y="9675"/>
                  </a:cubicBezTo>
                  <a:cubicBezTo>
                    <a:pt x="9169" y="9675"/>
                    <a:pt x="13681" y="11889"/>
                    <a:pt x="14717" y="13663"/>
                  </a:cubicBezTo>
                  <a:cubicBezTo>
                    <a:pt x="15753" y="15426"/>
                    <a:pt x="19932" y="26498"/>
                    <a:pt x="19170" y="28070"/>
                  </a:cubicBezTo>
                  <a:cubicBezTo>
                    <a:pt x="18613" y="29245"/>
                    <a:pt x="9901" y="31097"/>
                    <a:pt x="4215" y="31097"/>
                  </a:cubicBezTo>
                  <a:cubicBezTo>
                    <a:pt x="2357" y="31097"/>
                    <a:pt x="822" y="30899"/>
                    <a:pt x="1" y="30415"/>
                  </a:cubicBezTo>
                  <a:lnTo>
                    <a:pt x="1" y="30415"/>
                  </a:lnTo>
                  <a:cubicBezTo>
                    <a:pt x="1370" y="32935"/>
                    <a:pt x="5696" y="33372"/>
                    <a:pt x="10442" y="33372"/>
                  </a:cubicBezTo>
                  <a:cubicBezTo>
                    <a:pt x="11392" y="33372"/>
                    <a:pt x="12360" y="33354"/>
                    <a:pt x="13324" y="33332"/>
                  </a:cubicBezTo>
                  <a:cubicBezTo>
                    <a:pt x="19098" y="33190"/>
                    <a:pt x="23087" y="30868"/>
                    <a:pt x="23087" y="27963"/>
                  </a:cubicBezTo>
                  <a:cubicBezTo>
                    <a:pt x="23087" y="25058"/>
                    <a:pt x="16646" y="13306"/>
                    <a:pt x="16158" y="12270"/>
                  </a:cubicBezTo>
                  <a:cubicBezTo>
                    <a:pt x="15681" y="11282"/>
                    <a:pt x="12431" y="9508"/>
                    <a:pt x="12431" y="9508"/>
                  </a:cubicBezTo>
                  <a:cubicBezTo>
                    <a:pt x="12431" y="9508"/>
                    <a:pt x="14395" y="6972"/>
                    <a:pt x="14348" y="6139"/>
                  </a:cubicBezTo>
                  <a:cubicBezTo>
                    <a:pt x="14300" y="5464"/>
                    <a:pt x="13760" y="5396"/>
                    <a:pt x="13544" y="5396"/>
                  </a:cubicBezTo>
                  <a:cubicBezTo>
                    <a:pt x="13489" y="5396"/>
                    <a:pt x="13455" y="5400"/>
                    <a:pt x="13455" y="5400"/>
                  </a:cubicBezTo>
                  <a:cubicBezTo>
                    <a:pt x="13455" y="5400"/>
                    <a:pt x="14538" y="471"/>
                    <a:pt x="13455" y="31"/>
                  </a:cubicBezTo>
                  <a:cubicBezTo>
                    <a:pt x="13403" y="11"/>
                    <a:pt x="13347" y="1"/>
                    <a:pt x="13286" y="1"/>
                  </a:cubicBezTo>
                  <a:close/>
                </a:path>
              </a:pathLst>
            </a:custGeom>
            <a:solidFill>
              <a:srgbClr val="F0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24"/>
            <p:cNvSpPr/>
            <p:nvPr/>
          </p:nvSpPr>
          <p:spPr>
            <a:xfrm>
              <a:off x="7312753" y="1573997"/>
              <a:ext cx="132993" cy="116738"/>
            </a:xfrm>
            <a:custGeom>
              <a:rect b="b" l="l" r="r" t="t"/>
              <a:pathLst>
                <a:path extrusionOk="0" h="3763" w="4287">
                  <a:moveTo>
                    <a:pt x="2632" y="0"/>
                  </a:moveTo>
                  <a:lnTo>
                    <a:pt x="1" y="3763"/>
                  </a:lnTo>
                  <a:lnTo>
                    <a:pt x="4287" y="1977"/>
                  </a:lnTo>
                  <a:lnTo>
                    <a:pt x="2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24"/>
            <p:cNvSpPr/>
            <p:nvPr/>
          </p:nvSpPr>
          <p:spPr>
            <a:xfrm>
              <a:off x="7303539" y="1736524"/>
              <a:ext cx="91609" cy="47682"/>
            </a:xfrm>
            <a:custGeom>
              <a:rect b="b" l="l" r="r" t="t"/>
              <a:pathLst>
                <a:path extrusionOk="0" h="1537" w="2953">
                  <a:moveTo>
                    <a:pt x="0" y="0"/>
                  </a:moveTo>
                  <a:lnTo>
                    <a:pt x="2477" y="1536"/>
                  </a:lnTo>
                  <a:lnTo>
                    <a:pt x="29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24"/>
            <p:cNvSpPr/>
            <p:nvPr/>
          </p:nvSpPr>
          <p:spPr>
            <a:xfrm>
              <a:off x="7254399" y="1557369"/>
              <a:ext cx="42873" cy="103088"/>
            </a:xfrm>
            <a:custGeom>
              <a:rect b="b" l="l" r="r" t="t"/>
              <a:pathLst>
                <a:path extrusionOk="0" h="3323" w="1382">
                  <a:moveTo>
                    <a:pt x="1" y="1"/>
                  </a:moveTo>
                  <a:lnTo>
                    <a:pt x="96" y="3323"/>
                  </a:lnTo>
                  <a:lnTo>
                    <a:pt x="1382" y="489"/>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124"/>
          <p:cNvGrpSpPr/>
          <p:nvPr/>
        </p:nvGrpSpPr>
        <p:grpSpPr>
          <a:xfrm>
            <a:off x="4838398" y="1487010"/>
            <a:ext cx="1556895" cy="2765253"/>
            <a:chOff x="4838398" y="1487010"/>
            <a:chExt cx="1556895" cy="2765253"/>
          </a:xfrm>
        </p:grpSpPr>
        <p:sp>
          <p:nvSpPr>
            <p:cNvPr id="7392" name="Google Shape;7392;p124"/>
            <p:cNvSpPr/>
            <p:nvPr/>
          </p:nvSpPr>
          <p:spPr>
            <a:xfrm>
              <a:off x="4838398" y="4094513"/>
              <a:ext cx="1556895" cy="157749"/>
            </a:xfrm>
            <a:custGeom>
              <a:rect b="b" l="l" r="r" t="t"/>
              <a:pathLst>
                <a:path extrusionOk="0" h="5085" w="50186">
                  <a:moveTo>
                    <a:pt x="25087" y="1"/>
                  </a:moveTo>
                  <a:cubicBezTo>
                    <a:pt x="11240" y="1"/>
                    <a:pt x="1" y="2537"/>
                    <a:pt x="1" y="2537"/>
                  </a:cubicBezTo>
                  <a:cubicBezTo>
                    <a:pt x="1" y="2537"/>
                    <a:pt x="11240" y="5085"/>
                    <a:pt x="25087" y="5085"/>
                  </a:cubicBezTo>
                  <a:cubicBezTo>
                    <a:pt x="38946" y="5085"/>
                    <a:pt x="50186" y="2537"/>
                    <a:pt x="50186" y="2537"/>
                  </a:cubicBezTo>
                  <a:cubicBezTo>
                    <a:pt x="50186" y="2537"/>
                    <a:pt x="38946" y="1"/>
                    <a:pt x="25087" y="1"/>
                  </a:cubicBezTo>
                  <a:close/>
                </a:path>
              </a:pathLst>
            </a:custGeom>
            <a:solidFill>
              <a:schemeClr val="accent2">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24"/>
            <p:cNvSpPr/>
            <p:nvPr/>
          </p:nvSpPr>
          <p:spPr>
            <a:xfrm>
              <a:off x="4914124" y="2108918"/>
              <a:ext cx="190633" cy="316119"/>
            </a:xfrm>
            <a:custGeom>
              <a:rect b="b" l="l" r="r" t="t"/>
              <a:pathLst>
                <a:path extrusionOk="0" h="10190" w="6145">
                  <a:moveTo>
                    <a:pt x="4080" y="0"/>
                  </a:moveTo>
                  <a:cubicBezTo>
                    <a:pt x="4004" y="0"/>
                    <a:pt x="3926" y="24"/>
                    <a:pt x="3858" y="69"/>
                  </a:cubicBezTo>
                  <a:cubicBezTo>
                    <a:pt x="3703" y="152"/>
                    <a:pt x="3620" y="283"/>
                    <a:pt x="3537" y="438"/>
                  </a:cubicBezTo>
                  <a:cubicBezTo>
                    <a:pt x="3525" y="450"/>
                    <a:pt x="3525" y="462"/>
                    <a:pt x="3513" y="486"/>
                  </a:cubicBezTo>
                  <a:cubicBezTo>
                    <a:pt x="3156" y="1141"/>
                    <a:pt x="3037" y="1927"/>
                    <a:pt x="3156" y="2653"/>
                  </a:cubicBezTo>
                  <a:cubicBezTo>
                    <a:pt x="3168" y="2748"/>
                    <a:pt x="3180" y="2843"/>
                    <a:pt x="3156" y="2939"/>
                  </a:cubicBezTo>
                  <a:cubicBezTo>
                    <a:pt x="3120" y="3010"/>
                    <a:pt x="3037" y="3070"/>
                    <a:pt x="2965" y="3105"/>
                  </a:cubicBezTo>
                  <a:cubicBezTo>
                    <a:pt x="2680" y="3248"/>
                    <a:pt x="2365" y="3305"/>
                    <a:pt x="2049" y="3305"/>
                  </a:cubicBezTo>
                  <a:cubicBezTo>
                    <a:pt x="1836" y="3305"/>
                    <a:pt x="1623" y="3279"/>
                    <a:pt x="1417" y="3236"/>
                  </a:cubicBezTo>
                  <a:cubicBezTo>
                    <a:pt x="1275" y="3204"/>
                    <a:pt x="1121" y="3167"/>
                    <a:pt x="971" y="3167"/>
                  </a:cubicBezTo>
                  <a:cubicBezTo>
                    <a:pt x="896" y="3167"/>
                    <a:pt x="822" y="3177"/>
                    <a:pt x="751" y="3200"/>
                  </a:cubicBezTo>
                  <a:cubicBezTo>
                    <a:pt x="453" y="3320"/>
                    <a:pt x="334" y="3665"/>
                    <a:pt x="263" y="3974"/>
                  </a:cubicBezTo>
                  <a:cubicBezTo>
                    <a:pt x="120" y="4593"/>
                    <a:pt x="36" y="5213"/>
                    <a:pt x="24" y="5844"/>
                  </a:cubicBezTo>
                  <a:cubicBezTo>
                    <a:pt x="1" y="6153"/>
                    <a:pt x="1" y="6463"/>
                    <a:pt x="143" y="6737"/>
                  </a:cubicBezTo>
                  <a:cubicBezTo>
                    <a:pt x="334" y="7082"/>
                    <a:pt x="727" y="7296"/>
                    <a:pt x="1084" y="7475"/>
                  </a:cubicBezTo>
                  <a:cubicBezTo>
                    <a:pt x="1751" y="7808"/>
                    <a:pt x="2406" y="8201"/>
                    <a:pt x="3084" y="8534"/>
                  </a:cubicBezTo>
                  <a:lnTo>
                    <a:pt x="4192" y="10189"/>
                  </a:lnTo>
                  <a:lnTo>
                    <a:pt x="5692" y="8654"/>
                  </a:lnTo>
                  <a:lnTo>
                    <a:pt x="6144" y="8201"/>
                  </a:lnTo>
                  <a:lnTo>
                    <a:pt x="5037" y="6618"/>
                  </a:lnTo>
                  <a:cubicBezTo>
                    <a:pt x="5156" y="5546"/>
                    <a:pt x="5144" y="4391"/>
                    <a:pt x="4846" y="3367"/>
                  </a:cubicBezTo>
                  <a:cubicBezTo>
                    <a:pt x="4727" y="2950"/>
                    <a:pt x="4537" y="2546"/>
                    <a:pt x="4465" y="2117"/>
                  </a:cubicBezTo>
                  <a:cubicBezTo>
                    <a:pt x="4370" y="1569"/>
                    <a:pt x="4465" y="998"/>
                    <a:pt x="4430" y="450"/>
                  </a:cubicBezTo>
                  <a:cubicBezTo>
                    <a:pt x="4430" y="319"/>
                    <a:pt x="4406" y="188"/>
                    <a:pt x="4311" y="93"/>
                  </a:cubicBezTo>
                  <a:cubicBezTo>
                    <a:pt x="4248" y="30"/>
                    <a:pt x="4165" y="0"/>
                    <a:pt x="4080" y="0"/>
                  </a:cubicBezTo>
                  <a:close/>
                </a:path>
              </a:pathLst>
            </a:custGeom>
            <a:solidFill>
              <a:srgbClr val="FF7D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24"/>
            <p:cNvSpPr/>
            <p:nvPr/>
          </p:nvSpPr>
          <p:spPr>
            <a:xfrm>
              <a:off x="5023075" y="2108483"/>
              <a:ext cx="81682" cy="293659"/>
            </a:xfrm>
            <a:custGeom>
              <a:rect b="b" l="l" r="r" t="t"/>
              <a:pathLst>
                <a:path extrusionOk="0" h="9466" w="2633">
                  <a:moveTo>
                    <a:pt x="560" y="1"/>
                  </a:moveTo>
                  <a:cubicBezTo>
                    <a:pt x="486" y="1"/>
                    <a:pt x="411" y="21"/>
                    <a:pt x="346" y="59"/>
                  </a:cubicBezTo>
                  <a:cubicBezTo>
                    <a:pt x="191" y="155"/>
                    <a:pt x="108" y="286"/>
                    <a:pt x="25" y="440"/>
                  </a:cubicBezTo>
                  <a:cubicBezTo>
                    <a:pt x="13" y="452"/>
                    <a:pt x="13" y="464"/>
                    <a:pt x="1" y="476"/>
                  </a:cubicBezTo>
                  <a:cubicBezTo>
                    <a:pt x="84" y="467"/>
                    <a:pt x="160" y="429"/>
                    <a:pt x="239" y="429"/>
                  </a:cubicBezTo>
                  <a:cubicBezTo>
                    <a:pt x="263" y="429"/>
                    <a:pt x="286" y="432"/>
                    <a:pt x="310" y="440"/>
                  </a:cubicBezTo>
                  <a:cubicBezTo>
                    <a:pt x="584" y="500"/>
                    <a:pt x="537" y="869"/>
                    <a:pt x="501" y="1131"/>
                  </a:cubicBezTo>
                  <a:cubicBezTo>
                    <a:pt x="418" y="1774"/>
                    <a:pt x="680" y="2381"/>
                    <a:pt x="858" y="3012"/>
                  </a:cubicBezTo>
                  <a:cubicBezTo>
                    <a:pt x="1180" y="4191"/>
                    <a:pt x="430" y="6727"/>
                    <a:pt x="120" y="7917"/>
                  </a:cubicBezTo>
                  <a:lnTo>
                    <a:pt x="1394" y="9465"/>
                  </a:lnTo>
                  <a:lnTo>
                    <a:pt x="2632" y="8203"/>
                  </a:lnTo>
                  <a:lnTo>
                    <a:pt x="1525" y="6608"/>
                  </a:lnTo>
                  <a:cubicBezTo>
                    <a:pt x="1644" y="5536"/>
                    <a:pt x="1632" y="4393"/>
                    <a:pt x="1334" y="3369"/>
                  </a:cubicBezTo>
                  <a:cubicBezTo>
                    <a:pt x="1215" y="2953"/>
                    <a:pt x="1025" y="2548"/>
                    <a:pt x="953" y="2119"/>
                  </a:cubicBezTo>
                  <a:cubicBezTo>
                    <a:pt x="858" y="1571"/>
                    <a:pt x="953" y="1000"/>
                    <a:pt x="918" y="452"/>
                  </a:cubicBezTo>
                  <a:cubicBezTo>
                    <a:pt x="918" y="321"/>
                    <a:pt x="894" y="178"/>
                    <a:pt x="799" y="95"/>
                  </a:cubicBezTo>
                  <a:cubicBezTo>
                    <a:pt x="734" y="30"/>
                    <a:pt x="648" y="1"/>
                    <a:pt x="560" y="1"/>
                  </a:cubicBez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24"/>
            <p:cNvSpPr/>
            <p:nvPr/>
          </p:nvSpPr>
          <p:spPr>
            <a:xfrm>
              <a:off x="4975797" y="2234776"/>
              <a:ext cx="31085" cy="99768"/>
            </a:xfrm>
            <a:custGeom>
              <a:rect b="b" l="l" r="r" t="t"/>
              <a:pathLst>
                <a:path extrusionOk="0" h="3216" w="1002">
                  <a:moveTo>
                    <a:pt x="1001" y="1"/>
                  </a:moveTo>
                  <a:lnTo>
                    <a:pt x="1001" y="1"/>
                  </a:lnTo>
                  <a:cubicBezTo>
                    <a:pt x="918" y="13"/>
                    <a:pt x="811" y="84"/>
                    <a:pt x="715" y="144"/>
                  </a:cubicBezTo>
                  <a:cubicBezTo>
                    <a:pt x="263" y="453"/>
                    <a:pt x="1" y="1048"/>
                    <a:pt x="25" y="1620"/>
                  </a:cubicBezTo>
                  <a:cubicBezTo>
                    <a:pt x="37" y="2203"/>
                    <a:pt x="263" y="2739"/>
                    <a:pt x="584" y="3215"/>
                  </a:cubicBezTo>
                  <a:cubicBezTo>
                    <a:pt x="394" y="2656"/>
                    <a:pt x="299" y="2084"/>
                    <a:pt x="382" y="1501"/>
                  </a:cubicBezTo>
                  <a:cubicBezTo>
                    <a:pt x="406" y="1215"/>
                    <a:pt x="501" y="929"/>
                    <a:pt x="620" y="667"/>
                  </a:cubicBezTo>
                  <a:cubicBezTo>
                    <a:pt x="703" y="453"/>
                    <a:pt x="989" y="203"/>
                    <a:pt x="1001" y="1"/>
                  </a:cubicBezTo>
                  <a:close/>
                </a:path>
              </a:pathLst>
            </a:custGeom>
            <a:solidFill>
              <a:srgbClr val="CF4A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24"/>
            <p:cNvSpPr/>
            <p:nvPr/>
          </p:nvSpPr>
          <p:spPr>
            <a:xfrm>
              <a:off x="5036011" y="2314194"/>
              <a:ext cx="311776" cy="308891"/>
            </a:xfrm>
            <a:custGeom>
              <a:rect b="b" l="l" r="r" t="t"/>
              <a:pathLst>
                <a:path extrusionOk="0" h="9957" w="10050">
                  <a:moveTo>
                    <a:pt x="1120" y="1"/>
                  </a:moveTo>
                  <a:lnTo>
                    <a:pt x="382" y="2108"/>
                  </a:lnTo>
                  <a:lnTo>
                    <a:pt x="1" y="3168"/>
                  </a:lnTo>
                  <a:cubicBezTo>
                    <a:pt x="1" y="3168"/>
                    <a:pt x="2644" y="6632"/>
                    <a:pt x="4823" y="8609"/>
                  </a:cubicBezTo>
                  <a:cubicBezTo>
                    <a:pt x="5681" y="9398"/>
                    <a:pt x="6473" y="9957"/>
                    <a:pt x="6988" y="9957"/>
                  </a:cubicBezTo>
                  <a:cubicBezTo>
                    <a:pt x="7009" y="9957"/>
                    <a:pt x="7029" y="9956"/>
                    <a:pt x="7049" y="9954"/>
                  </a:cubicBezTo>
                  <a:cubicBezTo>
                    <a:pt x="8835" y="9835"/>
                    <a:pt x="10050" y="5870"/>
                    <a:pt x="10050" y="5870"/>
                  </a:cubicBezTo>
                  <a:lnTo>
                    <a:pt x="6025" y="3691"/>
                  </a:lnTo>
                  <a:lnTo>
                    <a:pt x="5799" y="4251"/>
                  </a:lnTo>
                  <a:lnTo>
                    <a:pt x="1120" y="1"/>
                  </a:ln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24"/>
            <p:cNvSpPr/>
            <p:nvPr/>
          </p:nvSpPr>
          <p:spPr>
            <a:xfrm>
              <a:off x="4908943" y="1737113"/>
              <a:ext cx="1259576" cy="911379"/>
            </a:xfrm>
            <a:custGeom>
              <a:rect b="b" l="l" r="r" t="t"/>
              <a:pathLst>
                <a:path extrusionOk="0" h="29378" w="40602">
                  <a:moveTo>
                    <a:pt x="26559" y="0"/>
                  </a:moveTo>
                  <a:cubicBezTo>
                    <a:pt x="21178" y="0"/>
                    <a:pt x="11499" y="6355"/>
                    <a:pt x="8931" y="8256"/>
                  </a:cubicBezTo>
                  <a:cubicBezTo>
                    <a:pt x="6990" y="9685"/>
                    <a:pt x="1382" y="16067"/>
                    <a:pt x="1382" y="16067"/>
                  </a:cubicBezTo>
                  <a:cubicBezTo>
                    <a:pt x="1382" y="16067"/>
                    <a:pt x="168" y="20043"/>
                    <a:pt x="13" y="21436"/>
                  </a:cubicBezTo>
                  <a:cubicBezTo>
                    <a:pt x="1" y="21543"/>
                    <a:pt x="1" y="21651"/>
                    <a:pt x="1" y="21722"/>
                  </a:cubicBezTo>
                  <a:cubicBezTo>
                    <a:pt x="12" y="21910"/>
                    <a:pt x="96" y="21987"/>
                    <a:pt x="225" y="21987"/>
                  </a:cubicBezTo>
                  <a:cubicBezTo>
                    <a:pt x="779" y="21987"/>
                    <a:pt x="2168" y="20567"/>
                    <a:pt x="2168" y="20567"/>
                  </a:cubicBezTo>
                  <a:cubicBezTo>
                    <a:pt x="2168" y="20567"/>
                    <a:pt x="3156" y="23222"/>
                    <a:pt x="3656" y="23603"/>
                  </a:cubicBezTo>
                  <a:cubicBezTo>
                    <a:pt x="3696" y="23631"/>
                    <a:pt x="3737" y="23644"/>
                    <a:pt x="3780" y="23644"/>
                  </a:cubicBezTo>
                  <a:cubicBezTo>
                    <a:pt x="4290" y="23644"/>
                    <a:pt x="4990" y="21829"/>
                    <a:pt x="4990" y="21829"/>
                  </a:cubicBezTo>
                  <a:cubicBezTo>
                    <a:pt x="4990" y="21829"/>
                    <a:pt x="6093" y="22347"/>
                    <a:pt x="6422" y="22347"/>
                  </a:cubicBezTo>
                  <a:cubicBezTo>
                    <a:pt x="6480" y="22347"/>
                    <a:pt x="6514" y="22331"/>
                    <a:pt x="6514" y="22293"/>
                  </a:cubicBezTo>
                  <a:cubicBezTo>
                    <a:pt x="6502" y="22032"/>
                    <a:pt x="5204" y="15424"/>
                    <a:pt x="5204" y="15424"/>
                  </a:cubicBezTo>
                  <a:lnTo>
                    <a:pt x="12086" y="13364"/>
                  </a:lnTo>
                  <a:lnTo>
                    <a:pt x="15765" y="11304"/>
                  </a:lnTo>
                  <a:lnTo>
                    <a:pt x="22289" y="7649"/>
                  </a:lnTo>
                  <a:lnTo>
                    <a:pt x="28123" y="11078"/>
                  </a:lnTo>
                  <a:lnTo>
                    <a:pt x="28457" y="11280"/>
                  </a:lnTo>
                  <a:lnTo>
                    <a:pt x="26218" y="24329"/>
                  </a:lnTo>
                  <a:lnTo>
                    <a:pt x="26433" y="29378"/>
                  </a:lnTo>
                  <a:cubicBezTo>
                    <a:pt x="26433" y="29378"/>
                    <a:pt x="36005" y="26199"/>
                    <a:pt x="39363" y="21531"/>
                  </a:cubicBezTo>
                  <a:cubicBezTo>
                    <a:pt x="40161" y="20448"/>
                    <a:pt x="40601" y="19293"/>
                    <a:pt x="40530" y="18126"/>
                  </a:cubicBezTo>
                  <a:cubicBezTo>
                    <a:pt x="40375" y="15757"/>
                    <a:pt x="39292" y="12852"/>
                    <a:pt x="37732" y="10066"/>
                  </a:cubicBezTo>
                  <a:cubicBezTo>
                    <a:pt x="37315" y="9316"/>
                    <a:pt x="36851" y="8566"/>
                    <a:pt x="36363" y="7839"/>
                  </a:cubicBezTo>
                  <a:cubicBezTo>
                    <a:pt x="33743" y="3910"/>
                    <a:pt x="30350" y="648"/>
                    <a:pt x="27635" y="100"/>
                  </a:cubicBezTo>
                  <a:cubicBezTo>
                    <a:pt x="27301" y="32"/>
                    <a:pt x="26941" y="0"/>
                    <a:pt x="26559" y="0"/>
                  </a:cubicBezTo>
                  <a:close/>
                </a:path>
              </a:pathLst>
            </a:custGeom>
            <a:solidFill>
              <a:srgbClr val="899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24"/>
            <p:cNvSpPr/>
            <p:nvPr/>
          </p:nvSpPr>
          <p:spPr>
            <a:xfrm>
              <a:off x="4908571" y="2087047"/>
              <a:ext cx="489070" cy="382445"/>
            </a:xfrm>
            <a:custGeom>
              <a:rect b="b" l="l" r="r" t="t"/>
              <a:pathLst>
                <a:path extrusionOk="0" h="12328" w="15765">
                  <a:moveTo>
                    <a:pt x="15765" y="0"/>
                  </a:moveTo>
                  <a:lnTo>
                    <a:pt x="15765" y="0"/>
                  </a:lnTo>
                  <a:cubicBezTo>
                    <a:pt x="13086" y="143"/>
                    <a:pt x="11038" y="274"/>
                    <a:pt x="11038" y="274"/>
                  </a:cubicBezTo>
                  <a:lnTo>
                    <a:pt x="5025" y="3989"/>
                  </a:lnTo>
                  <a:lnTo>
                    <a:pt x="5871" y="9359"/>
                  </a:lnTo>
                  <a:lnTo>
                    <a:pt x="4752" y="8656"/>
                  </a:lnTo>
                  <a:cubicBezTo>
                    <a:pt x="4752" y="8656"/>
                    <a:pt x="4478" y="9704"/>
                    <a:pt x="3930" y="10240"/>
                  </a:cubicBezTo>
                  <a:cubicBezTo>
                    <a:pt x="3879" y="10289"/>
                    <a:pt x="3822" y="10312"/>
                    <a:pt x="3761" y="10312"/>
                  </a:cubicBezTo>
                  <a:cubicBezTo>
                    <a:pt x="3164" y="10312"/>
                    <a:pt x="2156" y="8168"/>
                    <a:pt x="2156" y="8168"/>
                  </a:cubicBezTo>
                  <a:cubicBezTo>
                    <a:pt x="1977" y="8537"/>
                    <a:pt x="858" y="9466"/>
                    <a:pt x="13" y="10132"/>
                  </a:cubicBezTo>
                  <a:cubicBezTo>
                    <a:pt x="1" y="10240"/>
                    <a:pt x="1" y="10335"/>
                    <a:pt x="1" y="10418"/>
                  </a:cubicBezTo>
                  <a:cubicBezTo>
                    <a:pt x="12" y="10602"/>
                    <a:pt x="94" y="10677"/>
                    <a:pt x="221" y="10677"/>
                  </a:cubicBezTo>
                  <a:cubicBezTo>
                    <a:pt x="773" y="10677"/>
                    <a:pt x="2168" y="9251"/>
                    <a:pt x="2168" y="9251"/>
                  </a:cubicBezTo>
                  <a:cubicBezTo>
                    <a:pt x="2168" y="9251"/>
                    <a:pt x="3156" y="11918"/>
                    <a:pt x="3656" y="12287"/>
                  </a:cubicBezTo>
                  <a:cubicBezTo>
                    <a:pt x="3696" y="12315"/>
                    <a:pt x="3737" y="12328"/>
                    <a:pt x="3780" y="12328"/>
                  </a:cubicBezTo>
                  <a:cubicBezTo>
                    <a:pt x="4289" y="12328"/>
                    <a:pt x="4978" y="10513"/>
                    <a:pt x="4978" y="10513"/>
                  </a:cubicBezTo>
                  <a:cubicBezTo>
                    <a:pt x="4978" y="10513"/>
                    <a:pt x="6090" y="11031"/>
                    <a:pt x="6422" y="11031"/>
                  </a:cubicBezTo>
                  <a:cubicBezTo>
                    <a:pt x="6480" y="11031"/>
                    <a:pt x="6514" y="11015"/>
                    <a:pt x="6514" y="10978"/>
                  </a:cubicBezTo>
                  <a:cubicBezTo>
                    <a:pt x="6502" y="10728"/>
                    <a:pt x="5204" y="4120"/>
                    <a:pt x="5204" y="4120"/>
                  </a:cubicBezTo>
                  <a:lnTo>
                    <a:pt x="12086" y="2048"/>
                  </a:lnTo>
                  <a:lnTo>
                    <a:pt x="15765" y="0"/>
                  </a:lnTo>
                  <a:close/>
                </a:path>
              </a:pathLst>
            </a:custGeom>
            <a:solidFill>
              <a:srgbClr val="747B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24"/>
            <p:cNvSpPr/>
            <p:nvPr/>
          </p:nvSpPr>
          <p:spPr>
            <a:xfrm>
              <a:off x="5722291" y="2080749"/>
              <a:ext cx="407791" cy="567743"/>
            </a:xfrm>
            <a:custGeom>
              <a:rect b="b" l="l" r="r" t="t"/>
              <a:pathLst>
                <a:path extrusionOk="0" h="18301" w="13145">
                  <a:moveTo>
                    <a:pt x="1905" y="1"/>
                  </a:moveTo>
                  <a:lnTo>
                    <a:pt x="2239" y="203"/>
                  </a:lnTo>
                  <a:lnTo>
                    <a:pt x="0" y="13252"/>
                  </a:lnTo>
                  <a:lnTo>
                    <a:pt x="215" y="18301"/>
                  </a:lnTo>
                  <a:cubicBezTo>
                    <a:pt x="215" y="18301"/>
                    <a:pt x="9787" y="15122"/>
                    <a:pt x="13145" y="10454"/>
                  </a:cubicBezTo>
                  <a:lnTo>
                    <a:pt x="13145" y="10454"/>
                  </a:lnTo>
                  <a:cubicBezTo>
                    <a:pt x="9930" y="12229"/>
                    <a:pt x="4334" y="14431"/>
                    <a:pt x="4334" y="14431"/>
                  </a:cubicBezTo>
                  <a:cubicBezTo>
                    <a:pt x="4334" y="14431"/>
                    <a:pt x="3120" y="13753"/>
                    <a:pt x="2858" y="12895"/>
                  </a:cubicBezTo>
                  <a:cubicBezTo>
                    <a:pt x="2608" y="12026"/>
                    <a:pt x="4299" y="5382"/>
                    <a:pt x="4084" y="4918"/>
                  </a:cubicBezTo>
                  <a:cubicBezTo>
                    <a:pt x="3870" y="4454"/>
                    <a:pt x="3572" y="1060"/>
                    <a:pt x="2608" y="203"/>
                  </a:cubicBezTo>
                  <a:cubicBezTo>
                    <a:pt x="2525" y="120"/>
                    <a:pt x="2263" y="48"/>
                    <a:pt x="1905" y="1"/>
                  </a:cubicBezTo>
                  <a:close/>
                </a:path>
              </a:pathLst>
            </a:custGeom>
            <a:solidFill>
              <a:srgbClr val="747B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24"/>
            <p:cNvSpPr/>
            <p:nvPr/>
          </p:nvSpPr>
          <p:spPr>
            <a:xfrm>
              <a:off x="5132057" y="2023140"/>
              <a:ext cx="186538" cy="442536"/>
            </a:xfrm>
            <a:custGeom>
              <a:rect b="b" l="l" r="r" t="t"/>
              <a:pathLst>
                <a:path extrusionOk="0" h="14265" w="6013">
                  <a:moveTo>
                    <a:pt x="6013" y="0"/>
                  </a:moveTo>
                  <a:cubicBezTo>
                    <a:pt x="6013" y="1"/>
                    <a:pt x="4191" y="905"/>
                    <a:pt x="3655" y="1298"/>
                  </a:cubicBezTo>
                  <a:cubicBezTo>
                    <a:pt x="3120" y="1679"/>
                    <a:pt x="0" y="10871"/>
                    <a:pt x="0" y="10871"/>
                  </a:cubicBezTo>
                  <a:lnTo>
                    <a:pt x="2929" y="13085"/>
                  </a:lnTo>
                  <a:lnTo>
                    <a:pt x="4929" y="14264"/>
                  </a:lnTo>
                  <a:lnTo>
                    <a:pt x="6013" y="0"/>
                  </a:lnTo>
                  <a:close/>
                </a:path>
              </a:pathLst>
            </a:custGeom>
            <a:solidFill>
              <a:srgbClr val="432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24"/>
            <p:cNvSpPr/>
            <p:nvPr/>
          </p:nvSpPr>
          <p:spPr>
            <a:xfrm>
              <a:off x="5686088" y="3847419"/>
              <a:ext cx="297754" cy="317298"/>
            </a:xfrm>
            <a:custGeom>
              <a:rect b="b" l="l" r="r" t="t"/>
              <a:pathLst>
                <a:path extrusionOk="0" h="10228" w="9598">
                  <a:moveTo>
                    <a:pt x="6323" y="0"/>
                  </a:moveTo>
                  <a:lnTo>
                    <a:pt x="2072" y="3036"/>
                  </a:lnTo>
                  <a:cubicBezTo>
                    <a:pt x="2191" y="3501"/>
                    <a:pt x="2430" y="4596"/>
                    <a:pt x="2263" y="5322"/>
                  </a:cubicBezTo>
                  <a:cubicBezTo>
                    <a:pt x="2049" y="6263"/>
                    <a:pt x="525" y="8811"/>
                    <a:pt x="132" y="9549"/>
                  </a:cubicBezTo>
                  <a:cubicBezTo>
                    <a:pt x="1" y="9811"/>
                    <a:pt x="72" y="10049"/>
                    <a:pt x="179" y="10228"/>
                  </a:cubicBezTo>
                  <a:lnTo>
                    <a:pt x="9597" y="3120"/>
                  </a:lnTo>
                  <a:cubicBezTo>
                    <a:pt x="9228" y="2739"/>
                    <a:pt x="7430" y="846"/>
                    <a:pt x="6323" y="0"/>
                  </a:cubicBezTo>
                  <a:close/>
                </a:path>
              </a:pathLst>
            </a:custGeom>
            <a:solidFill>
              <a:srgbClr val="3A43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24"/>
            <p:cNvSpPr/>
            <p:nvPr/>
          </p:nvSpPr>
          <p:spPr>
            <a:xfrm>
              <a:off x="5691641" y="3944178"/>
              <a:ext cx="315468" cy="248987"/>
            </a:xfrm>
            <a:custGeom>
              <a:rect b="b" l="l" r="r" t="t"/>
              <a:pathLst>
                <a:path extrusionOk="0" h="8026" w="10169">
                  <a:moveTo>
                    <a:pt x="9454" y="1"/>
                  </a:moveTo>
                  <a:lnTo>
                    <a:pt x="0" y="7109"/>
                  </a:lnTo>
                  <a:lnTo>
                    <a:pt x="727" y="8026"/>
                  </a:lnTo>
                  <a:lnTo>
                    <a:pt x="10168" y="929"/>
                  </a:lnTo>
                  <a:lnTo>
                    <a:pt x="94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24"/>
            <p:cNvSpPr/>
            <p:nvPr/>
          </p:nvSpPr>
          <p:spPr>
            <a:xfrm>
              <a:off x="5728930" y="3998591"/>
              <a:ext cx="66885" cy="25097"/>
            </a:xfrm>
            <a:custGeom>
              <a:rect b="b" l="l" r="r" t="t"/>
              <a:pathLst>
                <a:path extrusionOk="0" h="809" w="2156">
                  <a:moveTo>
                    <a:pt x="1258" y="0"/>
                  </a:moveTo>
                  <a:cubicBezTo>
                    <a:pt x="924" y="0"/>
                    <a:pt x="579" y="82"/>
                    <a:pt x="298" y="211"/>
                  </a:cubicBezTo>
                  <a:cubicBezTo>
                    <a:pt x="36" y="330"/>
                    <a:pt x="1" y="664"/>
                    <a:pt x="287" y="747"/>
                  </a:cubicBezTo>
                  <a:cubicBezTo>
                    <a:pt x="417" y="793"/>
                    <a:pt x="554" y="808"/>
                    <a:pt x="691" y="808"/>
                  </a:cubicBezTo>
                  <a:cubicBezTo>
                    <a:pt x="842" y="808"/>
                    <a:pt x="995" y="790"/>
                    <a:pt x="1144" y="771"/>
                  </a:cubicBezTo>
                  <a:cubicBezTo>
                    <a:pt x="1418" y="735"/>
                    <a:pt x="1668" y="676"/>
                    <a:pt x="1906" y="557"/>
                  </a:cubicBezTo>
                  <a:cubicBezTo>
                    <a:pt x="1977" y="509"/>
                    <a:pt x="2049" y="485"/>
                    <a:pt x="2084" y="414"/>
                  </a:cubicBezTo>
                  <a:cubicBezTo>
                    <a:pt x="2156" y="271"/>
                    <a:pt x="2025" y="176"/>
                    <a:pt x="1918" y="128"/>
                  </a:cubicBezTo>
                  <a:cubicBezTo>
                    <a:pt x="1906" y="128"/>
                    <a:pt x="1894" y="116"/>
                    <a:pt x="1882" y="116"/>
                  </a:cubicBezTo>
                  <a:cubicBezTo>
                    <a:pt x="1693" y="36"/>
                    <a:pt x="1478" y="0"/>
                    <a:pt x="12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24"/>
            <p:cNvSpPr/>
            <p:nvPr/>
          </p:nvSpPr>
          <p:spPr>
            <a:xfrm>
              <a:off x="5719344" y="4030700"/>
              <a:ext cx="66885" cy="24942"/>
            </a:xfrm>
            <a:custGeom>
              <a:rect b="b" l="l" r="r" t="t"/>
              <a:pathLst>
                <a:path extrusionOk="0" h="804" w="2156">
                  <a:moveTo>
                    <a:pt x="1239" y="0"/>
                  </a:moveTo>
                  <a:cubicBezTo>
                    <a:pt x="905" y="0"/>
                    <a:pt x="563" y="76"/>
                    <a:pt x="298" y="212"/>
                  </a:cubicBezTo>
                  <a:cubicBezTo>
                    <a:pt x="24" y="331"/>
                    <a:pt x="0" y="653"/>
                    <a:pt x="274" y="748"/>
                  </a:cubicBezTo>
                  <a:cubicBezTo>
                    <a:pt x="411" y="788"/>
                    <a:pt x="550" y="803"/>
                    <a:pt x="689" y="803"/>
                  </a:cubicBezTo>
                  <a:cubicBezTo>
                    <a:pt x="841" y="803"/>
                    <a:pt x="994" y="785"/>
                    <a:pt x="1143" y="760"/>
                  </a:cubicBezTo>
                  <a:cubicBezTo>
                    <a:pt x="1405" y="724"/>
                    <a:pt x="1667" y="665"/>
                    <a:pt x="1905" y="545"/>
                  </a:cubicBezTo>
                  <a:cubicBezTo>
                    <a:pt x="1977" y="510"/>
                    <a:pt x="2048" y="474"/>
                    <a:pt x="2084" y="403"/>
                  </a:cubicBezTo>
                  <a:cubicBezTo>
                    <a:pt x="2155" y="272"/>
                    <a:pt x="2024" y="164"/>
                    <a:pt x="1917" y="117"/>
                  </a:cubicBezTo>
                  <a:cubicBezTo>
                    <a:pt x="1905" y="117"/>
                    <a:pt x="1881" y="105"/>
                    <a:pt x="1869" y="105"/>
                  </a:cubicBezTo>
                  <a:cubicBezTo>
                    <a:pt x="1680" y="34"/>
                    <a:pt x="1461" y="0"/>
                    <a:pt x="1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24"/>
            <p:cNvSpPr/>
            <p:nvPr/>
          </p:nvSpPr>
          <p:spPr>
            <a:xfrm>
              <a:off x="5699769" y="4060977"/>
              <a:ext cx="66885" cy="25097"/>
            </a:xfrm>
            <a:custGeom>
              <a:rect b="b" l="l" r="r" t="t"/>
              <a:pathLst>
                <a:path extrusionOk="0" h="809" w="2156">
                  <a:moveTo>
                    <a:pt x="1254" y="1"/>
                  </a:moveTo>
                  <a:cubicBezTo>
                    <a:pt x="921" y="1"/>
                    <a:pt x="577" y="76"/>
                    <a:pt x="298" y="212"/>
                  </a:cubicBezTo>
                  <a:cubicBezTo>
                    <a:pt x="36" y="331"/>
                    <a:pt x="0" y="665"/>
                    <a:pt x="286" y="748"/>
                  </a:cubicBezTo>
                  <a:cubicBezTo>
                    <a:pt x="417" y="792"/>
                    <a:pt x="551" y="808"/>
                    <a:pt x="684" y="808"/>
                  </a:cubicBezTo>
                  <a:cubicBezTo>
                    <a:pt x="840" y="808"/>
                    <a:pt x="995" y="786"/>
                    <a:pt x="1143" y="760"/>
                  </a:cubicBezTo>
                  <a:cubicBezTo>
                    <a:pt x="1417" y="736"/>
                    <a:pt x="1667" y="677"/>
                    <a:pt x="1905" y="558"/>
                  </a:cubicBezTo>
                  <a:cubicBezTo>
                    <a:pt x="1977" y="510"/>
                    <a:pt x="2060" y="486"/>
                    <a:pt x="2084" y="403"/>
                  </a:cubicBezTo>
                  <a:cubicBezTo>
                    <a:pt x="2155" y="272"/>
                    <a:pt x="2024" y="165"/>
                    <a:pt x="1917" y="129"/>
                  </a:cubicBezTo>
                  <a:cubicBezTo>
                    <a:pt x="1905" y="129"/>
                    <a:pt x="1893" y="105"/>
                    <a:pt x="1881" y="105"/>
                  </a:cubicBezTo>
                  <a:cubicBezTo>
                    <a:pt x="1691" y="34"/>
                    <a:pt x="1475" y="1"/>
                    <a:pt x="12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24"/>
            <p:cNvSpPr/>
            <p:nvPr/>
          </p:nvSpPr>
          <p:spPr>
            <a:xfrm>
              <a:off x="5359204" y="3290410"/>
              <a:ext cx="561104" cy="682991"/>
            </a:xfrm>
            <a:custGeom>
              <a:rect b="b" l="l" r="r" t="t"/>
              <a:pathLst>
                <a:path extrusionOk="0" h="22016" w="18087">
                  <a:moveTo>
                    <a:pt x="5656" y="1"/>
                  </a:moveTo>
                  <a:lnTo>
                    <a:pt x="1" y="5930"/>
                  </a:lnTo>
                  <a:lnTo>
                    <a:pt x="11966" y="22015"/>
                  </a:lnTo>
                  <a:lnTo>
                    <a:pt x="18086" y="17384"/>
                  </a:lnTo>
                  <a:lnTo>
                    <a:pt x="5656" y="1"/>
                  </a:lnTo>
                  <a:close/>
                </a:path>
              </a:pathLst>
            </a:custGeom>
            <a:solidFill>
              <a:srgbClr val="AF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24"/>
            <p:cNvSpPr/>
            <p:nvPr/>
          </p:nvSpPr>
          <p:spPr>
            <a:xfrm>
              <a:off x="5201113" y="2817999"/>
              <a:ext cx="313637" cy="641980"/>
            </a:xfrm>
            <a:custGeom>
              <a:rect b="b" l="l" r="r" t="t"/>
              <a:pathLst>
                <a:path extrusionOk="0" h="20694" w="10110">
                  <a:moveTo>
                    <a:pt x="9442" y="1"/>
                  </a:moveTo>
                  <a:lnTo>
                    <a:pt x="1370" y="334"/>
                  </a:lnTo>
                  <a:cubicBezTo>
                    <a:pt x="1394" y="1060"/>
                    <a:pt x="1" y="11800"/>
                    <a:pt x="894" y="15467"/>
                  </a:cubicBezTo>
                  <a:cubicBezTo>
                    <a:pt x="1239" y="16931"/>
                    <a:pt x="3751" y="20694"/>
                    <a:pt x="3751" y="20694"/>
                  </a:cubicBezTo>
                  <a:lnTo>
                    <a:pt x="10109" y="14574"/>
                  </a:lnTo>
                  <a:cubicBezTo>
                    <a:pt x="9847" y="14157"/>
                    <a:pt x="9681" y="13907"/>
                    <a:pt x="9645" y="13859"/>
                  </a:cubicBezTo>
                  <a:cubicBezTo>
                    <a:pt x="8895" y="12252"/>
                    <a:pt x="9204" y="4370"/>
                    <a:pt x="9442" y="1"/>
                  </a:cubicBezTo>
                  <a:close/>
                </a:path>
              </a:pathLst>
            </a:custGeom>
            <a:solidFill>
              <a:srgbClr val="AF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24"/>
            <p:cNvSpPr/>
            <p:nvPr/>
          </p:nvSpPr>
          <p:spPr>
            <a:xfrm>
              <a:off x="5228444" y="2822435"/>
              <a:ext cx="501634" cy="1233331"/>
            </a:xfrm>
            <a:custGeom>
              <a:rect b="b" l="l" r="r" t="t"/>
              <a:pathLst>
                <a:path extrusionOk="0" h="39756" w="16170">
                  <a:moveTo>
                    <a:pt x="16169" y="1"/>
                  </a:moveTo>
                  <a:lnTo>
                    <a:pt x="14110" y="72"/>
                  </a:lnTo>
                  <a:lnTo>
                    <a:pt x="6133" y="358"/>
                  </a:lnTo>
                  <a:lnTo>
                    <a:pt x="810" y="19360"/>
                  </a:lnTo>
                  <a:lnTo>
                    <a:pt x="96" y="36588"/>
                  </a:lnTo>
                  <a:lnTo>
                    <a:pt x="1" y="38624"/>
                  </a:lnTo>
                  <a:lnTo>
                    <a:pt x="6823" y="39755"/>
                  </a:lnTo>
                  <a:lnTo>
                    <a:pt x="8228" y="22075"/>
                  </a:lnTo>
                  <a:cubicBezTo>
                    <a:pt x="9800" y="17848"/>
                    <a:pt x="16169" y="1"/>
                    <a:pt x="16169" y="1"/>
                  </a:cubicBezTo>
                  <a:close/>
                </a:path>
              </a:pathLst>
            </a:custGeom>
            <a:solidFill>
              <a:srgbClr val="C2AD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24"/>
            <p:cNvSpPr/>
            <p:nvPr/>
          </p:nvSpPr>
          <p:spPr>
            <a:xfrm>
              <a:off x="5053012" y="4017701"/>
              <a:ext cx="367555" cy="156260"/>
            </a:xfrm>
            <a:custGeom>
              <a:rect b="b" l="l" r="r" t="t"/>
              <a:pathLst>
                <a:path extrusionOk="0" h="5037" w="11848">
                  <a:moveTo>
                    <a:pt x="6323" y="0"/>
                  </a:moveTo>
                  <a:cubicBezTo>
                    <a:pt x="6108" y="405"/>
                    <a:pt x="5525" y="1381"/>
                    <a:pt x="4894" y="1822"/>
                  </a:cubicBezTo>
                  <a:cubicBezTo>
                    <a:pt x="4108" y="2369"/>
                    <a:pt x="1227" y="3250"/>
                    <a:pt x="429" y="3548"/>
                  </a:cubicBezTo>
                  <a:cubicBezTo>
                    <a:pt x="155" y="3643"/>
                    <a:pt x="48" y="3881"/>
                    <a:pt x="0" y="4084"/>
                  </a:cubicBezTo>
                  <a:lnTo>
                    <a:pt x="11847" y="5036"/>
                  </a:lnTo>
                  <a:cubicBezTo>
                    <a:pt x="11847" y="4501"/>
                    <a:pt x="11788" y="1905"/>
                    <a:pt x="11561" y="548"/>
                  </a:cubicBezTo>
                  <a:lnTo>
                    <a:pt x="6323" y="0"/>
                  </a:lnTo>
                  <a:close/>
                </a:path>
              </a:pathLst>
            </a:custGeom>
            <a:solidFill>
              <a:srgbClr val="3A43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24"/>
            <p:cNvSpPr/>
            <p:nvPr/>
          </p:nvSpPr>
          <p:spPr>
            <a:xfrm>
              <a:off x="5049692" y="4144366"/>
              <a:ext cx="370502" cy="65799"/>
            </a:xfrm>
            <a:custGeom>
              <a:rect b="b" l="l" r="r" t="t"/>
              <a:pathLst>
                <a:path extrusionOk="0" h="2121" w="11943">
                  <a:moveTo>
                    <a:pt x="107" y="1"/>
                  </a:moveTo>
                  <a:lnTo>
                    <a:pt x="0" y="1168"/>
                  </a:lnTo>
                  <a:lnTo>
                    <a:pt x="11847" y="2120"/>
                  </a:lnTo>
                  <a:lnTo>
                    <a:pt x="11942" y="953"/>
                  </a:lnTo>
                  <a:lnTo>
                    <a:pt x="1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24"/>
            <p:cNvSpPr/>
            <p:nvPr/>
          </p:nvSpPr>
          <p:spPr>
            <a:xfrm>
              <a:off x="5181073" y="4056293"/>
              <a:ext cx="56647" cy="42315"/>
            </a:xfrm>
            <a:custGeom>
              <a:rect b="b" l="l" r="r" t="t"/>
              <a:pathLst>
                <a:path extrusionOk="0" h="1364" w="1826">
                  <a:moveTo>
                    <a:pt x="388" y="1"/>
                  </a:moveTo>
                  <a:cubicBezTo>
                    <a:pt x="166" y="1"/>
                    <a:pt x="1" y="197"/>
                    <a:pt x="123" y="411"/>
                  </a:cubicBezTo>
                  <a:cubicBezTo>
                    <a:pt x="266" y="661"/>
                    <a:pt x="516" y="828"/>
                    <a:pt x="754" y="994"/>
                  </a:cubicBezTo>
                  <a:cubicBezTo>
                    <a:pt x="956" y="1137"/>
                    <a:pt x="1194" y="1256"/>
                    <a:pt x="1456" y="1328"/>
                  </a:cubicBezTo>
                  <a:cubicBezTo>
                    <a:pt x="1502" y="1351"/>
                    <a:pt x="1549" y="1364"/>
                    <a:pt x="1595" y="1364"/>
                  </a:cubicBezTo>
                  <a:cubicBezTo>
                    <a:pt x="1620" y="1364"/>
                    <a:pt x="1645" y="1360"/>
                    <a:pt x="1671" y="1352"/>
                  </a:cubicBezTo>
                  <a:cubicBezTo>
                    <a:pt x="1825" y="1304"/>
                    <a:pt x="1790" y="1137"/>
                    <a:pt x="1754" y="1030"/>
                  </a:cubicBezTo>
                  <a:cubicBezTo>
                    <a:pt x="1754" y="1018"/>
                    <a:pt x="1742" y="1006"/>
                    <a:pt x="1742" y="994"/>
                  </a:cubicBezTo>
                  <a:cubicBezTo>
                    <a:pt x="1504" y="530"/>
                    <a:pt x="980" y="161"/>
                    <a:pt x="504" y="18"/>
                  </a:cubicBezTo>
                  <a:cubicBezTo>
                    <a:pt x="464" y="6"/>
                    <a:pt x="425"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24"/>
            <p:cNvSpPr/>
            <p:nvPr/>
          </p:nvSpPr>
          <p:spPr>
            <a:xfrm>
              <a:off x="5151601" y="4073511"/>
              <a:ext cx="56554" cy="42098"/>
            </a:xfrm>
            <a:custGeom>
              <a:rect b="b" l="l" r="r" t="t"/>
              <a:pathLst>
                <a:path extrusionOk="0" h="1357" w="1823">
                  <a:moveTo>
                    <a:pt x="373" y="0"/>
                  </a:moveTo>
                  <a:cubicBezTo>
                    <a:pt x="158" y="0"/>
                    <a:pt x="0" y="194"/>
                    <a:pt x="120" y="404"/>
                  </a:cubicBezTo>
                  <a:cubicBezTo>
                    <a:pt x="263" y="654"/>
                    <a:pt x="513" y="820"/>
                    <a:pt x="751" y="987"/>
                  </a:cubicBezTo>
                  <a:cubicBezTo>
                    <a:pt x="966" y="1130"/>
                    <a:pt x="1204" y="1249"/>
                    <a:pt x="1454" y="1320"/>
                  </a:cubicBezTo>
                  <a:cubicBezTo>
                    <a:pt x="1500" y="1344"/>
                    <a:pt x="1546" y="1357"/>
                    <a:pt x="1595" y="1357"/>
                  </a:cubicBezTo>
                  <a:cubicBezTo>
                    <a:pt x="1623" y="1357"/>
                    <a:pt x="1651" y="1353"/>
                    <a:pt x="1680" y="1344"/>
                  </a:cubicBezTo>
                  <a:cubicBezTo>
                    <a:pt x="1823" y="1297"/>
                    <a:pt x="1799" y="1130"/>
                    <a:pt x="1752" y="1023"/>
                  </a:cubicBezTo>
                  <a:cubicBezTo>
                    <a:pt x="1752" y="1011"/>
                    <a:pt x="1740" y="999"/>
                    <a:pt x="1740" y="987"/>
                  </a:cubicBezTo>
                  <a:cubicBezTo>
                    <a:pt x="1513" y="535"/>
                    <a:pt x="990" y="154"/>
                    <a:pt x="501" y="23"/>
                  </a:cubicBezTo>
                  <a:cubicBezTo>
                    <a:pt x="458" y="7"/>
                    <a:pt x="414" y="0"/>
                    <a:pt x="3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24"/>
            <p:cNvSpPr/>
            <p:nvPr/>
          </p:nvSpPr>
          <p:spPr>
            <a:xfrm>
              <a:off x="5116515" y="4083128"/>
              <a:ext cx="56554" cy="42284"/>
            </a:xfrm>
            <a:custGeom>
              <a:rect b="b" l="l" r="r" t="t"/>
              <a:pathLst>
                <a:path extrusionOk="0" h="1363" w="1823">
                  <a:moveTo>
                    <a:pt x="373" y="0"/>
                  </a:moveTo>
                  <a:cubicBezTo>
                    <a:pt x="157" y="0"/>
                    <a:pt x="0" y="193"/>
                    <a:pt x="120" y="403"/>
                  </a:cubicBezTo>
                  <a:cubicBezTo>
                    <a:pt x="263" y="665"/>
                    <a:pt x="513" y="820"/>
                    <a:pt x="751" y="987"/>
                  </a:cubicBezTo>
                  <a:cubicBezTo>
                    <a:pt x="954" y="1141"/>
                    <a:pt x="1192" y="1261"/>
                    <a:pt x="1454" y="1332"/>
                  </a:cubicBezTo>
                  <a:cubicBezTo>
                    <a:pt x="1499" y="1347"/>
                    <a:pt x="1544" y="1362"/>
                    <a:pt x="1589" y="1362"/>
                  </a:cubicBezTo>
                  <a:cubicBezTo>
                    <a:pt x="1616" y="1362"/>
                    <a:pt x="1642" y="1357"/>
                    <a:pt x="1668" y="1344"/>
                  </a:cubicBezTo>
                  <a:cubicBezTo>
                    <a:pt x="1823" y="1296"/>
                    <a:pt x="1787" y="1141"/>
                    <a:pt x="1751" y="1034"/>
                  </a:cubicBezTo>
                  <a:cubicBezTo>
                    <a:pt x="1751" y="1022"/>
                    <a:pt x="1740" y="999"/>
                    <a:pt x="1740" y="987"/>
                  </a:cubicBezTo>
                  <a:cubicBezTo>
                    <a:pt x="1513" y="546"/>
                    <a:pt x="989" y="165"/>
                    <a:pt x="501" y="22"/>
                  </a:cubicBezTo>
                  <a:cubicBezTo>
                    <a:pt x="457" y="7"/>
                    <a:pt x="414" y="0"/>
                    <a:pt x="3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24"/>
            <p:cNvSpPr/>
            <p:nvPr/>
          </p:nvSpPr>
          <p:spPr>
            <a:xfrm>
              <a:off x="5228072" y="1959606"/>
              <a:ext cx="504953" cy="901638"/>
            </a:xfrm>
            <a:custGeom>
              <a:rect b="b" l="l" r="r" t="t"/>
              <a:pathLst>
                <a:path extrusionOk="0" h="29064" w="16277">
                  <a:moveTo>
                    <a:pt x="10609" y="1"/>
                  </a:moveTo>
                  <a:lnTo>
                    <a:pt x="6835" y="143"/>
                  </a:lnTo>
                  <a:cubicBezTo>
                    <a:pt x="6835" y="143"/>
                    <a:pt x="3239" y="1501"/>
                    <a:pt x="2918" y="2048"/>
                  </a:cubicBezTo>
                  <a:cubicBezTo>
                    <a:pt x="2704" y="2418"/>
                    <a:pt x="430" y="19170"/>
                    <a:pt x="1" y="29064"/>
                  </a:cubicBezTo>
                  <a:lnTo>
                    <a:pt x="16277" y="29064"/>
                  </a:lnTo>
                  <a:cubicBezTo>
                    <a:pt x="16253" y="17896"/>
                    <a:pt x="14931" y="1394"/>
                    <a:pt x="14931" y="1394"/>
                  </a:cubicBezTo>
                  <a:lnTo>
                    <a:pt x="10609" y="1"/>
                  </a:lnTo>
                  <a:close/>
                </a:path>
              </a:pathLst>
            </a:custGeom>
            <a:solidFill>
              <a:srgbClr val="5D35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24"/>
            <p:cNvSpPr/>
            <p:nvPr/>
          </p:nvSpPr>
          <p:spPr>
            <a:xfrm>
              <a:off x="5414610" y="1855464"/>
              <a:ext cx="140749" cy="146023"/>
            </a:xfrm>
            <a:custGeom>
              <a:rect b="b" l="l" r="r" t="t"/>
              <a:pathLst>
                <a:path extrusionOk="0" h="4707" w="4537">
                  <a:moveTo>
                    <a:pt x="1" y="0"/>
                  </a:moveTo>
                  <a:cubicBezTo>
                    <a:pt x="1" y="0"/>
                    <a:pt x="132" y="810"/>
                    <a:pt x="286" y="1691"/>
                  </a:cubicBezTo>
                  <a:cubicBezTo>
                    <a:pt x="465" y="2762"/>
                    <a:pt x="620" y="3905"/>
                    <a:pt x="679" y="3929"/>
                  </a:cubicBezTo>
                  <a:cubicBezTo>
                    <a:pt x="679" y="3929"/>
                    <a:pt x="774" y="4643"/>
                    <a:pt x="1024" y="4703"/>
                  </a:cubicBezTo>
                  <a:cubicBezTo>
                    <a:pt x="1032" y="4705"/>
                    <a:pt x="1041" y="4706"/>
                    <a:pt x="1053" y="4706"/>
                  </a:cubicBezTo>
                  <a:cubicBezTo>
                    <a:pt x="1457" y="4706"/>
                    <a:pt x="4537" y="3358"/>
                    <a:pt x="4537" y="3358"/>
                  </a:cubicBezTo>
                  <a:cubicBezTo>
                    <a:pt x="4465" y="3072"/>
                    <a:pt x="4406" y="2881"/>
                    <a:pt x="4394" y="2834"/>
                  </a:cubicBezTo>
                  <a:cubicBezTo>
                    <a:pt x="4299" y="2477"/>
                    <a:pt x="4239" y="833"/>
                    <a:pt x="4239" y="833"/>
                  </a:cubicBezTo>
                  <a:lnTo>
                    <a:pt x="1" y="0"/>
                  </a:ln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24"/>
            <p:cNvSpPr/>
            <p:nvPr/>
          </p:nvSpPr>
          <p:spPr>
            <a:xfrm>
              <a:off x="5413866" y="1855464"/>
              <a:ext cx="141121" cy="104174"/>
            </a:xfrm>
            <a:custGeom>
              <a:rect b="b" l="l" r="r" t="t"/>
              <a:pathLst>
                <a:path extrusionOk="0" h="3358" w="4549">
                  <a:moveTo>
                    <a:pt x="1" y="0"/>
                  </a:moveTo>
                  <a:lnTo>
                    <a:pt x="1" y="0"/>
                  </a:lnTo>
                  <a:lnTo>
                    <a:pt x="1" y="0"/>
                  </a:lnTo>
                  <a:cubicBezTo>
                    <a:pt x="1" y="0"/>
                    <a:pt x="1" y="0"/>
                    <a:pt x="1" y="0"/>
                  </a:cubicBezTo>
                  <a:close/>
                  <a:moveTo>
                    <a:pt x="1" y="0"/>
                  </a:moveTo>
                  <a:cubicBezTo>
                    <a:pt x="26" y="10"/>
                    <a:pt x="144" y="815"/>
                    <a:pt x="286" y="1703"/>
                  </a:cubicBezTo>
                  <a:cubicBezTo>
                    <a:pt x="1537" y="2226"/>
                    <a:pt x="4275" y="3334"/>
                    <a:pt x="4537" y="3358"/>
                  </a:cubicBezTo>
                  <a:lnTo>
                    <a:pt x="4549" y="3358"/>
                  </a:lnTo>
                  <a:cubicBezTo>
                    <a:pt x="4466" y="3072"/>
                    <a:pt x="4406" y="2881"/>
                    <a:pt x="4394" y="2834"/>
                  </a:cubicBezTo>
                  <a:cubicBezTo>
                    <a:pt x="4311" y="2477"/>
                    <a:pt x="4251" y="833"/>
                    <a:pt x="4251" y="833"/>
                  </a:cubicBezTo>
                  <a:lnTo>
                    <a:pt x="1" y="0"/>
                  </a:lnTo>
                  <a:close/>
                </a:path>
              </a:pathLst>
            </a:custGeom>
            <a:solidFill>
              <a:srgbClr val="FF7D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24"/>
            <p:cNvSpPr/>
            <p:nvPr/>
          </p:nvSpPr>
          <p:spPr>
            <a:xfrm>
              <a:off x="5335937" y="1566706"/>
              <a:ext cx="297009" cy="343326"/>
            </a:xfrm>
            <a:custGeom>
              <a:rect b="b" l="l" r="r" t="t"/>
              <a:pathLst>
                <a:path extrusionOk="0" h="11067" w="9574">
                  <a:moveTo>
                    <a:pt x="5428" y="0"/>
                  </a:moveTo>
                  <a:cubicBezTo>
                    <a:pt x="3140" y="0"/>
                    <a:pt x="894" y="1757"/>
                    <a:pt x="548" y="2164"/>
                  </a:cubicBezTo>
                  <a:cubicBezTo>
                    <a:pt x="1" y="2819"/>
                    <a:pt x="2048" y="9582"/>
                    <a:pt x="2048" y="9582"/>
                  </a:cubicBezTo>
                  <a:cubicBezTo>
                    <a:pt x="2048" y="9582"/>
                    <a:pt x="2203" y="9832"/>
                    <a:pt x="2727" y="10106"/>
                  </a:cubicBezTo>
                  <a:cubicBezTo>
                    <a:pt x="2834" y="10165"/>
                    <a:pt x="2953" y="10225"/>
                    <a:pt x="3096" y="10261"/>
                  </a:cubicBezTo>
                  <a:cubicBezTo>
                    <a:pt x="3552" y="10447"/>
                    <a:pt x="7122" y="11067"/>
                    <a:pt x="8447" y="11067"/>
                  </a:cubicBezTo>
                  <a:cubicBezTo>
                    <a:pt x="8643" y="11067"/>
                    <a:pt x="8791" y="11053"/>
                    <a:pt x="8871" y="11023"/>
                  </a:cubicBezTo>
                  <a:cubicBezTo>
                    <a:pt x="9502" y="10784"/>
                    <a:pt x="9573" y="8415"/>
                    <a:pt x="9561" y="8165"/>
                  </a:cubicBezTo>
                  <a:cubicBezTo>
                    <a:pt x="9418" y="6677"/>
                    <a:pt x="8930" y="2105"/>
                    <a:pt x="8930" y="2105"/>
                  </a:cubicBezTo>
                  <a:cubicBezTo>
                    <a:pt x="7955" y="530"/>
                    <a:pt x="6685" y="0"/>
                    <a:pt x="5428" y="0"/>
                  </a:cubicBez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24"/>
            <p:cNvSpPr/>
            <p:nvPr/>
          </p:nvSpPr>
          <p:spPr>
            <a:xfrm>
              <a:off x="5509167" y="1851028"/>
              <a:ext cx="38809" cy="14115"/>
            </a:xfrm>
            <a:custGeom>
              <a:rect b="b" l="l" r="r" t="t"/>
              <a:pathLst>
                <a:path extrusionOk="0" h="455" w="1251">
                  <a:moveTo>
                    <a:pt x="1251" y="0"/>
                  </a:moveTo>
                  <a:lnTo>
                    <a:pt x="1251" y="0"/>
                  </a:lnTo>
                  <a:cubicBezTo>
                    <a:pt x="986" y="194"/>
                    <a:pt x="663" y="303"/>
                    <a:pt x="339" y="303"/>
                  </a:cubicBezTo>
                  <a:cubicBezTo>
                    <a:pt x="225" y="303"/>
                    <a:pt x="112" y="290"/>
                    <a:pt x="1" y="262"/>
                  </a:cubicBezTo>
                  <a:lnTo>
                    <a:pt x="1" y="262"/>
                  </a:lnTo>
                  <a:cubicBezTo>
                    <a:pt x="154" y="378"/>
                    <a:pt x="386" y="454"/>
                    <a:pt x="608" y="454"/>
                  </a:cubicBezTo>
                  <a:cubicBezTo>
                    <a:pt x="660" y="454"/>
                    <a:pt x="712" y="450"/>
                    <a:pt x="763" y="441"/>
                  </a:cubicBezTo>
                  <a:cubicBezTo>
                    <a:pt x="1001" y="381"/>
                    <a:pt x="1167" y="238"/>
                    <a:pt x="1251" y="0"/>
                  </a:cubicBezTo>
                  <a:close/>
                </a:path>
              </a:pathLst>
            </a:custGeom>
            <a:solidFill>
              <a:srgbClr val="FC5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24"/>
            <p:cNvSpPr/>
            <p:nvPr/>
          </p:nvSpPr>
          <p:spPr>
            <a:xfrm>
              <a:off x="5599287" y="1753028"/>
              <a:ext cx="48426" cy="33690"/>
            </a:xfrm>
            <a:custGeom>
              <a:rect b="b" l="l" r="r" t="t"/>
              <a:pathLst>
                <a:path extrusionOk="0" h="1086" w="1561">
                  <a:moveTo>
                    <a:pt x="1254" y="1"/>
                  </a:moveTo>
                  <a:cubicBezTo>
                    <a:pt x="1083" y="1"/>
                    <a:pt x="834" y="93"/>
                    <a:pt x="596" y="254"/>
                  </a:cubicBezTo>
                  <a:cubicBezTo>
                    <a:pt x="227" y="504"/>
                    <a:pt x="1" y="837"/>
                    <a:pt x="120" y="1004"/>
                  </a:cubicBezTo>
                  <a:cubicBezTo>
                    <a:pt x="158" y="1059"/>
                    <a:pt x="230" y="1086"/>
                    <a:pt x="325" y="1086"/>
                  </a:cubicBezTo>
                  <a:cubicBezTo>
                    <a:pt x="496" y="1086"/>
                    <a:pt x="739" y="999"/>
                    <a:pt x="977" y="837"/>
                  </a:cubicBezTo>
                  <a:cubicBezTo>
                    <a:pt x="1358" y="587"/>
                    <a:pt x="1560" y="254"/>
                    <a:pt x="1453" y="87"/>
                  </a:cubicBezTo>
                  <a:cubicBezTo>
                    <a:pt x="1419" y="28"/>
                    <a:pt x="1348" y="1"/>
                    <a:pt x="1254" y="1"/>
                  </a:cubicBezTo>
                  <a:close/>
                </a:path>
              </a:pathLst>
            </a:custGeom>
            <a:solidFill>
              <a:srgbClr val="FF7D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24"/>
            <p:cNvSpPr/>
            <p:nvPr/>
          </p:nvSpPr>
          <p:spPr>
            <a:xfrm>
              <a:off x="5438621" y="1781196"/>
              <a:ext cx="72779" cy="31860"/>
            </a:xfrm>
            <a:custGeom>
              <a:rect b="b" l="l" r="r" t="t"/>
              <a:pathLst>
                <a:path extrusionOk="0" h="1027" w="2346">
                  <a:moveTo>
                    <a:pt x="1142" y="0"/>
                  </a:moveTo>
                  <a:cubicBezTo>
                    <a:pt x="510" y="0"/>
                    <a:pt x="12" y="222"/>
                    <a:pt x="0" y="489"/>
                  </a:cubicBezTo>
                  <a:cubicBezTo>
                    <a:pt x="0" y="775"/>
                    <a:pt x="524" y="1013"/>
                    <a:pt x="1155" y="1025"/>
                  </a:cubicBezTo>
                  <a:cubicBezTo>
                    <a:pt x="1187" y="1026"/>
                    <a:pt x="1219" y="1027"/>
                    <a:pt x="1250" y="1027"/>
                  </a:cubicBezTo>
                  <a:cubicBezTo>
                    <a:pt x="1860" y="1027"/>
                    <a:pt x="2335" y="809"/>
                    <a:pt x="2346" y="537"/>
                  </a:cubicBezTo>
                  <a:cubicBezTo>
                    <a:pt x="2346" y="251"/>
                    <a:pt x="1834" y="13"/>
                    <a:pt x="1191" y="1"/>
                  </a:cubicBezTo>
                  <a:cubicBezTo>
                    <a:pt x="1175" y="1"/>
                    <a:pt x="1158" y="0"/>
                    <a:pt x="1142" y="0"/>
                  </a:cubicBezTo>
                  <a:close/>
                </a:path>
              </a:pathLst>
            </a:custGeom>
            <a:solidFill>
              <a:srgbClr val="FF7D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24"/>
            <p:cNvSpPr/>
            <p:nvPr/>
          </p:nvSpPr>
          <p:spPr>
            <a:xfrm>
              <a:off x="5472219" y="1828847"/>
              <a:ext cx="93502" cy="17404"/>
            </a:xfrm>
            <a:custGeom>
              <a:rect b="b" l="l" r="r" t="t"/>
              <a:pathLst>
                <a:path extrusionOk="0" h="561" w="3014">
                  <a:moveTo>
                    <a:pt x="1" y="1"/>
                  </a:moveTo>
                  <a:lnTo>
                    <a:pt x="1" y="1"/>
                  </a:lnTo>
                  <a:cubicBezTo>
                    <a:pt x="1" y="1"/>
                    <a:pt x="37" y="25"/>
                    <a:pt x="96" y="72"/>
                  </a:cubicBezTo>
                  <a:cubicBezTo>
                    <a:pt x="156" y="132"/>
                    <a:pt x="251" y="191"/>
                    <a:pt x="370" y="263"/>
                  </a:cubicBezTo>
                  <a:cubicBezTo>
                    <a:pt x="632" y="417"/>
                    <a:pt x="1025" y="560"/>
                    <a:pt x="1489" y="560"/>
                  </a:cubicBezTo>
                  <a:cubicBezTo>
                    <a:pt x="1954" y="560"/>
                    <a:pt x="2358" y="429"/>
                    <a:pt x="2608" y="298"/>
                  </a:cubicBezTo>
                  <a:cubicBezTo>
                    <a:pt x="2739" y="227"/>
                    <a:pt x="2835" y="167"/>
                    <a:pt x="2906" y="108"/>
                  </a:cubicBezTo>
                  <a:cubicBezTo>
                    <a:pt x="2966" y="60"/>
                    <a:pt x="3013" y="25"/>
                    <a:pt x="3013" y="25"/>
                  </a:cubicBezTo>
                  <a:lnTo>
                    <a:pt x="3013" y="25"/>
                  </a:lnTo>
                  <a:cubicBezTo>
                    <a:pt x="3013" y="25"/>
                    <a:pt x="2966" y="48"/>
                    <a:pt x="2894" y="72"/>
                  </a:cubicBezTo>
                  <a:cubicBezTo>
                    <a:pt x="2811" y="108"/>
                    <a:pt x="2716" y="144"/>
                    <a:pt x="2573" y="191"/>
                  </a:cubicBezTo>
                  <a:cubicBezTo>
                    <a:pt x="2311" y="287"/>
                    <a:pt x="1918" y="358"/>
                    <a:pt x="1501" y="358"/>
                  </a:cubicBezTo>
                  <a:cubicBezTo>
                    <a:pt x="1084" y="358"/>
                    <a:pt x="703" y="263"/>
                    <a:pt x="430" y="179"/>
                  </a:cubicBezTo>
                  <a:cubicBezTo>
                    <a:pt x="299" y="132"/>
                    <a:pt x="191" y="84"/>
                    <a:pt x="120" y="60"/>
                  </a:cubicBezTo>
                  <a:cubicBezTo>
                    <a:pt x="49" y="13"/>
                    <a:pt x="1" y="1"/>
                    <a:pt x="1" y="1"/>
                  </a:cubicBezTo>
                  <a:close/>
                </a:path>
              </a:pathLst>
            </a:custGeom>
            <a:solidFill>
              <a:srgbClr val="FC5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24"/>
            <p:cNvSpPr/>
            <p:nvPr/>
          </p:nvSpPr>
          <p:spPr>
            <a:xfrm>
              <a:off x="5530603" y="1713257"/>
              <a:ext cx="37320" cy="82489"/>
            </a:xfrm>
            <a:custGeom>
              <a:rect b="b" l="l" r="r" t="t"/>
              <a:pathLst>
                <a:path extrusionOk="0" h="2659" w="1203">
                  <a:moveTo>
                    <a:pt x="512" y="0"/>
                  </a:moveTo>
                  <a:lnTo>
                    <a:pt x="512" y="0"/>
                  </a:lnTo>
                  <a:cubicBezTo>
                    <a:pt x="703" y="762"/>
                    <a:pt x="810" y="1548"/>
                    <a:pt x="845" y="2346"/>
                  </a:cubicBezTo>
                  <a:cubicBezTo>
                    <a:pt x="771" y="2335"/>
                    <a:pt x="685" y="2331"/>
                    <a:pt x="593" y="2331"/>
                  </a:cubicBezTo>
                  <a:cubicBezTo>
                    <a:pt x="482" y="2331"/>
                    <a:pt x="364" y="2336"/>
                    <a:pt x="252" y="2336"/>
                  </a:cubicBezTo>
                  <a:cubicBezTo>
                    <a:pt x="161" y="2336"/>
                    <a:pt x="74" y="2333"/>
                    <a:pt x="0" y="2322"/>
                  </a:cubicBezTo>
                  <a:lnTo>
                    <a:pt x="0" y="2322"/>
                  </a:lnTo>
                  <a:cubicBezTo>
                    <a:pt x="277" y="2539"/>
                    <a:pt x="636" y="2658"/>
                    <a:pt x="988" y="2658"/>
                  </a:cubicBezTo>
                  <a:cubicBezTo>
                    <a:pt x="1060" y="2658"/>
                    <a:pt x="1132" y="2653"/>
                    <a:pt x="1203" y="2643"/>
                  </a:cubicBezTo>
                  <a:cubicBezTo>
                    <a:pt x="1143" y="1727"/>
                    <a:pt x="905" y="822"/>
                    <a:pt x="512" y="0"/>
                  </a:cubicBezTo>
                  <a:close/>
                </a:path>
              </a:pathLst>
            </a:custGeom>
            <a:solidFill>
              <a:srgbClr val="FC5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24"/>
            <p:cNvSpPr/>
            <p:nvPr/>
          </p:nvSpPr>
          <p:spPr>
            <a:xfrm>
              <a:off x="5557996" y="1674261"/>
              <a:ext cx="48705" cy="19823"/>
            </a:xfrm>
            <a:custGeom>
              <a:rect b="b" l="l" r="r" t="t"/>
              <a:pathLst>
                <a:path extrusionOk="0" h="639" w="1570">
                  <a:moveTo>
                    <a:pt x="594" y="0"/>
                  </a:moveTo>
                  <a:cubicBezTo>
                    <a:pt x="466" y="0"/>
                    <a:pt x="355" y="45"/>
                    <a:pt x="284" y="162"/>
                  </a:cubicBezTo>
                  <a:cubicBezTo>
                    <a:pt x="0" y="627"/>
                    <a:pt x="171" y="638"/>
                    <a:pt x="187" y="638"/>
                  </a:cubicBezTo>
                  <a:cubicBezTo>
                    <a:pt x="188" y="638"/>
                    <a:pt x="189" y="638"/>
                    <a:pt x="189" y="638"/>
                  </a:cubicBezTo>
                  <a:lnTo>
                    <a:pt x="1570" y="448"/>
                  </a:lnTo>
                  <a:cubicBezTo>
                    <a:pt x="1570" y="448"/>
                    <a:pt x="999" y="0"/>
                    <a:pt x="594" y="0"/>
                  </a:cubicBezTo>
                  <a:close/>
                </a:path>
              </a:pathLst>
            </a:custGeom>
            <a:solidFill>
              <a:srgbClr val="550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24"/>
            <p:cNvSpPr/>
            <p:nvPr/>
          </p:nvSpPr>
          <p:spPr>
            <a:xfrm>
              <a:off x="5425313" y="1662845"/>
              <a:ext cx="63937" cy="46006"/>
            </a:xfrm>
            <a:custGeom>
              <a:rect b="b" l="l" r="r" t="t"/>
              <a:pathLst>
                <a:path extrusionOk="0" h="1483" w="2061">
                  <a:moveTo>
                    <a:pt x="1462" y="1"/>
                  </a:moveTo>
                  <a:cubicBezTo>
                    <a:pt x="813" y="1"/>
                    <a:pt x="1" y="1482"/>
                    <a:pt x="1" y="1482"/>
                  </a:cubicBezTo>
                  <a:lnTo>
                    <a:pt x="1882" y="589"/>
                  </a:lnTo>
                  <a:cubicBezTo>
                    <a:pt x="1882" y="589"/>
                    <a:pt x="2061" y="315"/>
                    <a:pt x="1680" y="65"/>
                  </a:cubicBezTo>
                  <a:cubicBezTo>
                    <a:pt x="1610" y="21"/>
                    <a:pt x="1537" y="1"/>
                    <a:pt x="1462" y="1"/>
                  </a:cubicBezTo>
                  <a:close/>
                </a:path>
              </a:pathLst>
            </a:custGeom>
            <a:solidFill>
              <a:srgbClr val="550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24"/>
            <p:cNvSpPr/>
            <p:nvPr/>
          </p:nvSpPr>
          <p:spPr>
            <a:xfrm>
              <a:off x="5467814" y="1714839"/>
              <a:ext cx="32139" cy="43773"/>
            </a:xfrm>
            <a:custGeom>
              <a:rect b="b" l="l" r="r" t="t"/>
              <a:pathLst>
                <a:path extrusionOk="0" h="1411" w="1036">
                  <a:moveTo>
                    <a:pt x="402" y="0"/>
                  </a:moveTo>
                  <a:cubicBezTo>
                    <a:pt x="379" y="0"/>
                    <a:pt x="356" y="3"/>
                    <a:pt x="333" y="9"/>
                  </a:cubicBezTo>
                  <a:cubicBezTo>
                    <a:pt x="95" y="68"/>
                    <a:pt x="0" y="425"/>
                    <a:pt x="83" y="818"/>
                  </a:cubicBezTo>
                  <a:cubicBezTo>
                    <a:pt x="180" y="1163"/>
                    <a:pt x="404" y="1410"/>
                    <a:pt x="622" y="1410"/>
                  </a:cubicBezTo>
                  <a:cubicBezTo>
                    <a:pt x="645" y="1410"/>
                    <a:pt x="668" y="1407"/>
                    <a:pt x="691" y="1402"/>
                  </a:cubicBezTo>
                  <a:cubicBezTo>
                    <a:pt x="929" y="1342"/>
                    <a:pt x="1036" y="973"/>
                    <a:pt x="941" y="592"/>
                  </a:cubicBezTo>
                  <a:cubicBezTo>
                    <a:pt x="854" y="247"/>
                    <a:pt x="622" y="0"/>
                    <a:pt x="402" y="0"/>
                  </a:cubicBezTo>
                  <a:close/>
                </a:path>
              </a:pathLst>
            </a:custGeom>
            <a:solidFill>
              <a:srgbClr val="16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24"/>
            <p:cNvSpPr/>
            <p:nvPr/>
          </p:nvSpPr>
          <p:spPr>
            <a:xfrm>
              <a:off x="5454877" y="1727930"/>
              <a:ext cx="32543" cy="11013"/>
            </a:xfrm>
            <a:custGeom>
              <a:rect b="b" l="l" r="r" t="t"/>
              <a:pathLst>
                <a:path extrusionOk="0" h="355" w="1049">
                  <a:moveTo>
                    <a:pt x="475" y="0"/>
                  </a:moveTo>
                  <a:cubicBezTo>
                    <a:pt x="210" y="0"/>
                    <a:pt x="0" y="111"/>
                    <a:pt x="0" y="111"/>
                  </a:cubicBezTo>
                  <a:cubicBezTo>
                    <a:pt x="0" y="111"/>
                    <a:pt x="203" y="301"/>
                    <a:pt x="500" y="349"/>
                  </a:cubicBezTo>
                  <a:cubicBezTo>
                    <a:pt x="532" y="353"/>
                    <a:pt x="564" y="354"/>
                    <a:pt x="594" y="354"/>
                  </a:cubicBezTo>
                  <a:cubicBezTo>
                    <a:pt x="841" y="354"/>
                    <a:pt x="1048" y="242"/>
                    <a:pt x="1048" y="242"/>
                  </a:cubicBezTo>
                  <a:cubicBezTo>
                    <a:pt x="1048" y="242"/>
                    <a:pt x="846" y="51"/>
                    <a:pt x="548" y="3"/>
                  </a:cubicBezTo>
                  <a:cubicBezTo>
                    <a:pt x="523" y="1"/>
                    <a:pt x="499" y="0"/>
                    <a:pt x="4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24"/>
            <p:cNvSpPr/>
            <p:nvPr/>
          </p:nvSpPr>
          <p:spPr>
            <a:xfrm>
              <a:off x="5580084" y="1701499"/>
              <a:ext cx="27734" cy="35986"/>
            </a:xfrm>
            <a:custGeom>
              <a:rect b="b" l="l" r="r" t="t"/>
              <a:pathLst>
                <a:path extrusionOk="0" h="1160" w="894">
                  <a:moveTo>
                    <a:pt x="365" y="0"/>
                  </a:moveTo>
                  <a:cubicBezTo>
                    <a:pt x="342" y="0"/>
                    <a:pt x="320" y="4"/>
                    <a:pt x="298" y="10"/>
                  </a:cubicBezTo>
                  <a:cubicBezTo>
                    <a:pt x="108" y="70"/>
                    <a:pt x="1" y="367"/>
                    <a:pt x="96" y="677"/>
                  </a:cubicBezTo>
                  <a:cubicBezTo>
                    <a:pt x="182" y="957"/>
                    <a:pt x="366" y="1160"/>
                    <a:pt x="542" y="1160"/>
                  </a:cubicBezTo>
                  <a:cubicBezTo>
                    <a:pt x="560" y="1160"/>
                    <a:pt x="578" y="1157"/>
                    <a:pt x="596" y="1153"/>
                  </a:cubicBezTo>
                  <a:cubicBezTo>
                    <a:pt x="798" y="1094"/>
                    <a:pt x="894" y="796"/>
                    <a:pt x="810" y="486"/>
                  </a:cubicBezTo>
                  <a:cubicBezTo>
                    <a:pt x="736" y="210"/>
                    <a:pt x="548" y="0"/>
                    <a:pt x="365" y="0"/>
                  </a:cubicBezTo>
                  <a:close/>
                </a:path>
              </a:pathLst>
            </a:custGeom>
            <a:solidFill>
              <a:srgbClr val="16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24"/>
            <p:cNvSpPr/>
            <p:nvPr/>
          </p:nvSpPr>
          <p:spPr>
            <a:xfrm>
              <a:off x="5591904" y="1705501"/>
              <a:ext cx="20723" cy="15915"/>
            </a:xfrm>
            <a:custGeom>
              <a:rect b="b" l="l" r="r" t="t"/>
              <a:pathLst>
                <a:path extrusionOk="0" h="513" w="668">
                  <a:moveTo>
                    <a:pt x="667" y="0"/>
                  </a:moveTo>
                  <a:cubicBezTo>
                    <a:pt x="667" y="0"/>
                    <a:pt x="441" y="12"/>
                    <a:pt x="262" y="167"/>
                  </a:cubicBezTo>
                  <a:cubicBezTo>
                    <a:pt x="72" y="310"/>
                    <a:pt x="1" y="512"/>
                    <a:pt x="1" y="512"/>
                  </a:cubicBezTo>
                  <a:cubicBezTo>
                    <a:pt x="1" y="512"/>
                    <a:pt x="215" y="476"/>
                    <a:pt x="405" y="345"/>
                  </a:cubicBezTo>
                  <a:cubicBezTo>
                    <a:pt x="596" y="191"/>
                    <a:pt x="667" y="0"/>
                    <a:pt x="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24"/>
            <p:cNvSpPr/>
            <p:nvPr/>
          </p:nvSpPr>
          <p:spPr>
            <a:xfrm>
              <a:off x="5322628" y="1758953"/>
              <a:ext cx="97193" cy="106252"/>
            </a:xfrm>
            <a:custGeom>
              <a:rect b="b" l="l" r="r" t="t"/>
              <a:pathLst>
                <a:path extrusionOk="0" h="3425" w="3133">
                  <a:moveTo>
                    <a:pt x="954" y="0"/>
                  </a:moveTo>
                  <a:cubicBezTo>
                    <a:pt x="823" y="0"/>
                    <a:pt x="684" y="47"/>
                    <a:pt x="549" y="170"/>
                  </a:cubicBezTo>
                  <a:cubicBezTo>
                    <a:pt x="1" y="694"/>
                    <a:pt x="441" y="2218"/>
                    <a:pt x="799" y="2611"/>
                  </a:cubicBezTo>
                  <a:cubicBezTo>
                    <a:pt x="882" y="2670"/>
                    <a:pt x="953" y="2754"/>
                    <a:pt x="1061" y="2825"/>
                  </a:cubicBezTo>
                  <a:cubicBezTo>
                    <a:pt x="1427" y="3121"/>
                    <a:pt x="2037" y="3424"/>
                    <a:pt x="2757" y="3424"/>
                  </a:cubicBezTo>
                  <a:cubicBezTo>
                    <a:pt x="2879" y="3424"/>
                    <a:pt x="3005" y="3416"/>
                    <a:pt x="3132" y="3397"/>
                  </a:cubicBezTo>
                  <a:lnTo>
                    <a:pt x="1715" y="468"/>
                  </a:lnTo>
                  <a:cubicBezTo>
                    <a:pt x="1715" y="468"/>
                    <a:pt x="1656" y="396"/>
                    <a:pt x="1561" y="301"/>
                  </a:cubicBezTo>
                  <a:cubicBezTo>
                    <a:pt x="1428" y="169"/>
                    <a:pt x="1204" y="0"/>
                    <a:pt x="954" y="0"/>
                  </a:cubicBezTo>
                  <a:close/>
                </a:path>
              </a:pathLst>
            </a:custGeom>
            <a:solidFill>
              <a:srgbClr val="FFB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24"/>
            <p:cNvSpPr/>
            <p:nvPr/>
          </p:nvSpPr>
          <p:spPr>
            <a:xfrm>
              <a:off x="5327065" y="1762427"/>
              <a:ext cx="92757" cy="102778"/>
            </a:xfrm>
            <a:custGeom>
              <a:rect b="b" l="l" r="r" t="t"/>
              <a:pathLst>
                <a:path extrusionOk="0" h="3313" w="2990">
                  <a:moveTo>
                    <a:pt x="957" y="1"/>
                  </a:moveTo>
                  <a:cubicBezTo>
                    <a:pt x="828" y="1"/>
                    <a:pt x="693" y="50"/>
                    <a:pt x="560" y="177"/>
                  </a:cubicBezTo>
                  <a:cubicBezTo>
                    <a:pt x="1" y="701"/>
                    <a:pt x="453" y="2225"/>
                    <a:pt x="810" y="2618"/>
                  </a:cubicBezTo>
                  <a:cubicBezTo>
                    <a:pt x="834" y="2642"/>
                    <a:pt x="870" y="2689"/>
                    <a:pt x="918" y="2713"/>
                  </a:cubicBezTo>
                  <a:cubicBezTo>
                    <a:pt x="1284" y="3009"/>
                    <a:pt x="1894" y="3312"/>
                    <a:pt x="2614" y="3312"/>
                  </a:cubicBezTo>
                  <a:cubicBezTo>
                    <a:pt x="2736" y="3312"/>
                    <a:pt x="2862" y="3304"/>
                    <a:pt x="2989" y="3285"/>
                  </a:cubicBezTo>
                  <a:lnTo>
                    <a:pt x="1572" y="356"/>
                  </a:lnTo>
                  <a:cubicBezTo>
                    <a:pt x="1572" y="356"/>
                    <a:pt x="1513" y="284"/>
                    <a:pt x="1418" y="189"/>
                  </a:cubicBezTo>
                  <a:cubicBezTo>
                    <a:pt x="1288" y="87"/>
                    <a:pt x="1128" y="1"/>
                    <a:pt x="957" y="1"/>
                  </a:cubicBez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24"/>
            <p:cNvSpPr/>
            <p:nvPr/>
          </p:nvSpPr>
          <p:spPr>
            <a:xfrm>
              <a:off x="5342948" y="1792829"/>
              <a:ext cx="50256" cy="53421"/>
            </a:xfrm>
            <a:custGeom>
              <a:rect b="b" l="l" r="r" t="t"/>
              <a:pathLst>
                <a:path extrusionOk="0" h="1722" w="1620">
                  <a:moveTo>
                    <a:pt x="289" y="1"/>
                  </a:moveTo>
                  <a:cubicBezTo>
                    <a:pt x="123" y="1"/>
                    <a:pt x="1" y="97"/>
                    <a:pt x="1" y="352"/>
                  </a:cubicBezTo>
                  <a:cubicBezTo>
                    <a:pt x="1" y="495"/>
                    <a:pt x="48" y="614"/>
                    <a:pt x="120" y="733"/>
                  </a:cubicBezTo>
                  <a:cubicBezTo>
                    <a:pt x="417" y="1209"/>
                    <a:pt x="1025" y="1483"/>
                    <a:pt x="1620" y="1721"/>
                  </a:cubicBezTo>
                  <a:cubicBezTo>
                    <a:pt x="1418" y="1507"/>
                    <a:pt x="1299" y="1233"/>
                    <a:pt x="1251" y="947"/>
                  </a:cubicBezTo>
                  <a:cubicBezTo>
                    <a:pt x="1239" y="852"/>
                    <a:pt x="1239" y="757"/>
                    <a:pt x="1203" y="650"/>
                  </a:cubicBezTo>
                  <a:cubicBezTo>
                    <a:pt x="1147" y="395"/>
                    <a:pt x="627" y="1"/>
                    <a:pt x="289" y="1"/>
                  </a:cubicBezTo>
                  <a:close/>
                </a:path>
              </a:pathLst>
            </a:custGeom>
            <a:solidFill>
              <a:srgbClr val="FF7D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24"/>
            <p:cNvSpPr/>
            <p:nvPr/>
          </p:nvSpPr>
          <p:spPr>
            <a:xfrm>
              <a:off x="5263903" y="1487010"/>
              <a:ext cx="355735" cy="329676"/>
            </a:xfrm>
            <a:custGeom>
              <a:rect b="b" l="l" r="r" t="t"/>
              <a:pathLst>
                <a:path extrusionOk="0" h="10627" w="11467">
                  <a:moveTo>
                    <a:pt x="8095" y="1"/>
                  </a:moveTo>
                  <a:cubicBezTo>
                    <a:pt x="6157" y="1"/>
                    <a:pt x="2584" y="905"/>
                    <a:pt x="1763" y="3888"/>
                  </a:cubicBezTo>
                  <a:cubicBezTo>
                    <a:pt x="1763" y="3888"/>
                    <a:pt x="1" y="4412"/>
                    <a:pt x="108" y="6174"/>
                  </a:cubicBezTo>
                  <a:cubicBezTo>
                    <a:pt x="167" y="7281"/>
                    <a:pt x="596" y="8377"/>
                    <a:pt x="1180" y="9270"/>
                  </a:cubicBezTo>
                  <a:cubicBezTo>
                    <a:pt x="1525" y="9829"/>
                    <a:pt x="1930" y="10282"/>
                    <a:pt x="2323" y="10627"/>
                  </a:cubicBezTo>
                  <a:lnTo>
                    <a:pt x="2323" y="9662"/>
                  </a:lnTo>
                  <a:cubicBezTo>
                    <a:pt x="2323" y="9288"/>
                    <a:pt x="2626" y="9029"/>
                    <a:pt x="2952" y="9029"/>
                  </a:cubicBezTo>
                  <a:cubicBezTo>
                    <a:pt x="3082" y="9029"/>
                    <a:pt x="3216" y="9071"/>
                    <a:pt x="3335" y="9162"/>
                  </a:cubicBezTo>
                  <a:lnTo>
                    <a:pt x="4049" y="9674"/>
                  </a:lnTo>
                  <a:lnTo>
                    <a:pt x="3430" y="7055"/>
                  </a:lnTo>
                  <a:cubicBezTo>
                    <a:pt x="3430" y="7055"/>
                    <a:pt x="4204" y="6269"/>
                    <a:pt x="4382" y="6043"/>
                  </a:cubicBezTo>
                  <a:cubicBezTo>
                    <a:pt x="4382" y="6043"/>
                    <a:pt x="3906" y="4721"/>
                    <a:pt x="4168" y="4543"/>
                  </a:cubicBezTo>
                  <a:cubicBezTo>
                    <a:pt x="4203" y="4517"/>
                    <a:pt x="4295" y="4506"/>
                    <a:pt x="4429" y="4506"/>
                  </a:cubicBezTo>
                  <a:cubicBezTo>
                    <a:pt x="5155" y="4506"/>
                    <a:pt x="7124" y="4821"/>
                    <a:pt x="8091" y="4821"/>
                  </a:cubicBezTo>
                  <a:cubicBezTo>
                    <a:pt x="8279" y="4821"/>
                    <a:pt x="8430" y="4810"/>
                    <a:pt x="8526" y="4781"/>
                  </a:cubicBezTo>
                  <a:cubicBezTo>
                    <a:pt x="9102" y="4602"/>
                    <a:pt x="9926" y="4150"/>
                    <a:pt x="10364" y="4150"/>
                  </a:cubicBezTo>
                  <a:cubicBezTo>
                    <a:pt x="10451" y="4150"/>
                    <a:pt x="10522" y="4168"/>
                    <a:pt x="10574" y="4209"/>
                  </a:cubicBezTo>
                  <a:cubicBezTo>
                    <a:pt x="10883" y="4471"/>
                    <a:pt x="11169" y="5674"/>
                    <a:pt x="11169" y="5674"/>
                  </a:cubicBezTo>
                  <a:lnTo>
                    <a:pt x="11371" y="5936"/>
                  </a:lnTo>
                  <a:cubicBezTo>
                    <a:pt x="11371" y="5936"/>
                    <a:pt x="11467" y="5079"/>
                    <a:pt x="11443" y="4198"/>
                  </a:cubicBezTo>
                  <a:cubicBezTo>
                    <a:pt x="11431" y="3638"/>
                    <a:pt x="11359" y="3055"/>
                    <a:pt x="11181" y="2638"/>
                  </a:cubicBezTo>
                  <a:cubicBezTo>
                    <a:pt x="10705" y="1531"/>
                    <a:pt x="9657" y="1197"/>
                    <a:pt x="9657" y="1197"/>
                  </a:cubicBezTo>
                  <a:lnTo>
                    <a:pt x="9657" y="1197"/>
                  </a:lnTo>
                  <a:cubicBezTo>
                    <a:pt x="9657" y="1197"/>
                    <a:pt x="10716" y="1233"/>
                    <a:pt x="10895" y="1352"/>
                  </a:cubicBezTo>
                  <a:cubicBezTo>
                    <a:pt x="10871" y="1304"/>
                    <a:pt x="10335" y="435"/>
                    <a:pt x="8990" y="90"/>
                  </a:cubicBezTo>
                  <a:cubicBezTo>
                    <a:pt x="8770" y="33"/>
                    <a:pt x="8462" y="1"/>
                    <a:pt x="8095" y="1"/>
                  </a:cubicBezTo>
                  <a:close/>
                </a:path>
              </a:pathLst>
            </a:custGeom>
            <a:solidFill>
              <a:srgbClr val="3F0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24"/>
            <p:cNvSpPr/>
            <p:nvPr/>
          </p:nvSpPr>
          <p:spPr>
            <a:xfrm>
              <a:off x="5361438" y="1935967"/>
              <a:ext cx="246008" cy="150366"/>
            </a:xfrm>
            <a:custGeom>
              <a:rect b="b" l="l" r="r" t="t"/>
              <a:pathLst>
                <a:path extrusionOk="0" h="4847" w="7930">
                  <a:moveTo>
                    <a:pt x="6048" y="1"/>
                  </a:moveTo>
                  <a:cubicBezTo>
                    <a:pt x="6048" y="1"/>
                    <a:pt x="4215" y="2025"/>
                    <a:pt x="2715" y="2144"/>
                  </a:cubicBezTo>
                  <a:lnTo>
                    <a:pt x="2143" y="84"/>
                  </a:lnTo>
                  <a:cubicBezTo>
                    <a:pt x="2143" y="84"/>
                    <a:pt x="179" y="1429"/>
                    <a:pt x="95" y="1917"/>
                  </a:cubicBezTo>
                  <a:cubicBezTo>
                    <a:pt x="0" y="2406"/>
                    <a:pt x="524" y="4346"/>
                    <a:pt x="524" y="4346"/>
                  </a:cubicBezTo>
                  <a:lnTo>
                    <a:pt x="2953" y="3203"/>
                  </a:lnTo>
                  <a:lnTo>
                    <a:pt x="4572" y="4846"/>
                  </a:lnTo>
                  <a:cubicBezTo>
                    <a:pt x="4572" y="4846"/>
                    <a:pt x="7930" y="1917"/>
                    <a:pt x="7691" y="1203"/>
                  </a:cubicBezTo>
                  <a:cubicBezTo>
                    <a:pt x="7453" y="489"/>
                    <a:pt x="6048" y="1"/>
                    <a:pt x="6048" y="1"/>
                  </a:cubicBezTo>
                  <a:close/>
                </a:path>
              </a:pathLst>
            </a:custGeom>
            <a:solidFill>
              <a:srgbClr val="432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24"/>
            <p:cNvSpPr/>
            <p:nvPr/>
          </p:nvSpPr>
          <p:spPr>
            <a:xfrm>
              <a:off x="5191155" y="2260276"/>
              <a:ext cx="487581" cy="340069"/>
            </a:xfrm>
            <a:custGeom>
              <a:rect b="b" l="l" r="r" t="t"/>
              <a:pathLst>
                <a:path extrusionOk="0" h="10962" w="15717">
                  <a:moveTo>
                    <a:pt x="584" y="0"/>
                  </a:moveTo>
                  <a:lnTo>
                    <a:pt x="0" y="2191"/>
                  </a:lnTo>
                  <a:cubicBezTo>
                    <a:pt x="0" y="2191"/>
                    <a:pt x="7968" y="10962"/>
                    <a:pt x="11715" y="10962"/>
                  </a:cubicBezTo>
                  <a:cubicBezTo>
                    <a:pt x="11865" y="10962"/>
                    <a:pt x="12009" y="10948"/>
                    <a:pt x="12145" y="10918"/>
                  </a:cubicBezTo>
                  <a:cubicBezTo>
                    <a:pt x="13752" y="10573"/>
                    <a:pt x="15717" y="5429"/>
                    <a:pt x="15717" y="5429"/>
                  </a:cubicBezTo>
                  <a:lnTo>
                    <a:pt x="11204" y="3060"/>
                  </a:lnTo>
                  <a:lnTo>
                    <a:pt x="10240" y="4822"/>
                  </a:lnTo>
                  <a:lnTo>
                    <a:pt x="584" y="0"/>
                  </a:ln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24"/>
            <p:cNvSpPr/>
            <p:nvPr/>
          </p:nvSpPr>
          <p:spPr>
            <a:xfrm>
              <a:off x="5498464" y="2002821"/>
              <a:ext cx="315468" cy="489070"/>
            </a:xfrm>
            <a:custGeom>
              <a:rect b="b" l="l" r="r" t="t"/>
              <a:pathLst>
                <a:path extrusionOk="0" h="15765" w="10169">
                  <a:moveTo>
                    <a:pt x="6203" y="1"/>
                  </a:moveTo>
                  <a:cubicBezTo>
                    <a:pt x="6203" y="1"/>
                    <a:pt x="5275" y="251"/>
                    <a:pt x="4715" y="1322"/>
                  </a:cubicBezTo>
                  <a:cubicBezTo>
                    <a:pt x="4167" y="2394"/>
                    <a:pt x="0" y="11597"/>
                    <a:pt x="0" y="11597"/>
                  </a:cubicBezTo>
                  <a:lnTo>
                    <a:pt x="7204" y="15764"/>
                  </a:lnTo>
                  <a:cubicBezTo>
                    <a:pt x="7204" y="15764"/>
                    <a:pt x="10168" y="6370"/>
                    <a:pt x="10061" y="4942"/>
                  </a:cubicBezTo>
                  <a:cubicBezTo>
                    <a:pt x="9966" y="3513"/>
                    <a:pt x="8882" y="1346"/>
                    <a:pt x="8382" y="929"/>
                  </a:cubicBezTo>
                  <a:cubicBezTo>
                    <a:pt x="7894" y="489"/>
                    <a:pt x="6203" y="1"/>
                    <a:pt x="6203" y="1"/>
                  </a:cubicBezTo>
                  <a:close/>
                </a:path>
              </a:pathLst>
            </a:custGeom>
            <a:solidFill>
              <a:srgbClr val="432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24"/>
            <p:cNvSpPr/>
            <p:nvPr/>
          </p:nvSpPr>
          <p:spPr>
            <a:xfrm>
              <a:off x="5030831" y="2108670"/>
              <a:ext cx="195442" cy="226092"/>
            </a:xfrm>
            <a:custGeom>
              <a:rect b="b" l="l" r="r" t="t"/>
              <a:pathLst>
                <a:path extrusionOk="0" h="7288" w="6300">
                  <a:moveTo>
                    <a:pt x="1488" y="0"/>
                  </a:moveTo>
                  <a:cubicBezTo>
                    <a:pt x="1364" y="0"/>
                    <a:pt x="1273" y="31"/>
                    <a:pt x="1227" y="101"/>
                  </a:cubicBezTo>
                  <a:cubicBezTo>
                    <a:pt x="953" y="494"/>
                    <a:pt x="3835" y="2006"/>
                    <a:pt x="3835" y="2006"/>
                  </a:cubicBezTo>
                  <a:lnTo>
                    <a:pt x="3740" y="2899"/>
                  </a:lnTo>
                  <a:lnTo>
                    <a:pt x="2466" y="2375"/>
                  </a:lnTo>
                  <a:lnTo>
                    <a:pt x="489" y="2601"/>
                  </a:lnTo>
                  <a:cubicBezTo>
                    <a:pt x="489" y="2601"/>
                    <a:pt x="370" y="2970"/>
                    <a:pt x="251" y="3423"/>
                  </a:cubicBezTo>
                  <a:cubicBezTo>
                    <a:pt x="239" y="3470"/>
                    <a:pt x="227" y="3506"/>
                    <a:pt x="227" y="3554"/>
                  </a:cubicBezTo>
                  <a:lnTo>
                    <a:pt x="227" y="3566"/>
                  </a:lnTo>
                  <a:cubicBezTo>
                    <a:pt x="227" y="3589"/>
                    <a:pt x="227" y="3601"/>
                    <a:pt x="215" y="3613"/>
                  </a:cubicBezTo>
                  <a:cubicBezTo>
                    <a:pt x="191" y="3661"/>
                    <a:pt x="180" y="3720"/>
                    <a:pt x="168" y="3780"/>
                  </a:cubicBezTo>
                  <a:cubicBezTo>
                    <a:pt x="108" y="4006"/>
                    <a:pt x="60" y="4244"/>
                    <a:pt x="37" y="4447"/>
                  </a:cubicBezTo>
                  <a:cubicBezTo>
                    <a:pt x="37" y="4482"/>
                    <a:pt x="37" y="4506"/>
                    <a:pt x="13" y="4518"/>
                  </a:cubicBezTo>
                  <a:cubicBezTo>
                    <a:pt x="1" y="4661"/>
                    <a:pt x="1" y="4780"/>
                    <a:pt x="1" y="4875"/>
                  </a:cubicBezTo>
                  <a:cubicBezTo>
                    <a:pt x="1" y="4982"/>
                    <a:pt x="13" y="5078"/>
                    <a:pt x="60" y="5149"/>
                  </a:cubicBezTo>
                  <a:lnTo>
                    <a:pt x="1608" y="5316"/>
                  </a:lnTo>
                  <a:cubicBezTo>
                    <a:pt x="1608" y="5316"/>
                    <a:pt x="2775" y="7114"/>
                    <a:pt x="3049" y="7257"/>
                  </a:cubicBezTo>
                  <a:cubicBezTo>
                    <a:pt x="3092" y="7278"/>
                    <a:pt x="3194" y="7287"/>
                    <a:pt x="3336" y="7287"/>
                  </a:cubicBezTo>
                  <a:cubicBezTo>
                    <a:pt x="3587" y="7287"/>
                    <a:pt x="3963" y="7259"/>
                    <a:pt x="4359" y="7221"/>
                  </a:cubicBezTo>
                  <a:cubicBezTo>
                    <a:pt x="4585" y="7185"/>
                    <a:pt x="4823" y="7161"/>
                    <a:pt x="5049" y="7126"/>
                  </a:cubicBezTo>
                  <a:lnTo>
                    <a:pt x="5061" y="7126"/>
                  </a:lnTo>
                  <a:cubicBezTo>
                    <a:pt x="5133" y="7114"/>
                    <a:pt x="5228" y="7114"/>
                    <a:pt x="5299" y="7102"/>
                  </a:cubicBezTo>
                  <a:lnTo>
                    <a:pt x="5430" y="6459"/>
                  </a:lnTo>
                  <a:lnTo>
                    <a:pt x="5466" y="6292"/>
                  </a:lnTo>
                  <a:lnTo>
                    <a:pt x="5478" y="6221"/>
                  </a:lnTo>
                  <a:lnTo>
                    <a:pt x="5490" y="6149"/>
                  </a:lnTo>
                  <a:lnTo>
                    <a:pt x="6299" y="5173"/>
                  </a:lnTo>
                  <a:cubicBezTo>
                    <a:pt x="6287" y="5137"/>
                    <a:pt x="5906" y="3923"/>
                    <a:pt x="5883" y="3863"/>
                  </a:cubicBezTo>
                  <a:cubicBezTo>
                    <a:pt x="5811" y="3685"/>
                    <a:pt x="5728" y="3494"/>
                    <a:pt x="5633" y="3268"/>
                  </a:cubicBezTo>
                  <a:cubicBezTo>
                    <a:pt x="5573" y="3137"/>
                    <a:pt x="5490" y="2994"/>
                    <a:pt x="5418" y="2839"/>
                  </a:cubicBezTo>
                  <a:cubicBezTo>
                    <a:pt x="5156" y="2304"/>
                    <a:pt x="4835" y="1756"/>
                    <a:pt x="4502" y="1387"/>
                  </a:cubicBezTo>
                  <a:cubicBezTo>
                    <a:pt x="4347" y="1220"/>
                    <a:pt x="4204" y="1101"/>
                    <a:pt x="4061" y="1030"/>
                  </a:cubicBezTo>
                  <a:cubicBezTo>
                    <a:pt x="3235" y="602"/>
                    <a:pt x="2037" y="0"/>
                    <a:pt x="1488" y="0"/>
                  </a:cubicBez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24"/>
            <p:cNvSpPr/>
            <p:nvPr/>
          </p:nvSpPr>
          <p:spPr>
            <a:xfrm>
              <a:off x="5036756" y="2209679"/>
              <a:ext cx="67257" cy="15915"/>
            </a:xfrm>
            <a:custGeom>
              <a:rect b="b" l="l" r="r" t="t"/>
              <a:pathLst>
                <a:path extrusionOk="0" h="513" w="2168">
                  <a:moveTo>
                    <a:pt x="882" y="0"/>
                  </a:moveTo>
                  <a:cubicBezTo>
                    <a:pt x="548" y="12"/>
                    <a:pt x="250" y="95"/>
                    <a:pt x="48" y="167"/>
                  </a:cubicBezTo>
                  <a:lnTo>
                    <a:pt x="0" y="345"/>
                  </a:lnTo>
                  <a:lnTo>
                    <a:pt x="929" y="345"/>
                  </a:lnTo>
                  <a:cubicBezTo>
                    <a:pt x="1274" y="345"/>
                    <a:pt x="1572" y="369"/>
                    <a:pt x="1786" y="417"/>
                  </a:cubicBezTo>
                  <a:cubicBezTo>
                    <a:pt x="1846" y="429"/>
                    <a:pt x="1894" y="453"/>
                    <a:pt x="1941" y="453"/>
                  </a:cubicBezTo>
                  <a:cubicBezTo>
                    <a:pt x="1989" y="464"/>
                    <a:pt x="2025" y="476"/>
                    <a:pt x="2060" y="476"/>
                  </a:cubicBezTo>
                  <a:cubicBezTo>
                    <a:pt x="2120" y="488"/>
                    <a:pt x="2167" y="512"/>
                    <a:pt x="2167" y="512"/>
                  </a:cubicBezTo>
                  <a:cubicBezTo>
                    <a:pt x="2167" y="512"/>
                    <a:pt x="2132" y="476"/>
                    <a:pt x="2072" y="429"/>
                  </a:cubicBezTo>
                  <a:cubicBezTo>
                    <a:pt x="2048" y="405"/>
                    <a:pt x="2013" y="393"/>
                    <a:pt x="1965" y="345"/>
                  </a:cubicBezTo>
                  <a:cubicBezTo>
                    <a:pt x="1929" y="310"/>
                    <a:pt x="1882" y="286"/>
                    <a:pt x="1822" y="250"/>
                  </a:cubicBezTo>
                  <a:cubicBezTo>
                    <a:pt x="1596" y="119"/>
                    <a:pt x="1251" y="12"/>
                    <a:pt x="882" y="0"/>
                  </a:cubicBezTo>
                  <a:close/>
                </a:path>
              </a:pathLst>
            </a:custGeom>
            <a:solidFill>
              <a:srgbClr val="CF4A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24"/>
            <p:cNvSpPr/>
            <p:nvPr/>
          </p:nvSpPr>
          <p:spPr>
            <a:xfrm>
              <a:off x="5030831" y="2237723"/>
              <a:ext cx="73554" cy="15915"/>
            </a:xfrm>
            <a:custGeom>
              <a:rect b="b" l="l" r="r" t="t"/>
              <a:pathLst>
                <a:path extrusionOk="0" h="513" w="2371">
                  <a:moveTo>
                    <a:pt x="1084" y="1"/>
                  </a:moveTo>
                  <a:cubicBezTo>
                    <a:pt x="715" y="1"/>
                    <a:pt x="406" y="72"/>
                    <a:pt x="180" y="168"/>
                  </a:cubicBezTo>
                  <a:cubicBezTo>
                    <a:pt x="132" y="215"/>
                    <a:pt x="72" y="239"/>
                    <a:pt x="13" y="275"/>
                  </a:cubicBezTo>
                  <a:cubicBezTo>
                    <a:pt x="13" y="299"/>
                    <a:pt x="13" y="322"/>
                    <a:pt x="1" y="346"/>
                  </a:cubicBezTo>
                  <a:lnTo>
                    <a:pt x="1132" y="346"/>
                  </a:lnTo>
                  <a:cubicBezTo>
                    <a:pt x="1477" y="346"/>
                    <a:pt x="1775" y="382"/>
                    <a:pt x="2001" y="418"/>
                  </a:cubicBezTo>
                  <a:cubicBezTo>
                    <a:pt x="2061" y="441"/>
                    <a:pt x="2096" y="453"/>
                    <a:pt x="2144" y="453"/>
                  </a:cubicBezTo>
                  <a:cubicBezTo>
                    <a:pt x="2192" y="465"/>
                    <a:pt x="2239" y="477"/>
                    <a:pt x="2263" y="477"/>
                  </a:cubicBezTo>
                  <a:cubicBezTo>
                    <a:pt x="2323" y="501"/>
                    <a:pt x="2370" y="513"/>
                    <a:pt x="2370" y="513"/>
                  </a:cubicBezTo>
                  <a:cubicBezTo>
                    <a:pt x="2370" y="513"/>
                    <a:pt x="2335" y="477"/>
                    <a:pt x="2275" y="430"/>
                  </a:cubicBezTo>
                  <a:cubicBezTo>
                    <a:pt x="2251" y="406"/>
                    <a:pt x="2216" y="394"/>
                    <a:pt x="2180" y="346"/>
                  </a:cubicBezTo>
                  <a:cubicBezTo>
                    <a:pt x="2132" y="311"/>
                    <a:pt x="2085" y="287"/>
                    <a:pt x="2025" y="251"/>
                  </a:cubicBezTo>
                  <a:cubicBezTo>
                    <a:pt x="1799" y="120"/>
                    <a:pt x="1465" y="13"/>
                    <a:pt x="1084" y="1"/>
                  </a:cubicBezTo>
                  <a:close/>
                </a:path>
              </a:pathLst>
            </a:custGeom>
            <a:solidFill>
              <a:srgbClr val="CF4A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24"/>
            <p:cNvSpPr/>
            <p:nvPr/>
          </p:nvSpPr>
          <p:spPr>
            <a:xfrm>
              <a:off x="4897868" y="2201023"/>
              <a:ext cx="86832" cy="130946"/>
            </a:xfrm>
            <a:custGeom>
              <a:rect b="b" l="l" r="r" t="t"/>
              <a:pathLst>
                <a:path extrusionOk="0" h="4221" w="2799">
                  <a:moveTo>
                    <a:pt x="1970" y="1"/>
                  </a:moveTo>
                  <a:cubicBezTo>
                    <a:pt x="1311" y="1"/>
                    <a:pt x="667" y="148"/>
                    <a:pt x="667" y="148"/>
                  </a:cubicBezTo>
                  <a:cubicBezTo>
                    <a:pt x="513" y="410"/>
                    <a:pt x="382" y="732"/>
                    <a:pt x="298" y="1053"/>
                  </a:cubicBezTo>
                  <a:cubicBezTo>
                    <a:pt x="1" y="2291"/>
                    <a:pt x="239" y="3720"/>
                    <a:pt x="239" y="3720"/>
                  </a:cubicBezTo>
                  <a:cubicBezTo>
                    <a:pt x="937" y="4200"/>
                    <a:pt x="1936" y="4220"/>
                    <a:pt x="2098" y="4220"/>
                  </a:cubicBezTo>
                  <a:cubicBezTo>
                    <a:pt x="2112" y="4220"/>
                    <a:pt x="2120" y="4220"/>
                    <a:pt x="2120" y="4220"/>
                  </a:cubicBezTo>
                  <a:cubicBezTo>
                    <a:pt x="2239" y="4065"/>
                    <a:pt x="2334" y="3863"/>
                    <a:pt x="2418" y="3649"/>
                  </a:cubicBezTo>
                  <a:cubicBezTo>
                    <a:pt x="2441" y="3553"/>
                    <a:pt x="2489" y="3446"/>
                    <a:pt x="2501" y="3363"/>
                  </a:cubicBezTo>
                  <a:cubicBezTo>
                    <a:pt x="2561" y="3137"/>
                    <a:pt x="2620" y="2898"/>
                    <a:pt x="2644" y="2660"/>
                  </a:cubicBezTo>
                  <a:cubicBezTo>
                    <a:pt x="2668" y="2553"/>
                    <a:pt x="2680" y="2458"/>
                    <a:pt x="2692" y="2339"/>
                  </a:cubicBezTo>
                  <a:cubicBezTo>
                    <a:pt x="2727" y="2053"/>
                    <a:pt x="2751" y="1767"/>
                    <a:pt x="2763" y="1505"/>
                  </a:cubicBezTo>
                  <a:cubicBezTo>
                    <a:pt x="2763" y="1386"/>
                    <a:pt x="2787" y="1279"/>
                    <a:pt x="2787" y="1172"/>
                  </a:cubicBezTo>
                  <a:cubicBezTo>
                    <a:pt x="2799" y="886"/>
                    <a:pt x="2787" y="636"/>
                    <a:pt x="2787" y="446"/>
                  </a:cubicBezTo>
                  <a:cubicBezTo>
                    <a:pt x="2787" y="220"/>
                    <a:pt x="2763" y="101"/>
                    <a:pt x="2763" y="101"/>
                  </a:cubicBezTo>
                  <a:cubicBezTo>
                    <a:pt x="2527" y="27"/>
                    <a:pt x="2247" y="1"/>
                    <a:pt x="1970" y="1"/>
                  </a:cubicBez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24"/>
            <p:cNvSpPr/>
            <p:nvPr/>
          </p:nvSpPr>
          <p:spPr>
            <a:xfrm>
              <a:off x="4942944" y="2232977"/>
              <a:ext cx="41384" cy="14767"/>
            </a:xfrm>
            <a:custGeom>
              <a:rect b="b" l="l" r="r" t="t"/>
              <a:pathLst>
                <a:path extrusionOk="0" h="476" w="1334">
                  <a:moveTo>
                    <a:pt x="712" y="1"/>
                  </a:moveTo>
                  <a:cubicBezTo>
                    <a:pt x="544" y="1"/>
                    <a:pt x="393" y="27"/>
                    <a:pt x="274" y="59"/>
                  </a:cubicBezTo>
                  <a:cubicBezTo>
                    <a:pt x="107" y="94"/>
                    <a:pt x="0" y="154"/>
                    <a:pt x="0" y="154"/>
                  </a:cubicBezTo>
                  <a:cubicBezTo>
                    <a:pt x="0" y="154"/>
                    <a:pt x="107" y="202"/>
                    <a:pt x="274" y="249"/>
                  </a:cubicBezTo>
                  <a:cubicBezTo>
                    <a:pt x="441" y="309"/>
                    <a:pt x="655" y="368"/>
                    <a:pt x="893" y="416"/>
                  </a:cubicBezTo>
                  <a:cubicBezTo>
                    <a:pt x="1048" y="440"/>
                    <a:pt x="1179" y="452"/>
                    <a:pt x="1310" y="475"/>
                  </a:cubicBezTo>
                  <a:cubicBezTo>
                    <a:pt x="1310" y="356"/>
                    <a:pt x="1334" y="249"/>
                    <a:pt x="1334" y="142"/>
                  </a:cubicBezTo>
                  <a:cubicBezTo>
                    <a:pt x="1227" y="94"/>
                    <a:pt x="1108" y="59"/>
                    <a:pt x="977" y="23"/>
                  </a:cubicBezTo>
                  <a:cubicBezTo>
                    <a:pt x="885" y="7"/>
                    <a:pt x="797" y="1"/>
                    <a:pt x="712" y="1"/>
                  </a:cubicBezTo>
                  <a:close/>
                </a:path>
              </a:pathLst>
            </a:custGeom>
            <a:solidFill>
              <a:srgbClr val="CF4A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24"/>
            <p:cNvSpPr/>
            <p:nvPr/>
          </p:nvSpPr>
          <p:spPr>
            <a:xfrm>
              <a:off x="4942199" y="2268497"/>
              <a:ext cx="39926" cy="14705"/>
            </a:xfrm>
            <a:custGeom>
              <a:rect b="b" l="l" r="r" t="t"/>
              <a:pathLst>
                <a:path extrusionOk="0" h="474" w="1287">
                  <a:moveTo>
                    <a:pt x="631" y="0"/>
                  </a:moveTo>
                  <a:cubicBezTo>
                    <a:pt x="490" y="0"/>
                    <a:pt x="363" y="16"/>
                    <a:pt x="262" y="45"/>
                  </a:cubicBezTo>
                  <a:cubicBezTo>
                    <a:pt x="96" y="81"/>
                    <a:pt x="0" y="128"/>
                    <a:pt x="0" y="128"/>
                  </a:cubicBezTo>
                  <a:cubicBezTo>
                    <a:pt x="0" y="128"/>
                    <a:pt x="108" y="176"/>
                    <a:pt x="250" y="235"/>
                  </a:cubicBezTo>
                  <a:cubicBezTo>
                    <a:pt x="405" y="295"/>
                    <a:pt x="608" y="366"/>
                    <a:pt x="846" y="414"/>
                  </a:cubicBezTo>
                  <a:cubicBezTo>
                    <a:pt x="989" y="438"/>
                    <a:pt x="1120" y="462"/>
                    <a:pt x="1239" y="473"/>
                  </a:cubicBezTo>
                  <a:cubicBezTo>
                    <a:pt x="1251" y="366"/>
                    <a:pt x="1263" y="259"/>
                    <a:pt x="1286" y="140"/>
                  </a:cubicBezTo>
                  <a:cubicBezTo>
                    <a:pt x="1179" y="104"/>
                    <a:pt x="1060" y="57"/>
                    <a:pt x="917" y="21"/>
                  </a:cubicBezTo>
                  <a:cubicBezTo>
                    <a:pt x="819" y="7"/>
                    <a:pt x="722" y="0"/>
                    <a:pt x="631" y="0"/>
                  </a:cubicBezTo>
                  <a:close/>
                </a:path>
              </a:pathLst>
            </a:custGeom>
            <a:solidFill>
              <a:srgbClr val="CF4A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24"/>
            <p:cNvSpPr/>
            <p:nvPr/>
          </p:nvSpPr>
          <p:spPr>
            <a:xfrm>
              <a:off x="4931497" y="2299830"/>
              <a:ext cx="44331" cy="14394"/>
            </a:xfrm>
            <a:custGeom>
              <a:rect b="b" l="l" r="r" t="t"/>
              <a:pathLst>
                <a:path extrusionOk="0" h="464" w="1429">
                  <a:moveTo>
                    <a:pt x="642" y="0"/>
                  </a:moveTo>
                  <a:cubicBezTo>
                    <a:pt x="512" y="0"/>
                    <a:pt x="396" y="10"/>
                    <a:pt x="298" y="23"/>
                  </a:cubicBezTo>
                  <a:cubicBezTo>
                    <a:pt x="107" y="59"/>
                    <a:pt x="0" y="106"/>
                    <a:pt x="0" y="106"/>
                  </a:cubicBezTo>
                  <a:cubicBezTo>
                    <a:pt x="0" y="106"/>
                    <a:pt x="107" y="166"/>
                    <a:pt x="274" y="225"/>
                  </a:cubicBezTo>
                  <a:cubicBezTo>
                    <a:pt x="429" y="285"/>
                    <a:pt x="655" y="356"/>
                    <a:pt x="905" y="416"/>
                  </a:cubicBezTo>
                  <a:cubicBezTo>
                    <a:pt x="1060" y="440"/>
                    <a:pt x="1203" y="464"/>
                    <a:pt x="1346" y="464"/>
                  </a:cubicBezTo>
                  <a:cubicBezTo>
                    <a:pt x="1369" y="368"/>
                    <a:pt x="1417" y="261"/>
                    <a:pt x="1429" y="178"/>
                  </a:cubicBezTo>
                  <a:cubicBezTo>
                    <a:pt x="1298" y="118"/>
                    <a:pt x="1143" y="59"/>
                    <a:pt x="988" y="23"/>
                  </a:cubicBezTo>
                  <a:cubicBezTo>
                    <a:pt x="865" y="7"/>
                    <a:pt x="748" y="0"/>
                    <a:pt x="642" y="0"/>
                  </a:cubicBezTo>
                  <a:close/>
                </a:path>
              </a:pathLst>
            </a:custGeom>
            <a:solidFill>
              <a:srgbClr val="CF4A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24"/>
            <p:cNvSpPr/>
            <p:nvPr/>
          </p:nvSpPr>
          <p:spPr>
            <a:xfrm>
              <a:off x="4908230" y="2201023"/>
              <a:ext cx="76470" cy="31953"/>
            </a:xfrm>
            <a:custGeom>
              <a:rect b="b" l="l" r="r" t="t"/>
              <a:pathLst>
                <a:path extrusionOk="0" h="1030" w="2465">
                  <a:moveTo>
                    <a:pt x="1655" y="1"/>
                  </a:moveTo>
                  <a:cubicBezTo>
                    <a:pt x="995" y="1"/>
                    <a:pt x="357" y="148"/>
                    <a:pt x="357" y="148"/>
                  </a:cubicBezTo>
                  <a:cubicBezTo>
                    <a:pt x="191" y="398"/>
                    <a:pt x="72" y="708"/>
                    <a:pt x="0" y="1029"/>
                  </a:cubicBezTo>
                  <a:cubicBezTo>
                    <a:pt x="202" y="827"/>
                    <a:pt x="429" y="672"/>
                    <a:pt x="691" y="577"/>
                  </a:cubicBezTo>
                  <a:cubicBezTo>
                    <a:pt x="929" y="493"/>
                    <a:pt x="1191" y="458"/>
                    <a:pt x="1441" y="446"/>
                  </a:cubicBezTo>
                  <a:cubicBezTo>
                    <a:pt x="1655" y="420"/>
                    <a:pt x="1870" y="400"/>
                    <a:pt x="2084" y="400"/>
                  </a:cubicBezTo>
                  <a:cubicBezTo>
                    <a:pt x="2167" y="400"/>
                    <a:pt x="2251" y="403"/>
                    <a:pt x="2334" y="410"/>
                  </a:cubicBezTo>
                  <a:cubicBezTo>
                    <a:pt x="2381" y="410"/>
                    <a:pt x="2417" y="434"/>
                    <a:pt x="2465" y="446"/>
                  </a:cubicBezTo>
                  <a:cubicBezTo>
                    <a:pt x="2465" y="220"/>
                    <a:pt x="2453" y="101"/>
                    <a:pt x="2453" y="101"/>
                  </a:cubicBezTo>
                  <a:cubicBezTo>
                    <a:pt x="2213" y="27"/>
                    <a:pt x="1932" y="1"/>
                    <a:pt x="1655" y="1"/>
                  </a:cubicBezTo>
                  <a:close/>
                </a:path>
              </a:pathLst>
            </a:custGeom>
            <a:solidFill>
              <a:srgbClr val="FFB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24"/>
            <p:cNvSpPr/>
            <p:nvPr/>
          </p:nvSpPr>
          <p:spPr>
            <a:xfrm>
              <a:off x="5893660" y="1898678"/>
              <a:ext cx="114535" cy="103429"/>
            </a:xfrm>
            <a:custGeom>
              <a:rect b="b" l="l" r="r" t="t"/>
              <a:pathLst>
                <a:path extrusionOk="0" h="3334" w="3692">
                  <a:moveTo>
                    <a:pt x="537" y="0"/>
                  </a:moveTo>
                  <a:cubicBezTo>
                    <a:pt x="322" y="12"/>
                    <a:pt x="156" y="191"/>
                    <a:pt x="144" y="393"/>
                  </a:cubicBezTo>
                  <a:lnTo>
                    <a:pt x="25" y="2881"/>
                  </a:lnTo>
                  <a:cubicBezTo>
                    <a:pt x="1" y="3119"/>
                    <a:pt x="203" y="3334"/>
                    <a:pt x="441" y="3334"/>
                  </a:cubicBezTo>
                  <a:cubicBezTo>
                    <a:pt x="680" y="3334"/>
                    <a:pt x="858" y="3131"/>
                    <a:pt x="870" y="2893"/>
                  </a:cubicBezTo>
                  <a:lnTo>
                    <a:pt x="953" y="1191"/>
                  </a:lnTo>
                  <a:lnTo>
                    <a:pt x="2418" y="2143"/>
                  </a:lnTo>
                  <a:lnTo>
                    <a:pt x="2323" y="2155"/>
                  </a:lnTo>
                  <a:cubicBezTo>
                    <a:pt x="2061" y="2215"/>
                    <a:pt x="2001" y="2560"/>
                    <a:pt x="2227" y="2703"/>
                  </a:cubicBezTo>
                  <a:cubicBezTo>
                    <a:pt x="2282" y="2739"/>
                    <a:pt x="2337" y="2755"/>
                    <a:pt x="2391" y="2755"/>
                  </a:cubicBezTo>
                  <a:cubicBezTo>
                    <a:pt x="2408" y="2755"/>
                    <a:pt x="2425" y="2753"/>
                    <a:pt x="2442" y="2750"/>
                  </a:cubicBezTo>
                  <a:lnTo>
                    <a:pt x="3394" y="2560"/>
                  </a:lnTo>
                  <a:cubicBezTo>
                    <a:pt x="3573" y="2524"/>
                    <a:pt x="3692" y="2346"/>
                    <a:pt x="3656" y="2167"/>
                  </a:cubicBezTo>
                  <a:lnTo>
                    <a:pt x="3454" y="1214"/>
                  </a:lnTo>
                  <a:cubicBezTo>
                    <a:pt x="3442" y="1143"/>
                    <a:pt x="3394" y="1072"/>
                    <a:pt x="3323" y="1024"/>
                  </a:cubicBezTo>
                  <a:cubicBezTo>
                    <a:pt x="3268" y="987"/>
                    <a:pt x="3210" y="970"/>
                    <a:pt x="3153" y="970"/>
                  </a:cubicBezTo>
                  <a:cubicBezTo>
                    <a:pt x="2974" y="970"/>
                    <a:pt x="2813" y="1135"/>
                    <a:pt x="2858" y="1334"/>
                  </a:cubicBezTo>
                  <a:lnTo>
                    <a:pt x="2882" y="1429"/>
                  </a:lnTo>
                  <a:lnTo>
                    <a:pt x="811" y="71"/>
                  </a:lnTo>
                  <a:cubicBezTo>
                    <a:pt x="739" y="24"/>
                    <a:pt x="644" y="0"/>
                    <a:pt x="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24"/>
            <p:cNvSpPr/>
            <p:nvPr/>
          </p:nvSpPr>
          <p:spPr>
            <a:xfrm>
              <a:off x="5983439" y="1978313"/>
              <a:ext cx="95673" cy="117451"/>
            </a:xfrm>
            <a:custGeom>
              <a:rect b="b" l="l" r="r" t="t"/>
              <a:pathLst>
                <a:path extrusionOk="0" h="3786" w="3084">
                  <a:moveTo>
                    <a:pt x="1563" y="0"/>
                  </a:moveTo>
                  <a:cubicBezTo>
                    <a:pt x="1393" y="0"/>
                    <a:pt x="1228" y="102"/>
                    <a:pt x="1155" y="267"/>
                  </a:cubicBezTo>
                  <a:cubicBezTo>
                    <a:pt x="1084" y="469"/>
                    <a:pt x="1179" y="683"/>
                    <a:pt x="1334" y="791"/>
                  </a:cubicBezTo>
                  <a:lnTo>
                    <a:pt x="2548" y="1576"/>
                  </a:lnTo>
                  <a:lnTo>
                    <a:pt x="905" y="2410"/>
                  </a:lnTo>
                  <a:lnTo>
                    <a:pt x="905" y="2410"/>
                  </a:lnTo>
                  <a:lnTo>
                    <a:pt x="941" y="2327"/>
                  </a:lnTo>
                  <a:cubicBezTo>
                    <a:pt x="998" y="2106"/>
                    <a:pt x="832" y="1924"/>
                    <a:pt x="640" y="1924"/>
                  </a:cubicBezTo>
                  <a:cubicBezTo>
                    <a:pt x="594" y="1924"/>
                    <a:pt x="546" y="1934"/>
                    <a:pt x="500" y="1957"/>
                  </a:cubicBezTo>
                  <a:cubicBezTo>
                    <a:pt x="429" y="1993"/>
                    <a:pt x="381" y="2053"/>
                    <a:pt x="357" y="2136"/>
                  </a:cubicBezTo>
                  <a:lnTo>
                    <a:pt x="60" y="3053"/>
                  </a:lnTo>
                  <a:cubicBezTo>
                    <a:pt x="0" y="3231"/>
                    <a:pt x="84" y="3410"/>
                    <a:pt x="262" y="3470"/>
                  </a:cubicBezTo>
                  <a:lnTo>
                    <a:pt x="1203" y="3767"/>
                  </a:lnTo>
                  <a:cubicBezTo>
                    <a:pt x="1238" y="3780"/>
                    <a:pt x="1269" y="3785"/>
                    <a:pt x="1299" y="3785"/>
                  </a:cubicBezTo>
                  <a:cubicBezTo>
                    <a:pt x="1350" y="3785"/>
                    <a:pt x="1396" y="3770"/>
                    <a:pt x="1441" y="3755"/>
                  </a:cubicBezTo>
                  <a:cubicBezTo>
                    <a:pt x="1548" y="3696"/>
                    <a:pt x="1608" y="3589"/>
                    <a:pt x="1608" y="3481"/>
                  </a:cubicBezTo>
                  <a:cubicBezTo>
                    <a:pt x="1608" y="3362"/>
                    <a:pt x="1536" y="3231"/>
                    <a:pt x="1381" y="3208"/>
                  </a:cubicBezTo>
                  <a:lnTo>
                    <a:pt x="1298" y="3172"/>
                  </a:lnTo>
                  <a:lnTo>
                    <a:pt x="3084" y="2267"/>
                  </a:lnTo>
                  <a:cubicBezTo>
                    <a:pt x="2667" y="1505"/>
                    <a:pt x="2203" y="767"/>
                    <a:pt x="1715" y="29"/>
                  </a:cubicBezTo>
                  <a:cubicBezTo>
                    <a:pt x="1665" y="9"/>
                    <a:pt x="1614" y="0"/>
                    <a:pt x="1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24"/>
            <p:cNvSpPr/>
            <p:nvPr/>
          </p:nvSpPr>
          <p:spPr>
            <a:xfrm>
              <a:off x="5872719" y="2015075"/>
              <a:ext cx="103367" cy="121732"/>
            </a:xfrm>
            <a:custGeom>
              <a:rect b="b" l="l" r="r" t="t"/>
              <a:pathLst>
                <a:path extrusionOk="0" h="3924" w="3332">
                  <a:moveTo>
                    <a:pt x="1056" y="1"/>
                  </a:moveTo>
                  <a:cubicBezTo>
                    <a:pt x="979" y="1"/>
                    <a:pt x="902" y="28"/>
                    <a:pt x="843" y="82"/>
                  </a:cubicBezTo>
                  <a:lnTo>
                    <a:pt x="116" y="737"/>
                  </a:lnTo>
                  <a:cubicBezTo>
                    <a:pt x="57" y="796"/>
                    <a:pt x="21" y="868"/>
                    <a:pt x="9" y="951"/>
                  </a:cubicBezTo>
                  <a:cubicBezTo>
                    <a:pt x="1" y="1135"/>
                    <a:pt x="157" y="1266"/>
                    <a:pt x="316" y="1266"/>
                  </a:cubicBezTo>
                  <a:cubicBezTo>
                    <a:pt x="384" y="1266"/>
                    <a:pt x="452" y="1242"/>
                    <a:pt x="509" y="1189"/>
                  </a:cubicBezTo>
                  <a:lnTo>
                    <a:pt x="593" y="1130"/>
                  </a:lnTo>
                  <a:lnTo>
                    <a:pt x="593" y="1130"/>
                  </a:lnTo>
                  <a:lnTo>
                    <a:pt x="474" y="3463"/>
                  </a:lnTo>
                  <a:cubicBezTo>
                    <a:pt x="474" y="3570"/>
                    <a:pt x="497" y="3666"/>
                    <a:pt x="557" y="3761"/>
                  </a:cubicBezTo>
                  <a:cubicBezTo>
                    <a:pt x="643" y="3870"/>
                    <a:pt x="770" y="3923"/>
                    <a:pt x="897" y="3923"/>
                  </a:cubicBezTo>
                  <a:cubicBezTo>
                    <a:pt x="964" y="3923"/>
                    <a:pt x="1031" y="3909"/>
                    <a:pt x="1093" y="3880"/>
                  </a:cubicBezTo>
                  <a:lnTo>
                    <a:pt x="3033" y="2892"/>
                  </a:lnTo>
                  <a:cubicBezTo>
                    <a:pt x="3248" y="2796"/>
                    <a:pt x="3331" y="2511"/>
                    <a:pt x="3212" y="2296"/>
                  </a:cubicBezTo>
                  <a:cubicBezTo>
                    <a:pt x="3133" y="2178"/>
                    <a:pt x="2986" y="2112"/>
                    <a:pt x="2837" y="2112"/>
                  </a:cubicBezTo>
                  <a:cubicBezTo>
                    <a:pt x="2762" y="2112"/>
                    <a:pt x="2685" y="2129"/>
                    <a:pt x="2617" y="2165"/>
                  </a:cubicBezTo>
                  <a:lnTo>
                    <a:pt x="1367" y="2808"/>
                  </a:lnTo>
                  <a:lnTo>
                    <a:pt x="1367" y="2808"/>
                  </a:lnTo>
                  <a:lnTo>
                    <a:pt x="1438" y="1189"/>
                  </a:lnTo>
                  <a:lnTo>
                    <a:pt x="1497" y="1261"/>
                  </a:lnTo>
                  <a:cubicBezTo>
                    <a:pt x="1558" y="1325"/>
                    <a:pt x="1638" y="1354"/>
                    <a:pt x="1717" y="1354"/>
                  </a:cubicBezTo>
                  <a:cubicBezTo>
                    <a:pt x="1872" y="1354"/>
                    <a:pt x="2025" y="1243"/>
                    <a:pt x="2033" y="1070"/>
                  </a:cubicBezTo>
                  <a:cubicBezTo>
                    <a:pt x="2033" y="987"/>
                    <a:pt x="1998" y="903"/>
                    <a:pt x="1962" y="844"/>
                  </a:cubicBezTo>
                  <a:lnTo>
                    <a:pt x="1307" y="118"/>
                  </a:lnTo>
                  <a:cubicBezTo>
                    <a:pt x="1242" y="40"/>
                    <a:pt x="1149" y="1"/>
                    <a:pt x="10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24"/>
            <p:cNvSpPr/>
            <p:nvPr/>
          </p:nvSpPr>
          <p:spPr>
            <a:xfrm>
              <a:off x="5037873" y="1736896"/>
              <a:ext cx="146302" cy="81651"/>
            </a:xfrm>
            <a:custGeom>
              <a:rect b="b" l="l" r="r" t="t"/>
              <a:pathLst>
                <a:path extrusionOk="0" h="2632" w="4716">
                  <a:moveTo>
                    <a:pt x="417" y="0"/>
                  </a:moveTo>
                  <a:lnTo>
                    <a:pt x="0" y="2631"/>
                  </a:lnTo>
                  <a:lnTo>
                    <a:pt x="0" y="2631"/>
                  </a:lnTo>
                  <a:lnTo>
                    <a:pt x="4715" y="2119"/>
                  </a:lnTo>
                  <a:lnTo>
                    <a:pt x="4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24"/>
            <p:cNvSpPr/>
            <p:nvPr/>
          </p:nvSpPr>
          <p:spPr>
            <a:xfrm>
              <a:off x="5163452" y="1686267"/>
              <a:ext cx="62821" cy="92385"/>
            </a:xfrm>
            <a:custGeom>
              <a:rect b="b" l="l" r="r" t="t"/>
              <a:pathLst>
                <a:path extrusionOk="0" h="2978" w="2025">
                  <a:moveTo>
                    <a:pt x="1512" y="1"/>
                  </a:moveTo>
                  <a:lnTo>
                    <a:pt x="0" y="668"/>
                  </a:lnTo>
                  <a:lnTo>
                    <a:pt x="2024" y="2978"/>
                  </a:lnTo>
                  <a:lnTo>
                    <a:pt x="15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24"/>
            <p:cNvSpPr/>
            <p:nvPr/>
          </p:nvSpPr>
          <p:spPr>
            <a:xfrm>
              <a:off x="5102865" y="1866167"/>
              <a:ext cx="95332" cy="72065"/>
            </a:xfrm>
            <a:custGeom>
              <a:rect b="b" l="l" r="r" t="t"/>
              <a:pathLst>
                <a:path extrusionOk="0" h="2323" w="3073">
                  <a:moveTo>
                    <a:pt x="3072" y="0"/>
                  </a:moveTo>
                  <a:lnTo>
                    <a:pt x="1" y="905"/>
                  </a:lnTo>
                  <a:lnTo>
                    <a:pt x="572" y="2322"/>
                  </a:lnTo>
                  <a:lnTo>
                    <a:pt x="30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124"/>
          <p:cNvGrpSpPr/>
          <p:nvPr/>
        </p:nvGrpSpPr>
        <p:grpSpPr>
          <a:xfrm>
            <a:off x="2703119" y="2338608"/>
            <a:ext cx="1911482" cy="1914026"/>
            <a:chOff x="2703119" y="2338608"/>
            <a:chExt cx="1911482" cy="1914026"/>
          </a:xfrm>
        </p:grpSpPr>
        <p:sp>
          <p:nvSpPr>
            <p:cNvPr id="7451" name="Google Shape;7451;p124"/>
            <p:cNvSpPr/>
            <p:nvPr/>
          </p:nvSpPr>
          <p:spPr>
            <a:xfrm>
              <a:off x="2703119" y="4054990"/>
              <a:ext cx="1911482" cy="197644"/>
            </a:xfrm>
            <a:custGeom>
              <a:rect b="b" l="l" r="r" t="t"/>
              <a:pathLst>
                <a:path extrusionOk="0" h="6371" w="61616">
                  <a:moveTo>
                    <a:pt x="30802" y="1"/>
                  </a:moveTo>
                  <a:cubicBezTo>
                    <a:pt x="13788" y="1"/>
                    <a:pt x="1" y="3191"/>
                    <a:pt x="1" y="3191"/>
                  </a:cubicBezTo>
                  <a:cubicBezTo>
                    <a:pt x="1" y="3191"/>
                    <a:pt x="13788" y="6370"/>
                    <a:pt x="30802" y="6370"/>
                  </a:cubicBezTo>
                  <a:cubicBezTo>
                    <a:pt x="47816" y="6370"/>
                    <a:pt x="61616" y="3191"/>
                    <a:pt x="61616" y="3191"/>
                  </a:cubicBezTo>
                  <a:cubicBezTo>
                    <a:pt x="61616" y="3191"/>
                    <a:pt x="47816" y="1"/>
                    <a:pt x="30802" y="1"/>
                  </a:cubicBezTo>
                  <a:close/>
                </a:path>
              </a:pathLst>
            </a:custGeom>
            <a:solidFill>
              <a:schemeClr val="accent2">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24"/>
            <p:cNvSpPr/>
            <p:nvPr/>
          </p:nvSpPr>
          <p:spPr>
            <a:xfrm>
              <a:off x="2857518" y="3008880"/>
              <a:ext cx="767931" cy="1060380"/>
            </a:xfrm>
            <a:custGeom>
              <a:rect b="b" l="l" r="r" t="t"/>
              <a:pathLst>
                <a:path extrusionOk="0" h="34181" w="24754">
                  <a:moveTo>
                    <a:pt x="18217" y="1"/>
                  </a:moveTo>
                  <a:cubicBezTo>
                    <a:pt x="18038" y="1"/>
                    <a:pt x="17824" y="66"/>
                    <a:pt x="17586" y="182"/>
                  </a:cubicBezTo>
                  <a:cubicBezTo>
                    <a:pt x="16050" y="908"/>
                    <a:pt x="13514" y="3575"/>
                    <a:pt x="13514" y="3575"/>
                  </a:cubicBezTo>
                  <a:cubicBezTo>
                    <a:pt x="13135" y="3468"/>
                    <a:pt x="11978" y="1098"/>
                    <a:pt x="10406" y="1098"/>
                  </a:cubicBezTo>
                  <a:cubicBezTo>
                    <a:pt x="10398" y="1098"/>
                    <a:pt x="10391" y="1098"/>
                    <a:pt x="10383" y="1099"/>
                  </a:cubicBezTo>
                  <a:cubicBezTo>
                    <a:pt x="8764" y="1134"/>
                    <a:pt x="12728" y="9290"/>
                    <a:pt x="12728" y="9290"/>
                  </a:cubicBezTo>
                  <a:cubicBezTo>
                    <a:pt x="12728" y="9290"/>
                    <a:pt x="7430" y="13064"/>
                    <a:pt x="6228" y="15112"/>
                  </a:cubicBezTo>
                  <a:cubicBezTo>
                    <a:pt x="5013" y="17148"/>
                    <a:pt x="1" y="28066"/>
                    <a:pt x="417" y="29185"/>
                  </a:cubicBezTo>
                  <a:cubicBezTo>
                    <a:pt x="1656" y="32495"/>
                    <a:pt x="7692" y="33364"/>
                    <a:pt x="13609" y="34043"/>
                  </a:cubicBezTo>
                  <a:cubicBezTo>
                    <a:pt x="14432" y="34136"/>
                    <a:pt x="15225" y="34181"/>
                    <a:pt x="15983" y="34181"/>
                  </a:cubicBezTo>
                  <a:cubicBezTo>
                    <a:pt x="20665" y="34181"/>
                    <a:pt x="23978" y="32477"/>
                    <a:pt x="24337" y="29935"/>
                  </a:cubicBezTo>
                  <a:cubicBezTo>
                    <a:pt x="24754" y="26971"/>
                    <a:pt x="19824" y="14053"/>
                    <a:pt x="19503" y="12945"/>
                  </a:cubicBezTo>
                  <a:cubicBezTo>
                    <a:pt x="19146" y="11850"/>
                    <a:pt x="16074" y="9588"/>
                    <a:pt x="16074" y="9588"/>
                  </a:cubicBezTo>
                  <a:cubicBezTo>
                    <a:pt x="16074" y="9588"/>
                    <a:pt x="18443" y="7290"/>
                    <a:pt x="18515" y="6433"/>
                  </a:cubicBezTo>
                  <a:cubicBezTo>
                    <a:pt x="18574" y="5563"/>
                    <a:pt x="17717" y="5551"/>
                    <a:pt x="17717" y="5551"/>
                  </a:cubicBezTo>
                  <a:cubicBezTo>
                    <a:pt x="17717" y="5551"/>
                    <a:pt x="19515" y="670"/>
                    <a:pt x="18479" y="63"/>
                  </a:cubicBezTo>
                  <a:cubicBezTo>
                    <a:pt x="18403" y="21"/>
                    <a:pt x="18315" y="1"/>
                    <a:pt x="18217" y="1"/>
                  </a:cubicBezTo>
                  <a:close/>
                </a:path>
              </a:pathLst>
            </a:custGeom>
            <a:solidFill>
              <a:srgbClr val="899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24"/>
            <p:cNvSpPr/>
            <p:nvPr/>
          </p:nvSpPr>
          <p:spPr>
            <a:xfrm>
              <a:off x="2870455" y="3009625"/>
              <a:ext cx="754995" cy="1059636"/>
            </a:xfrm>
            <a:custGeom>
              <a:rect b="b" l="l" r="r" t="t"/>
              <a:pathLst>
                <a:path extrusionOk="0" h="34157" w="24337">
                  <a:moveTo>
                    <a:pt x="17800" y="1"/>
                  </a:moveTo>
                  <a:cubicBezTo>
                    <a:pt x="17621" y="1"/>
                    <a:pt x="17407" y="66"/>
                    <a:pt x="17169" y="182"/>
                  </a:cubicBezTo>
                  <a:cubicBezTo>
                    <a:pt x="17193" y="1229"/>
                    <a:pt x="17145" y="2718"/>
                    <a:pt x="16657" y="3670"/>
                  </a:cubicBezTo>
                  <a:cubicBezTo>
                    <a:pt x="15859" y="5242"/>
                    <a:pt x="14633" y="5861"/>
                    <a:pt x="14633" y="5861"/>
                  </a:cubicBezTo>
                  <a:cubicBezTo>
                    <a:pt x="14633" y="5861"/>
                    <a:pt x="16752" y="6028"/>
                    <a:pt x="16431" y="6873"/>
                  </a:cubicBezTo>
                  <a:cubicBezTo>
                    <a:pt x="16121" y="7706"/>
                    <a:pt x="12311" y="9278"/>
                    <a:pt x="12311" y="9278"/>
                  </a:cubicBezTo>
                  <a:cubicBezTo>
                    <a:pt x="12311" y="9278"/>
                    <a:pt x="16610" y="12171"/>
                    <a:pt x="17419" y="14136"/>
                  </a:cubicBezTo>
                  <a:cubicBezTo>
                    <a:pt x="18217" y="16100"/>
                    <a:pt x="20920" y="27983"/>
                    <a:pt x="19919" y="29471"/>
                  </a:cubicBezTo>
                  <a:cubicBezTo>
                    <a:pt x="19396" y="30250"/>
                    <a:pt x="14818" y="30811"/>
                    <a:pt x="10125" y="30811"/>
                  </a:cubicBezTo>
                  <a:cubicBezTo>
                    <a:pt x="5856" y="30811"/>
                    <a:pt x="1492" y="30347"/>
                    <a:pt x="0" y="29161"/>
                  </a:cubicBezTo>
                  <a:lnTo>
                    <a:pt x="0" y="29161"/>
                  </a:lnTo>
                  <a:cubicBezTo>
                    <a:pt x="1239" y="32471"/>
                    <a:pt x="7275" y="33340"/>
                    <a:pt x="13192" y="34019"/>
                  </a:cubicBezTo>
                  <a:cubicBezTo>
                    <a:pt x="14015" y="34112"/>
                    <a:pt x="14808" y="34157"/>
                    <a:pt x="15566" y="34157"/>
                  </a:cubicBezTo>
                  <a:cubicBezTo>
                    <a:pt x="20248" y="34157"/>
                    <a:pt x="23561" y="32453"/>
                    <a:pt x="23920" y="29911"/>
                  </a:cubicBezTo>
                  <a:cubicBezTo>
                    <a:pt x="24337" y="26947"/>
                    <a:pt x="19407" y="14029"/>
                    <a:pt x="19086" y="12957"/>
                  </a:cubicBezTo>
                  <a:cubicBezTo>
                    <a:pt x="18729" y="11850"/>
                    <a:pt x="15657" y="9587"/>
                    <a:pt x="15657" y="9587"/>
                  </a:cubicBezTo>
                  <a:cubicBezTo>
                    <a:pt x="15657" y="9587"/>
                    <a:pt x="18026" y="7301"/>
                    <a:pt x="18098" y="6432"/>
                  </a:cubicBezTo>
                  <a:cubicBezTo>
                    <a:pt x="18157" y="5575"/>
                    <a:pt x="17300" y="5563"/>
                    <a:pt x="17300" y="5563"/>
                  </a:cubicBezTo>
                  <a:cubicBezTo>
                    <a:pt x="17300" y="5563"/>
                    <a:pt x="19098" y="682"/>
                    <a:pt x="18062" y="63"/>
                  </a:cubicBezTo>
                  <a:cubicBezTo>
                    <a:pt x="17986" y="20"/>
                    <a:pt x="17898" y="1"/>
                    <a:pt x="17800" y="1"/>
                  </a:cubicBezTo>
                  <a:close/>
                </a:path>
              </a:pathLst>
            </a:custGeom>
            <a:solidFill>
              <a:srgbClr val="747B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24"/>
            <p:cNvSpPr/>
            <p:nvPr/>
          </p:nvSpPr>
          <p:spPr>
            <a:xfrm>
              <a:off x="3823404" y="2844213"/>
              <a:ext cx="252306" cy="354990"/>
            </a:xfrm>
            <a:custGeom>
              <a:rect b="b" l="l" r="r" t="t"/>
              <a:pathLst>
                <a:path extrusionOk="0" h="11443" w="8133">
                  <a:moveTo>
                    <a:pt x="1453" y="1"/>
                  </a:moveTo>
                  <a:lnTo>
                    <a:pt x="0" y="6871"/>
                  </a:lnTo>
                  <a:lnTo>
                    <a:pt x="1001" y="11443"/>
                  </a:lnTo>
                  <a:lnTo>
                    <a:pt x="8132" y="9204"/>
                  </a:lnTo>
                  <a:cubicBezTo>
                    <a:pt x="8132" y="9204"/>
                    <a:pt x="3251" y="989"/>
                    <a:pt x="2727" y="668"/>
                  </a:cubicBezTo>
                  <a:cubicBezTo>
                    <a:pt x="2191" y="334"/>
                    <a:pt x="1453" y="1"/>
                    <a:pt x="1453" y="1"/>
                  </a:cubicBezTo>
                  <a:close/>
                </a:path>
              </a:pathLst>
            </a:custGeom>
            <a:solidFill>
              <a:srgbClr val="D945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24"/>
            <p:cNvSpPr/>
            <p:nvPr/>
          </p:nvSpPr>
          <p:spPr>
            <a:xfrm>
              <a:off x="3463264" y="2616322"/>
              <a:ext cx="230528" cy="259348"/>
            </a:xfrm>
            <a:custGeom>
              <a:rect b="b" l="l" r="r" t="t"/>
              <a:pathLst>
                <a:path extrusionOk="0" h="8360" w="7431">
                  <a:moveTo>
                    <a:pt x="6394" y="1"/>
                  </a:moveTo>
                  <a:cubicBezTo>
                    <a:pt x="6394" y="1"/>
                    <a:pt x="834" y="3132"/>
                    <a:pt x="1" y="5275"/>
                  </a:cubicBezTo>
                  <a:lnTo>
                    <a:pt x="2227" y="6787"/>
                  </a:lnTo>
                  <a:lnTo>
                    <a:pt x="4489" y="8359"/>
                  </a:lnTo>
                  <a:cubicBezTo>
                    <a:pt x="4489" y="8359"/>
                    <a:pt x="7347" y="2084"/>
                    <a:pt x="7430" y="537"/>
                  </a:cubicBezTo>
                  <a:cubicBezTo>
                    <a:pt x="7430" y="453"/>
                    <a:pt x="7430" y="382"/>
                    <a:pt x="7407" y="299"/>
                  </a:cubicBezTo>
                  <a:lnTo>
                    <a:pt x="6394" y="1"/>
                  </a:lnTo>
                  <a:close/>
                </a:path>
              </a:pathLst>
            </a:custGeom>
            <a:solidFill>
              <a:srgbClr val="16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24"/>
            <p:cNvSpPr/>
            <p:nvPr/>
          </p:nvSpPr>
          <p:spPr>
            <a:xfrm>
              <a:off x="3463264" y="2617066"/>
              <a:ext cx="230528" cy="210208"/>
            </a:xfrm>
            <a:custGeom>
              <a:rect b="b" l="l" r="r" t="t"/>
              <a:pathLst>
                <a:path extrusionOk="0" h="6776" w="7431">
                  <a:moveTo>
                    <a:pt x="6394" y="1"/>
                  </a:moveTo>
                  <a:cubicBezTo>
                    <a:pt x="6394" y="1"/>
                    <a:pt x="834" y="3120"/>
                    <a:pt x="1" y="5263"/>
                  </a:cubicBezTo>
                  <a:lnTo>
                    <a:pt x="715" y="5751"/>
                  </a:lnTo>
                  <a:lnTo>
                    <a:pt x="2227" y="6775"/>
                  </a:lnTo>
                  <a:cubicBezTo>
                    <a:pt x="3394" y="4299"/>
                    <a:pt x="5204" y="2120"/>
                    <a:pt x="7430" y="513"/>
                  </a:cubicBezTo>
                  <a:cubicBezTo>
                    <a:pt x="7430" y="429"/>
                    <a:pt x="7430" y="358"/>
                    <a:pt x="7407" y="298"/>
                  </a:cubicBezTo>
                  <a:lnTo>
                    <a:pt x="6549" y="36"/>
                  </a:lnTo>
                  <a:lnTo>
                    <a:pt x="63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24"/>
            <p:cNvSpPr/>
            <p:nvPr/>
          </p:nvSpPr>
          <p:spPr>
            <a:xfrm>
              <a:off x="3463264" y="2617066"/>
              <a:ext cx="203197" cy="178441"/>
            </a:xfrm>
            <a:custGeom>
              <a:rect b="b" l="l" r="r" t="t"/>
              <a:pathLst>
                <a:path extrusionOk="0" h="5752" w="6550">
                  <a:moveTo>
                    <a:pt x="6394" y="1"/>
                  </a:moveTo>
                  <a:cubicBezTo>
                    <a:pt x="6394" y="1"/>
                    <a:pt x="834" y="3120"/>
                    <a:pt x="1" y="5263"/>
                  </a:cubicBezTo>
                  <a:lnTo>
                    <a:pt x="715" y="5751"/>
                  </a:lnTo>
                  <a:cubicBezTo>
                    <a:pt x="1132" y="4989"/>
                    <a:pt x="1715" y="4323"/>
                    <a:pt x="2311" y="3692"/>
                  </a:cubicBezTo>
                  <a:cubicBezTo>
                    <a:pt x="3597" y="2322"/>
                    <a:pt x="5001" y="1096"/>
                    <a:pt x="6549" y="36"/>
                  </a:cubicBezTo>
                  <a:lnTo>
                    <a:pt x="6394" y="1"/>
                  </a:ln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24"/>
            <p:cNvSpPr/>
            <p:nvPr/>
          </p:nvSpPr>
          <p:spPr>
            <a:xfrm>
              <a:off x="3868449" y="2617066"/>
              <a:ext cx="230156" cy="258604"/>
            </a:xfrm>
            <a:custGeom>
              <a:rect b="b" l="l" r="r" t="t"/>
              <a:pathLst>
                <a:path extrusionOk="0" h="8336" w="7419">
                  <a:moveTo>
                    <a:pt x="1037" y="1"/>
                  </a:moveTo>
                  <a:lnTo>
                    <a:pt x="25" y="298"/>
                  </a:lnTo>
                  <a:cubicBezTo>
                    <a:pt x="1" y="358"/>
                    <a:pt x="1" y="429"/>
                    <a:pt x="1" y="513"/>
                  </a:cubicBezTo>
                  <a:cubicBezTo>
                    <a:pt x="84" y="2060"/>
                    <a:pt x="2942" y="8335"/>
                    <a:pt x="2942" y="8335"/>
                  </a:cubicBezTo>
                  <a:lnTo>
                    <a:pt x="5204" y="6787"/>
                  </a:lnTo>
                  <a:lnTo>
                    <a:pt x="7419" y="5263"/>
                  </a:lnTo>
                  <a:cubicBezTo>
                    <a:pt x="6585" y="3120"/>
                    <a:pt x="1037" y="1"/>
                    <a:pt x="1037" y="1"/>
                  </a:cubicBezTo>
                  <a:close/>
                </a:path>
              </a:pathLst>
            </a:custGeom>
            <a:solidFill>
              <a:srgbClr val="16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24"/>
            <p:cNvSpPr/>
            <p:nvPr/>
          </p:nvSpPr>
          <p:spPr>
            <a:xfrm>
              <a:off x="3463264" y="2616322"/>
              <a:ext cx="230528" cy="259348"/>
            </a:xfrm>
            <a:custGeom>
              <a:rect b="b" l="l" r="r" t="t"/>
              <a:pathLst>
                <a:path extrusionOk="0" h="8360" w="7431">
                  <a:moveTo>
                    <a:pt x="6394" y="1"/>
                  </a:moveTo>
                  <a:cubicBezTo>
                    <a:pt x="6394" y="1"/>
                    <a:pt x="834" y="3132"/>
                    <a:pt x="1" y="5275"/>
                  </a:cubicBezTo>
                  <a:lnTo>
                    <a:pt x="2227" y="6787"/>
                  </a:lnTo>
                  <a:lnTo>
                    <a:pt x="4489" y="8359"/>
                  </a:lnTo>
                  <a:cubicBezTo>
                    <a:pt x="4489" y="8359"/>
                    <a:pt x="7347" y="2084"/>
                    <a:pt x="7430" y="537"/>
                  </a:cubicBezTo>
                  <a:cubicBezTo>
                    <a:pt x="7430" y="453"/>
                    <a:pt x="7430" y="382"/>
                    <a:pt x="7407" y="299"/>
                  </a:cubicBezTo>
                  <a:lnTo>
                    <a:pt x="6394" y="1"/>
                  </a:lnTo>
                  <a:close/>
                </a:path>
              </a:pathLst>
            </a:custGeom>
            <a:solidFill>
              <a:srgbClr val="16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24"/>
            <p:cNvSpPr/>
            <p:nvPr/>
          </p:nvSpPr>
          <p:spPr>
            <a:xfrm>
              <a:off x="4389254" y="2833510"/>
              <a:ext cx="55809" cy="124152"/>
            </a:xfrm>
            <a:custGeom>
              <a:rect b="b" l="l" r="r" t="t"/>
              <a:pathLst>
                <a:path extrusionOk="0" h="4002" w="1799">
                  <a:moveTo>
                    <a:pt x="918" y="1"/>
                  </a:moveTo>
                  <a:lnTo>
                    <a:pt x="608" y="144"/>
                  </a:lnTo>
                  <a:lnTo>
                    <a:pt x="1382" y="1739"/>
                  </a:lnTo>
                  <a:lnTo>
                    <a:pt x="1" y="3799"/>
                  </a:lnTo>
                  <a:lnTo>
                    <a:pt x="298" y="4001"/>
                  </a:lnTo>
                  <a:lnTo>
                    <a:pt x="1799" y="1775"/>
                  </a:lnTo>
                  <a:lnTo>
                    <a:pt x="9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24"/>
            <p:cNvSpPr/>
            <p:nvPr/>
          </p:nvSpPr>
          <p:spPr>
            <a:xfrm>
              <a:off x="4216025" y="2905917"/>
              <a:ext cx="220539" cy="213900"/>
            </a:xfrm>
            <a:custGeom>
              <a:rect b="b" l="l" r="r" t="t"/>
              <a:pathLst>
                <a:path extrusionOk="0" h="6895" w="7109">
                  <a:moveTo>
                    <a:pt x="4227" y="0"/>
                  </a:moveTo>
                  <a:lnTo>
                    <a:pt x="3108" y="1227"/>
                  </a:lnTo>
                  <a:lnTo>
                    <a:pt x="1144" y="3370"/>
                  </a:lnTo>
                  <a:lnTo>
                    <a:pt x="1" y="4608"/>
                  </a:lnTo>
                  <a:lnTo>
                    <a:pt x="2025" y="6894"/>
                  </a:lnTo>
                  <a:lnTo>
                    <a:pt x="3394" y="5906"/>
                  </a:lnTo>
                  <a:lnTo>
                    <a:pt x="5763" y="4215"/>
                  </a:lnTo>
                  <a:lnTo>
                    <a:pt x="7109" y="3251"/>
                  </a:lnTo>
                  <a:lnTo>
                    <a:pt x="4227" y="0"/>
                  </a:lnTo>
                  <a:close/>
                </a:path>
              </a:pathLst>
            </a:custGeom>
            <a:solidFill>
              <a:srgbClr val="E239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24"/>
            <p:cNvSpPr/>
            <p:nvPr/>
          </p:nvSpPr>
          <p:spPr>
            <a:xfrm>
              <a:off x="4325379" y="2883022"/>
              <a:ext cx="132993" cy="145185"/>
            </a:xfrm>
            <a:custGeom>
              <a:rect b="b" l="l" r="r" t="t"/>
              <a:pathLst>
                <a:path extrusionOk="0" h="4680" w="4287">
                  <a:moveTo>
                    <a:pt x="667" y="0"/>
                  </a:moveTo>
                  <a:lnTo>
                    <a:pt x="0" y="595"/>
                  </a:lnTo>
                  <a:lnTo>
                    <a:pt x="3620" y="4679"/>
                  </a:lnTo>
                  <a:lnTo>
                    <a:pt x="4286" y="4084"/>
                  </a:lnTo>
                  <a:lnTo>
                    <a:pt x="6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24"/>
            <p:cNvSpPr/>
            <p:nvPr/>
          </p:nvSpPr>
          <p:spPr>
            <a:xfrm>
              <a:off x="4251483" y="2943950"/>
              <a:ext cx="143355" cy="145185"/>
            </a:xfrm>
            <a:custGeom>
              <a:rect b="b" l="l" r="r" t="t"/>
              <a:pathLst>
                <a:path extrusionOk="0" h="4680" w="4621">
                  <a:moveTo>
                    <a:pt x="1965" y="1"/>
                  </a:moveTo>
                  <a:lnTo>
                    <a:pt x="1" y="2144"/>
                  </a:lnTo>
                  <a:lnTo>
                    <a:pt x="2251" y="4680"/>
                  </a:lnTo>
                  <a:lnTo>
                    <a:pt x="4620" y="2989"/>
                  </a:lnTo>
                  <a:lnTo>
                    <a:pt x="1965" y="1"/>
                  </a:lnTo>
                  <a:close/>
                </a:path>
              </a:pathLst>
            </a:custGeom>
            <a:solidFill>
              <a:srgbClr val="B625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24"/>
            <p:cNvSpPr/>
            <p:nvPr/>
          </p:nvSpPr>
          <p:spPr>
            <a:xfrm>
              <a:off x="3918333" y="2910601"/>
              <a:ext cx="115621" cy="124617"/>
            </a:xfrm>
            <a:custGeom>
              <a:rect b="b" l="l" r="r" t="t"/>
              <a:pathLst>
                <a:path extrusionOk="0" h="4017" w="3727">
                  <a:moveTo>
                    <a:pt x="1406" y="1"/>
                  </a:moveTo>
                  <a:cubicBezTo>
                    <a:pt x="1192" y="1"/>
                    <a:pt x="968" y="54"/>
                    <a:pt x="750" y="135"/>
                  </a:cubicBezTo>
                  <a:cubicBezTo>
                    <a:pt x="631" y="183"/>
                    <a:pt x="536" y="218"/>
                    <a:pt x="429" y="266"/>
                  </a:cubicBezTo>
                  <a:cubicBezTo>
                    <a:pt x="441" y="373"/>
                    <a:pt x="500" y="480"/>
                    <a:pt x="584" y="504"/>
                  </a:cubicBezTo>
                  <a:cubicBezTo>
                    <a:pt x="548" y="599"/>
                    <a:pt x="512" y="671"/>
                    <a:pt x="477" y="742"/>
                  </a:cubicBezTo>
                  <a:cubicBezTo>
                    <a:pt x="548" y="778"/>
                    <a:pt x="608" y="838"/>
                    <a:pt x="655" y="897"/>
                  </a:cubicBezTo>
                  <a:cubicBezTo>
                    <a:pt x="631" y="909"/>
                    <a:pt x="619" y="921"/>
                    <a:pt x="619" y="957"/>
                  </a:cubicBezTo>
                  <a:cubicBezTo>
                    <a:pt x="369" y="1290"/>
                    <a:pt x="179" y="1707"/>
                    <a:pt x="0" y="2123"/>
                  </a:cubicBezTo>
                  <a:cubicBezTo>
                    <a:pt x="0" y="2302"/>
                    <a:pt x="36" y="2481"/>
                    <a:pt x="119" y="2647"/>
                  </a:cubicBezTo>
                  <a:cubicBezTo>
                    <a:pt x="191" y="2814"/>
                    <a:pt x="274" y="2957"/>
                    <a:pt x="417" y="3100"/>
                  </a:cubicBezTo>
                  <a:lnTo>
                    <a:pt x="441" y="3135"/>
                  </a:lnTo>
                  <a:cubicBezTo>
                    <a:pt x="679" y="3266"/>
                    <a:pt x="977" y="3374"/>
                    <a:pt x="1250" y="3469"/>
                  </a:cubicBezTo>
                  <a:cubicBezTo>
                    <a:pt x="1215" y="3588"/>
                    <a:pt x="1167" y="3695"/>
                    <a:pt x="1143" y="3814"/>
                  </a:cubicBezTo>
                  <a:cubicBezTo>
                    <a:pt x="1131" y="3838"/>
                    <a:pt x="1131" y="3886"/>
                    <a:pt x="1131" y="3909"/>
                  </a:cubicBezTo>
                  <a:cubicBezTo>
                    <a:pt x="1143" y="3945"/>
                    <a:pt x="1167" y="3969"/>
                    <a:pt x="1215" y="3993"/>
                  </a:cubicBezTo>
                  <a:cubicBezTo>
                    <a:pt x="1227" y="4005"/>
                    <a:pt x="1250" y="4005"/>
                    <a:pt x="1274" y="4017"/>
                  </a:cubicBezTo>
                  <a:lnTo>
                    <a:pt x="3727" y="4017"/>
                  </a:lnTo>
                  <a:cubicBezTo>
                    <a:pt x="3620" y="3957"/>
                    <a:pt x="3513" y="3933"/>
                    <a:pt x="3394" y="3897"/>
                  </a:cubicBezTo>
                  <a:lnTo>
                    <a:pt x="3394" y="3886"/>
                  </a:lnTo>
                  <a:cubicBezTo>
                    <a:pt x="3406" y="3850"/>
                    <a:pt x="3406" y="3826"/>
                    <a:pt x="3406" y="3778"/>
                  </a:cubicBezTo>
                  <a:cubicBezTo>
                    <a:pt x="3406" y="3695"/>
                    <a:pt x="3358" y="3612"/>
                    <a:pt x="3310" y="3552"/>
                  </a:cubicBezTo>
                  <a:cubicBezTo>
                    <a:pt x="3255" y="3488"/>
                    <a:pt x="3172" y="3445"/>
                    <a:pt x="3087" y="3445"/>
                  </a:cubicBezTo>
                  <a:cubicBezTo>
                    <a:pt x="3062" y="3445"/>
                    <a:pt x="3037" y="3449"/>
                    <a:pt x="3013" y="3457"/>
                  </a:cubicBezTo>
                  <a:cubicBezTo>
                    <a:pt x="3036" y="3421"/>
                    <a:pt x="3048" y="3374"/>
                    <a:pt x="3060" y="3350"/>
                  </a:cubicBezTo>
                  <a:cubicBezTo>
                    <a:pt x="3120" y="3135"/>
                    <a:pt x="3025" y="2897"/>
                    <a:pt x="2834" y="2778"/>
                  </a:cubicBezTo>
                  <a:cubicBezTo>
                    <a:pt x="2941" y="2528"/>
                    <a:pt x="3060" y="2266"/>
                    <a:pt x="3167" y="2028"/>
                  </a:cubicBezTo>
                  <a:cubicBezTo>
                    <a:pt x="3036" y="1683"/>
                    <a:pt x="2798" y="1373"/>
                    <a:pt x="2572" y="1076"/>
                  </a:cubicBezTo>
                  <a:cubicBezTo>
                    <a:pt x="2393" y="992"/>
                    <a:pt x="2227" y="969"/>
                    <a:pt x="2048" y="873"/>
                  </a:cubicBezTo>
                  <a:cubicBezTo>
                    <a:pt x="2084" y="802"/>
                    <a:pt x="2120" y="718"/>
                    <a:pt x="2120" y="623"/>
                  </a:cubicBezTo>
                  <a:lnTo>
                    <a:pt x="2120" y="564"/>
                  </a:lnTo>
                  <a:cubicBezTo>
                    <a:pt x="2108" y="457"/>
                    <a:pt x="2001" y="373"/>
                    <a:pt x="1905" y="373"/>
                  </a:cubicBezTo>
                  <a:cubicBezTo>
                    <a:pt x="1965" y="361"/>
                    <a:pt x="1965" y="302"/>
                    <a:pt x="1965" y="242"/>
                  </a:cubicBezTo>
                  <a:cubicBezTo>
                    <a:pt x="1965" y="183"/>
                    <a:pt x="1917" y="135"/>
                    <a:pt x="1870" y="99"/>
                  </a:cubicBezTo>
                  <a:cubicBezTo>
                    <a:pt x="1822" y="76"/>
                    <a:pt x="1762" y="64"/>
                    <a:pt x="1703" y="40"/>
                  </a:cubicBezTo>
                  <a:cubicBezTo>
                    <a:pt x="1607" y="13"/>
                    <a:pt x="1508" y="1"/>
                    <a:pt x="1406" y="1"/>
                  </a:cubicBezTo>
                  <a:close/>
                </a:path>
              </a:pathLst>
            </a:custGeom>
            <a:solidFill>
              <a:srgbClr val="77A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24"/>
            <p:cNvSpPr/>
            <p:nvPr/>
          </p:nvSpPr>
          <p:spPr>
            <a:xfrm>
              <a:off x="3918333" y="2914417"/>
              <a:ext cx="66885" cy="120802"/>
            </a:xfrm>
            <a:custGeom>
              <a:rect b="b" l="l" r="r" t="t"/>
              <a:pathLst>
                <a:path extrusionOk="0" h="3894" w="2156">
                  <a:moveTo>
                    <a:pt x="703" y="0"/>
                  </a:moveTo>
                  <a:cubicBezTo>
                    <a:pt x="584" y="36"/>
                    <a:pt x="488" y="84"/>
                    <a:pt x="381" y="131"/>
                  </a:cubicBezTo>
                  <a:cubicBezTo>
                    <a:pt x="393" y="238"/>
                    <a:pt x="453" y="334"/>
                    <a:pt x="548" y="369"/>
                  </a:cubicBezTo>
                  <a:cubicBezTo>
                    <a:pt x="500" y="453"/>
                    <a:pt x="465" y="536"/>
                    <a:pt x="429" y="607"/>
                  </a:cubicBezTo>
                  <a:cubicBezTo>
                    <a:pt x="500" y="631"/>
                    <a:pt x="560" y="691"/>
                    <a:pt x="608" y="750"/>
                  </a:cubicBezTo>
                  <a:cubicBezTo>
                    <a:pt x="584" y="774"/>
                    <a:pt x="572" y="786"/>
                    <a:pt x="572" y="810"/>
                  </a:cubicBezTo>
                  <a:cubicBezTo>
                    <a:pt x="369" y="1167"/>
                    <a:pt x="179" y="1584"/>
                    <a:pt x="0" y="2000"/>
                  </a:cubicBezTo>
                  <a:cubicBezTo>
                    <a:pt x="0" y="2179"/>
                    <a:pt x="36" y="2358"/>
                    <a:pt x="119" y="2524"/>
                  </a:cubicBezTo>
                  <a:cubicBezTo>
                    <a:pt x="191" y="2691"/>
                    <a:pt x="274" y="2834"/>
                    <a:pt x="417" y="2977"/>
                  </a:cubicBezTo>
                  <a:lnTo>
                    <a:pt x="441" y="3012"/>
                  </a:lnTo>
                  <a:cubicBezTo>
                    <a:pt x="679" y="3143"/>
                    <a:pt x="977" y="3251"/>
                    <a:pt x="1250" y="3346"/>
                  </a:cubicBezTo>
                  <a:cubicBezTo>
                    <a:pt x="1215" y="3465"/>
                    <a:pt x="1167" y="3572"/>
                    <a:pt x="1143" y="3691"/>
                  </a:cubicBezTo>
                  <a:cubicBezTo>
                    <a:pt x="1131" y="3715"/>
                    <a:pt x="1131" y="3763"/>
                    <a:pt x="1131" y="3786"/>
                  </a:cubicBezTo>
                  <a:cubicBezTo>
                    <a:pt x="1143" y="3822"/>
                    <a:pt x="1167" y="3846"/>
                    <a:pt x="1215" y="3870"/>
                  </a:cubicBezTo>
                  <a:cubicBezTo>
                    <a:pt x="1227" y="3882"/>
                    <a:pt x="1250" y="3882"/>
                    <a:pt x="1274" y="3894"/>
                  </a:cubicBezTo>
                  <a:lnTo>
                    <a:pt x="2036" y="3894"/>
                  </a:lnTo>
                  <a:cubicBezTo>
                    <a:pt x="1989" y="3882"/>
                    <a:pt x="1965" y="3870"/>
                    <a:pt x="1917" y="3846"/>
                  </a:cubicBezTo>
                  <a:cubicBezTo>
                    <a:pt x="1858" y="3822"/>
                    <a:pt x="1810" y="3810"/>
                    <a:pt x="1751" y="3774"/>
                  </a:cubicBezTo>
                  <a:cubicBezTo>
                    <a:pt x="1858" y="3667"/>
                    <a:pt x="1941" y="3572"/>
                    <a:pt x="2048" y="3477"/>
                  </a:cubicBezTo>
                  <a:cubicBezTo>
                    <a:pt x="1917" y="3393"/>
                    <a:pt x="1762" y="3298"/>
                    <a:pt x="1631" y="3215"/>
                  </a:cubicBezTo>
                  <a:cubicBezTo>
                    <a:pt x="1810" y="2989"/>
                    <a:pt x="1977" y="2762"/>
                    <a:pt x="2155" y="2560"/>
                  </a:cubicBezTo>
                  <a:lnTo>
                    <a:pt x="2155" y="2560"/>
                  </a:lnTo>
                  <a:cubicBezTo>
                    <a:pt x="2010" y="2662"/>
                    <a:pt x="1839" y="2708"/>
                    <a:pt x="1666" y="2708"/>
                  </a:cubicBezTo>
                  <a:cubicBezTo>
                    <a:pt x="1271" y="2708"/>
                    <a:pt x="864" y="2468"/>
                    <a:pt x="715" y="2096"/>
                  </a:cubicBezTo>
                  <a:cubicBezTo>
                    <a:pt x="500" y="1584"/>
                    <a:pt x="739" y="1048"/>
                    <a:pt x="1131" y="715"/>
                  </a:cubicBezTo>
                  <a:cubicBezTo>
                    <a:pt x="1167" y="667"/>
                    <a:pt x="1215" y="631"/>
                    <a:pt x="1262" y="607"/>
                  </a:cubicBezTo>
                  <a:cubicBezTo>
                    <a:pt x="1000" y="393"/>
                    <a:pt x="846" y="238"/>
                    <a:pt x="703" y="0"/>
                  </a:cubicBezTo>
                  <a:close/>
                </a:path>
              </a:pathLst>
            </a:custGeom>
            <a:solidFill>
              <a:srgbClr val="9ABF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24"/>
            <p:cNvSpPr/>
            <p:nvPr/>
          </p:nvSpPr>
          <p:spPr>
            <a:xfrm>
              <a:off x="3926461" y="2896827"/>
              <a:ext cx="59129" cy="42718"/>
            </a:xfrm>
            <a:custGeom>
              <a:rect b="b" l="l" r="r" t="t"/>
              <a:pathLst>
                <a:path extrusionOk="0" h="1377" w="1906">
                  <a:moveTo>
                    <a:pt x="1216" y="0"/>
                  </a:moveTo>
                  <a:cubicBezTo>
                    <a:pt x="867" y="0"/>
                    <a:pt x="376" y="79"/>
                    <a:pt x="0" y="448"/>
                  </a:cubicBezTo>
                  <a:lnTo>
                    <a:pt x="226" y="1377"/>
                  </a:lnTo>
                  <a:lnTo>
                    <a:pt x="1905" y="1020"/>
                  </a:lnTo>
                  <a:lnTo>
                    <a:pt x="1655" y="43"/>
                  </a:lnTo>
                  <a:cubicBezTo>
                    <a:pt x="1655" y="43"/>
                    <a:pt x="1474" y="0"/>
                    <a:pt x="1216" y="0"/>
                  </a:cubicBezTo>
                  <a:close/>
                </a:path>
              </a:pathLst>
            </a:custGeom>
            <a:solidFill>
              <a:srgbClr val="414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24"/>
            <p:cNvSpPr/>
            <p:nvPr/>
          </p:nvSpPr>
          <p:spPr>
            <a:xfrm>
              <a:off x="4300623" y="2975717"/>
              <a:ext cx="403" cy="1892"/>
            </a:xfrm>
            <a:custGeom>
              <a:rect b="b" l="l" r="r" t="t"/>
              <a:pathLst>
                <a:path extrusionOk="0" h="61" w="13">
                  <a:moveTo>
                    <a:pt x="0" y="1"/>
                  </a:moveTo>
                  <a:lnTo>
                    <a:pt x="0" y="1"/>
                  </a:lnTo>
                  <a:cubicBezTo>
                    <a:pt x="0" y="13"/>
                    <a:pt x="12" y="48"/>
                    <a:pt x="12" y="60"/>
                  </a:cubicBezTo>
                  <a:cubicBezTo>
                    <a:pt x="12" y="25"/>
                    <a:pt x="0" y="13"/>
                    <a:pt x="0" y="1"/>
                  </a:cubicBezTo>
                  <a:close/>
                </a:path>
              </a:pathLst>
            </a:custGeom>
            <a:solidFill>
              <a:srgbClr val="C3DF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24"/>
            <p:cNvSpPr/>
            <p:nvPr/>
          </p:nvSpPr>
          <p:spPr>
            <a:xfrm>
              <a:off x="4157671" y="2906661"/>
              <a:ext cx="154802" cy="127813"/>
            </a:xfrm>
            <a:custGeom>
              <a:rect b="b" l="l" r="r" t="t"/>
              <a:pathLst>
                <a:path extrusionOk="0" h="4120" w="4990">
                  <a:moveTo>
                    <a:pt x="4025" y="0"/>
                  </a:moveTo>
                  <a:cubicBezTo>
                    <a:pt x="3953" y="83"/>
                    <a:pt x="3894" y="179"/>
                    <a:pt x="3918" y="286"/>
                  </a:cubicBezTo>
                  <a:lnTo>
                    <a:pt x="3656" y="334"/>
                  </a:lnTo>
                  <a:cubicBezTo>
                    <a:pt x="3668" y="405"/>
                    <a:pt x="3668" y="500"/>
                    <a:pt x="3632" y="572"/>
                  </a:cubicBezTo>
                  <a:cubicBezTo>
                    <a:pt x="3156" y="595"/>
                    <a:pt x="2679" y="691"/>
                    <a:pt x="2227" y="774"/>
                  </a:cubicBezTo>
                  <a:cubicBezTo>
                    <a:pt x="2072" y="881"/>
                    <a:pt x="1953" y="1012"/>
                    <a:pt x="1870" y="1179"/>
                  </a:cubicBezTo>
                  <a:cubicBezTo>
                    <a:pt x="1775" y="1334"/>
                    <a:pt x="1703" y="1512"/>
                    <a:pt x="1667" y="1691"/>
                  </a:cubicBezTo>
                  <a:lnTo>
                    <a:pt x="1656" y="1727"/>
                  </a:lnTo>
                  <a:cubicBezTo>
                    <a:pt x="1691" y="2012"/>
                    <a:pt x="1775" y="2310"/>
                    <a:pt x="1870" y="2584"/>
                  </a:cubicBezTo>
                  <a:cubicBezTo>
                    <a:pt x="1751" y="2608"/>
                    <a:pt x="1644" y="2655"/>
                    <a:pt x="1525" y="2679"/>
                  </a:cubicBezTo>
                  <a:cubicBezTo>
                    <a:pt x="1489" y="2703"/>
                    <a:pt x="1465" y="2703"/>
                    <a:pt x="1429" y="2727"/>
                  </a:cubicBezTo>
                  <a:cubicBezTo>
                    <a:pt x="1417" y="2762"/>
                    <a:pt x="1417" y="2798"/>
                    <a:pt x="1417" y="2834"/>
                  </a:cubicBezTo>
                  <a:cubicBezTo>
                    <a:pt x="1429" y="2917"/>
                    <a:pt x="1453" y="3012"/>
                    <a:pt x="1477" y="3096"/>
                  </a:cubicBezTo>
                  <a:lnTo>
                    <a:pt x="1525" y="3239"/>
                  </a:lnTo>
                  <a:cubicBezTo>
                    <a:pt x="1508" y="3234"/>
                    <a:pt x="1491" y="3232"/>
                    <a:pt x="1475" y="3232"/>
                  </a:cubicBezTo>
                  <a:cubicBezTo>
                    <a:pt x="1401" y="3232"/>
                    <a:pt x="1335" y="3275"/>
                    <a:pt x="1286" y="3334"/>
                  </a:cubicBezTo>
                  <a:cubicBezTo>
                    <a:pt x="1239" y="3417"/>
                    <a:pt x="1239" y="3501"/>
                    <a:pt x="1263" y="3596"/>
                  </a:cubicBezTo>
                  <a:cubicBezTo>
                    <a:pt x="1231" y="3593"/>
                    <a:pt x="1198" y="3592"/>
                    <a:pt x="1166" y="3592"/>
                  </a:cubicBezTo>
                  <a:cubicBezTo>
                    <a:pt x="754" y="3592"/>
                    <a:pt x="321" y="3800"/>
                    <a:pt x="1" y="4120"/>
                  </a:cubicBezTo>
                  <a:lnTo>
                    <a:pt x="3001" y="4120"/>
                  </a:lnTo>
                  <a:cubicBezTo>
                    <a:pt x="2977" y="4060"/>
                    <a:pt x="2953" y="4013"/>
                    <a:pt x="2906" y="3965"/>
                  </a:cubicBezTo>
                  <a:cubicBezTo>
                    <a:pt x="2977" y="3965"/>
                    <a:pt x="3060" y="3941"/>
                    <a:pt x="3132" y="3893"/>
                  </a:cubicBezTo>
                  <a:cubicBezTo>
                    <a:pt x="3275" y="3798"/>
                    <a:pt x="3370" y="3620"/>
                    <a:pt x="3358" y="3441"/>
                  </a:cubicBezTo>
                  <a:cubicBezTo>
                    <a:pt x="3608" y="3382"/>
                    <a:pt x="3906" y="3322"/>
                    <a:pt x="4156" y="3262"/>
                  </a:cubicBezTo>
                  <a:cubicBezTo>
                    <a:pt x="4370" y="2953"/>
                    <a:pt x="4489" y="2584"/>
                    <a:pt x="4584" y="2227"/>
                  </a:cubicBezTo>
                  <a:cubicBezTo>
                    <a:pt x="4549" y="2036"/>
                    <a:pt x="4465" y="1881"/>
                    <a:pt x="4454" y="1691"/>
                  </a:cubicBezTo>
                  <a:cubicBezTo>
                    <a:pt x="4561" y="1667"/>
                    <a:pt x="4680" y="1643"/>
                    <a:pt x="4751" y="1572"/>
                  </a:cubicBezTo>
                  <a:cubicBezTo>
                    <a:pt x="4823" y="1500"/>
                    <a:pt x="4846" y="1357"/>
                    <a:pt x="4787" y="1274"/>
                  </a:cubicBezTo>
                  <a:lnTo>
                    <a:pt x="4787" y="1274"/>
                  </a:lnTo>
                  <a:cubicBezTo>
                    <a:pt x="4797" y="1285"/>
                    <a:pt x="4810" y="1289"/>
                    <a:pt x="4823" y="1289"/>
                  </a:cubicBezTo>
                  <a:cubicBezTo>
                    <a:pt x="4856" y="1289"/>
                    <a:pt x="4896" y="1264"/>
                    <a:pt x="4930" y="1238"/>
                  </a:cubicBezTo>
                  <a:cubicBezTo>
                    <a:pt x="4977" y="1203"/>
                    <a:pt x="4989" y="1131"/>
                    <a:pt x="4989" y="1072"/>
                  </a:cubicBezTo>
                  <a:cubicBezTo>
                    <a:pt x="4989" y="1012"/>
                    <a:pt x="4965" y="965"/>
                    <a:pt x="4942" y="917"/>
                  </a:cubicBezTo>
                  <a:cubicBezTo>
                    <a:pt x="4846" y="619"/>
                    <a:pt x="4584" y="381"/>
                    <a:pt x="4323" y="179"/>
                  </a:cubicBezTo>
                  <a:cubicBezTo>
                    <a:pt x="4215" y="107"/>
                    <a:pt x="4108" y="48"/>
                    <a:pt x="4025" y="0"/>
                  </a:cubicBezTo>
                  <a:close/>
                </a:path>
              </a:pathLst>
            </a:custGeom>
            <a:solidFill>
              <a:srgbClr val="77A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24"/>
            <p:cNvSpPr/>
            <p:nvPr/>
          </p:nvSpPr>
          <p:spPr>
            <a:xfrm>
              <a:off x="4157671" y="2907034"/>
              <a:ext cx="133366" cy="127440"/>
            </a:xfrm>
            <a:custGeom>
              <a:rect b="b" l="l" r="r" t="t"/>
              <a:pathLst>
                <a:path extrusionOk="0" h="4108" w="4299">
                  <a:moveTo>
                    <a:pt x="4001" y="0"/>
                  </a:moveTo>
                  <a:cubicBezTo>
                    <a:pt x="3930" y="71"/>
                    <a:pt x="3870" y="179"/>
                    <a:pt x="3906" y="274"/>
                  </a:cubicBezTo>
                  <a:lnTo>
                    <a:pt x="3632" y="322"/>
                  </a:lnTo>
                  <a:cubicBezTo>
                    <a:pt x="3644" y="393"/>
                    <a:pt x="3644" y="488"/>
                    <a:pt x="3620" y="560"/>
                  </a:cubicBezTo>
                  <a:cubicBezTo>
                    <a:pt x="3144" y="595"/>
                    <a:pt x="2668" y="679"/>
                    <a:pt x="2203" y="762"/>
                  </a:cubicBezTo>
                  <a:cubicBezTo>
                    <a:pt x="2060" y="869"/>
                    <a:pt x="1941" y="1000"/>
                    <a:pt x="1846" y="1167"/>
                  </a:cubicBezTo>
                  <a:cubicBezTo>
                    <a:pt x="1763" y="1322"/>
                    <a:pt x="1679" y="1500"/>
                    <a:pt x="1656" y="1679"/>
                  </a:cubicBezTo>
                  <a:lnTo>
                    <a:pt x="1644" y="1715"/>
                  </a:lnTo>
                  <a:cubicBezTo>
                    <a:pt x="1667" y="2000"/>
                    <a:pt x="1763" y="2298"/>
                    <a:pt x="1846" y="2572"/>
                  </a:cubicBezTo>
                  <a:cubicBezTo>
                    <a:pt x="1727" y="2596"/>
                    <a:pt x="1620" y="2643"/>
                    <a:pt x="1501" y="2679"/>
                  </a:cubicBezTo>
                  <a:cubicBezTo>
                    <a:pt x="1477" y="2691"/>
                    <a:pt x="1453" y="2691"/>
                    <a:pt x="1417" y="2715"/>
                  </a:cubicBezTo>
                  <a:cubicBezTo>
                    <a:pt x="1406" y="2750"/>
                    <a:pt x="1406" y="2786"/>
                    <a:pt x="1406" y="2822"/>
                  </a:cubicBezTo>
                  <a:cubicBezTo>
                    <a:pt x="1417" y="2917"/>
                    <a:pt x="1429" y="3000"/>
                    <a:pt x="1465" y="3084"/>
                  </a:cubicBezTo>
                  <a:lnTo>
                    <a:pt x="1501" y="3227"/>
                  </a:lnTo>
                  <a:cubicBezTo>
                    <a:pt x="1486" y="3222"/>
                    <a:pt x="1471" y="3221"/>
                    <a:pt x="1456" y="3221"/>
                  </a:cubicBezTo>
                  <a:cubicBezTo>
                    <a:pt x="1385" y="3221"/>
                    <a:pt x="1312" y="3265"/>
                    <a:pt x="1263" y="3334"/>
                  </a:cubicBezTo>
                  <a:cubicBezTo>
                    <a:pt x="1227" y="3405"/>
                    <a:pt x="1227" y="3489"/>
                    <a:pt x="1251" y="3584"/>
                  </a:cubicBezTo>
                  <a:cubicBezTo>
                    <a:pt x="1220" y="3581"/>
                    <a:pt x="1188" y="3580"/>
                    <a:pt x="1157" y="3580"/>
                  </a:cubicBezTo>
                  <a:cubicBezTo>
                    <a:pt x="754" y="3580"/>
                    <a:pt x="321" y="3788"/>
                    <a:pt x="1" y="4108"/>
                  </a:cubicBezTo>
                  <a:lnTo>
                    <a:pt x="1536" y="4108"/>
                  </a:lnTo>
                  <a:cubicBezTo>
                    <a:pt x="1632" y="3989"/>
                    <a:pt x="1667" y="3834"/>
                    <a:pt x="1667" y="3691"/>
                  </a:cubicBezTo>
                  <a:cubicBezTo>
                    <a:pt x="1763" y="3667"/>
                    <a:pt x="1834" y="3667"/>
                    <a:pt x="1929" y="3655"/>
                  </a:cubicBezTo>
                  <a:cubicBezTo>
                    <a:pt x="1894" y="3524"/>
                    <a:pt x="1870" y="3370"/>
                    <a:pt x="1834" y="3239"/>
                  </a:cubicBezTo>
                  <a:cubicBezTo>
                    <a:pt x="1834" y="3227"/>
                    <a:pt x="1834" y="3215"/>
                    <a:pt x="1822" y="3191"/>
                  </a:cubicBezTo>
                  <a:lnTo>
                    <a:pt x="1822" y="3191"/>
                  </a:lnTo>
                  <a:cubicBezTo>
                    <a:pt x="1953" y="3215"/>
                    <a:pt x="2096" y="3239"/>
                    <a:pt x="2239" y="3274"/>
                  </a:cubicBezTo>
                  <a:cubicBezTo>
                    <a:pt x="2239" y="3108"/>
                    <a:pt x="2215" y="2941"/>
                    <a:pt x="2215" y="2774"/>
                  </a:cubicBezTo>
                  <a:lnTo>
                    <a:pt x="2215" y="2774"/>
                  </a:lnTo>
                  <a:cubicBezTo>
                    <a:pt x="2501" y="2798"/>
                    <a:pt x="2787" y="2810"/>
                    <a:pt x="3049" y="2822"/>
                  </a:cubicBezTo>
                  <a:cubicBezTo>
                    <a:pt x="2501" y="2631"/>
                    <a:pt x="2275" y="1869"/>
                    <a:pt x="2596" y="1381"/>
                  </a:cubicBezTo>
                  <a:cubicBezTo>
                    <a:pt x="2813" y="1028"/>
                    <a:pt x="3187" y="880"/>
                    <a:pt x="3572" y="880"/>
                  </a:cubicBezTo>
                  <a:cubicBezTo>
                    <a:pt x="3758" y="880"/>
                    <a:pt x="3946" y="914"/>
                    <a:pt x="4120" y="976"/>
                  </a:cubicBezTo>
                  <a:cubicBezTo>
                    <a:pt x="4156" y="667"/>
                    <a:pt x="4180" y="429"/>
                    <a:pt x="4299" y="179"/>
                  </a:cubicBezTo>
                  <a:cubicBezTo>
                    <a:pt x="4203" y="95"/>
                    <a:pt x="4096" y="36"/>
                    <a:pt x="4001" y="0"/>
                  </a:cubicBezTo>
                  <a:close/>
                </a:path>
              </a:pathLst>
            </a:custGeom>
            <a:solidFill>
              <a:srgbClr val="9ABF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24"/>
            <p:cNvSpPr/>
            <p:nvPr/>
          </p:nvSpPr>
          <p:spPr>
            <a:xfrm>
              <a:off x="4045029" y="2854947"/>
              <a:ext cx="108982" cy="178783"/>
            </a:xfrm>
            <a:custGeom>
              <a:rect b="b" l="l" r="r" t="t"/>
              <a:pathLst>
                <a:path extrusionOk="0" h="5763" w="3513">
                  <a:moveTo>
                    <a:pt x="2429" y="0"/>
                  </a:moveTo>
                  <a:lnTo>
                    <a:pt x="1953" y="24"/>
                  </a:lnTo>
                  <a:lnTo>
                    <a:pt x="1417" y="36"/>
                  </a:lnTo>
                  <a:lnTo>
                    <a:pt x="1346" y="667"/>
                  </a:lnTo>
                  <a:cubicBezTo>
                    <a:pt x="1191" y="679"/>
                    <a:pt x="1048" y="703"/>
                    <a:pt x="953" y="738"/>
                  </a:cubicBezTo>
                  <a:cubicBezTo>
                    <a:pt x="703" y="846"/>
                    <a:pt x="465" y="988"/>
                    <a:pt x="274" y="1179"/>
                  </a:cubicBezTo>
                  <a:cubicBezTo>
                    <a:pt x="238" y="1834"/>
                    <a:pt x="203" y="2536"/>
                    <a:pt x="155" y="3191"/>
                  </a:cubicBezTo>
                  <a:cubicBezTo>
                    <a:pt x="286" y="3310"/>
                    <a:pt x="476" y="3358"/>
                    <a:pt x="619" y="3477"/>
                  </a:cubicBezTo>
                  <a:cubicBezTo>
                    <a:pt x="572" y="3834"/>
                    <a:pt x="572" y="4239"/>
                    <a:pt x="536" y="4596"/>
                  </a:cubicBezTo>
                  <a:lnTo>
                    <a:pt x="536" y="4656"/>
                  </a:lnTo>
                  <a:cubicBezTo>
                    <a:pt x="405" y="4834"/>
                    <a:pt x="214" y="4989"/>
                    <a:pt x="60" y="5168"/>
                  </a:cubicBezTo>
                  <a:cubicBezTo>
                    <a:pt x="60" y="5287"/>
                    <a:pt x="48" y="5394"/>
                    <a:pt x="36" y="5501"/>
                  </a:cubicBezTo>
                  <a:cubicBezTo>
                    <a:pt x="36" y="5525"/>
                    <a:pt x="36" y="5560"/>
                    <a:pt x="24" y="5608"/>
                  </a:cubicBezTo>
                  <a:lnTo>
                    <a:pt x="24" y="5620"/>
                  </a:lnTo>
                  <a:cubicBezTo>
                    <a:pt x="24" y="5668"/>
                    <a:pt x="0" y="5727"/>
                    <a:pt x="0" y="5763"/>
                  </a:cubicBezTo>
                  <a:lnTo>
                    <a:pt x="3370" y="5763"/>
                  </a:lnTo>
                  <a:lnTo>
                    <a:pt x="3370" y="5680"/>
                  </a:lnTo>
                  <a:lnTo>
                    <a:pt x="3370" y="5549"/>
                  </a:lnTo>
                  <a:lnTo>
                    <a:pt x="3370" y="5334"/>
                  </a:lnTo>
                  <a:cubicBezTo>
                    <a:pt x="3251" y="5156"/>
                    <a:pt x="3072" y="4965"/>
                    <a:pt x="2953" y="4787"/>
                  </a:cubicBezTo>
                  <a:cubicBezTo>
                    <a:pt x="2941" y="4525"/>
                    <a:pt x="2965" y="4263"/>
                    <a:pt x="2965" y="4001"/>
                  </a:cubicBezTo>
                  <a:lnTo>
                    <a:pt x="2965" y="3596"/>
                  </a:lnTo>
                  <a:cubicBezTo>
                    <a:pt x="3120" y="3489"/>
                    <a:pt x="3310" y="3465"/>
                    <a:pt x="3453" y="3358"/>
                  </a:cubicBezTo>
                  <a:cubicBezTo>
                    <a:pt x="3477" y="2703"/>
                    <a:pt x="3501" y="2001"/>
                    <a:pt x="3513" y="1334"/>
                  </a:cubicBezTo>
                  <a:cubicBezTo>
                    <a:pt x="3334" y="1119"/>
                    <a:pt x="3132" y="941"/>
                    <a:pt x="2881" y="822"/>
                  </a:cubicBezTo>
                  <a:cubicBezTo>
                    <a:pt x="2786" y="786"/>
                    <a:pt x="2620" y="738"/>
                    <a:pt x="2477" y="703"/>
                  </a:cubicBezTo>
                  <a:lnTo>
                    <a:pt x="2429" y="0"/>
                  </a:lnTo>
                  <a:close/>
                </a:path>
              </a:pathLst>
            </a:custGeom>
            <a:solidFill>
              <a:srgbClr val="5E8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24"/>
            <p:cNvSpPr/>
            <p:nvPr/>
          </p:nvSpPr>
          <p:spPr>
            <a:xfrm>
              <a:off x="4044284" y="2857149"/>
              <a:ext cx="60246" cy="178069"/>
            </a:xfrm>
            <a:custGeom>
              <a:rect b="b" l="l" r="r" t="t"/>
              <a:pathLst>
                <a:path extrusionOk="0" h="5740" w="1942">
                  <a:moveTo>
                    <a:pt x="1941" y="1"/>
                  </a:moveTo>
                  <a:lnTo>
                    <a:pt x="1405" y="13"/>
                  </a:lnTo>
                  <a:lnTo>
                    <a:pt x="1334" y="632"/>
                  </a:lnTo>
                  <a:cubicBezTo>
                    <a:pt x="1191" y="656"/>
                    <a:pt x="1036" y="679"/>
                    <a:pt x="953" y="715"/>
                  </a:cubicBezTo>
                  <a:cubicBezTo>
                    <a:pt x="691" y="810"/>
                    <a:pt x="453" y="965"/>
                    <a:pt x="262" y="1156"/>
                  </a:cubicBezTo>
                  <a:cubicBezTo>
                    <a:pt x="238" y="1810"/>
                    <a:pt x="191" y="2513"/>
                    <a:pt x="143" y="3168"/>
                  </a:cubicBezTo>
                  <a:cubicBezTo>
                    <a:pt x="274" y="3287"/>
                    <a:pt x="477" y="3334"/>
                    <a:pt x="608" y="3454"/>
                  </a:cubicBezTo>
                  <a:cubicBezTo>
                    <a:pt x="560" y="3811"/>
                    <a:pt x="560" y="4204"/>
                    <a:pt x="536" y="4561"/>
                  </a:cubicBezTo>
                  <a:lnTo>
                    <a:pt x="536" y="4620"/>
                  </a:lnTo>
                  <a:cubicBezTo>
                    <a:pt x="393" y="4799"/>
                    <a:pt x="203" y="4966"/>
                    <a:pt x="60" y="5144"/>
                  </a:cubicBezTo>
                  <a:cubicBezTo>
                    <a:pt x="60" y="5263"/>
                    <a:pt x="36" y="5370"/>
                    <a:pt x="24" y="5478"/>
                  </a:cubicBezTo>
                  <a:cubicBezTo>
                    <a:pt x="24" y="5501"/>
                    <a:pt x="24" y="5537"/>
                    <a:pt x="12" y="5573"/>
                  </a:cubicBezTo>
                  <a:lnTo>
                    <a:pt x="12" y="5597"/>
                  </a:lnTo>
                  <a:cubicBezTo>
                    <a:pt x="12" y="5632"/>
                    <a:pt x="0" y="5692"/>
                    <a:pt x="0" y="5740"/>
                  </a:cubicBezTo>
                  <a:lnTo>
                    <a:pt x="655" y="5740"/>
                  </a:lnTo>
                  <a:lnTo>
                    <a:pt x="655" y="5716"/>
                  </a:lnTo>
                  <a:cubicBezTo>
                    <a:pt x="965" y="5454"/>
                    <a:pt x="1739" y="5299"/>
                    <a:pt x="1739" y="5299"/>
                  </a:cubicBezTo>
                  <a:lnTo>
                    <a:pt x="1691" y="4013"/>
                  </a:lnTo>
                  <a:lnTo>
                    <a:pt x="1679" y="3763"/>
                  </a:lnTo>
                  <a:cubicBezTo>
                    <a:pt x="1310" y="3501"/>
                    <a:pt x="1096" y="3096"/>
                    <a:pt x="1096" y="2644"/>
                  </a:cubicBezTo>
                  <a:cubicBezTo>
                    <a:pt x="1096" y="2203"/>
                    <a:pt x="1120" y="1679"/>
                    <a:pt x="1191" y="1441"/>
                  </a:cubicBezTo>
                  <a:cubicBezTo>
                    <a:pt x="1273" y="1181"/>
                    <a:pt x="1498" y="1126"/>
                    <a:pt x="1673" y="1126"/>
                  </a:cubicBezTo>
                  <a:cubicBezTo>
                    <a:pt x="1802" y="1126"/>
                    <a:pt x="1905" y="1156"/>
                    <a:pt x="1905" y="1156"/>
                  </a:cubicBezTo>
                  <a:lnTo>
                    <a:pt x="1941" y="1"/>
                  </a:lnTo>
                  <a:close/>
                </a:path>
              </a:pathLst>
            </a:custGeom>
            <a:solidFill>
              <a:srgbClr val="5E8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24"/>
            <p:cNvSpPr/>
            <p:nvPr/>
          </p:nvSpPr>
          <p:spPr>
            <a:xfrm>
              <a:off x="4072360" y="3755809"/>
              <a:ext cx="144441" cy="313265"/>
            </a:xfrm>
            <a:custGeom>
              <a:rect b="b" l="l" r="r" t="t"/>
              <a:pathLst>
                <a:path extrusionOk="0" h="10098" w="4656">
                  <a:moveTo>
                    <a:pt x="357" y="1"/>
                  </a:moveTo>
                  <a:lnTo>
                    <a:pt x="357" y="417"/>
                  </a:lnTo>
                  <a:cubicBezTo>
                    <a:pt x="393" y="3215"/>
                    <a:pt x="238" y="6406"/>
                    <a:pt x="119" y="8323"/>
                  </a:cubicBezTo>
                  <a:cubicBezTo>
                    <a:pt x="60" y="9406"/>
                    <a:pt x="0" y="10097"/>
                    <a:pt x="0" y="10097"/>
                  </a:cubicBezTo>
                  <a:lnTo>
                    <a:pt x="3751" y="9728"/>
                  </a:lnTo>
                  <a:lnTo>
                    <a:pt x="4656" y="239"/>
                  </a:lnTo>
                  <a:lnTo>
                    <a:pt x="1596" y="84"/>
                  </a:lnTo>
                  <a:lnTo>
                    <a:pt x="1167" y="48"/>
                  </a:lnTo>
                  <a:lnTo>
                    <a:pt x="357" y="1"/>
                  </a:ln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24"/>
            <p:cNvSpPr/>
            <p:nvPr/>
          </p:nvSpPr>
          <p:spPr>
            <a:xfrm>
              <a:off x="4076051" y="3755809"/>
              <a:ext cx="45820" cy="258573"/>
            </a:xfrm>
            <a:custGeom>
              <a:rect b="b" l="l" r="r" t="t"/>
              <a:pathLst>
                <a:path extrusionOk="0" h="8335" w="1477">
                  <a:moveTo>
                    <a:pt x="238" y="1"/>
                  </a:moveTo>
                  <a:lnTo>
                    <a:pt x="238" y="417"/>
                  </a:lnTo>
                  <a:cubicBezTo>
                    <a:pt x="274" y="3215"/>
                    <a:pt x="119" y="6418"/>
                    <a:pt x="0" y="8335"/>
                  </a:cubicBezTo>
                  <a:cubicBezTo>
                    <a:pt x="822" y="8252"/>
                    <a:pt x="1477" y="8180"/>
                    <a:pt x="1477" y="8180"/>
                  </a:cubicBezTo>
                  <a:lnTo>
                    <a:pt x="1477" y="84"/>
                  </a:lnTo>
                  <a:lnTo>
                    <a:pt x="1048" y="48"/>
                  </a:lnTo>
                  <a:lnTo>
                    <a:pt x="238" y="1"/>
                  </a:lnTo>
                  <a:close/>
                </a:path>
              </a:pathLst>
            </a:custGeom>
            <a:solidFill>
              <a:srgbClr val="FF7D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24"/>
            <p:cNvSpPr/>
            <p:nvPr/>
          </p:nvSpPr>
          <p:spPr>
            <a:xfrm>
              <a:off x="3584438" y="3286253"/>
              <a:ext cx="729866" cy="500982"/>
            </a:xfrm>
            <a:custGeom>
              <a:rect b="b" l="l" r="r" t="t"/>
              <a:pathLst>
                <a:path extrusionOk="0" h="16149" w="23527">
                  <a:moveTo>
                    <a:pt x="18906" y="1"/>
                  </a:moveTo>
                  <a:cubicBezTo>
                    <a:pt x="18597" y="1"/>
                    <a:pt x="18272" y="13"/>
                    <a:pt x="17931" y="39"/>
                  </a:cubicBezTo>
                  <a:cubicBezTo>
                    <a:pt x="15169" y="242"/>
                    <a:pt x="2369" y="4742"/>
                    <a:pt x="2369" y="4742"/>
                  </a:cubicBezTo>
                  <a:lnTo>
                    <a:pt x="0" y="15398"/>
                  </a:lnTo>
                  <a:cubicBezTo>
                    <a:pt x="0" y="15398"/>
                    <a:pt x="225" y="15400"/>
                    <a:pt x="592" y="15400"/>
                  </a:cubicBezTo>
                  <a:cubicBezTo>
                    <a:pt x="1999" y="15400"/>
                    <a:pt x="5500" y="15378"/>
                    <a:pt x="6453" y="15160"/>
                  </a:cubicBezTo>
                  <a:cubicBezTo>
                    <a:pt x="7668" y="14875"/>
                    <a:pt x="15192" y="8683"/>
                    <a:pt x="15192" y="8683"/>
                  </a:cubicBezTo>
                  <a:lnTo>
                    <a:pt x="15240" y="16149"/>
                  </a:lnTo>
                  <a:lnTo>
                    <a:pt x="21300" y="15934"/>
                  </a:lnTo>
                  <a:cubicBezTo>
                    <a:pt x="21300" y="15934"/>
                    <a:pt x="23527" y="2278"/>
                    <a:pt x="22967" y="1409"/>
                  </a:cubicBezTo>
                  <a:cubicBezTo>
                    <a:pt x="22476" y="636"/>
                    <a:pt x="21106" y="1"/>
                    <a:pt x="18906" y="1"/>
                  </a:cubicBezTo>
                  <a:close/>
                </a:path>
              </a:pathLst>
            </a:custGeom>
            <a:solidFill>
              <a:srgbClr val="3BA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24"/>
            <p:cNvSpPr/>
            <p:nvPr/>
          </p:nvSpPr>
          <p:spPr>
            <a:xfrm>
              <a:off x="4044656" y="3743990"/>
              <a:ext cx="392652" cy="359054"/>
            </a:xfrm>
            <a:custGeom>
              <a:rect b="b" l="l" r="r" t="t"/>
              <a:pathLst>
                <a:path extrusionOk="0" h="11574" w="12657">
                  <a:moveTo>
                    <a:pt x="0" y="1"/>
                  </a:moveTo>
                  <a:lnTo>
                    <a:pt x="631" y="10049"/>
                  </a:lnTo>
                  <a:cubicBezTo>
                    <a:pt x="536" y="10728"/>
                    <a:pt x="477" y="11311"/>
                    <a:pt x="453" y="11538"/>
                  </a:cubicBezTo>
                  <a:lnTo>
                    <a:pt x="12657" y="11573"/>
                  </a:lnTo>
                  <a:cubicBezTo>
                    <a:pt x="12657" y="11359"/>
                    <a:pt x="12561" y="11097"/>
                    <a:pt x="12299" y="10978"/>
                  </a:cubicBezTo>
                  <a:cubicBezTo>
                    <a:pt x="11526" y="10609"/>
                    <a:pt x="8644" y="9430"/>
                    <a:pt x="7870" y="8775"/>
                  </a:cubicBezTo>
                  <a:cubicBezTo>
                    <a:pt x="7275" y="8275"/>
                    <a:pt x="5715" y="6775"/>
                    <a:pt x="5715" y="6775"/>
                  </a:cubicBezTo>
                  <a:lnTo>
                    <a:pt x="6942" y="1"/>
                  </a:lnTo>
                  <a:close/>
                </a:path>
              </a:pathLst>
            </a:custGeom>
            <a:solidFill>
              <a:srgbClr val="3A43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24"/>
            <p:cNvSpPr/>
            <p:nvPr/>
          </p:nvSpPr>
          <p:spPr>
            <a:xfrm>
              <a:off x="4059051" y="4101152"/>
              <a:ext cx="379002" cy="35117"/>
            </a:xfrm>
            <a:custGeom>
              <a:rect b="b" l="l" r="r" t="t"/>
              <a:pathLst>
                <a:path extrusionOk="0" h="1132" w="12217">
                  <a:moveTo>
                    <a:pt x="1" y="1"/>
                  </a:moveTo>
                  <a:lnTo>
                    <a:pt x="1" y="1132"/>
                  </a:lnTo>
                  <a:lnTo>
                    <a:pt x="12216" y="1132"/>
                  </a:lnTo>
                  <a:lnTo>
                    <a:pt x="12216" y="48"/>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24"/>
            <p:cNvSpPr/>
            <p:nvPr/>
          </p:nvSpPr>
          <p:spPr>
            <a:xfrm>
              <a:off x="3319971" y="3421169"/>
              <a:ext cx="510475" cy="773236"/>
            </a:xfrm>
            <a:custGeom>
              <a:rect b="b" l="l" r="r" t="t"/>
              <a:pathLst>
                <a:path extrusionOk="0" h="24925" w="16455">
                  <a:moveTo>
                    <a:pt x="3929" y="1"/>
                  </a:moveTo>
                  <a:cubicBezTo>
                    <a:pt x="3929" y="1"/>
                    <a:pt x="3060" y="5180"/>
                    <a:pt x="3132" y="6418"/>
                  </a:cubicBezTo>
                  <a:cubicBezTo>
                    <a:pt x="3215" y="7644"/>
                    <a:pt x="8120" y="16074"/>
                    <a:pt x="8120" y="16074"/>
                  </a:cubicBezTo>
                  <a:lnTo>
                    <a:pt x="738" y="14907"/>
                  </a:lnTo>
                  <a:lnTo>
                    <a:pt x="607" y="16002"/>
                  </a:lnTo>
                  <a:lnTo>
                    <a:pt x="429" y="17491"/>
                  </a:lnTo>
                  <a:lnTo>
                    <a:pt x="381" y="17812"/>
                  </a:lnTo>
                  <a:lnTo>
                    <a:pt x="0" y="20944"/>
                  </a:lnTo>
                  <a:cubicBezTo>
                    <a:pt x="0" y="20944"/>
                    <a:pt x="11954" y="24924"/>
                    <a:pt x="13870" y="24924"/>
                  </a:cubicBezTo>
                  <a:cubicBezTo>
                    <a:pt x="13961" y="24924"/>
                    <a:pt x="14030" y="24915"/>
                    <a:pt x="14073" y="24896"/>
                  </a:cubicBezTo>
                  <a:cubicBezTo>
                    <a:pt x="15026" y="24504"/>
                    <a:pt x="15990" y="22920"/>
                    <a:pt x="16228" y="20158"/>
                  </a:cubicBezTo>
                  <a:cubicBezTo>
                    <a:pt x="16455" y="17384"/>
                    <a:pt x="14073" y="4037"/>
                    <a:pt x="14085" y="4037"/>
                  </a:cubicBezTo>
                  <a:lnTo>
                    <a:pt x="8692" y="1894"/>
                  </a:lnTo>
                  <a:lnTo>
                    <a:pt x="8370" y="1775"/>
                  </a:lnTo>
                  <a:lnTo>
                    <a:pt x="5953" y="798"/>
                  </a:lnTo>
                  <a:lnTo>
                    <a:pt x="3929" y="1"/>
                  </a:lnTo>
                  <a:close/>
                </a:path>
              </a:pathLst>
            </a:custGeom>
            <a:solidFill>
              <a:srgbClr val="63C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24"/>
            <p:cNvSpPr/>
            <p:nvPr/>
          </p:nvSpPr>
          <p:spPr>
            <a:xfrm>
              <a:off x="2993459" y="3843727"/>
              <a:ext cx="388216" cy="374566"/>
            </a:xfrm>
            <a:custGeom>
              <a:rect b="b" l="l" r="r" t="t"/>
              <a:pathLst>
                <a:path extrusionOk="0" h="12074" w="12514">
                  <a:moveTo>
                    <a:pt x="1857" y="0"/>
                  </a:moveTo>
                  <a:lnTo>
                    <a:pt x="0" y="12073"/>
                  </a:lnTo>
                  <a:cubicBezTo>
                    <a:pt x="214" y="12073"/>
                    <a:pt x="476" y="12026"/>
                    <a:pt x="631" y="11775"/>
                  </a:cubicBezTo>
                  <a:cubicBezTo>
                    <a:pt x="1131" y="11061"/>
                    <a:pt x="2715" y="8394"/>
                    <a:pt x="3465" y="7727"/>
                  </a:cubicBezTo>
                  <a:lnTo>
                    <a:pt x="5775" y="5822"/>
                  </a:lnTo>
                  <a:lnTo>
                    <a:pt x="11632" y="7858"/>
                  </a:lnTo>
                  <a:lnTo>
                    <a:pt x="12514" y="1298"/>
                  </a:lnTo>
                  <a:lnTo>
                    <a:pt x="3298" y="381"/>
                  </a:lnTo>
                  <a:cubicBezTo>
                    <a:pt x="2631" y="191"/>
                    <a:pt x="2084" y="60"/>
                    <a:pt x="1857" y="0"/>
                  </a:cubicBezTo>
                  <a:close/>
                </a:path>
              </a:pathLst>
            </a:custGeom>
            <a:solidFill>
              <a:srgbClr val="3A43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24"/>
            <p:cNvSpPr/>
            <p:nvPr/>
          </p:nvSpPr>
          <p:spPr>
            <a:xfrm>
              <a:off x="2960575" y="3838174"/>
              <a:ext cx="90524" cy="380119"/>
            </a:xfrm>
            <a:custGeom>
              <a:rect b="b" l="l" r="r" t="t"/>
              <a:pathLst>
                <a:path extrusionOk="0" h="12253" w="2918">
                  <a:moveTo>
                    <a:pt x="1798" y="1"/>
                  </a:moveTo>
                  <a:lnTo>
                    <a:pt x="0" y="12085"/>
                  </a:lnTo>
                  <a:lnTo>
                    <a:pt x="1060" y="12252"/>
                  </a:lnTo>
                  <a:lnTo>
                    <a:pt x="2917" y="179"/>
                  </a:lnTo>
                  <a:lnTo>
                    <a:pt x="17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24"/>
            <p:cNvSpPr/>
            <p:nvPr/>
          </p:nvSpPr>
          <p:spPr>
            <a:xfrm>
              <a:off x="3379069" y="2785860"/>
              <a:ext cx="557009" cy="918266"/>
            </a:xfrm>
            <a:custGeom>
              <a:rect b="b" l="l" r="r" t="t"/>
              <a:pathLst>
                <a:path extrusionOk="0" h="29600" w="17955">
                  <a:moveTo>
                    <a:pt x="10240" y="1"/>
                  </a:moveTo>
                  <a:lnTo>
                    <a:pt x="8811" y="548"/>
                  </a:lnTo>
                  <a:lnTo>
                    <a:pt x="6632" y="1739"/>
                  </a:lnTo>
                  <a:lnTo>
                    <a:pt x="6620" y="1763"/>
                  </a:lnTo>
                  <a:cubicBezTo>
                    <a:pt x="6430" y="1918"/>
                    <a:pt x="4906" y="3287"/>
                    <a:pt x="4656" y="4454"/>
                  </a:cubicBezTo>
                  <a:cubicBezTo>
                    <a:pt x="4560" y="4882"/>
                    <a:pt x="4084" y="6668"/>
                    <a:pt x="3477" y="8907"/>
                  </a:cubicBezTo>
                  <a:cubicBezTo>
                    <a:pt x="2227" y="13526"/>
                    <a:pt x="441" y="20039"/>
                    <a:pt x="441" y="20039"/>
                  </a:cubicBezTo>
                  <a:cubicBezTo>
                    <a:pt x="0" y="20872"/>
                    <a:pt x="357" y="24623"/>
                    <a:pt x="655" y="27159"/>
                  </a:cubicBezTo>
                  <a:cubicBezTo>
                    <a:pt x="810" y="28564"/>
                    <a:pt x="977" y="29600"/>
                    <a:pt x="977" y="29600"/>
                  </a:cubicBezTo>
                  <a:cubicBezTo>
                    <a:pt x="977" y="29600"/>
                    <a:pt x="13061" y="27076"/>
                    <a:pt x="13371" y="26135"/>
                  </a:cubicBezTo>
                  <a:cubicBezTo>
                    <a:pt x="13692" y="25194"/>
                    <a:pt x="12621" y="21623"/>
                    <a:pt x="12740" y="21075"/>
                  </a:cubicBezTo>
                  <a:cubicBezTo>
                    <a:pt x="12859" y="20527"/>
                    <a:pt x="14431" y="18991"/>
                    <a:pt x="14431" y="18991"/>
                  </a:cubicBezTo>
                  <a:cubicBezTo>
                    <a:pt x="14431" y="18848"/>
                    <a:pt x="14407" y="18194"/>
                    <a:pt x="14371" y="17360"/>
                  </a:cubicBezTo>
                  <a:cubicBezTo>
                    <a:pt x="14347" y="16515"/>
                    <a:pt x="14323" y="15515"/>
                    <a:pt x="14359" y="14622"/>
                  </a:cubicBezTo>
                  <a:cubicBezTo>
                    <a:pt x="14859" y="14050"/>
                    <a:pt x="17038" y="12086"/>
                    <a:pt x="17538" y="9812"/>
                  </a:cubicBezTo>
                  <a:cubicBezTo>
                    <a:pt x="17955" y="7954"/>
                    <a:pt x="15776" y="1858"/>
                    <a:pt x="15776" y="1858"/>
                  </a:cubicBezTo>
                  <a:lnTo>
                    <a:pt x="14907" y="1441"/>
                  </a:lnTo>
                  <a:lnTo>
                    <a:pt x="14228" y="1120"/>
                  </a:lnTo>
                  <a:lnTo>
                    <a:pt x="10240" y="1"/>
                  </a:lnTo>
                  <a:close/>
                </a:path>
              </a:pathLst>
            </a:custGeom>
            <a:solidFill>
              <a:srgbClr val="D945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24"/>
            <p:cNvSpPr/>
            <p:nvPr/>
          </p:nvSpPr>
          <p:spPr>
            <a:xfrm>
              <a:off x="3864043" y="2896672"/>
              <a:ext cx="62821" cy="291829"/>
            </a:xfrm>
            <a:custGeom>
              <a:rect b="b" l="l" r="r" t="t"/>
              <a:pathLst>
                <a:path extrusionOk="0" h="9407" w="2025">
                  <a:moveTo>
                    <a:pt x="143" y="1"/>
                  </a:moveTo>
                  <a:cubicBezTo>
                    <a:pt x="143" y="2"/>
                    <a:pt x="1488" y="6621"/>
                    <a:pt x="1357" y="7180"/>
                  </a:cubicBezTo>
                  <a:cubicBezTo>
                    <a:pt x="1226" y="7728"/>
                    <a:pt x="0" y="9407"/>
                    <a:pt x="0" y="9407"/>
                  </a:cubicBezTo>
                  <a:cubicBezTo>
                    <a:pt x="0" y="9407"/>
                    <a:pt x="2024" y="7811"/>
                    <a:pt x="2012" y="6990"/>
                  </a:cubicBezTo>
                  <a:cubicBezTo>
                    <a:pt x="2000" y="6180"/>
                    <a:pt x="143" y="2"/>
                    <a:pt x="143" y="1"/>
                  </a:cubicBezTo>
                  <a:close/>
                </a:path>
              </a:pathLst>
            </a:custGeom>
            <a:solidFill>
              <a:srgbClr val="AA2B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24"/>
            <p:cNvSpPr/>
            <p:nvPr/>
          </p:nvSpPr>
          <p:spPr>
            <a:xfrm>
              <a:off x="3399388" y="3324410"/>
              <a:ext cx="427366" cy="379715"/>
            </a:xfrm>
            <a:custGeom>
              <a:rect b="b" l="l" r="r" t="t"/>
              <a:pathLst>
                <a:path extrusionOk="0" h="12240" w="13776">
                  <a:moveTo>
                    <a:pt x="13716" y="0"/>
                  </a:moveTo>
                  <a:cubicBezTo>
                    <a:pt x="12775" y="703"/>
                    <a:pt x="10620" y="2417"/>
                    <a:pt x="10609" y="3108"/>
                  </a:cubicBezTo>
                  <a:cubicBezTo>
                    <a:pt x="10597" y="3989"/>
                    <a:pt x="10478" y="7561"/>
                    <a:pt x="9561" y="8168"/>
                  </a:cubicBezTo>
                  <a:cubicBezTo>
                    <a:pt x="8930" y="8632"/>
                    <a:pt x="3119" y="9418"/>
                    <a:pt x="0" y="9799"/>
                  </a:cubicBezTo>
                  <a:cubicBezTo>
                    <a:pt x="155" y="11204"/>
                    <a:pt x="322" y="12240"/>
                    <a:pt x="322" y="12240"/>
                  </a:cubicBezTo>
                  <a:cubicBezTo>
                    <a:pt x="322" y="12240"/>
                    <a:pt x="12406" y="9716"/>
                    <a:pt x="12716" y="8775"/>
                  </a:cubicBezTo>
                  <a:cubicBezTo>
                    <a:pt x="13037" y="7834"/>
                    <a:pt x="11966" y="4263"/>
                    <a:pt x="12085" y="3715"/>
                  </a:cubicBezTo>
                  <a:cubicBezTo>
                    <a:pt x="12204" y="3167"/>
                    <a:pt x="13776" y="1631"/>
                    <a:pt x="13776" y="1631"/>
                  </a:cubicBezTo>
                  <a:cubicBezTo>
                    <a:pt x="13776" y="1488"/>
                    <a:pt x="13752" y="834"/>
                    <a:pt x="13716" y="0"/>
                  </a:cubicBezTo>
                  <a:close/>
                </a:path>
              </a:pathLst>
            </a:custGeom>
            <a:solidFill>
              <a:srgbClr val="AA2B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24"/>
            <p:cNvSpPr/>
            <p:nvPr/>
          </p:nvSpPr>
          <p:spPr>
            <a:xfrm>
              <a:off x="3719975" y="2689473"/>
              <a:ext cx="107152" cy="84878"/>
            </a:xfrm>
            <a:custGeom>
              <a:rect b="b" l="l" r="r" t="t"/>
              <a:pathLst>
                <a:path extrusionOk="0" h="2736" w="3454">
                  <a:moveTo>
                    <a:pt x="465" y="0"/>
                  </a:moveTo>
                  <a:cubicBezTo>
                    <a:pt x="465" y="0"/>
                    <a:pt x="286" y="965"/>
                    <a:pt x="1" y="1822"/>
                  </a:cubicBezTo>
                  <a:cubicBezTo>
                    <a:pt x="167" y="2108"/>
                    <a:pt x="465" y="2334"/>
                    <a:pt x="715" y="2453"/>
                  </a:cubicBezTo>
                  <a:cubicBezTo>
                    <a:pt x="1156" y="2644"/>
                    <a:pt x="1637" y="2735"/>
                    <a:pt x="2123" y="2735"/>
                  </a:cubicBezTo>
                  <a:cubicBezTo>
                    <a:pt x="2425" y="2735"/>
                    <a:pt x="2728" y="2700"/>
                    <a:pt x="3025" y="2632"/>
                  </a:cubicBezTo>
                  <a:cubicBezTo>
                    <a:pt x="3192" y="1739"/>
                    <a:pt x="3453" y="667"/>
                    <a:pt x="3453" y="667"/>
                  </a:cubicBezTo>
                  <a:lnTo>
                    <a:pt x="465" y="0"/>
                  </a:lnTo>
                  <a:close/>
                </a:path>
              </a:pathLst>
            </a:custGeom>
            <a:solidFill>
              <a:srgbClr val="FF7D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124"/>
            <p:cNvSpPr/>
            <p:nvPr/>
          </p:nvSpPr>
          <p:spPr>
            <a:xfrm>
              <a:off x="3696708" y="2745623"/>
              <a:ext cx="123780" cy="109354"/>
            </a:xfrm>
            <a:custGeom>
              <a:rect b="b" l="l" r="r" t="t"/>
              <a:pathLst>
                <a:path extrusionOk="0" h="3525" w="3990">
                  <a:moveTo>
                    <a:pt x="739" y="0"/>
                  </a:moveTo>
                  <a:cubicBezTo>
                    <a:pt x="548" y="607"/>
                    <a:pt x="298" y="1167"/>
                    <a:pt x="12" y="1298"/>
                  </a:cubicBezTo>
                  <a:cubicBezTo>
                    <a:pt x="12" y="1310"/>
                    <a:pt x="1" y="1310"/>
                    <a:pt x="1" y="1310"/>
                  </a:cubicBezTo>
                  <a:cubicBezTo>
                    <a:pt x="1" y="1771"/>
                    <a:pt x="1305" y="3525"/>
                    <a:pt x="2886" y="3525"/>
                  </a:cubicBezTo>
                  <a:cubicBezTo>
                    <a:pt x="2896" y="3525"/>
                    <a:pt x="2907" y="3524"/>
                    <a:pt x="2918" y="3524"/>
                  </a:cubicBezTo>
                  <a:cubicBezTo>
                    <a:pt x="3644" y="3524"/>
                    <a:pt x="3894" y="2977"/>
                    <a:pt x="3989" y="2417"/>
                  </a:cubicBezTo>
                  <a:cubicBezTo>
                    <a:pt x="3775" y="2191"/>
                    <a:pt x="3656" y="2012"/>
                    <a:pt x="3644" y="1905"/>
                  </a:cubicBezTo>
                  <a:cubicBezTo>
                    <a:pt x="3632" y="1715"/>
                    <a:pt x="3692" y="1286"/>
                    <a:pt x="3775" y="810"/>
                  </a:cubicBezTo>
                  <a:lnTo>
                    <a:pt x="3775" y="810"/>
                  </a:lnTo>
                  <a:cubicBezTo>
                    <a:pt x="3478" y="878"/>
                    <a:pt x="3175" y="913"/>
                    <a:pt x="2873" y="913"/>
                  </a:cubicBezTo>
                  <a:cubicBezTo>
                    <a:pt x="2387" y="913"/>
                    <a:pt x="1906" y="822"/>
                    <a:pt x="1465" y="631"/>
                  </a:cubicBezTo>
                  <a:cubicBezTo>
                    <a:pt x="1215" y="512"/>
                    <a:pt x="905" y="298"/>
                    <a:pt x="739" y="0"/>
                  </a:cubicBez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24"/>
            <p:cNvSpPr/>
            <p:nvPr/>
          </p:nvSpPr>
          <p:spPr>
            <a:xfrm>
              <a:off x="3900960" y="2604719"/>
              <a:ext cx="77618" cy="79976"/>
            </a:xfrm>
            <a:custGeom>
              <a:rect b="b" l="l" r="r" t="t"/>
              <a:pathLst>
                <a:path extrusionOk="0" h="2578" w="2502">
                  <a:moveTo>
                    <a:pt x="741" y="1"/>
                  </a:moveTo>
                  <a:cubicBezTo>
                    <a:pt x="712" y="1"/>
                    <a:pt x="684" y="2"/>
                    <a:pt x="656" y="6"/>
                  </a:cubicBezTo>
                  <a:cubicBezTo>
                    <a:pt x="239" y="77"/>
                    <a:pt x="1" y="494"/>
                    <a:pt x="477" y="768"/>
                  </a:cubicBezTo>
                  <a:cubicBezTo>
                    <a:pt x="620" y="851"/>
                    <a:pt x="763" y="887"/>
                    <a:pt x="918" y="946"/>
                  </a:cubicBezTo>
                  <a:cubicBezTo>
                    <a:pt x="1608" y="1208"/>
                    <a:pt x="2144" y="1851"/>
                    <a:pt x="2287" y="2577"/>
                  </a:cubicBezTo>
                  <a:cubicBezTo>
                    <a:pt x="2501" y="2006"/>
                    <a:pt x="2418" y="1304"/>
                    <a:pt x="2049" y="792"/>
                  </a:cubicBezTo>
                  <a:cubicBezTo>
                    <a:pt x="1790" y="454"/>
                    <a:pt x="1224" y="1"/>
                    <a:pt x="741" y="1"/>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24"/>
            <p:cNvSpPr/>
            <p:nvPr/>
          </p:nvSpPr>
          <p:spPr>
            <a:xfrm>
              <a:off x="3665313" y="2411480"/>
              <a:ext cx="275201" cy="360512"/>
            </a:xfrm>
            <a:custGeom>
              <a:rect b="b" l="l" r="r" t="t"/>
              <a:pathLst>
                <a:path extrusionOk="0" h="11621" w="8871">
                  <a:moveTo>
                    <a:pt x="4641" y="0"/>
                  </a:moveTo>
                  <a:cubicBezTo>
                    <a:pt x="3567" y="0"/>
                    <a:pt x="2489" y="372"/>
                    <a:pt x="1620" y="1103"/>
                  </a:cubicBezTo>
                  <a:cubicBezTo>
                    <a:pt x="1036" y="1591"/>
                    <a:pt x="536" y="2103"/>
                    <a:pt x="382" y="2472"/>
                  </a:cubicBezTo>
                  <a:cubicBezTo>
                    <a:pt x="1" y="3413"/>
                    <a:pt x="441" y="6937"/>
                    <a:pt x="870" y="8378"/>
                  </a:cubicBezTo>
                  <a:cubicBezTo>
                    <a:pt x="929" y="8568"/>
                    <a:pt x="989" y="8735"/>
                    <a:pt x="1036" y="8842"/>
                  </a:cubicBezTo>
                  <a:cubicBezTo>
                    <a:pt x="1501" y="9747"/>
                    <a:pt x="3846" y="11152"/>
                    <a:pt x="4370" y="11390"/>
                  </a:cubicBezTo>
                  <a:cubicBezTo>
                    <a:pt x="4573" y="11485"/>
                    <a:pt x="4924" y="11620"/>
                    <a:pt x="5353" y="11620"/>
                  </a:cubicBezTo>
                  <a:cubicBezTo>
                    <a:pt x="6005" y="11620"/>
                    <a:pt x="6835" y="11306"/>
                    <a:pt x="7597" y="10057"/>
                  </a:cubicBezTo>
                  <a:cubicBezTo>
                    <a:pt x="8871" y="7997"/>
                    <a:pt x="8656" y="3270"/>
                    <a:pt x="8216" y="1937"/>
                  </a:cubicBezTo>
                  <a:cubicBezTo>
                    <a:pt x="8192" y="1889"/>
                    <a:pt x="8180" y="1841"/>
                    <a:pt x="8156" y="1782"/>
                  </a:cubicBezTo>
                  <a:cubicBezTo>
                    <a:pt x="8037" y="1544"/>
                    <a:pt x="7823" y="1306"/>
                    <a:pt x="7561" y="1067"/>
                  </a:cubicBezTo>
                  <a:cubicBezTo>
                    <a:pt x="6722" y="352"/>
                    <a:pt x="5683" y="0"/>
                    <a:pt x="4641" y="0"/>
                  </a:cubicBez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24"/>
            <p:cNvSpPr/>
            <p:nvPr/>
          </p:nvSpPr>
          <p:spPr>
            <a:xfrm>
              <a:off x="3849990" y="2574596"/>
              <a:ext cx="22926" cy="83140"/>
            </a:xfrm>
            <a:custGeom>
              <a:rect b="b" l="l" r="r" t="t"/>
              <a:pathLst>
                <a:path extrusionOk="0" h="2680" w="739">
                  <a:moveTo>
                    <a:pt x="477" y="0"/>
                  </a:moveTo>
                  <a:cubicBezTo>
                    <a:pt x="429" y="24"/>
                    <a:pt x="382" y="36"/>
                    <a:pt x="358" y="84"/>
                  </a:cubicBezTo>
                  <a:cubicBezTo>
                    <a:pt x="310" y="120"/>
                    <a:pt x="275" y="155"/>
                    <a:pt x="251" y="203"/>
                  </a:cubicBezTo>
                  <a:cubicBezTo>
                    <a:pt x="191" y="274"/>
                    <a:pt x="144" y="381"/>
                    <a:pt x="96" y="477"/>
                  </a:cubicBezTo>
                  <a:cubicBezTo>
                    <a:pt x="24" y="655"/>
                    <a:pt x="1" y="858"/>
                    <a:pt x="13" y="1048"/>
                  </a:cubicBezTo>
                  <a:cubicBezTo>
                    <a:pt x="60" y="1501"/>
                    <a:pt x="96" y="1870"/>
                    <a:pt x="501" y="2084"/>
                  </a:cubicBezTo>
                  <a:cubicBezTo>
                    <a:pt x="441" y="2167"/>
                    <a:pt x="370" y="2263"/>
                    <a:pt x="298" y="2346"/>
                  </a:cubicBezTo>
                  <a:cubicBezTo>
                    <a:pt x="239" y="2417"/>
                    <a:pt x="155" y="2477"/>
                    <a:pt x="96" y="2560"/>
                  </a:cubicBezTo>
                  <a:lnTo>
                    <a:pt x="60" y="2596"/>
                  </a:lnTo>
                  <a:lnTo>
                    <a:pt x="36" y="2620"/>
                  </a:lnTo>
                  <a:lnTo>
                    <a:pt x="1" y="2656"/>
                  </a:lnTo>
                  <a:cubicBezTo>
                    <a:pt x="24" y="2679"/>
                    <a:pt x="60" y="2679"/>
                    <a:pt x="84" y="2679"/>
                  </a:cubicBezTo>
                  <a:cubicBezTo>
                    <a:pt x="179" y="2656"/>
                    <a:pt x="263" y="2596"/>
                    <a:pt x="322" y="2536"/>
                  </a:cubicBezTo>
                  <a:cubicBezTo>
                    <a:pt x="382" y="2477"/>
                    <a:pt x="441" y="2417"/>
                    <a:pt x="501" y="2346"/>
                  </a:cubicBezTo>
                  <a:cubicBezTo>
                    <a:pt x="536" y="2322"/>
                    <a:pt x="739" y="1989"/>
                    <a:pt x="739" y="1989"/>
                  </a:cubicBezTo>
                  <a:cubicBezTo>
                    <a:pt x="560" y="1917"/>
                    <a:pt x="394" y="1751"/>
                    <a:pt x="310" y="1572"/>
                  </a:cubicBezTo>
                  <a:cubicBezTo>
                    <a:pt x="215" y="1429"/>
                    <a:pt x="179" y="1263"/>
                    <a:pt x="155" y="1084"/>
                  </a:cubicBezTo>
                  <a:cubicBezTo>
                    <a:pt x="144" y="917"/>
                    <a:pt x="155" y="739"/>
                    <a:pt x="203" y="560"/>
                  </a:cubicBezTo>
                  <a:cubicBezTo>
                    <a:pt x="239" y="477"/>
                    <a:pt x="263" y="381"/>
                    <a:pt x="298" y="310"/>
                  </a:cubicBezTo>
                  <a:lnTo>
                    <a:pt x="429" y="84"/>
                  </a:lnTo>
                  <a:lnTo>
                    <a:pt x="477" y="0"/>
                  </a:lnTo>
                  <a:close/>
                </a:path>
              </a:pathLst>
            </a:custGeom>
            <a:solidFill>
              <a:srgbClr val="FC5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24"/>
            <p:cNvSpPr/>
            <p:nvPr/>
          </p:nvSpPr>
          <p:spPr>
            <a:xfrm>
              <a:off x="3772806" y="2672845"/>
              <a:ext cx="100482" cy="22584"/>
            </a:xfrm>
            <a:custGeom>
              <a:rect b="b" l="l" r="r" t="t"/>
              <a:pathLst>
                <a:path extrusionOk="0" h="728" w="3239">
                  <a:moveTo>
                    <a:pt x="0" y="0"/>
                  </a:moveTo>
                  <a:lnTo>
                    <a:pt x="0" y="0"/>
                  </a:lnTo>
                  <a:cubicBezTo>
                    <a:pt x="429" y="441"/>
                    <a:pt x="1000" y="715"/>
                    <a:pt x="1572" y="727"/>
                  </a:cubicBezTo>
                  <a:cubicBezTo>
                    <a:pt x="1586" y="727"/>
                    <a:pt x="1600" y="727"/>
                    <a:pt x="1614" y="727"/>
                  </a:cubicBezTo>
                  <a:cubicBezTo>
                    <a:pt x="2184" y="727"/>
                    <a:pt x="2774" y="490"/>
                    <a:pt x="3239" y="72"/>
                  </a:cubicBezTo>
                  <a:lnTo>
                    <a:pt x="3239" y="72"/>
                  </a:lnTo>
                  <a:cubicBezTo>
                    <a:pt x="2759" y="337"/>
                    <a:pt x="2244" y="458"/>
                    <a:pt x="1729" y="458"/>
                  </a:cubicBezTo>
                  <a:cubicBezTo>
                    <a:pt x="1133" y="458"/>
                    <a:pt x="537" y="295"/>
                    <a:pt x="0" y="0"/>
                  </a:cubicBezTo>
                  <a:close/>
                </a:path>
              </a:pathLst>
            </a:custGeom>
            <a:solidFill>
              <a:srgbClr val="FC5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24"/>
            <p:cNvSpPr/>
            <p:nvPr/>
          </p:nvSpPr>
          <p:spPr>
            <a:xfrm>
              <a:off x="3800137" y="2699803"/>
              <a:ext cx="41012" cy="10020"/>
            </a:xfrm>
            <a:custGeom>
              <a:rect b="b" l="l" r="r" t="t"/>
              <a:pathLst>
                <a:path extrusionOk="0" h="323" w="1322">
                  <a:moveTo>
                    <a:pt x="0" y="1"/>
                  </a:moveTo>
                  <a:cubicBezTo>
                    <a:pt x="179" y="203"/>
                    <a:pt x="393" y="322"/>
                    <a:pt x="631" y="322"/>
                  </a:cubicBezTo>
                  <a:cubicBezTo>
                    <a:pt x="642" y="323"/>
                    <a:pt x="653" y="323"/>
                    <a:pt x="664" y="323"/>
                  </a:cubicBezTo>
                  <a:cubicBezTo>
                    <a:pt x="893" y="323"/>
                    <a:pt x="1140" y="206"/>
                    <a:pt x="1322" y="24"/>
                  </a:cubicBezTo>
                  <a:lnTo>
                    <a:pt x="1322" y="24"/>
                  </a:lnTo>
                  <a:cubicBezTo>
                    <a:pt x="1121" y="142"/>
                    <a:pt x="904" y="196"/>
                    <a:pt x="689" y="196"/>
                  </a:cubicBezTo>
                  <a:cubicBezTo>
                    <a:pt x="447" y="196"/>
                    <a:pt x="209" y="127"/>
                    <a:pt x="0" y="1"/>
                  </a:cubicBezTo>
                  <a:close/>
                </a:path>
              </a:pathLst>
            </a:custGeom>
            <a:solidFill>
              <a:srgbClr val="FC5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24"/>
            <p:cNvSpPr/>
            <p:nvPr/>
          </p:nvSpPr>
          <p:spPr>
            <a:xfrm>
              <a:off x="3637610" y="2591380"/>
              <a:ext cx="62821" cy="94619"/>
            </a:xfrm>
            <a:custGeom>
              <a:rect b="b" l="l" r="r" t="t"/>
              <a:pathLst>
                <a:path extrusionOk="0" h="3050" w="2025">
                  <a:moveTo>
                    <a:pt x="1112" y="0"/>
                  </a:moveTo>
                  <a:cubicBezTo>
                    <a:pt x="1009" y="0"/>
                    <a:pt x="904" y="37"/>
                    <a:pt x="798" y="126"/>
                  </a:cubicBezTo>
                  <a:cubicBezTo>
                    <a:pt x="251" y="602"/>
                    <a:pt x="1" y="1460"/>
                    <a:pt x="370" y="2031"/>
                  </a:cubicBezTo>
                  <a:cubicBezTo>
                    <a:pt x="684" y="2503"/>
                    <a:pt x="1158" y="3049"/>
                    <a:pt x="1811" y="3049"/>
                  </a:cubicBezTo>
                  <a:cubicBezTo>
                    <a:pt x="1850" y="3049"/>
                    <a:pt x="1889" y="3047"/>
                    <a:pt x="1929" y="3043"/>
                  </a:cubicBezTo>
                  <a:lnTo>
                    <a:pt x="2025" y="722"/>
                  </a:lnTo>
                  <a:cubicBezTo>
                    <a:pt x="1928" y="645"/>
                    <a:pt x="1545" y="0"/>
                    <a:pt x="1112" y="0"/>
                  </a:cubicBez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24"/>
            <p:cNvSpPr/>
            <p:nvPr/>
          </p:nvSpPr>
          <p:spPr>
            <a:xfrm>
              <a:off x="3658302" y="2609000"/>
              <a:ext cx="30588" cy="60928"/>
            </a:xfrm>
            <a:custGeom>
              <a:rect b="b" l="l" r="r" t="t"/>
              <a:pathLst>
                <a:path extrusionOk="0" h="1964" w="986">
                  <a:moveTo>
                    <a:pt x="305" y="1"/>
                  </a:moveTo>
                  <a:cubicBezTo>
                    <a:pt x="205" y="1"/>
                    <a:pt x="113" y="68"/>
                    <a:pt x="48" y="237"/>
                  </a:cubicBezTo>
                  <a:cubicBezTo>
                    <a:pt x="0" y="356"/>
                    <a:pt x="0" y="475"/>
                    <a:pt x="24" y="594"/>
                  </a:cubicBezTo>
                  <a:cubicBezTo>
                    <a:pt x="119" y="1118"/>
                    <a:pt x="536" y="1547"/>
                    <a:pt x="941" y="1963"/>
                  </a:cubicBezTo>
                  <a:cubicBezTo>
                    <a:pt x="834" y="1713"/>
                    <a:pt x="822" y="1427"/>
                    <a:pt x="881" y="1166"/>
                  </a:cubicBezTo>
                  <a:cubicBezTo>
                    <a:pt x="893" y="1070"/>
                    <a:pt x="941" y="987"/>
                    <a:pt x="941" y="892"/>
                  </a:cubicBezTo>
                  <a:cubicBezTo>
                    <a:pt x="986" y="614"/>
                    <a:pt x="607" y="1"/>
                    <a:pt x="305" y="1"/>
                  </a:cubicBezTo>
                  <a:close/>
                </a:path>
              </a:pathLst>
            </a:custGeom>
            <a:solidFill>
              <a:srgbClr val="FF7D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24"/>
            <p:cNvSpPr/>
            <p:nvPr/>
          </p:nvSpPr>
          <p:spPr>
            <a:xfrm>
              <a:off x="3872885" y="2525085"/>
              <a:ext cx="50287" cy="16752"/>
            </a:xfrm>
            <a:custGeom>
              <a:rect b="b" l="l" r="r" t="t"/>
              <a:pathLst>
                <a:path extrusionOk="0" h="540" w="1621">
                  <a:moveTo>
                    <a:pt x="586" y="1"/>
                  </a:moveTo>
                  <a:cubicBezTo>
                    <a:pt x="581" y="1"/>
                    <a:pt x="577" y="1"/>
                    <a:pt x="572" y="1"/>
                  </a:cubicBezTo>
                  <a:cubicBezTo>
                    <a:pt x="156" y="13"/>
                    <a:pt x="1" y="382"/>
                    <a:pt x="168" y="477"/>
                  </a:cubicBezTo>
                  <a:cubicBezTo>
                    <a:pt x="274" y="530"/>
                    <a:pt x="833" y="540"/>
                    <a:pt x="1226" y="540"/>
                  </a:cubicBezTo>
                  <a:cubicBezTo>
                    <a:pt x="1450" y="540"/>
                    <a:pt x="1620" y="537"/>
                    <a:pt x="1620" y="537"/>
                  </a:cubicBezTo>
                  <a:cubicBezTo>
                    <a:pt x="1620" y="537"/>
                    <a:pt x="1003" y="1"/>
                    <a:pt x="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24"/>
            <p:cNvSpPr/>
            <p:nvPr/>
          </p:nvSpPr>
          <p:spPr>
            <a:xfrm>
              <a:off x="3738092" y="2527225"/>
              <a:ext cx="80907" cy="18427"/>
            </a:xfrm>
            <a:custGeom>
              <a:rect b="b" l="l" r="r" t="t"/>
              <a:pathLst>
                <a:path extrusionOk="0" h="594" w="2608">
                  <a:moveTo>
                    <a:pt x="1719" y="1"/>
                  </a:moveTo>
                  <a:cubicBezTo>
                    <a:pt x="1046" y="1"/>
                    <a:pt x="0" y="551"/>
                    <a:pt x="0" y="551"/>
                  </a:cubicBezTo>
                  <a:cubicBezTo>
                    <a:pt x="0" y="551"/>
                    <a:pt x="916" y="593"/>
                    <a:pt x="1607" y="593"/>
                  </a:cubicBezTo>
                  <a:cubicBezTo>
                    <a:pt x="1953" y="593"/>
                    <a:pt x="2242" y="583"/>
                    <a:pt x="2334" y="551"/>
                  </a:cubicBezTo>
                  <a:cubicBezTo>
                    <a:pt x="2608" y="468"/>
                    <a:pt x="2453" y="39"/>
                    <a:pt x="1798" y="3"/>
                  </a:cubicBezTo>
                  <a:cubicBezTo>
                    <a:pt x="1772" y="2"/>
                    <a:pt x="1746" y="1"/>
                    <a:pt x="17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24"/>
            <p:cNvSpPr/>
            <p:nvPr/>
          </p:nvSpPr>
          <p:spPr>
            <a:xfrm>
              <a:off x="3867735" y="2563894"/>
              <a:ext cx="30309" cy="46565"/>
            </a:xfrm>
            <a:custGeom>
              <a:rect b="b" l="l" r="r" t="t"/>
              <a:pathLst>
                <a:path extrusionOk="0" h="1501" w="977">
                  <a:moveTo>
                    <a:pt x="976" y="0"/>
                  </a:moveTo>
                  <a:lnTo>
                    <a:pt x="976" y="0"/>
                  </a:lnTo>
                  <a:cubicBezTo>
                    <a:pt x="929" y="131"/>
                    <a:pt x="750" y="250"/>
                    <a:pt x="631" y="322"/>
                  </a:cubicBezTo>
                  <a:cubicBezTo>
                    <a:pt x="572" y="263"/>
                    <a:pt x="506" y="220"/>
                    <a:pt x="437" y="220"/>
                  </a:cubicBezTo>
                  <a:cubicBezTo>
                    <a:pt x="423" y="220"/>
                    <a:pt x="408" y="222"/>
                    <a:pt x="393" y="226"/>
                  </a:cubicBezTo>
                  <a:cubicBezTo>
                    <a:pt x="167" y="238"/>
                    <a:pt x="0" y="524"/>
                    <a:pt x="24" y="881"/>
                  </a:cubicBezTo>
                  <a:cubicBezTo>
                    <a:pt x="36" y="1227"/>
                    <a:pt x="226" y="1500"/>
                    <a:pt x="453" y="1500"/>
                  </a:cubicBezTo>
                  <a:cubicBezTo>
                    <a:pt x="679" y="1488"/>
                    <a:pt x="834" y="1203"/>
                    <a:pt x="822" y="846"/>
                  </a:cubicBezTo>
                  <a:cubicBezTo>
                    <a:pt x="822" y="738"/>
                    <a:pt x="798" y="643"/>
                    <a:pt x="762" y="548"/>
                  </a:cubicBezTo>
                  <a:cubicBezTo>
                    <a:pt x="917" y="381"/>
                    <a:pt x="976" y="0"/>
                    <a:pt x="976" y="0"/>
                  </a:cubicBezTo>
                  <a:close/>
                </a:path>
              </a:pathLst>
            </a:custGeom>
            <a:solidFill>
              <a:srgbClr val="16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24"/>
            <p:cNvSpPr/>
            <p:nvPr/>
          </p:nvSpPr>
          <p:spPr>
            <a:xfrm>
              <a:off x="3880268" y="2582693"/>
              <a:ext cx="27734" cy="10796"/>
            </a:xfrm>
            <a:custGeom>
              <a:rect b="b" l="l" r="r" t="t"/>
              <a:pathLst>
                <a:path extrusionOk="0" h="348" w="894">
                  <a:moveTo>
                    <a:pt x="638" y="0"/>
                  </a:moveTo>
                  <a:cubicBezTo>
                    <a:pt x="566" y="0"/>
                    <a:pt x="485" y="9"/>
                    <a:pt x="406" y="37"/>
                  </a:cubicBezTo>
                  <a:cubicBezTo>
                    <a:pt x="156" y="109"/>
                    <a:pt x="1" y="311"/>
                    <a:pt x="1" y="311"/>
                  </a:cubicBezTo>
                  <a:cubicBezTo>
                    <a:pt x="1" y="311"/>
                    <a:pt x="112" y="348"/>
                    <a:pt x="257" y="348"/>
                  </a:cubicBezTo>
                  <a:cubicBezTo>
                    <a:pt x="329" y="348"/>
                    <a:pt x="410" y="339"/>
                    <a:pt x="489" y="311"/>
                  </a:cubicBezTo>
                  <a:cubicBezTo>
                    <a:pt x="751" y="240"/>
                    <a:pt x="894" y="37"/>
                    <a:pt x="894" y="37"/>
                  </a:cubicBezTo>
                  <a:cubicBezTo>
                    <a:pt x="894" y="37"/>
                    <a:pt x="783" y="0"/>
                    <a:pt x="6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24"/>
            <p:cNvSpPr/>
            <p:nvPr/>
          </p:nvSpPr>
          <p:spPr>
            <a:xfrm>
              <a:off x="3755061" y="2562405"/>
              <a:ext cx="32543" cy="48829"/>
            </a:xfrm>
            <a:custGeom>
              <a:rect b="b" l="l" r="r" t="t"/>
              <a:pathLst>
                <a:path extrusionOk="0" h="1574" w="1049">
                  <a:moveTo>
                    <a:pt x="1" y="1"/>
                  </a:moveTo>
                  <a:cubicBezTo>
                    <a:pt x="1" y="1"/>
                    <a:pt x="60" y="405"/>
                    <a:pt x="227" y="560"/>
                  </a:cubicBezTo>
                  <a:cubicBezTo>
                    <a:pt x="203" y="655"/>
                    <a:pt x="167" y="763"/>
                    <a:pt x="167" y="882"/>
                  </a:cubicBezTo>
                  <a:cubicBezTo>
                    <a:pt x="144" y="1251"/>
                    <a:pt x="322" y="1560"/>
                    <a:pt x="560" y="1572"/>
                  </a:cubicBezTo>
                  <a:cubicBezTo>
                    <a:pt x="569" y="1573"/>
                    <a:pt x="578" y="1573"/>
                    <a:pt x="587" y="1573"/>
                  </a:cubicBezTo>
                  <a:cubicBezTo>
                    <a:pt x="813" y="1573"/>
                    <a:pt x="1001" y="1284"/>
                    <a:pt x="1013" y="929"/>
                  </a:cubicBezTo>
                  <a:cubicBezTo>
                    <a:pt x="1049" y="548"/>
                    <a:pt x="870" y="239"/>
                    <a:pt x="632" y="227"/>
                  </a:cubicBezTo>
                  <a:cubicBezTo>
                    <a:pt x="537" y="227"/>
                    <a:pt x="453" y="274"/>
                    <a:pt x="382" y="346"/>
                  </a:cubicBezTo>
                  <a:cubicBezTo>
                    <a:pt x="239" y="286"/>
                    <a:pt x="48" y="155"/>
                    <a:pt x="1" y="1"/>
                  </a:cubicBezTo>
                  <a:close/>
                </a:path>
              </a:pathLst>
            </a:custGeom>
            <a:solidFill>
              <a:srgbClr val="16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24"/>
            <p:cNvSpPr/>
            <p:nvPr/>
          </p:nvSpPr>
          <p:spPr>
            <a:xfrm>
              <a:off x="3743986" y="2581949"/>
              <a:ext cx="30309" cy="12285"/>
            </a:xfrm>
            <a:custGeom>
              <a:rect b="b" l="l" r="r" t="t"/>
              <a:pathLst>
                <a:path extrusionOk="0" h="396" w="977">
                  <a:moveTo>
                    <a:pt x="281" y="0"/>
                  </a:moveTo>
                  <a:cubicBezTo>
                    <a:pt x="122" y="0"/>
                    <a:pt x="1" y="37"/>
                    <a:pt x="1" y="37"/>
                  </a:cubicBezTo>
                  <a:cubicBezTo>
                    <a:pt x="1" y="37"/>
                    <a:pt x="167" y="264"/>
                    <a:pt x="441" y="359"/>
                  </a:cubicBezTo>
                  <a:cubicBezTo>
                    <a:pt x="528" y="387"/>
                    <a:pt x="617" y="396"/>
                    <a:pt x="696" y="396"/>
                  </a:cubicBezTo>
                  <a:cubicBezTo>
                    <a:pt x="855" y="396"/>
                    <a:pt x="977" y="359"/>
                    <a:pt x="977" y="359"/>
                  </a:cubicBezTo>
                  <a:cubicBezTo>
                    <a:pt x="977" y="359"/>
                    <a:pt x="810" y="133"/>
                    <a:pt x="536" y="37"/>
                  </a:cubicBezTo>
                  <a:cubicBezTo>
                    <a:pt x="449" y="10"/>
                    <a:pt x="360"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24"/>
            <p:cNvSpPr/>
            <p:nvPr/>
          </p:nvSpPr>
          <p:spPr>
            <a:xfrm>
              <a:off x="3727358" y="2628017"/>
              <a:ext cx="60618" cy="24880"/>
            </a:xfrm>
            <a:custGeom>
              <a:rect b="b" l="l" r="r" t="t"/>
              <a:pathLst>
                <a:path extrusionOk="0" h="802" w="1954">
                  <a:moveTo>
                    <a:pt x="631" y="1"/>
                  </a:moveTo>
                  <a:cubicBezTo>
                    <a:pt x="307" y="1"/>
                    <a:pt x="71" y="83"/>
                    <a:pt x="37" y="219"/>
                  </a:cubicBezTo>
                  <a:cubicBezTo>
                    <a:pt x="1" y="422"/>
                    <a:pt x="394" y="660"/>
                    <a:pt x="918" y="755"/>
                  </a:cubicBezTo>
                  <a:cubicBezTo>
                    <a:pt x="1070" y="787"/>
                    <a:pt x="1217" y="802"/>
                    <a:pt x="1350" y="802"/>
                  </a:cubicBezTo>
                  <a:cubicBezTo>
                    <a:pt x="1663" y="802"/>
                    <a:pt x="1896" y="718"/>
                    <a:pt x="1930" y="576"/>
                  </a:cubicBezTo>
                  <a:cubicBezTo>
                    <a:pt x="1953" y="386"/>
                    <a:pt x="1572" y="148"/>
                    <a:pt x="1049" y="41"/>
                  </a:cubicBezTo>
                  <a:cubicBezTo>
                    <a:pt x="900" y="14"/>
                    <a:pt x="759" y="1"/>
                    <a:pt x="631" y="1"/>
                  </a:cubicBezTo>
                  <a:close/>
                </a:path>
              </a:pathLst>
            </a:custGeom>
            <a:solidFill>
              <a:srgbClr val="FF7D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24"/>
            <p:cNvSpPr/>
            <p:nvPr/>
          </p:nvSpPr>
          <p:spPr>
            <a:xfrm>
              <a:off x="3897269" y="2620758"/>
              <a:ext cx="51373" cy="24694"/>
            </a:xfrm>
            <a:custGeom>
              <a:rect b="b" l="l" r="r" t="t"/>
              <a:pathLst>
                <a:path extrusionOk="0" h="796" w="1656">
                  <a:moveTo>
                    <a:pt x="1369" y="0"/>
                  </a:moveTo>
                  <a:cubicBezTo>
                    <a:pt x="1206" y="0"/>
                    <a:pt x="976" y="49"/>
                    <a:pt x="739" y="144"/>
                  </a:cubicBezTo>
                  <a:cubicBezTo>
                    <a:pt x="298" y="322"/>
                    <a:pt x="1" y="572"/>
                    <a:pt x="60" y="715"/>
                  </a:cubicBezTo>
                  <a:cubicBezTo>
                    <a:pt x="80" y="770"/>
                    <a:pt x="162" y="795"/>
                    <a:pt x="282" y="795"/>
                  </a:cubicBezTo>
                  <a:cubicBezTo>
                    <a:pt x="448" y="795"/>
                    <a:pt x="687" y="746"/>
                    <a:pt x="929" y="656"/>
                  </a:cubicBezTo>
                  <a:cubicBezTo>
                    <a:pt x="1358" y="477"/>
                    <a:pt x="1656" y="215"/>
                    <a:pt x="1596" y="84"/>
                  </a:cubicBezTo>
                  <a:cubicBezTo>
                    <a:pt x="1576" y="28"/>
                    <a:pt x="1491" y="0"/>
                    <a:pt x="1369" y="0"/>
                  </a:cubicBezTo>
                  <a:close/>
                </a:path>
              </a:pathLst>
            </a:custGeom>
            <a:solidFill>
              <a:srgbClr val="FF7D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24"/>
            <p:cNvSpPr/>
            <p:nvPr/>
          </p:nvSpPr>
          <p:spPr>
            <a:xfrm>
              <a:off x="3618035" y="2363985"/>
              <a:ext cx="352757" cy="314785"/>
            </a:xfrm>
            <a:custGeom>
              <a:rect b="b" l="l" r="r" t="t"/>
              <a:pathLst>
                <a:path extrusionOk="0" h="10147" w="11371">
                  <a:moveTo>
                    <a:pt x="6300" y="1"/>
                  </a:moveTo>
                  <a:cubicBezTo>
                    <a:pt x="6252" y="1"/>
                    <a:pt x="6204" y="2"/>
                    <a:pt x="6156" y="3"/>
                  </a:cubicBezTo>
                  <a:cubicBezTo>
                    <a:pt x="5192" y="27"/>
                    <a:pt x="4239" y="324"/>
                    <a:pt x="3406" y="836"/>
                  </a:cubicBezTo>
                  <a:cubicBezTo>
                    <a:pt x="2751" y="836"/>
                    <a:pt x="1786" y="932"/>
                    <a:pt x="1310" y="1551"/>
                  </a:cubicBezTo>
                  <a:cubicBezTo>
                    <a:pt x="560" y="2527"/>
                    <a:pt x="108" y="3991"/>
                    <a:pt x="48" y="4623"/>
                  </a:cubicBezTo>
                  <a:cubicBezTo>
                    <a:pt x="1" y="4980"/>
                    <a:pt x="358" y="5992"/>
                    <a:pt x="667" y="6789"/>
                  </a:cubicBezTo>
                  <a:cubicBezTo>
                    <a:pt x="894" y="7361"/>
                    <a:pt x="1108" y="7837"/>
                    <a:pt x="1108" y="7837"/>
                  </a:cubicBezTo>
                  <a:cubicBezTo>
                    <a:pt x="1108" y="7837"/>
                    <a:pt x="1482" y="7585"/>
                    <a:pt x="1867" y="7585"/>
                  </a:cubicBezTo>
                  <a:cubicBezTo>
                    <a:pt x="1977" y="7585"/>
                    <a:pt x="2088" y="7606"/>
                    <a:pt x="2191" y="7659"/>
                  </a:cubicBezTo>
                  <a:cubicBezTo>
                    <a:pt x="2394" y="7801"/>
                    <a:pt x="2560" y="8016"/>
                    <a:pt x="2679" y="8254"/>
                  </a:cubicBezTo>
                  <a:cubicBezTo>
                    <a:pt x="2965" y="8837"/>
                    <a:pt x="3037" y="9528"/>
                    <a:pt x="2870" y="10147"/>
                  </a:cubicBezTo>
                  <a:cubicBezTo>
                    <a:pt x="3287" y="9671"/>
                    <a:pt x="3513" y="9028"/>
                    <a:pt x="3477" y="8409"/>
                  </a:cubicBezTo>
                  <a:cubicBezTo>
                    <a:pt x="3453" y="7766"/>
                    <a:pt x="3144" y="7123"/>
                    <a:pt x="2679" y="6694"/>
                  </a:cubicBezTo>
                  <a:cubicBezTo>
                    <a:pt x="2918" y="6039"/>
                    <a:pt x="3513" y="5575"/>
                    <a:pt x="4132" y="5277"/>
                  </a:cubicBezTo>
                  <a:cubicBezTo>
                    <a:pt x="4763" y="4980"/>
                    <a:pt x="5442" y="4837"/>
                    <a:pt x="6120" y="4646"/>
                  </a:cubicBezTo>
                  <a:cubicBezTo>
                    <a:pt x="6787" y="4432"/>
                    <a:pt x="7454" y="4265"/>
                    <a:pt x="7942" y="3777"/>
                  </a:cubicBezTo>
                  <a:lnTo>
                    <a:pt x="7942" y="3777"/>
                  </a:lnTo>
                  <a:cubicBezTo>
                    <a:pt x="7918" y="4230"/>
                    <a:pt x="7763" y="4670"/>
                    <a:pt x="7525" y="5063"/>
                  </a:cubicBezTo>
                  <a:cubicBezTo>
                    <a:pt x="8228" y="4920"/>
                    <a:pt x="8918" y="4646"/>
                    <a:pt x="9478" y="4230"/>
                  </a:cubicBezTo>
                  <a:cubicBezTo>
                    <a:pt x="9895" y="5039"/>
                    <a:pt x="10085" y="5861"/>
                    <a:pt x="10014" y="6766"/>
                  </a:cubicBezTo>
                  <a:cubicBezTo>
                    <a:pt x="10669" y="6266"/>
                    <a:pt x="11133" y="5504"/>
                    <a:pt x="11276" y="4682"/>
                  </a:cubicBezTo>
                  <a:cubicBezTo>
                    <a:pt x="11300" y="4599"/>
                    <a:pt x="11311" y="4503"/>
                    <a:pt x="11311" y="4420"/>
                  </a:cubicBezTo>
                  <a:cubicBezTo>
                    <a:pt x="11371" y="3670"/>
                    <a:pt x="11192" y="2920"/>
                    <a:pt x="10788" y="2301"/>
                  </a:cubicBezTo>
                  <a:cubicBezTo>
                    <a:pt x="9849" y="841"/>
                    <a:pt x="8042" y="1"/>
                    <a:pt x="6300" y="1"/>
                  </a:cubicBezTo>
                  <a:close/>
                </a:path>
              </a:pathLst>
            </a:custGeom>
            <a:solidFill>
              <a:srgbClr val="16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24"/>
            <p:cNvSpPr/>
            <p:nvPr/>
          </p:nvSpPr>
          <p:spPr>
            <a:xfrm>
              <a:off x="3899874" y="3028176"/>
              <a:ext cx="562190" cy="370502"/>
            </a:xfrm>
            <a:custGeom>
              <a:rect b="b" l="l" r="r" t="t"/>
              <a:pathLst>
                <a:path extrusionOk="0" h="11943" w="18122">
                  <a:moveTo>
                    <a:pt x="0" y="0"/>
                  </a:moveTo>
                  <a:lnTo>
                    <a:pt x="1369" y="11942"/>
                  </a:lnTo>
                  <a:lnTo>
                    <a:pt x="16145" y="11942"/>
                  </a:lnTo>
                  <a:lnTo>
                    <a:pt x="18121" y="0"/>
                  </a:lnTo>
                  <a:close/>
                </a:path>
              </a:pathLst>
            </a:custGeom>
            <a:solidFill>
              <a:srgbClr val="C78B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24"/>
            <p:cNvSpPr/>
            <p:nvPr/>
          </p:nvSpPr>
          <p:spPr>
            <a:xfrm>
              <a:off x="4067179" y="3119662"/>
              <a:ext cx="101226" cy="92726"/>
            </a:xfrm>
            <a:custGeom>
              <a:rect b="b" l="l" r="r" t="t"/>
              <a:pathLst>
                <a:path extrusionOk="0" h="2989" w="3263">
                  <a:moveTo>
                    <a:pt x="1432" y="0"/>
                  </a:moveTo>
                  <a:cubicBezTo>
                    <a:pt x="1305" y="0"/>
                    <a:pt x="1190" y="69"/>
                    <a:pt x="1120" y="183"/>
                  </a:cubicBezTo>
                  <a:lnTo>
                    <a:pt x="96" y="1969"/>
                  </a:lnTo>
                  <a:cubicBezTo>
                    <a:pt x="1" y="2111"/>
                    <a:pt x="60" y="2338"/>
                    <a:pt x="262" y="2433"/>
                  </a:cubicBezTo>
                  <a:cubicBezTo>
                    <a:pt x="307" y="2457"/>
                    <a:pt x="355" y="2468"/>
                    <a:pt x="405" y="2468"/>
                  </a:cubicBezTo>
                  <a:cubicBezTo>
                    <a:pt x="531" y="2468"/>
                    <a:pt x="662" y="2397"/>
                    <a:pt x="739" y="2278"/>
                  </a:cubicBezTo>
                  <a:lnTo>
                    <a:pt x="1429" y="1040"/>
                  </a:lnTo>
                  <a:lnTo>
                    <a:pt x="2144" y="2290"/>
                  </a:lnTo>
                  <a:lnTo>
                    <a:pt x="2072" y="2278"/>
                  </a:lnTo>
                  <a:cubicBezTo>
                    <a:pt x="2051" y="2272"/>
                    <a:pt x="2029" y="2269"/>
                    <a:pt x="2009" y="2269"/>
                  </a:cubicBezTo>
                  <a:cubicBezTo>
                    <a:pt x="1835" y="2269"/>
                    <a:pt x="1701" y="2477"/>
                    <a:pt x="1786" y="2647"/>
                  </a:cubicBezTo>
                  <a:cubicBezTo>
                    <a:pt x="1822" y="2707"/>
                    <a:pt x="1882" y="2754"/>
                    <a:pt x="1941" y="2766"/>
                  </a:cubicBezTo>
                  <a:lnTo>
                    <a:pt x="2715" y="2981"/>
                  </a:lnTo>
                  <a:cubicBezTo>
                    <a:pt x="2737" y="2986"/>
                    <a:pt x="2760" y="2989"/>
                    <a:pt x="2782" y="2989"/>
                  </a:cubicBezTo>
                  <a:cubicBezTo>
                    <a:pt x="2903" y="2989"/>
                    <a:pt x="3017" y="2909"/>
                    <a:pt x="3037" y="2778"/>
                  </a:cubicBezTo>
                  <a:lnTo>
                    <a:pt x="3251" y="2004"/>
                  </a:lnTo>
                  <a:cubicBezTo>
                    <a:pt x="3263" y="1945"/>
                    <a:pt x="3263" y="1873"/>
                    <a:pt x="3215" y="1814"/>
                  </a:cubicBezTo>
                  <a:cubicBezTo>
                    <a:pt x="3172" y="1728"/>
                    <a:pt x="3088" y="1686"/>
                    <a:pt x="3004" y="1686"/>
                  </a:cubicBezTo>
                  <a:cubicBezTo>
                    <a:pt x="2900" y="1686"/>
                    <a:pt x="2796" y="1749"/>
                    <a:pt x="2763" y="1873"/>
                  </a:cubicBezTo>
                  <a:lnTo>
                    <a:pt x="2739" y="1945"/>
                  </a:lnTo>
                  <a:lnTo>
                    <a:pt x="1727" y="183"/>
                  </a:lnTo>
                  <a:cubicBezTo>
                    <a:pt x="1691" y="99"/>
                    <a:pt x="1644" y="64"/>
                    <a:pt x="1572" y="28"/>
                  </a:cubicBezTo>
                  <a:cubicBezTo>
                    <a:pt x="1525" y="9"/>
                    <a:pt x="1478" y="0"/>
                    <a:pt x="14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24"/>
            <p:cNvSpPr/>
            <p:nvPr/>
          </p:nvSpPr>
          <p:spPr>
            <a:xfrm>
              <a:off x="4103382" y="3223215"/>
              <a:ext cx="106035" cy="84971"/>
            </a:xfrm>
            <a:custGeom>
              <a:rect b="b" l="l" r="r" t="t"/>
              <a:pathLst>
                <a:path extrusionOk="0" h="2739" w="3418">
                  <a:moveTo>
                    <a:pt x="2174" y="0"/>
                  </a:moveTo>
                  <a:cubicBezTo>
                    <a:pt x="2094" y="0"/>
                    <a:pt x="2014" y="27"/>
                    <a:pt x="1953" y="83"/>
                  </a:cubicBezTo>
                  <a:cubicBezTo>
                    <a:pt x="1834" y="190"/>
                    <a:pt x="1798" y="381"/>
                    <a:pt x="1893" y="536"/>
                  </a:cubicBezTo>
                  <a:lnTo>
                    <a:pt x="2465" y="1559"/>
                  </a:lnTo>
                  <a:lnTo>
                    <a:pt x="965" y="1559"/>
                  </a:lnTo>
                  <a:lnTo>
                    <a:pt x="1024" y="1500"/>
                  </a:lnTo>
                  <a:cubicBezTo>
                    <a:pt x="1191" y="1333"/>
                    <a:pt x="1072" y="1071"/>
                    <a:pt x="846" y="1071"/>
                  </a:cubicBezTo>
                  <a:cubicBezTo>
                    <a:pt x="786" y="1071"/>
                    <a:pt x="715" y="1095"/>
                    <a:pt x="667" y="1143"/>
                  </a:cubicBezTo>
                  <a:lnTo>
                    <a:pt x="96" y="1714"/>
                  </a:lnTo>
                  <a:cubicBezTo>
                    <a:pt x="0" y="1810"/>
                    <a:pt x="0" y="1988"/>
                    <a:pt x="96" y="2095"/>
                  </a:cubicBezTo>
                  <a:lnTo>
                    <a:pt x="667" y="2667"/>
                  </a:lnTo>
                  <a:cubicBezTo>
                    <a:pt x="715" y="2702"/>
                    <a:pt x="774" y="2738"/>
                    <a:pt x="846" y="2738"/>
                  </a:cubicBezTo>
                  <a:cubicBezTo>
                    <a:pt x="1072" y="2738"/>
                    <a:pt x="1191" y="2464"/>
                    <a:pt x="1024" y="2310"/>
                  </a:cubicBezTo>
                  <a:lnTo>
                    <a:pt x="965" y="2250"/>
                  </a:lnTo>
                  <a:lnTo>
                    <a:pt x="3084" y="2250"/>
                  </a:lnTo>
                  <a:cubicBezTo>
                    <a:pt x="3239" y="2250"/>
                    <a:pt x="3394" y="2131"/>
                    <a:pt x="3417" y="1964"/>
                  </a:cubicBezTo>
                  <a:cubicBezTo>
                    <a:pt x="3417" y="1893"/>
                    <a:pt x="3394" y="1798"/>
                    <a:pt x="3358" y="1726"/>
                  </a:cubicBezTo>
                  <a:lnTo>
                    <a:pt x="2489" y="178"/>
                  </a:lnTo>
                  <a:cubicBezTo>
                    <a:pt x="2424" y="63"/>
                    <a:pt x="2298" y="0"/>
                    <a:pt x="21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24"/>
            <p:cNvSpPr/>
            <p:nvPr/>
          </p:nvSpPr>
          <p:spPr>
            <a:xfrm>
              <a:off x="4013634" y="3203112"/>
              <a:ext cx="77587" cy="89934"/>
            </a:xfrm>
            <a:custGeom>
              <a:rect b="b" l="l" r="r" t="t"/>
              <a:pathLst>
                <a:path extrusionOk="0" h="2899" w="2501">
                  <a:moveTo>
                    <a:pt x="1634" y="0"/>
                  </a:moveTo>
                  <a:cubicBezTo>
                    <a:pt x="1617" y="0"/>
                    <a:pt x="1600" y="2"/>
                    <a:pt x="1584" y="5"/>
                  </a:cubicBezTo>
                  <a:lnTo>
                    <a:pt x="810" y="219"/>
                  </a:lnTo>
                  <a:cubicBezTo>
                    <a:pt x="750" y="231"/>
                    <a:pt x="691" y="279"/>
                    <a:pt x="655" y="338"/>
                  </a:cubicBezTo>
                  <a:cubicBezTo>
                    <a:pt x="570" y="508"/>
                    <a:pt x="703" y="717"/>
                    <a:pt x="877" y="717"/>
                  </a:cubicBezTo>
                  <a:cubicBezTo>
                    <a:pt x="898" y="717"/>
                    <a:pt x="919" y="714"/>
                    <a:pt x="941" y="707"/>
                  </a:cubicBezTo>
                  <a:lnTo>
                    <a:pt x="1012" y="683"/>
                  </a:lnTo>
                  <a:lnTo>
                    <a:pt x="1012" y="683"/>
                  </a:lnTo>
                  <a:lnTo>
                    <a:pt x="60" y="2362"/>
                  </a:lnTo>
                  <a:cubicBezTo>
                    <a:pt x="24" y="2434"/>
                    <a:pt x="0" y="2517"/>
                    <a:pt x="24" y="2612"/>
                  </a:cubicBezTo>
                  <a:cubicBezTo>
                    <a:pt x="48" y="2779"/>
                    <a:pt x="203" y="2898"/>
                    <a:pt x="357" y="2898"/>
                  </a:cubicBezTo>
                  <a:lnTo>
                    <a:pt x="2143" y="2898"/>
                  </a:lnTo>
                  <a:cubicBezTo>
                    <a:pt x="2346" y="2898"/>
                    <a:pt x="2500" y="2731"/>
                    <a:pt x="2500" y="2517"/>
                  </a:cubicBezTo>
                  <a:cubicBezTo>
                    <a:pt x="2477" y="2338"/>
                    <a:pt x="2298" y="2196"/>
                    <a:pt x="2119" y="2196"/>
                  </a:cubicBezTo>
                  <a:lnTo>
                    <a:pt x="953" y="2196"/>
                  </a:lnTo>
                  <a:lnTo>
                    <a:pt x="1607" y="1029"/>
                  </a:lnTo>
                  <a:lnTo>
                    <a:pt x="1631" y="1112"/>
                  </a:lnTo>
                  <a:cubicBezTo>
                    <a:pt x="1665" y="1227"/>
                    <a:pt x="1768" y="1292"/>
                    <a:pt x="1872" y="1292"/>
                  </a:cubicBezTo>
                  <a:cubicBezTo>
                    <a:pt x="1952" y="1292"/>
                    <a:pt x="2032" y="1254"/>
                    <a:pt x="2084" y="1172"/>
                  </a:cubicBezTo>
                  <a:cubicBezTo>
                    <a:pt x="2119" y="1112"/>
                    <a:pt x="2131" y="1053"/>
                    <a:pt x="2119" y="969"/>
                  </a:cubicBezTo>
                  <a:lnTo>
                    <a:pt x="1905" y="195"/>
                  </a:lnTo>
                  <a:cubicBezTo>
                    <a:pt x="1874" y="71"/>
                    <a:pt x="1752" y="0"/>
                    <a:pt x="16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24"/>
            <p:cNvSpPr/>
            <p:nvPr/>
          </p:nvSpPr>
          <p:spPr>
            <a:xfrm>
              <a:off x="4314645" y="3028176"/>
              <a:ext cx="147419" cy="370502"/>
            </a:xfrm>
            <a:custGeom>
              <a:rect b="b" l="l" r="r" t="t"/>
              <a:pathLst>
                <a:path extrusionOk="0" h="11943" w="4752">
                  <a:moveTo>
                    <a:pt x="1" y="0"/>
                  </a:moveTo>
                  <a:lnTo>
                    <a:pt x="1" y="11942"/>
                  </a:lnTo>
                  <a:lnTo>
                    <a:pt x="2775" y="11942"/>
                  </a:lnTo>
                  <a:lnTo>
                    <a:pt x="4751" y="0"/>
                  </a:lnTo>
                  <a:close/>
                </a:path>
              </a:pathLst>
            </a:custGeom>
            <a:solidFill>
              <a:srgbClr val="A971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24"/>
            <p:cNvSpPr/>
            <p:nvPr/>
          </p:nvSpPr>
          <p:spPr>
            <a:xfrm>
              <a:off x="3500212" y="2859383"/>
              <a:ext cx="538551" cy="507156"/>
            </a:xfrm>
            <a:custGeom>
              <a:rect b="b" l="l" r="r" t="t"/>
              <a:pathLst>
                <a:path extrusionOk="0" h="16348" w="17360">
                  <a:moveTo>
                    <a:pt x="2227" y="0"/>
                  </a:moveTo>
                  <a:cubicBezTo>
                    <a:pt x="2227" y="0"/>
                    <a:pt x="60" y="1596"/>
                    <a:pt x="36" y="3393"/>
                  </a:cubicBezTo>
                  <a:cubicBezTo>
                    <a:pt x="0" y="5203"/>
                    <a:pt x="1227" y="14288"/>
                    <a:pt x="2715" y="15192"/>
                  </a:cubicBezTo>
                  <a:cubicBezTo>
                    <a:pt x="3632" y="15752"/>
                    <a:pt x="8835" y="16074"/>
                    <a:pt x="12609" y="16216"/>
                  </a:cubicBezTo>
                  <a:cubicBezTo>
                    <a:pt x="12764" y="16216"/>
                    <a:pt x="12919" y="16240"/>
                    <a:pt x="13074" y="16240"/>
                  </a:cubicBezTo>
                  <a:cubicBezTo>
                    <a:pt x="15145" y="16312"/>
                    <a:pt x="16669" y="16347"/>
                    <a:pt x="16669" y="16347"/>
                  </a:cubicBezTo>
                  <a:lnTo>
                    <a:pt x="17360" y="13645"/>
                  </a:lnTo>
                  <a:lnTo>
                    <a:pt x="17122" y="13597"/>
                  </a:lnTo>
                  <a:lnTo>
                    <a:pt x="10918" y="12359"/>
                  </a:lnTo>
                  <a:lnTo>
                    <a:pt x="6430" y="11466"/>
                  </a:lnTo>
                  <a:cubicBezTo>
                    <a:pt x="6430" y="11466"/>
                    <a:pt x="6644" y="3882"/>
                    <a:pt x="5263" y="2441"/>
                  </a:cubicBezTo>
                  <a:cubicBezTo>
                    <a:pt x="3870" y="976"/>
                    <a:pt x="2227" y="0"/>
                    <a:pt x="2227" y="0"/>
                  </a:cubicBezTo>
                  <a:close/>
                </a:path>
              </a:pathLst>
            </a:custGeom>
            <a:solidFill>
              <a:srgbClr val="FFA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24"/>
            <p:cNvSpPr/>
            <p:nvPr/>
          </p:nvSpPr>
          <p:spPr>
            <a:xfrm>
              <a:off x="4018411" y="3231622"/>
              <a:ext cx="188058" cy="167428"/>
            </a:xfrm>
            <a:custGeom>
              <a:rect b="b" l="l" r="r" t="t"/>
              <a:pathLst>
                <a:path extrusionOk="0" h="5397" w="6062">
                  <a:moveTo>
                    <a:pt x="4108" y="0"/>
                  </a:moveTo>
                  <a:cubicBezTo>
                    <a:pt x="3846" y="0"/>
                    <a:pt x="3588" y="6"/>
                    <a:pt x="3358" y="15"/>
                  </a:cubicBezTo>
                  <a:cubicBezTo>
                    <a:pt x="3216" y="15"/>
                    <a:pt x="3049" y="50"/>
                    <a:pt x="2870" y="134"/>
                  </a:cubicBezTo>
                  <a:cubicBezTo>
                    <a:pt x="2454" y="312"/>
                    <a:pt x="1977" y="622"/>
                    <a:pt x="1561" y="943"/>
                  </a:cubicBezTo>
                  <a:cubicBezTo>
                    <a:pt x="1453" y="1038"/>
                    <a:pt x="1334" y="1122"/>
                    <a:pt x="1239" y="1217"/>
                  </a:cubicBezTo>
                  <a:cubicBezTo>
                    <a:pt x="1061" y="1360"/>
                    <a:pt x="906" y="1479"/>
                    <a:pt x="787" y="1598"/>
                  </a:cubicBezTo>
                  <a:cubicBezTo>
                    <a:pt x="739" y="1634"/>
                    <a:pt x="715" y="1658"/>
                    <a:pt x="680" y="1693"/>
                  </a:cubicBezTo>
                  <a:lnTo>
                    <a:pt x="203" y="3563"/>
                  </a:lnTo>
                  <a:lnTo>
                    <a:pt x="191" y="3622"/>
                  </a:lnTo>
                  <a:lnTo>
                    <a:pt x="180" y="3682"/>
                  </a:lnTo>
                  <a:lnTo>
                    <a:pt x="144" y="3825"/>
                  </a:lnTo>
                  <a:lnTo>
                    <a:pt x="108" y="4003"/>
                  </a:lnTo>
                  <a:lnTo>
                    <a:pt x="13" y="4336"/>
                  </a:lnTo>
                  <a:lnTo>
                    <a:pt x="1" y="4384"/>
                  </a:lnTo>
                  <a:cubicBezTo>
                    <a:pt x="60" y="4432"/>
                    <a:pt x="120" y="4456"/>
                    <a:pt x="180" y="4503"/>
                  </a:cubicBezTo>
                  <a:lnTo>
                    <a:pt x="191" y="4503"/>
                  </a:lnTo>
                  <a:cubicBezTo>
                    <a:pt x="358" y="4622"/>
                    <a:pt x="525" y="4741"/>
                    <a:pt x="703" y="4848"/>
                  </a:cubicBezTo>
                  <a:cubicBezTo>
                    <a:pt x="1192" y="5146"/>
                    <a:pt x="1620" y="5396"/>
                    <a:pt x="1739" y="5396"/>
                  </a:cubicBezTo>
                  <a:cubicBezTo>
                    <a:pt x="2025" y="5384"/>
                    <a:pt x="3656" y="4396"/>
                    <a:pt x="3656" y="4396"/>
                  </a:cubicBezTo>
                  <a:lnTo>
                    <a:pt x="4954" y="4872"/>
                  </a:lnTo>
                  <a:cubicBezTo>
                    <a:pt x="5013" y="4837"/>
                    <a:pt x="5061" y="4777"/>
                    <a:pt x="5109" y="4682"/>
                  </a:cubicBezTo>
                  <a:cubicBezTo>
                    <a:pt x="5133" y="4610"/>
                    <a:pt x="5180" y="4503"/>
                    <a:pt x="5228" y="4396"/>
                  </a:cubicBezTo>
                  <a:cubicBezTo>
                    <a:pt x="5228" y="4384"/>
                    <a:pt x="5240" y="4360"/>
                    <a:pt x="5240" y="4336"/>
                  </a:cubicBezTo>
                  <a:cubicBezTo>
                    <a:pt x="5299" y="4158"/>
                    <a:pt x="5359" y="3967"/>
                    <a:pt x="5406" y="3765"/>
                  </a:cubicBezTo>
                  <a:cubicBezTo>
                    <a:pt x="5418" y="3717"/>
                    <a:pt x="5430" y="3658"/>
                    <a:pt x="5430" y="3610"/>
                  </a:cubicBezTo>
                  <a:cubicBezTo>
                    <a:pt x="5442" y="3610"/>
                    <a:pt x="5442" y="3598"/>
                    <a:pt x="5442" y="3586"/>
                  </a:cubicBezTo>
                  <a:lnTo>
                    <a:pt x="5442" y="3563"/>
                  </a:lnTo>
                  <a:cubicBezTo>
                    <a:pt x="5466" y="3527"/>
                    <a:pt x="5478" y="3491"/>
                    <a:pt x="5478" y="3444"/>
                  </a:cubicBezTo>
                  <a:cubicBezTo>
                    <a:pt x="5561" y="3027"/>
                    <a:pt x="5609" y="2693"/>
                    <a:pt x="5609" y="2693"/>
                  </a:cubicBezTo>
                  <a:lnTo>
                    <a:pt x="4109" y="1741"/>
                  </a:lnTo>
                  <a:lnTo>
                    <a:pt x="2882" y="1646"/>
                  </a:lnTo>
                  <a:lnTo>
                    <a:pt x="3156" y="884"/>
                  </a:lnTo>
                  <a:cubicBezTo>
                    <a:pt x="3156" y="884"/>
                    <a:pt x="6061" y="812"/>
                    <a:pt x="6002" y="396"/>
                  </a:cubicBezTo>
                  <a:cubicBezTo>
                    <a:pt x="5956" y="73"/>
                    <a:pt x="5005" y="0"/>
                    <a:pt x="4108" y="0"/>
                  </a:cubicBezTo>
                  <a:close/>
                </a:path>
              </a:pathLst>
            </a:custGeom>
            <a:solidFill>
              <a:srgbClr val="FFB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24"/>
            <p:cNvSpPr/>
            <p:nvPr/>
          </p:nvSpPr>
          <p:spPr>
            <a:xfrm>
              <a:off x="4131830" y="3319043"/>
              <a:ext cx="56523" cy="24229"/>
            </a:xfrm>
            <a:custGeom>
              <a:rect b="b" l="l" r="r" t="t"/>
              <a:pathLst>
                <a:path extrusionOk="0" h="781" w="1822">
                  <a:moveTo>
                    <a:pt x="476" y="0"/>
                  </a:moveTo>
                  <a:cubicBezTo>
                    <a:pt x="434" y="0"/>
                    <a:pt x="395" y="2"/>
                    <a:pt x="357" y="6"/>
                  </a:cubicBezTo>
                  <a:cubicBezTo>
                    <a:pt x="298" y="6"/>
                    <a:pt x="250" y="18"/>
                    <a:pt x="214" y="18"/>
                  </a:cubicBezTo>
                  <a:cubicBezTo>
                    <a:pt x="167" y="30"/>
                    <a:pt x="119" y="42"/>
                    <a:pt x="95" y="42"/>
                  </a:cubicBezTo>
                  <a:cubicBezTo>
                    <a:pt x="36" y="66"/>
                    <a:pt x="0" y="78"/>
                    <a:pt x="0" y="78"/>
                  </a:cubicBezTo>
                  <a:cubicBezTo>
                    <a:pt x="0" y="78"/>
                    <a:pt x="36" y="78"/>
                    <a:pt x="95" y="90"/>
                  </a:cubicBezTo>
                  <a:cubicBezTo>
                    <a:pt x="119" y="90"/>
                    <a:pt x="155" y="114"/>
                    <a:pt x="203" y="114"/>
                  </a:cubicBezTo>
                  <a:cubicBezTo>
                    <a:pt x="238" y="114"/>
                    <a:pt x="286" y="125"/>
                    <a:pt x="334" y="137"/>
                  </a:cubicBezTo>
                  <a:cubicBezTo>
                    <a:pt x="524" y="197"/>
                    <a:pt x="798" y="292"/>
                    <a:pt x="1060" y="423"/>
                  </a:cubicBezTo>
                  <a:cubicBezTo>
                    <a:pt x="1334" y="542"/>
                    <a:pt x="1584" y="673"/>
                    <a:pt x="1762" y="768"/>
                  </a:cubicBezTo>
                  <a:cubicBezTo>
                    <a:pt x="1774" y="768"/>
                    <a:pt x="1774" y="780"/>
                    <a:pt x="1786" y="780"/>
                  </a:cubicBezTo>
                  <a:cubicBezTo>
                    <a:pt x="1810" y="721"/>
                    <a:pt x="1810" y="661"/>
                    <a:pt x="1822" y="614"/>
                  </a:cubicBezTo>
                  <a:cubicBezTo>
                    <a:pt x="1667" y="471"/>
                    <a:pt x="1465" y="304"/>
                    <a:pt x="1203" y="161"/>
                  </a:cubicBezTo>
                  <a:cubicBezTo>
                    <a:pt x="954" y="52"/>
                    <a:pt x="689" y="0"/>
                    <a:pt x="476" y="0"/>
                  </a:cubicBezTo>
                  <a:close/>
                </a:path>
              </a:pathLst>
            </a:custGeom>
            <a:solidFill>
              <a:srgbClr val="D787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24"/>
            <p:cNvSpPr/>
            <p:nvPr/>
          </p:nvSpPr>
          <p:spPr>
            <a:xfrm>
              <a:off x="4120382" y="3340604"/>
              <a:ext cx="60959" cy="27052"/>
            </a:xfrm>
            <a:custGeom>
              <a:rect b="b" l="l" r="r" t="t"/>
              <a:pathLst>
                <a:path extrusionOk="0" h="872" w="1965">
                  <a:moveTo>
                    <a:pt x="426" y="0"/>
                  </a:moveTo>
                  <a:cubicBezTo>
                    <a:pt x="403" y="0"/>
                    <a:pt x="379" y="1"/>
                    <a:pt x="357" y="2"/>
                  </a:cubicBezTo>
                  <a:cubicBezTo>
                    <a:pt x="298" y="2"/>
                    <a:pt x="250" y="26"/>
                    <a:pt x="214" y="26"/>
                  </a:cubicBezTo>
                  <a:cubicBezTo>
                    <a:pt x="167" y="38"/>
                    <a:pt x="119" y="38"/>
                    <a:pt x="95" y="50"/>
                  </a:cubicBezTo>
                  <a:cubicBezTo>
                    <a:pt x="36" y="61"/>
                    <a:pt x="0" y="85"/>
                    <a:pt x="0" y="85"/>
                  </a:cubicBezTo>
                  <a:cubicBezTo>
                    <a:pt x="0" y="85"/>
                    <a:pt x="36" y="85"/>
                    <a:pt x="95" y="97"/>
                  </a:cubicBezTo>
                  <a:cubicBezTo>
                    <a:pt x="119" y="97"/>
                    <a:pt x="155" y="109"/>
                    <a:pt x="191" y="109"/>
                  </a:cubicBezTo>
                  <a:cubicBezTo>
                    <a:pt x="238" y="109"/>
                    <a:pt x="286" y="121"/>
                    <a:pt x="333" y="145"/>
                  </a:cubicBezTo>
                  <a:cubicBezTo>
                    <a:pt x="536" y="204"/>
                    <a:pt x="786" y="288"/>
                    <a:pt x="1060" y="419"/>
                  </a:cubicBezTo>
                  <a:cubicBezTo>
                    <a:pt x="1322" y="538"/>
                    <a:pt x="1584" y="681"/>
                    <a:pt x="1762" y="764"/>
                  </a:cubicBezTo>
                  <a:cubicBezTo>
                    <a:pt x="1834" y="812"/>
                    <a:pt x="1905" y="835"/>
                    <a:pt x="1953" y="871"/>
                  </a:cubicBezTo>
                  <a:cubicBezTo>
                    <a:pt x="1953" y="859"/>
                    <a:pt x="1965" y="823"/>
                    <a:pt x="1965" y="812"/>
                  </a:cubicBezTo>
                  <a:cubicBezTo>
                    <a:pt x="1941" y="764"/>
                    <a:pt x="1893" y="728"/>
                    <a:pt x="1857" y="657"/>
                  </a:cubicBezTo>
                  <a:cubicBezTo>
                    <a:pt x="1726" y="502"/>
                    <a:pt x="1500" y="300"/>
                    <a:pt x="1203" y="169"/>
                  </a:cubicBezTo>
                  <a:cubicBezTo>
                    <a:pt x="934" y="51"/>
                    <a:pt x="646" y="0"/>
                    <a:pt x="426" y="0"/>
                  </a:cubicBezTo>
                  <a:close/>
                </a:path>
              </a:pathLst>
            </a:custGeom>
            <a:solidFill>
              <a:srgbClr val="D787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24"/>
            <p:cNvSpPr/>
            <p:nvPr/>
          </p:nvSpPr>
          <p:spPr>
            <a:xfrm>
              <a:off x="3861065" y="3240556"/>
              <a:ext cx="178069" cy="135568"/>
            </a:xfrm>
            <a:custGeom>
              <a:rect b="b" l="l" r="r" t="t"/>
              <a:pathLst>
                <a:path extrusionOk="0" h="4370" w="5740">
                  <a:moveTo>
                    <a:pt x="918" y="0"/>
                  </a:moveTo>
                  <a:lnTo>
                    <a:pt x="1" y="4370"/>
                  </a:lnTo>
                  <a:lnTo>
                    <a:pt x="5061" y="4084"/>
                  </a:lnTo>
                  <a:lnTo>
                    <a:pt x="5740" y="1370"/>
                  </a:lnTo>
                  <a:lnTo>
                    <a:pt x="918" y="0"/>
                  </a:lnTo>
                  <a:close/>
                </a:path>
              </a:pathLst>
            </a:custGeom>
            <a:solidFill>
              <a:srgbClr val="FFB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24"/>
            <p:cNvSpPr/>
            <p:nvPr/>
          </p:nvSpPr>
          <p:spPr>
            <a:xfrm>
              <a:off x="3474370" y="2840894"/>
              <a:ext cx="272595" cy="455845"/>
            </a:xfrm>
            <a:custGeom>
              <a:rect b="b" l="l" r="r" t="t"/>
              <a:pathLst>
                <a:path extrusionOk="0" h="14694" w="8787">
                  <a:moveTo>
                    <a:pt x="3548" y="1"/>
                  </a:moveTo>
                  <a:cubicBezTo>
                    <a:pt x="3548" y="1"/>
                    <a:pt x="1310" y="1334"/>
                    <a:pt x="655" y="2025"/>
                  </a:cubicBezTo>
                  <a:cubicBezTo>
                    <a:pt x="0" y="2704"/>
                    <a:pt x="1536" y="14693"/>
                    <a:pt x="1536" y="14693"/>
                  </a:cubicBezTo>
                  <a:lnTo>
                    <a:pt x="8787" y="11717"/>
                  </a:lnTo>
                  <a:cubicBezTo>
                    <a:pt x="8787" y="11717"/>
                    <a:pt x="7465" y="3978"/>
                    <a:pt x="7287" y="3561"/>
                  </a:cubicBezTo>
                  <a:cubicBezTo>
                    <a:pt x="7108" y="3120"/>
                    <a:pt x="3548" y="1"/>
                    <a:pt x="3548" y="1"/>
                  </a:cubicBezTo>
                  <a:close/>
                </a:path>
              </a:pathLst>
            </a:custGeom>
            <a:solidFill>
              <a:srgbClr val="D945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24"/>
            <p:cNvSpPr/>
            <p:nvPr/>
          </p:nvSpPr>
          <p:spPr>
            <a:xfrm>
              <a:off x="3506850" y="3178139"/>
              <a:ext cx="248242" cy="141121"/>
            </a:xfrm>
            <a:custGeom>
              <a:rect b="b" l="l" r="r" t="t"/>
              <a:pathLst>
                <a:path extrusionOk="0" h="4549" w="8002">
                  <a:moveTo>
                    <a:pt x="7585" y="0"/>
                  </a:moveTo>
                  <a:lnTo>
                    <a:pt x="1" y="3120"/>
                  </a:lnTo>
                  <a:lnTo>
                    <a:pt x="953" y="4548"/>
                  </a:lnTo>
                  <a:lnTo>
                    <a:pt x="8002" y="1584"/>
                  </a:lnTo>
                  <a:lnTo>
                    <a:pt x="7585" y="0"/>
                  </a:lnTo>
                  <a:close/>
                </a:path>
              </a:pathLst>
            </a:custGeom>
            <a:solidFill>
              <a:srgbClr val="AA2B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24"/>
            <p:cNvSpPr/>
            <p:nvPr/>
          </p:nvSpPr>
          <p:spPr>
            <a:xfrm>
              <a:off x="3496148" y="2870086"/>
              <a:ext cx="250817" cy="423674"/>
            </a:xfrm>
            <a:custGeom>
              <a:rect b="b" l="l" r="r" t="t"/>
              <a:pathLst>
                <a:path extrusionOk="0" h="13657" w="8085">
                  <a:moveTo>
                    <a:pt x="2858" y="0"/>
                  </a:moveTo>
                  <a:cubicBezTo>
                    <a:pt x="2859" y="1"/>
                    <a:pt x="5596" y="1465"/>
                    <a:pt x="5894" y="2048"/>
                  </a:cubicBezTo>
                  <a:cubicBezTo>
                    <a:pt x="6180" y="2608"/>
                    <a:pt x="7501" y="10442"/>
                    <a:pt x="7501" y="10442"/>
                  </a:cubicBezTo>
                  <a:lnTo>
                    <a:pt x="1644" y="13062"/>
                  </a:lnTo>
                  <a:lnTo>
                    <a:pt x="0" y="6061"/>
                  </a:lnTo>
                  <a:lnTo>
                    <a:pt x="1132" y="13657"/>
                  </a:lnTo>
                  <a:lnTo>
                    <a:pt x="8085" y="10799"/>
                  </a:lnTo>
                  <a:cubicBezTo>
                    <a:pt x="8085" y="10799"/>
                    <a:pt x="6525" y="2334"/>
                    <a:pt x="6370" y="1953"/>
                  </a:cubicBezTo>
                  <a:cubicBezTo>
                    <a:pt x="6204" y="1548"/>
                    <a:pt x="2859" y="1"/>
                    <a:pt x="2858" y="0"/>
                  </a:cubicBezTo>
                  <a:close/>
                </a:path>
              </a:pathLst>
            </a:custGeom>
            <a:solidFill>
              <a:srgbClr val="AA2B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24"/>
            <p:cNvSpPr/>
            <p:nvPr/>
          </p:nvSpPr>
          <p:spPr>
            <a:xfrm>
              <a:off x="3652377" y="2769263"/>
              <a:ext cx="193208" cy="154399"/>
            </a:xfrm>
            <a:custGeom>
              <a:rect b="b" l="l" r="r" t="t"/>
              <a:pathLst>
                <a:path extrusionOk="0" h="4977" w="6228">
                  <a:moveTo>
                    <a:pt x="1870" y="0"/>
                  </a:moveTo>
                  <a:lnTo>
                    <a:pt x="1" y="1107"/>
                  </a:lnTo>
                  <a:cubicBezTo>
                    <a:pt x="1" y="1107"/>
                    <a:pt x="2120" y="4108"/>
                    <a:pt x="2561" y="4346"/>
                  </a:cubicBezTo>
                  <a:lnTo>
                    <a:pt x="3811" y="4977"/>
                  </a:lnTo>
                  <a:lnTo>
                    <a:pt x="4585" y="3465"/>
                  </a:lnTo>
                  <a:lnTo>
                    <a:pt x="5632" y="4703"/>
                  </a:lnTo>
                  <a:lnTo>
                    <a:pt x="6228" y="2072"/>
                  </a:lnTo>
                  <a:lnTo>
                    <a:pt x="5073" y="1024"/>
                  </a:lnTo>
                  <a:lnTo>
                    <a:pt x="5073" y="1024"/>
                  </a:lnTo>
                  <a:cubicBezTo>
                    <a:pt x="5073" y="1024"/>
                    <a:pt x="5454" y="2572"/>
                    <a:pt x="4347" y="2679"/>
                  </a:cubicBezTo>
                  <a:cubicBezTo>
                    <a:pt x="4326" y="2681"/>
                    <a:pt x="4305" y="2682"/>
                    <a:pt x="4284" y="2682"/>
                  </a:cubicBezTo>
                  <a:cubicBezTo>
                    <a:pt x="3188" y="2682"/>
                    <a:pt x="1870" y="0"/>
                    <a:pt x="1870" y="0"/>
                  </a:cubicBezTo>
                  <a:close/>
                </a:path>
              </a:pathLst>
            </a:custGeom>
            <a:solidFill>
              <a:srgbClr val="AA2B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24"/>
            <p:cNvSpPr/>
            <p:nvPr/>
          </p:nvSpPr>
          <p:spPr>
            <a:xfrm>
              <a:off x="4322215" y="3201468"/>
              <a:ext cx="156198" cy="149497"/>
            </a:xfrm>
            <a:custGeom>
              <a:rect b="b" l="l" r="r" t="t"/>
              <a:pathLst>
                <a:path extrusionOk="0" h="4819" w="5035">
                  <a:moveTo>
                    <a:pt x="3051" y="0"/>
                  </a:moveTo>
                  <a:cubicBezTo>
                    <a:pt x="3004" y="0"/>
                    <a:pt x="2972" y="14"/>
                    <a:pt x="2960" y="46"/>
                  </a:cubicBezTo>
                  <a:cubicBezTo>
                    <a:pt x="2856" y="304"/>
                    <a:pt x="3596" y="1325"/>
                    <a:pt x="3591" y="1325"/>
                  </a:cubicBezTo>
                  <a:cubicBezTo>
                    <a:pt x="3590" y="1325"/>
                    <a:pt x="3572" y="1302"/>
                    <a:pt x="3531" y="1248"/>
                  </a:cubicBezTo>
                  <a:cubicBezTo>
                    <a:pt x="3271" y="894"/>
                    <a:pt x="1926" y="139"/>
                    <a:pt x="1434" y="139"/>
                  </a:cubicBezTo>
                  <a:cubicBezTo>
                    <a:pt x="1363" y="139"/>
                    <a:pt x="1311" y="155"/>
                    <a:pt x="1281" y="189"/>
                  </a:cubicBezTo>
                  <a:cubicBezTo>
                    <a:pt x="1043" y="475"/>
                    <a:pt x="2709" y="2737"/>
                    <a:pt x="2709" y="2737"/>
                  </a:cubicBezTo>
                  <a:cubicBezTo>
                    <a:pt x="2709" y="2737"/>
                    <a:pt x="1560" y="1756"/>
                    <a:pt x="972" y="1756"/>
                  </a:cubicBezTo>
                  <a:cubicBezTo>
                    <a:pt x="844" y="1756"/>
                    <a:pt x="743" y="1803"/>
                    <a:pt x="685" y="1915"/>
                  </a:cubicBezTo>
                  <a:cubicBezTo>
                    <a:pt x="566" y="2130"/>
                    <a:pt x="709" y="2499"/>
                    <a:pt x="947" y="2915"/>
                  </a:cubicBezTo>
                  <a:cubicBezTo>
                    <a:pt x="756" y="2872"/>
                    <a:pt x="575" y="2844"/>
                    <a:pt x="425" y="2844"/>
                  </a:cubicBezTo>
                  <a:cubicBezTo>
                    <a:pt x="166" y="2844"/>
                    <a:pt x="0" y="2927"/>
                    <a:pt x="31" y="3153"/>
                  </a:cubicBezTo>
                  <a:cubicBezTo>
                    <a:pt x="114" y="3999"/>
                    <a:pt x="2364" y="4761"/>
                    <a:pt x="2364" y="4761"/>
                  </a:cubicBezTo>
                  <a:cubicBezTo>
                    <a:pt x="2539" y="4800"/>
                    <a:pt x="2702" y="4819"/>
                    <a:pt x="2853" y="4819"/>
                  </a:cubicBezTo>
                  <a:cubicBezTo>
                    <a:pt x="5034" y="4819"/>
                    <a:pt x="4888" y="998"/>
                    <a:pt x="4888" y="998"/>
                  </a:cubicBezTo>
                  <a:cubicBezTo>
                    <a:pt x="4888" y="998"/>
                    <a:pt x="3443" y="0"/>
                    <a:pt x="3051" y="0"/>
                  </a:cubicBezTo>
                  <a:close/>
                </a:path>
              </a:pathLst>
            </a:custGeom>
            <a:solidFill>
              <a:srgbClr val="FFB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24"/>
            <p:cNvSpPr/>
            <p:nvPr/>
          </p:nvSpPr>
          <p:spPr>
            <a:xfrm>
              <a:off x="3630227" y="2338608"/>
              <a:ext cx="296637" cy="172113"/>
            </a:xfrm>
            <a:custGeom>
              <a:rect b="b" l="l" r="r" t="t"/>
              <a:pathLst>
                <a:path extrusionOk="0" h="5548" w="9562">
                  <a:moveTo>
                    <a:pt x="7534" y="0"/>
                  </a:moveTo>
                  <a:cubicBezTo>
                    <a:pt x="6845" y="0"/>
                    <a:pt x="4168" y="682"/>
                    <a:pt x="3477" y="1071"/>
                  </a:cubicBezTo>
                  <a:cubicBezTo>
                    <a:pt x="2715" y="1500"/>
                    <a:pt x="0" y="5548"/>
                    <a:pt x="0" y="5548"/>
                  </a:cubicBezTo>
                  <a:cubicBezTo>
                    <a:pt x="4477" y="5286"/>
                    <a:pt x="9561" y="2166"/>
                    <a:pt x="9561" y="2166"/>
                  </a:cubicBezTo>
                  <a:cubicBezTo>
                    <a:pt x="9561" y="2166"/>
                    <a:pt x="7930" y="178"/>
                    <a:pt x="7680" y="23"/>
                  </a:cubicBezTo>
                  <a:cubicBezTo>
                    <a:pt x="7655" y="8"/>
                    <a:pt x="7605" y="0"/>
                    <a:pt x="7534" y="0"/>
                  </a:cubicBezTo>
                  <a:close/>
                </a:path>
              </a:pathLst>
            </a:custGeom>
            <a:solidFill>
              <a:srgbClr val="D787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24"/>
            <p:cNvSpPr/>
            <p:nvPr/>
          </p:nvSpPr>
          <p:spPr>
            <a:xfrm>
              <a:off x="3611024" y="2406548"/>
              <a:ext cx="479453" cy="132993"/>
            </a:xfrm>
            <a:custGeom>
              <a:rect b="b" l="l" r="r" t="t"/>
              <a:pathLst>
                <a:path extrusionOk="0" h="4287" w="15455">
                  <a:moveTo>
                    <a:pt x="10204" y="0"/>
                  </a:moveTo>
                  <a:lnTo>
                    <a:pt x="0" y="3417"/>
                  </a:lnTo>
                  <a:lnTo>
                    <a:pt x="274" y="4286"/>
                  </a:lnTo>
                  <a:cubicBezTo>
                    <a:pt x="274" y="4286"/>
                    <a:pt x="14145" y="1155"/>
                    <a:pt x="14800" y="655"/>
                  </a:cubicBezTo>
                  <a:cubicBezTo>
                    <a:pt x="15455" y="131"/>
                    <a:pt x="10204" y="0"/>
                    <a:pt x="10204" y="0"/>
                  </a:cubicBezTo>
                  <a:close/>
                </a:path>
              </a:pathLst>
            </a:custGeom>
            <a:solidFill>
              <a:srgbClr val="FFB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24"/>
            <p:cNvSpPr/>
            <p:nvPr/>
          </p:nvSpPr>
          <p:spPr>
            <a:xfrm>
              <a:off x="3335110" y="2435336"/>
              <a:ext cx="142983" cy="106779"/>
            </a:xfrm>
            <a:custGeom>
              <a:rect b="b" l="l" r="r" t="t"/>
              <a:pathLst>
                <a:path extrusionOk="0" h="3442" w="4609">
                  <a:moveTo>
                    <a:pt x="1274" y="1"/>
                  </a:moveTo>
                  <a:lnTo>
                    <a:pt x="0" y="2346"/>
                  </a:lnTo>
                  <a:lnTo>
                    <a:pt x="4608" y="3442"/>
                  </a:lnTo>
                  <a:lnTo>
                    <a:pt x="4608" y="3442"/>
                  </a:lnTo>
                  <a:lnTo>
                    <a:pt x="12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24"/>
            <p:cNvSpPr/>
            <p:nvPr/>
          </p:nvSpPr>
          <p:spPr>
            <a:xfrm>
              <a:off x="3490595" y="2442006"/>
              <a:ext cx="51373" cy="91982"/>
            </a:xfrm>
            <a:custGeom>
              <a:rect b="b" l="l" r="r" t="t"/>
              <a:pathLst>
                <a:path extrusionOk="0" h="2965" w="1656">
                  <a:moveTo>
                    <a:pt x="1656" y="0"/>
                  </a:moveTo>
                  <a:lnTo>
                    <a:pt x="1" y="119"/>
                  </a:lnTo>
                  <a:lnTo>
                    <a:pt x="1132" y="2965"/>
                  </a:lnTo>
                  <a:lnTo>
                    <a:pt x="165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24"/>
            <p:cNvSpPr/>
            <p:nvPr/>
          </p:nvSpPr>
          <p:spPr>
            <a:xfrm>
              <a:off x="3370569" y="2601183"/>
              <a:ext cx="99024" cy="47309"/>
            </a:xfrm>
            <a:custGeom>
              <a:rect b="b" l="l" r="r" t="t"/>
              <a:pathLst>
                <a:path extrusionOk="0" h="1525" w="3192">
                  <a:moveTo>
                    <a:pt x="0" y="1"/>
                  </a:moveTo>
                  <a:lnTo>
                    <a:pt x="48" y="1525"/>
                  </a:lnTo>
                  <a:lnTo>
                    <a:pt x="3191" y="179"/>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24"/>
            <p:cNvSpPr/>
            <p:nvPr/>
          </p:nvSpPr>
          <p:spPr>
            <a:xfrm>
              <a:off x="4230450" y="2576799"/>
              <a:ext cx="118227" cy="138174"/>
            </a:xfrm>
            <a:custGeom>
              <a:rect b="b" l="l" r="r" t="t"/>
              <a:pathLst>
                <a:path extrusionOk="0" h="4454" w="3811">
                  <a:moveTo>
                    <a:pt x="1631" y="1"/>
                  </a:moveTo>
                  <a:lnTo>
                    <a:pt x="0" y="4454"/>
                  </a:lnTo>
                  <a:lnTo>
                    <a:pt x="3810" y="1549"/>
                  </a:lnTo>
                  <a:lnTo>
                    <a:pt x="163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24"/>
            <p:cNvSpPr/>
            <p:nvPr/>
          </p:nvSpPr>
          <p:spPr>
            <a:xfrm>
              <a:off x="4233025" y="2738954"/>
              <a:ext cx="92013" cy="51001"/>
            </a:xfrm>
            <a:custGeom>
              <a:rect b="b" l="l" r="r" t="t"/>
              <a:pathLst>
                <a:path extrusionOk="0" h="1644" w="2966">
                  <a:moveTo>
                    <a:pt x="2965" y="1"/>
                  </a:moveTo>
                  <a:lnTo>
                    <a:pt x="0" y="763"/>
                  </a:lnTo>
                  <a:lnTo>
                    <a:pt x="2894" y="1644"/>
                  </a:lnTo>
                  <a:lnTo>
                    <a:pt x="29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24"/>
            <p:cNvSpPr/>
            <p:nvPr/>
          </p:nvSpPr>
          <p:spPr>
            <a:xfrm>
              <a:off x="4137352" y="2597119"/>
              <a:ext cx="47309" cy="101599"/>
            </a:xfrm>
            <a:custGeom>
              <a:rect b="b" l="l" r="r" t="t"/>
              <a:pathLst>
                <a:path extrusionOk="0" h="3275" w="1525">
                  <a:moveTo>
                    <a:pt x="1" y="1"/>
                  </a:moveTo>
                  <a:lnTo>
                    <a:pt x="953" y="3275"/>
                  </a:lnTo>
                  <a:lnTo>
                    <a:pt x="1525" y="132"/>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124"/>
          <p:cNvGrpSpPr/>
          <p:nvPr/>
        </p:nvGrpSpPr>
        <p:grpSpPr>
          <a:xfrm>
            <a:off x="2600850" y="1204725"/>
            <a:ext cx="656650" cy="1186175"/>
            <a:chOff x="4088000" y="1016325"/>
            <a:chExt cx="656650" cy="1186175"/>
          </a:xfrm>
        </p:grpSpPr>
        <p:sp>
          <p:nvSpPr>
            <p:cNvPr id="7525" name="Google Shape;7525;p124"/>
            <p:cNvSpPr/>
            <p:nvPr/>
          </p:nvSpPr>
          <p:spPr>
            <a:xfrm>
              <a:off x="4398750" y="1016325"/>
              <a:ext cx="52425" cy="181300"/>
            </a:xfrm>
            <a:custGeom>
              <a:rect b="b" l="l" r="r" t="t"/>
              <a:pathLst>
                <a:path extrusionOk="0" h="7252" w="2097">
                  <a:moveTo>
                    <a:pt x="1691" y="1"/>
                  </a:moveTo>
                  <a:cubicBezTo>
                    <a:pt x="1691" y="1"/>
                    <a:pt x="1608" y="72"/>
                    <a:pt x="1465" y="239"/>
                  </a:cubicBezTo>
                  <a:cubicBezTo>
                    <a:pt x="1334" y="405"/>
                    <a:pt x="1108" y="643"/>
                    <a:pt x="929" y="953"/>
                  </a:cubicBezTo>
                  <a:cubicBezTo>
                    <a:pt x="548" y="1560"/>
                    <a:pt x="155" y="2477"/>
                    <a:pt x="72" y="3513"/>
                  </a:cubicBezTo>
                  <a:cubicBezTo>
                    <a:pt x="1" y="4537"/>
                    <a:pt x="239" y="5489"/>
                    <a:pt x="489" y="6168"/>
                  </a:cubicBezTo>
                  <a:cubicBezTo>
                    <a:pt x="739" y="6847"/>
                    <a:pt x="1013" y="7251"/>
                    <a:pt x="1013" y="7251"/>
                  </a:cubicBezTo>
                  <a:cubicBezTo>
                    <a:pt x="1013" y="7251"/>
                    <a:pt x="1227" y="6835"/>
                    <a:pt x="1465" y="6204"/>
                  </a:cubicBezTo>
                  <a:cubicBezTo>
                    <a:pt x="1691" y="5549"/>
                    <a:pt x="1941" y="4680"/>
                    <a:pt x="2025" y="3691"/>
                  </a:cubicBezTo>
                  <a:cubicBezTo>
                    <a:pt x="2096" y="2715"/>
                    <a:pt x="1989" y="1798"/>
                    <a:pt x="1906" y="1132"/>
                  </a:cubicBezTo>
                  <a:cubicBezTo>
                    <a:pt x="1834" y="786"/>
                    <a:pt x="1810" y="513"/>
                    <a:pt x="1763" y="310"/>
                  </a:cubicBezTo>
                  <a:cubicBezTo>
                    <a:pt x="1727" y="120"/>
                    <a:pt x="1691" y="1"/>
                    <a:pt x="16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24"/>
            <p:cNvSpPr/>
            <p:nvPr/>
          </p:nvSpPr>
          <p:spPr>
            <a:xfrm>
              <a:off x="4414525" y="1095725"/>
              <a:ext cx="32025" cy="888525"/>
            </a:xfrm>
            <a:custGeom>
              <a:rect b="b" l="l" r="r" t="t"/>
              <a:pathLst>
                <a:path extrusionOk="0" h="35541" w="1281">
                  <a:moveTo>
                    <a:pt x="474" y="1"/>
                  </a:moveTo>
                  <a:cubicBezTo>
                    <a:pt x="391" y="1"/>
                    <a:pt x="304" y="57"/>
                    <a:pt x="298" y="170"/>
                  </a:cubicBezTo>
                  <a:cubicBezTo>
                    <a:pt x="48" y="4754"/>
                    <a:pt x="1" y="9338"/>
                    <a:pt x="84" y="13922"/>
                  </a:cubicBezTo>
                  <a:cubicBezTo>
                    <a:pt x="155" y="18494"/>
                    <a:pt x="358" y="23066"/>
                    <a:pt x="584" y="27638"/>
                  </a:cubicBezTo>
                  <a:cubicBezTo>
                    <a:pt x="703" y="30222"/>
                    <a:pt x="834" y="32793"/>
                    <a:pt x="941" y="35389"/>
                  </a:cubicBezTo>
                  <a:cubicBezTo>
                    <a:pt x="947" y="35490"/>
                    <a:pt x="1033" y="35541"/>
                    <a:pt x="1117" y="35541"/>
                  </a:cubicBezTo>
                  <a:cubicBezTo>
                    <a:pt x="1200" y="35541"/>
                    <a:pt x="1281" y="35490"/>
                    <a:pt x="1275" y="35389"/>
                  </a:cubicBezTo>
                  <a:cubicBezTo>
                    <a:pt x="1072" y="30817"/>
                    <a:pt x="822" y="26245"/>
                    <a:pt x="644" y="21685"/>
                  </a:cubicBezTo>
                  <a:cubicBezTo>
                    <a:pt x="465" y="17113"/>
                    <a:pt x="334" y="12541"/>
                    <a:pt x="382" y="7957"/>
                  </a:cubicBezTo>
                  <a:cubicBezTo>
                    <a:pt x="405" y="5349"/>
                    <a:pt x="477" y="2766"/>
                    <a:pt x="632" y="170"/>
                  </a:cubicBezTo>
                  <a:cubicBezTo>
                    <a:pt x="638" y="57"/>
                    <a:pt x="557" y="1"/>
                    <a:pt x="4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24"/>
            <p:cNvSpPr/>
            <p:nvPr/>
          </p:nvSpPr>
          <p:spPr>
            <a:xfrm>
              <a:off x="4327325" y="1152350"/>
              <a:ext cx="94075" cy="157500"/>
            </a:xfrm>
            <a:custGeom>
              <a:rect b="b" l="l" r="r" t="t"/>
              <a:pathLst>
                <a:path extrusionOk="0" h="6300" w="3763">
                  <a:moveTo>
                    <a:pt x="83" y="1"/>
                  </a:moveTo>
                  <a:cubicBezTo>
                    <a:pt x="83" y="1"/>
                    <a:pt x="48" y="120"/>
                    <a:pt x="36" y="334"/>
                  </a:cubicBezTo>
                  <a:cubicBezTo>
                    <a:pt x="24" y="536"/>
                    <a:pt x="0" y="858"/>
                    <a:pt x="24" y="1215"/>
                  </a:cubicBezTo>
                  <a:cubicBezTo>
                    <a:pt x="72" y="1941"/>
                    <a:pt x="274" y="2906"/>
                    <a:pt x="810" y="3799"/>
                  </a:cubicBezTo>
                  <a:cubicBezTo>
                    <a:pt x="1369" y="4692"/>
                    <a:pt x="2107" y="5323"/>
                    <a:pt x="2703" y="5728"/>
                  </a:cubicBezTo>
                  <a:cubicBezTo>
                    <a:pt x="3310" y="6120"/>
                    <a:pt x="3762" y="6299"/>
                    <a:pt x="3762" y="6299"/>
                  </a:cubicBezTo>
                  <a:cubicBezTo>
                    <a:pt x="3762" y="6299"/>
                    <a:pt x="3703" y="5847"/>
                    <a:pt x="3489" y="5168"/>
                  </a:cubicBezTo>
                  <a:cubicBezTo>
                    <a:pt x="3298" y="4501"/>
                    <a:pt x="3000" y="3632"/>
                    <a:pt x="2477" y="2799"/>
                  </a:cubicBezTo>
                  <a:cubicBezTo>
                    <a:pt x="1988" y="1953"/>
                    <a:pt x="1381" y="1287"/>
                    <a:pt x="905" y="798"/>
                  </a:cubicBezTo>
                  <a:cubicBezTo>
                    <a:pt x="667" y="560"/>
                    <a:pt x="464" y="346"/>
                    <a:pt x="322" y="215"/>
                  </a:cubicBezTo>
                  <a:cubicBezTo>
                    <a:pt x="167" y="84"/>
                    <a:pt x="83" y="1"/>
                    <a:pt x="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24"/>
            <p:cNvSpPr/>
            <p:nvPr/>
          </p:nvSpPr>
          <p:spPr>
            <a:xfrm>
              <a:off x="4423450" y="1152350"/>
              <a:ext cx="94400" cy="157500"/>
            </a:xfrm>
            <a:custGeom>
              <a:rect b="b" l="l" r="r" t="t"/>
              <a:pathLst>
                <a:path extrusionOk="0" h="6300" w="3776">
                  <a:moveTo>
                    <a:pt x="3680" y="1"/>
                  </a:moveTo>
                  <a:cubicBezTo>
                    <a:pt x="3680" y="1"/>
                    <a:pt x="3596" y="84"/>
                    <a:pt x="3442" y="215"/>
                  </a:cubicBezTo>
                  <a:cubicBezTo>
                    <a:pt x="3299" y="346"/>
                    <a:pt x="3096" y="560"/>
                    <a:pt x="2858" y="798"/>
                  </a:cubicBezTo>
                  <a:cubicBezTo>
                    <a:pt x="2382" y="1287"/>
                    <a:pt x="1775" y="1953"/>
                    <a:pt x="1287" y="2799"/>
                  </a:cubicBezTo>
                  <a:cubicBezTo>
                    <a:pt x="763" y="3632"/>
                    <a:pt x="465" y="4501"/>
                    <a:pt x="275" y="5168"/>
                  </a:cubicBezTo>
                  <a:cubicBezTo>
                    <a:pt x="60" y="5847"/>
                    <a:pt x="1" y="6299"/>
                    <a:pt x="1" y="6299"/>
                  </a:cubicBezTo>
                  <a:cubicBezTo>
                    <a:pt x="1" y="6299"/>
                    <a:pt x="453" y="6120"/>
                    <a:pt x="1060" y="5728"/>
                  </a:cubicBezTo>
                  <a:cubicBezTo>
                    <a:pt x="1656" y="5323"/>
                    <a:pt x="2406" y="4692"/>
                    <a:pt x="2954" y="3799"/>
                  </a:cubicBezTo>
                  <a:cubicBezTo>
                    <a:pt x="3489" y="2906"/>
                    <a:pt x="3692" y="1941"/>
                    <a:pt x="3739" y="1215"/>
                  </a:cubicBezTo>
                  <a:cubicBezTo>
                    <a:pt x="3775" y="858"/>
                    <a:pt x="3739" y="536"/>
                    <a:pt x="3727" y="334"/>
                  </a:cubicBezTo>
                  <a:cubicBezTo>
                    <a:pt x="3716" y="120"/>
                    <a:pt x="3680" y="1"/>
                    <a:pt x="36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24"/>
            <p:cNvSpPr/>
            <p:nvPr/>
          </p:nvSpPr>
          <p:spPr>
            <a:xfrm>
              <a:off x="4339475" y="1197675"/>
              <a:ext cx="80775" cy="110000"/>
            </a:xfrm>
            <a:custGeom>
              <a:rect b="b" l="l" r="r" t="t"/>
              <a:pathLst>
                <a:path extrusionOk="0" h="4400" w="3231">
                  <a:moveTo>
                    <a:pt x="230" y="0"/>
                  </a:moveTo>
                  <a:cubicBezTo>
                    <a:pt x="112" y="0"/>
                    <a:pt x="1" y="168"/>
                    <a:pt x="109" y="295"/>
                  </a:cubicBezTo>
                  <a:cubicBezTo>
                    <a:pt x="1121" y="1593"/>
                    <a:pt x="1824" y="3081"/>
                    <a:pt x="2884" y="4343"/>
                  </a:cubicBezTo>
                  <a:cubicBezTo>
                    <a:pt x="2918" y="4383"/>
                    <a:pt x="2957" y="4400"/>
                    <a:pt x="2996" y="4400"/>
                  </a:cubicBezTo>
                  <a:cubicBezTo>
                    <a:pt x="3119" y="4400"/>
                    <a:pt x="3230" y="4232"/>
                    <a:pt x="3122" y="4105"/>
                  </a:cubicBezTo>
                  <a:cubicBezTo>
                    <a:pt x="2074" y="2843"/>
                    <a:pt x="1348" y="1355"/>
                    <a:pt x="336" y="57"/>
                  </a:cubicBezTo>
                  <a:cubicBezTo>
                    <a:pt x="304" y="17"/>
                    <a:pt x="267" y="0"/>
                    <a:pt x="2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24"/>
            <p:cNvSpPr/>
            <p:nvPr/>
          </p:nvSpPr>
          <p:spPr>
            <a:xfrm>
              <a:off x="4413825" y="1219800"/>
              <a:ext cx="82575" cy="92950"/>
            </a:xfrm>
            <a:custGeom>
              <a:rect b="b" l="l" r="r" t="t"/>
              <a:pathLst>
                <a:path extrusionOk="0" h="3718" w="3303">
                  <a:moveTo>
                    <a:pt x="3072" y="0"/>
                  </a:moveTo>
                  <a:cubicBezTo>
                    <a:pt x="3021" y="0"/>
                    <a:pt x="2970" y="23"/>
                    <a:pt x="2934" y="77"/>
                  </a:cubicBezTo>
                  <a:cubicBezTo>
                    <a:pt x="2124" y="1267"/>
                    <a:pt x="1303" y="2506"/>
                    <a:pt x="148" y="3399"/>
                  </a:cubicBezTo>
                  <a:cubicBezTo>
                    <a:pt x="0" y="3497"/>
                    <a:pt x="88" y="3717"/>
                    <a:pt x="224" y="3717"/>
                  </a:cubicBezTo>
                  <a:cubicBezTo>
                    <a:pt x="252" y="3717"/>
                    <a:pt x="283" y="3707"/>
                    <a:pt x="314" y="3684"/>
                  </a:cubicBezTo>
                  <a:cubicBezTo>
                    <a:pt x="1517" y="2756"/>
                    <a:pt x="2398" y="1494"/>
                    <a:pt x="3219" y="244"/>
                  </a:cubicBezTo>
                  <a:cubicBezTo>
                    <a:pt x="3302" y="119"/>
                    <a:pt x="3189" y="0"/>
                    <a:pt x="30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24"/>
            <p:cNvSpPr/>
            <p:nvPr/>
          </p:nvSpPr>
          <p:spPr>
            <a:xfrm>
              <a:off x="4318675" y="1256525"/>
              <a:ext cx="102425" cy="171175"/>
            </a:xfrm>
            <a:custGeom>
              <a:rect b="b" l="l" r="r" t="t"/>
              <a:pathLst>
                <a:path extrusionOk="0" h="6847" w="4097">
                  <a:moveTo>
                    <a:pt x="84" y="1"/>
                  </a:moveTo>
                  <a:cubicBezTo>
                    <a:pt x="84" y="1"/>
                    <a:pt x="60" y="144"/>
                    <a:pt x="48" y="370"/>
                  </a:cubicBezTo>
                  <a:cubicBezTo>
                    <a:pt x="25" y="596"/>
                    <a:pt x="1" y="941"/>
                    <a:pt x="25" y="1334"/>
                  </a:cubicBezTo>
                  <a:cubicBezTo>
                    <a:pt x="72" y="2120"/>
                    <a:pt x="310" y="3180"/>
                    <a:pt x="894" y="4144"/>
                  </a:cubicBezTo>
                  <a:cubicBezTo>
                    <a:pt x="1489" y="5109"/>
                    <a:pt x="2287" y="5799"/>
                    <a:pt x="2942" y="6228"/>
                  </a:cubicBezTo>
                  <a:cubicBezTo>
                    <a:pt x="3596" y="6656"/>
                    <a:pt x="4097" y="6847"/>
                    <a:pt x="4097" y="6847"/>
                  </a:cubicBezTo>
                  <a:cubicBezTo>
                    <a:pt x="4097" y="6847"/>
                    <a:pt x="4037" y="6347"/>
                    <a:pt x="3823" y="5633"/>
                  </a:cubicBezTo>
                  <a:cubicBezTo>
                    <a:pt x="3596" y="4906"/>
                    <a:pt x="3275" y="3966"/>
                    <a:pt x="2704" y="3061"/>
                  </a:cubicBezTo>
                  <a:cubicBezTo>
                    <a:pt x="2156" y="2132"/>
                    <a:pt x="1489" y="1406"/>
                    <a:pt x="977" y="870"/>
                  </a:cubicBezTo>
                  <a:cubicBezTo>
                    <a:pt x="715" y="596"/>
                    <a:pt x="501" y="382"/>
                    <a:pt x="346" y="227"/>
                  </a:cubicBezTo>
                  <a:cubicBezTo>
                    <a:pt x="191" y="84"/>
                    <a:pt x="84" y="1"/>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24"/>
            <p:cNvSpPr/>
            <p:nvPr/>
          </p:nvSpPr>
          <p:spPr>
            <a:xfrm>
              <a:off x="4423450" y="1256525"/>
              <a:ext cx="102425" cy="171175"/>
            </a:xfrm>
            <a:custGeom>
              <a:rect b="b" l="l" r="r" t="t"/>
              <a:pathLst>
                <a:path extrusionOk="0" h="6847" w="4097">
                  <a:moveTo>
                    <a:pt x="4013" y="1"/>
                  </a:moveTo>
                  <a:cubicBezTo>
                    <a:pt x="4013" y="1"/>
                    <a:pt x="3906" y="84"/>
                    <a:pt x="3751" y="227"/>
                  </a:cubicBezTo>
                  <a:cubicBezTo>
                    <a:pt x="3596" y="382"/>
                    <a:pt x="3382" y="596"/>
                    <a:pt x="3120" y="870"/>
                  </a:cubicBezTo>
                  <a:cubicBezTo>
                    <a:pt x="2608" y="1406"/>
                    <a:pt x="1942" y="2132"/>
                    <a:pt x="1394" y="3061"/>
                  </a:cubicBezTo>
                  <a:cubicBezTo>
                    <a:pt x="822" y="3966"/>
                    <a:pt x="501" y="4906"/>
                    <a:pt x="275" y="5633"/>
                  </a:cubicBezTo>
                  <a:cubicBezTo>
                    <a:pt x="84" y="6347"/>
                    <a:pt x="1" y="6847"/>
                    <a:pt x="1" y="6847"/>
                  </a:cubicBezTo>
                  <a:cubicBezTo>
                    <a:pt x="1" y="6847"/>
                    <a:pt x="501" y="6656"/>
                    <a:pt x="1156" y="6228"/>
                  </a:cubicBezTo>
                  <a:cubicBezTo>
                    <a:pt x="1811" y="5799"/>
                    <a:pt x="2608" y="5109"/>
                    <a:pt x="3204" y="4144"/>
                  </a:cubicBezTo>
                  <a:cubicBezTo>
                    <a:pt x="3787" y="3180"/>
                    <a:pt x="4025" y="2120"/>
                    <a:pt x="4073" y="1334"/>
                  </a:cubicBezTo>
                  <a:cubicBezTo>
                    <a:pt x="4097" y="941"/>
                    <a:pt x="4073" y="596"/>
                    <a:pt x="4049" y="370"/>
                  </a:cubicBezTo>
                  <a:cubicBezTo>
                    <a:pt x="4037" y="144"/>
                    <a:pt x="4013" y="1"/>
                    <a:pt x="40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24"/>
            <p:cNvSpPr/>
            <p:nvPr/>
          </p:nvSpPr>
          <p:spPr>
            <a:xfrm>
              <a:off x="4332875" y="1306275"/>
              <a:ext cx="86575" cy="118525"/>
            </a:xfrm>
            <a:custGeom>
              <a:rect b="b" l="l" r="r" t="t"/>
              <a:pathLst>
                <a:path extrusionOk="0" h="4741" w="3463">
                  <a:moveTo>
                    <a:pt x="224" y="1"/>
                  </a:moveTo>
                  <a:cubicBezTo>
                    <a:pt x="105" y="1"/>
                    <a:pt x="1" y="162"/>
                    <a:pt x="100" y="297"/>
                  </a:cubicBezTo>
                  <a:cubicBezTo>
                    <a:pt x="1207" y="1690"/>
                    <a:pt x="1981" y="3321"/>
                    <a:pt x="3124" y="4690"/>
                  </a:cubicBezTo>
                  <a:cubicBezTo>
                    <a:pt x="3154" y="4726"/>
                    <a:pt x="3189" y="4741"/>
                    <a:pt x="3225" y="4741"/>
                  </a:cubicBezTo>
                  <a:cubicBezTo>
                    <a:pt x="3344" y="4741"/>
                    <a:pt x="3463" y="4572"/>
                    <a:pt x="3362" y="4452"/>
                  </a:cubicBezTo>
                  <a:cubicBezTo>
                    <a:pt x="2207" y="3083"/>
                    <a:pt x="1433" y="1452"/>
                    <a:pt x="338" y="59"/>
                  </a:cubicBezTo>
                  <a:cubicBezTo>
                    <a:pt x="303" y="18"/>
                    <a:pt x="262" y="1"/>
                    <a:pt x="2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24"/>
            <p:cNvSpPr/>
            <p:nvPr/>
          </p:nvSpPr>
          <p:spPr>
            <a:xfrm>
              <a:off x="4413775" y="1329925"/>
              <a:ext cx="88575" cy="100400"/>
            </a:xfrm>
            <a:custGeom>
              <a:rect b="b" l="l" r="r" t="t"/>
              <a:pathLst>
                <a:path extrusionOk="0" h="4016" w="3543">
                  <a:moveTo>
                    <a:pt x="3312" y="1"/>
                  </a:moveTo>
                  <a:cubicBezTo>
                    <a:pt x="3261" y="1"/>
                    <a:pt x="3210" y="23"/>
                    <a:pt x="3174" y="77"/>
                  </a:cubicBezTo>
                  <a:cubicBezTo>
                    <a:pt x="2317" y="1387"/>
                    <a:pt x="1388" y="2732"/>
                    <a:pt x="138" y="3697"/>
                  </a:cubicBezTo>
                  <a:cubicBezTo>
                    <a:pt x="1" y="3804"/>
                    <a:pt x="89" y="4016"/>
                    <a:pt x="217" y="4016"/>
                  </a:cubicBezTo>
                  <a:cubicBezTo>
                    <a:pt x="245" y="4016"/>
                    <a:pt x="275" y="4006"/>
                    <a:pt x="304" y="3982"/>
                  </a:cubicBezTo>
                  <a:cubicBezTo>
                    <a:pt x="1602" y="2958"/>
                    <a:pt x="2567" y="1601"/>
                    <a:pt x="3460" y="244"/>
                  </a:cubicBezTo>
                  <a:cubicBezTo>
                    <a:pt x="3543" y="119"/>
                    <a:pt x="3429" y="1"/>
                    <a:pt x="33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24"/>
            <p:cNvSpPr/>
            <p:nvPr/>
          </p:nvSpPr>
          <p:spPr>
            <a:xfrm>
              <a:off x="4304100" y="1364875"/>
              <a:ext cx="121775" cy="185775"/>
            </a:xfrm>
            <a:custGeom>
              <a:rect b="b" l="l" r="r" t="t"/>
              <a:pathLst>
                <a:path extrusionOk="0" h="7431" w="4871">
                  <a:moveTo>
                    <a:pt x="60" y="1"/>
                  </a:moveTo>
                  <a:cubicBezTo>
                    <a:pt x="60" y="1"/>
                    <a:pt x="48" y="156"/>
                    <a:pt x="36" y="406"/>
                  </a:cubicBezTo>
                  <a:cubicBezTo>
                    <a:pt x="36" y="656"/>
                    <a:pt x="0" y="1048"/>
                    <a:pt x="60" y="1477"/>
                  </a:cubicBezTo>
                  <a:cubicBezTo>
                    <a:pt x="155" y="2370"/>
                    <a:pt x="465" y="3513"/>
                    <a:pt x="1167" y="4573"/>
                  </a:cubicBezTo>
                  <a:cubicBezTo>
                    <a:pt x="1882" y="5609"/>
                    <a:pt x="2798" y="6347"/>
                    <a:pt x="3560" y="6787"/>
                  </a:cubicBezTo>
                  <a:cubicBezTo>
                    <a:pt x="4299" y="7240"/>
                    <a:pt x="4870" y="7430"/>
                    <a:pt x="4870" y="7430"/>
                  </a:cubicBezTo>
                  <a:cubicBezTo>
                    <a:pt x="4870" y="7430"/>
                    <a:pt x="4763" y="6871"/>
                    <a:pt x="4513" y="6061"/>
                  </a:cubicBezTo>
                  <a:cubicBezTo>
                    <a:pt x="4239" y="5275"/>
                    <a:pt x="3810" y="4227"/>
                    <a:pt x="3144" y="3251"/>
                  </a:cubicBezTo>
                  <a:cubicBezTo>
                    <a:pt x="2489" y="2263"/>
                    <a:pt x="1703" y="1489"/>
                    <a:pt x="1108" y="906"/>
                  </a:cubicBezTo>
                  <a:cubicBezTo>
                    <a:pt x="786" y="644"/>
                    <a:pt x="548" y="394"/>
                    <a:pt x="358" y="239"/>
                  </a:cubicBezTo>
                  <a:cubicBezTo>
                    <a:pt x="179" y="96"/>
                    <a:pt x="60" y="1"/>
                    <a:pt x="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24"/>
            <p:cNvSpPr/>
            <p:nvPr/>
          </p:nvSpPr>
          <p:spPr>
            <a:xfrm>
              <a:off x="4428525" y="1354475"/>
              <a:ext cx="106575" cy="196175"/>
            </a:xfrm>
            <a:custGeom>
              <a:rect b="b" l="l" r="r" t="t"/>
              <a:pathLst>
                <a:path extrusionOk="0" h="7847" w="4263">
                  <a:moveTo>
                    <a:pt x="4108" y="0"/>
                  </a:moveTo>
                  <a:cubicBezTo>
                    <a:pt x="4108" y="0"/>
                    <a:pt x="4001" y="95"/>
                    <a:pt x="3822" y="274"/>
                  </a:cubicBezTo>
                  <a:cubicBezTo>
                    <a:pt x="3644" y="452"/>
                    <a:pt x="3429" y="702"/>
                    <a:pt x="3155" y="1012"/>
                  </a:cubicBezTo>
                  <a:cubicBezTo>
                    <a:pt x="2620" y="1643"/>
                    <a:pt x="1905" y="2488"/>
                    <a:pt x="1334" y="3536"/>
                  </a:cubicBezTo>
                  <a:cubicBezTo>
                    <a:pt x="750" y="4572"/>
                    <a:pt x="429" y="5644"/>
                    <a:pt x="238" y="6465"/>
                  </a:cubicBezTo>
                  <a:cubicBezTo>
                    <a:pt x="48" y="7287"/>
                    <a:pt x="0" y="7846"/>
                    <a:pt x="0" y="7846"/>
                  </a:cubicBezTo>
                  <a:cubicBezTo>
                    <a:pt x="0" y="7846"/>
                    <a:pt x="536" y="7608"/>
                    <a:pt x="1250" y="7084"/>
                  </a:cubicBezTo>
                  <a:cubicBezTo>
                    <a:pt x="1965" y="6572"/>
                    <a:pt x="2822" y="5763"/>
                    <a:pt x="3429" y="4667"/>
                  </a:cubicBezTo>
                  <a:cubicBezTo>
                    <a:pt x="4025" y="3548"/>
                    <a:pt x="4239" y="2369"/>
                    <a:pt x="4251" y="1476"/>
                  </a:cubicBezTo>
                  <a:cubicBezTo>
                    <a:pt x="4263" y="1048"/>
                    <a:pt x="4203" y="655"/>
                    <a:pt x="4179" y="405"/>
                  </a:cubicBezTo>
                  <a:cubicBezTo>
                    <a:pt x="4144" y="155"/>
                    <a:pt x="4108" y="0"/>
                    <a:pt x="41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24"/>
            <p:cNvSpPr/>
            <p:nvPr/>
          </p:nvSpPr>
          <p:spPr>
            <a:xfrm>
              <a:off x="4321400" y="1419725"/>
              <a:ext cx="101300" cy="127575"/>
            </a:xfrm>
            <a:custGeom>
              <a:rect b="b" l="l" r="r" t="t"/>
              <a:pathLst>
                <a:path extrusionOk="0" h="5103" w="4052">
                  <a:moveTo>
                    <a:pt x="237" y="0"/>
                  </a:moveTo>
                  <a:cubicBezTo>
                    <a:pt x="110" y="0"/>
                    <a:pt x="0" y="168"/>
                    <a:pt x="118" y="295"/>
                  </a:cubicBezTo>
                  <a:cubicBezTo>
                    <a:pt x="1404" y="1795"/>
                    <a:pt x="2356" y="3569"/>
                    <a:pt x="3714" y="5046"/>
                  </a:cubicBezTo>
                  <a:cubicBezTo>
                    <a:pt x="3751" y="5086"/>
                    <a:pt x="3791" y="5102"/>
                    <a:pt x="3830" y="5102"/>
                  </a:cubicBezTo>
                  <a:cubicBezTo>
                    <a:pt x="3951" y="5102"/>
                    <a:pt x="4051" y="4934"/>
                    <a:pt x="3952" y="4808"/>
                  </a:cubicBezTo>
                  <a:cubicBezTo>
                    <a:pt x="2595" y="3331"/>
                    <a:pt x="1642" y="1557"/>
                    <a:pt x="356" y="57"/>
                  </a:cubicBezTo>
                  <a:cubicBezTo>
                    <a:pt x="319" y="17"/>
                    <a:pt x="277" y="0"/>
                    <a:pt x="2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24"/>
            <p:cNvSpPr/>
            <p:nvPr/>
          </p:nvSpPr>
          <p:spPr>
            <a:xfrm>
              <a:off x="4417375" y="1438000"/>
              <a:ext cx="92800" cy="114525"/>
            </a:xfrm>
            <a:custGeom>
              <a:rect b="b" l="l" r="r" t="t"/>
              <a:pathLst>
                <a:path extrusionOk="0" h="4581" w="3712">
                  <a:moveTo>
                    <a:pt x="3483" y="1"/>
                  </a:moveTo>
                  <a:cubicBezTo>
                    <a:pt x="3434" y="1"/>
                    <a:pt x="3384" y="26"/>
                    <a:pt x="3351" y="88"/>
                  </a:cubicBezTo>
                  <a:cubicBezTo>
                    <a:pt x="2446" y="1600"/>
                    <a:pt x="1482" y="3148"/>
                    <a:pt x="113" y="4315"/>
                  </a:cubicBezTo>
                  <a:cubicBezTo>
                    <a:pt x="0" y="4418"/>
                    <a:pt x="117" y="4580"/>
                    <a:pt x="247" y="4580"/>
                  </a:cubicBezTo>
                  <a:cubicBezTo>
                    <a:pt x="282" y="4580"/>
                    <a:pt x="318" y="4569"/>
                    <a:pt x="351" y="4541"/>
                  </a:cubicBezTo>
                  <a:cubicBezTo>
                    <a:pt x="1732" y="3362"/>
                    <a:pt x="2720" y="1779"/>
                    <a:pt x="3637" y="255"/>
                  </a:cubicBezTo>
                  <a:cubicBezTo>
                    <a:pt x="3711" y="131"/>
                    <a:pt x="3596" y="1"/>
                    <a:pt x="34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24"/>
            <p:cNvSpPr/>
            <p:nvPr/>
          </p:nvSpPr>
          <p:spPr>
            <a:xfrm>
              <a:off x="4299925" y="1475025"/>
              <a:ext cx="127725" cy="194675"/>
            </a:xfrm>
            <a:custGeom>
              <a:rect b="b" l="l" r="r" t="t"/>
              <a:pathLst>
                <a:path extrusionOk="0" h="7787" w="5109">
                  <a:moveTo>
                    <a:pt x="60" y="0"/>
                  </a:moveTo>
                  <a:cubicBezTo>
                    <a:pt x="60" y="0"/>
                    <a:pt x="48" y="155"/>
                    <a:pt x="36" y="417"/>
                  </a:cubicBezTo>
                  <a:cubicBezTo>
                    <a:pt x="36" y="691"/>
                    <a:pt x="1" y="1095"/>
                    <a:pt x="60" y="1548"/>
                  </a:cubicBezTo>
                  <a:cubicBezTo>
                    <a:pt x="167" y="2477"/>
                    <a:pt x="489" y="3691"/>
                    <a:pt x="1227" y="4798"/>
                  </a:cubicBezTo>
                  <a:cubicBezTo>
                    <a:pt x="1965" y="5882"/>
                    <a:pt x="2953" y="6644"/>
                    <a:pt x="3739" y="7120"/>
                  </a:cubicBezTo>
                  <a:cubicBezTo>
                    <a:pt x="4525" y="7596"/>
                    <a:pt x="5108" y="7787"/>
                    <a:pt x="5108" y="7787"/>
                  </a:cubicBezTo>
                  <a:cubicBezTo>
                    <a:pt x="5108" y="7787"/>
                    <a:pt x="5001" y="7203"/>
                    <a:pt x="4704" y="6370"/>
                  </a:cubicBezTo>
                  <a:cubicBezTo>
                    <a:pt x="4418" y="5536"/>
                    <a:pt x="3977" y="4453"/>
                    <a:pt x="3275" y="3429"/>
                  </a:cubicBezTo>
                  <a:cubicBezTo>
                    <a:pt x="2596" y="2381"/>
                    <a:pt x="1775" y="1560"/>
                    <a:pt x="1144" y="964"/>
                  </a:cubicBezTo>
                  <a:cubicBezTo>
                    <a:pt x="822" y="667"/>
                    <a:pt x="584" y="417"/>
                    <a:pt x="370" y="250"/>
                  </a:cubicBezTo>
                  <a:cubicBezTo>
                    <a:pt x="179" y="95"/>
                    <a:pt x="60" y="0"/>
                    <a:pt x="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24"/>
            <p:cNvSpPr/>
            <p:nvPr/>
          </p:nvSpPr>
          <p:spPr>
            <a:xfrm>
              <a:off x="4430600" y="1464600"/>
              <a:ext cx="111650" cy="205100"/>
            </a:xfrm>
            <a:custGeom>
              <a:rect b="b" l="l" r="r" t="t"/>
              <a:pathLst>
                <a:path extrusionOk="0" h="8204" w="4466">
                  <a:moveTo>
                    <a:pt x="4299" y="0"/>
                  </a:moveTo>
                  <a:cubicBezTo>
                    <a:pt x="4299" y="0"/>
                    <a:pt x="4180" y="107"/>
                    <a:pt x="4001" y="286"/>
                  </a:cubicBezTo>
                  <a:cubicBezTo>
                    <a:pt x="3811" y="465"/>
                    <a:pt x="3608" y="750"/>
                    <a:pt x="3310" y="1060"/>
                  </a:cubicBezTo>
                  <a:cubicBezTo>
                    <a:pt x="2739" y="1715"/>
                    <a:pt x="2001" y="2608"/>
                    <a:pt x="1417" y="3703"/>
                  </a:cubicBezTo>
                  <a:cubicBezTo>
                    <a:pt x="810" y="4799"/>
                    <a:pt x="465" y="5930"/>
                    <a:pt x="251" y="6775"/>
                  </a:cubicBezTo>
                  <a:cubicBezTo>
                    <a:pt x="48" y="7608"/>
                    <a:pt x="1" y="8204"/>
                    <a:pt x="1" y="8204"/>
                  </a:cubicBezTo>
                  <a:cubicBezTo>
                    <a:pt x="1" y="8204"/>
                    <a:pt x="560" y="7954"/>
                    <a:pt x="1310" y="7418"/>
                  </a:cubicBezTo>
                  <a:cubicBezTo>
                    <a:pt x="2048" y="6882"/>
                    <a:pt x="2965" y="6025"/>
                    <a:pt x="3608" y="4870"/>
                  </a:cubicBezTo>
                  <a:cubicBezTo>
                    <a:pt x="4227" y="3703"/>
                    <a:pt x="4453" y="2465"/>
                    <a:pt x="4453" y="1536"/>
                  </a:cubicBezTo>
                  <a:cubicBezTo>
                    <a:pt x="4465" y="1072"/>
                    <a:pt x="4406" y="667"/>
                    <a:pt x="4382" y="417"/>
                  </a:cubicBezTo>
                  <a:cubicBezTo>
                    <a:pt x="4346" y="155"/>
                    <a:pt x="4299" y="0"/>
                    <a:pt x="4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24"/>
            <p:cNvSpPr/>
            <p:nvPr/>
          </p:nvSpPr>
          <p:spPr>
            <a:xfrm>
              <a:off x="4318625" y="1532650"/>
              <a:ext cx="105550" cy="132825"/>
            </a:xfrm>
            <a:custGeom>
              <a:rect b="b" l="l" r="r" t="t"/>
              <a:pathLst>
                <a:path extrusionOk="0" h="5313" w="4222">
                  <a:moveTo>
                    <a:pt x="233" y="1"/>
                  </a:moveTo>
                  <a:cubicBezTo>
                    <a:pt x="107" y="1"/>
                    <a:pt x="1" y="163"/>
                    <a:pt x="110" y="291"/>
                  </a:cubicBezTo>
                  <a:cubicBezTo>
                    <a:pt x="1479" y="1862"/>
                    <a:pt x="2467" y="3731"/>
                    <a:pt x="3884" y="5255"/>
                  </a:cubicBezTo>
                  <a:cubicBezTo>
                    <a:pt x="3921" y="5295"/>
                    <a:pt x="3962" y="5312"/>
                    <a:pt x="4000" y="5312"/>
                  </a:cubicBezTo>
                  <a:cubicBezTo>
                    <a:pt x="4122" y="5312"/>
                    <a:pt x="4222" y="5144"/>
                    <a:pt x="4122" y="5017"/>
                  </a:cubicBezTo>
                  <a:cubicBezTo>
                    <a:pt x="2706" y="3493"/>
                    <a:pt x="1717" y="1624"/>
                    <a:pt x="348" y="52"/>
                  </a:cubicBezTo>
                  <a:cubicBezTo>
                    <a:pt x="312" y="16"/>
                    <a:pt x="271" y="1"/>
                    <a:pt x="2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24"/>
            <p:cNvSpPr/>
            <p:nvPr/>
          </p:nvSpPr>
          <p:spPr>
            <a:xfrm>
              <a:off x="4419200" y="1551850"/>
              <a:ext cx="96925" cy="119700"/>
            </a:xfrm>
            <a:custGeom>
              <a:rect b="b" l="l" r="r" t="t"/>
              <a:pathLst>
                <a:path extrusionOk="0" h="4788" w="3877">
                  <a:moveTo>
                    <a:pt x="3648" y="0"/>
                  </a:moveTo>
                  <a:cubicBezTo>
                    <a:pt x="3598" y="0"/>
                    <a:pt x="3549" y="24"/>
                    <a:pt x="3516" y="82"/>
                  </a:cubicBezTo>
                  <a:cubicBezTo>
                    <a:pt x="2564" y="1678"/>
                    <a:pt x="1552" y="3297"/>
                    <a:pt x="123" y="4523"/>
                  </a:cubicBezTo>
                  <a:cubicBezTo>
                    <a:pt x="0" y="4618"/>
                    <a:pt x="125" y="4788"/>
                    <a:pt x="254" y="4788"/>
                  </a:cubicBezTo>
                  <a:cubicBezTo>
                    <a:pt x="287" y="4788"/>
                    <a:pt x="320" y="4776"/>
                    <a:pt x="349" y="4749"/>
                  </a:cubicBezTo>
                  <a:cubicBezTo>
                    <a:pt x="1802" y="3511"/>
                    <a:pt x="2838" y="1856"/>
                    <a:pt x="3802" y="249"/>
                  </a:cubicBezTo>
                  <a:cubicBezTo>
                    <a:pt x="3877" y="125"/>
                    <a:pt x="3761" y="0"/>
                    <a:pt x="36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24"/>
            <p:cNvSpPr/>
            <p:nvPr/>
          </p:nvSpPr>
          <p:spPr>
            <a:xfrm>
              <a:off x="4136225" y="1082700"/>
              <a:ext cx="59250" cy="178625"/>
            </a:xfrm>
            <a:custGeom>
              <a:rect b="b" l="l" r="r" t="t"/>
              <a:pathLst>
                <a:path extrusionOk="0" h="7145" w="2370">
                  <a:moveTo>
                    <a:pt x="750" y="1"/>
                  </a:moveTo>
                  <a:cubicBezTo>
                    <a:pt x="750" y="1"/>
                    <a:pt x="691" y="96"/>
                    <a:pt x="596" y="298"/>
                  </a:cubicBezTo>
                  <a:cubicBezTo>
                    <a:pt x="524" y="489"/>
                    <a:pt x="393" y="763"/>
                    <a:pt x="298" y="1132"/>
                  </a:cubicBezTo>
                  <a:cubicBezTo>
                    <a:pt x="107" y="1846"/>
                    <a:pt x="0" y="2822"/>
                    <a:pt x="226" y="3834"/>
                  </a:cubicBezTo>
                  <a:cubicBezTo>
                    <a:pt x="465" y="4846"/>
                    <a:pt x="953" y="5692"/>
                    <a:pt x="1405" y="6263"/>
                  </a:cubicBezTo>
                  <a:cubicBezTo>
                    <a:pt x="1846" y="6823"/>
                    <a:pt x="2215" y="7144"/>
                    <a:pt x="2215" y="7144"/>
                  </a:cubicBezTo>
                  <a:cubicBezTo>
                    <a:pt x="2215" y="7144"/>
                    <a:pt x="2310" y="6680"/>
                    <a:pt x="2334" y="5989"/>
                  </a:cubicBezTo>
                  <a:cubicBezTo>
                    <a:pt x="2370" y="5311"/>
                    <a:pt x="2358" y="4382"/>
                    <a:pt x="2131" y="3430"/>
                  </a:cubicBezTo>
                  <a:cubicBezTo>
                    <a:pt x="1917" y="2465"/>
                    <a:pt x="1548" y="1644"/>
                    <a:pt x="1262" y="1025"/>
                  </a:cubicBezTo>
                  <a:cubicBezTo>
                    <a:pt x="1119" y="715"/>
                    <a:pt x="1012" y="453"/>
                    <a:pt x="905" y="274"/>
                  </a:cubicBezTo>
                  <a:cubicBezTo>
                    <a:pt x="810" y="96"/>
                    <a:pt x="750" y="1"/>
                    <a:pt x="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24"/>
            <p:cNvSpPr/>
            <p:nvPr/>
          </p:nvSpPr>
          <p:spPr>
            <a:xfrm>
              <a:off x="4160625" y="1163075"/>
              <a:ext cx="282975" cy="845150"/>
            </a:xfrm>
            <a:custGeom>
              <a:rect b="b" l="l" r="r" t="t"/>
              <a:pathLst>
                <a:path extrusionOk="0" h="33806" w="11319">
                  <a:moveTo>
                    <a:pt x="206" y="0"/>
                  </a:moveTo>
                  <a:cubicBezTo>
                    <a:pt x="104" y="0"/>
                    <a:pt x="1" y="83"/>
                    <a:pt x="36" y="203"/>
                  </a:cubicBezTo>
                  <a:cubicBezTo>
                    <a:pt x="1144" y="4668"/>
                    <a:pt x="2429" y="9085"/>
                    <a:pt x="3870" y="13466"/>
                  </a:cubicBezTo>
                  <a:cubicBezTo>
                    <a:pt x="5275" y="17776"/>
                    <a:pt x="6799" y="22063"/>
                    <a:pt x="8335" y="26349"/>
                  </a:cubicBezTo>
                  <a:cubicBezTo>
                    <a:pt x="9204" y="28790"/>
                    <a:pt x="10085" y="31230"/>
                    <a:pt x="10966" y="33695"/>
                  </a:cubicBezTo>
                  <a:cubicBezTo>
                    <a:pt x="10995" y="33771"/>
                    <a:pt x="11061" y="33805"/>
                    <a:pt x="11127" y="33805"/>
                  </a:cubicBezTo>
                  <a:cubicBezTo>
                    <a:pt x="11224" y="33805"/>
                    <a:pt x="11319" y="33728"/>
                    <a:pt x="11276" y="33600"/>
                  </a:cubicBezTo>
                  <a:cubicBezTo>
                    <a:pt x="9740" y="29266"/>
                    <a:pt x="8168" y="24968"/>
                    <a:pt x="6644" y="20634"/>
                  </a:cubicBezTo>
                  <a:cubicBezTo>
                    <a:pt x="5144" y="16348"/>
                    <a:pt x="3703" y="12038"/>
                    <a:pt x="2406" y="7680"/>
                  </a:cubicBezTo>
                  <a:cubicBezTo>
                    <a:pt x="1667" y="5180"/>
                    <a:pt x="977" y="2655"/>
                    <a:pt x="370" y="131"/>
                  </a:cubicBezTo>
                  <a:cubicBezTo>
                    <a:pt x="345" y="39"/>
                    <a:pt x="276" y="0"/>
                    <a:pt x="2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24"/>
            <p:cNvSpPr/>
            <p:nvPr/>
          </p:nvSpPr>
          <p:spPr>
            <a:xfrm>
              <a:off x="4088000" y="1245825"/>
              <a:ext cx="133975" cy="123550"/>
            </a:xfrm>
            <a:custGeom>
              <a:rect b="b" l="l" r="r" t="t"/>
              <a:pathLst>
                <a:path extrusionOk="0" h="4942" w="5359">
                  <a:moveTo>
                    <a:pt x="0" y="0"/>
                  </a:moveTo>
                  <a:cubicBezTo>
                    <a:pt x="0" y="0"/>
                    <a:pt x="12" y="119"/>
                    <a:pt x="60" y="334"/>
                  </a:cubicBezTo>
                  <a:cubicBezTo>
                    <a:pt x="96" y="536"/>
                    <a:pt x="155" y="834"/>
                    <a:pt x="298" y="1179"/>
                  </a:cubicBezTo>
                  <a:cubicBezTo>
                    <a:pt x="548" y="1870"/>
                    <a:pt x="1036" y="2727"/>
                    <a:pt x="1810" y="3429"/>
                  </a:cubicBezTo>
                  <a:cubicBezTo>
                    <a:pt x="2608" y="4108"/>
                    <a:pt x="3501" y="4501"/>
                    <a:pt x="4180" y="4703"/>
                  </a:cubicBezTo>
                  <a:cubicBezTo>
                    <a:pt x="4870" y="4894"/>
                    <a:pt x="5358" y="4941"/>
                    <a:pt x="5358" y="4941"/>
                  </a:cubicBezTo>
                  <a:cubicBezTo>
                    <a:pt x="5358" y="4941"/>
                    <a:pt x="5168" y="4525"/>
                    <a:pt x="4775" y="3953"/>
                  </a:cubicBezTo>
                  <a:cubicBezTo>
                    <a:pt x="4382" y="3370"/>
                    <a:pt x="3846" y="2643"/>
                    <a:pt x="3108" y="1989"/>
                  </a:cubicBezTo>
                  <a:cubicBezTo>
                    <a:pt x="2382" y="1334"/>
                    <a:pt x="1608" y="869"/>
                    <a:pt x="1012" y="524"/>
                  </a:cubicBezTo>
                  <a:cubicBezTo>
                    <a:pt x="691" y="357"/>
                    <a:pt x="465" y="226"/>
                    <a:pt x="274" y="143"/>
                  </a:cubicBezTo>
                  <a:cubicBezTo>
                    <a:pt x="96" y="48"/>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24"/>
            <p:cNvSpPr/>
            <p:nvPr/>
          </p:nvSpPr>
          <p:spPr>
            <a:xfrm>
              <a:off x="4222250" y="1191650"/>
              <a:ext cx="60750" cy="177125"/>
            </a:xfrm>
            <a:custGeom>
              <a:rect b="b" l="l" r="r" t="t"/>
              <a:pathLst>
                <a:path extrusionOk="0" h="7085" w="2430">
                  <a:moveTo>
                    <a:pt x="1774" y="0"/>
                  </a:moveTo>
                  <a:cubicBezTo>
                    <a:pt x="1774" y="0"/>
                    <a:pt x="1715" y="107"/>
                    <a:pt x="1608" y="262"/>
                  </a:cubicBezTo>
                  <a:cubicBezTo>
                    <a:pt x="1500" y="441"/>
                    <a:pt x="1381" y="703"/>
                    <a:pt x="1227" y="1000"/>
                  </a:cubicBezTo>
                  <a:cubicBezTo>
                    <a:pt x="929" y="1608"/>
                    <a:pt x="524" y="2429"/>
                    <a:pt x="298" y="3382"/>
                  </a:cubicBezTo>
                  <a:cubicBezTo>
                    <a:pt x="48" y="4334"/>
                    <a:pt x="0" y="5251"/>
                    <a:pt x="12" y="5942"/>
                  </a:cubicBezTo>
                  <a:cubicBezTo>
                    <a:pt x="0" y="6620"/>
                    <a:pt x="95" y="7085"/>
                    <a:pt x="95" y="7085"/>
                  </a:cubicBezTo>
                  <a:cubicBezTo>
                    <a:pt x="95" y="7085"/>
                    <a:pt x="476" y="6787"/>
                    <a:pt x="929" y="6215"/>
                  </a:cubicBezTo>
                  <a:cubicBezTo>
                    <a:pt x="1381" y="5668"/>
                    <a:pt x="1905" y="4834"/>
                    <a:pt x="2179" y="3834"/>
                  </a:cubicBezTo>
                  <a:cubicBezTo>
                    <a:pt x="2429" y="2822"/>
                    <a:pt x="2358" y="1846"/>
                    <a:pt x="2179" y="1131"/>
                  </a:cubicBezTo>
                  <a:cubicBezTo>
                    <a:pt x="2096" y="774"/>
                    <a:pt x="1977" y="488"/>
                    <a:pt x="1905" y="298"/>
                  </a:cubicBezTo>
                  <a:cubicBezTo>
                    <a:pt x="1834" y="107"/>
                    <a:pt x="1774" y="0"/>
                    <a:pt x="1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24"/>
            <p:cNvSpPr/>
            <p:nvPr/>
          </p:nvSpPr>
          <p:spPr>
            <a:xfrm>
              <a:off x="4111750" y="1284550"/>
              <a:ext cx="107400" cy="84925"/>
            </a:xfrm>
            <a:custGeom>
              <a:rect b="b" l="l" r="r" t="t"/>
              <a:pathLst>
                <a:path extrusionOk="0" h="3397" w="4296">
                  <a:moveTo>
                    <a:pt x="217" y="0"/>
                  </a:moveTo>
                  <a:cubicBezTo>
                    <a:pt x="84" y="0"/>
                    <a:pt x="0" y="204"/>
                    <a:pt x="146" y="321"/>
                  </a:cubicBezTo>
                  <a:cubicBezTo>
                    <a:pt x="1491" y="1249"/>
                    <a:pt x="2622" y="2476"/>
                    <a:pt x="3992" y="3369"/>
                  </a:cubicBezTo>
                  <a:cubicBezTo>
                    <a:pt x="4021" y="3388"/>
                    <a:pt x="4050" y="3397"/>
                    <a:pt x="4077" y="3397"/>
                  </a:cubicBezTo>
                  <a:cubicBezTo>
                    <a:pt x="4212" y="3397"/>
                    <a:pt x="4295" y="3182"/>
                    <a:pt x="4146" y="3083"/>
                  </a:cubicBezTo>
                  <a:cubicBezTo>
                    <a:pt x="2777" y="2190"/>
                    <a:pt x="1646" y="975"/>
                    <a:pt x="313" y="35"/>
                  </a:cubicBezTo>
                  <a:cubicBezTo>
                    <a:pt x="280" y="11"/>
                    <a:pt x="247" y="0"/>
                    <a:pt x="2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24"/>
            <p:cNvSpPr/>
            <p:nvPr/>
          </p:nvSpPr>
          <p:spPr>
            <a:xfrm>
              <a:off x="4214200" y="1262275"/>
              <a:ext cx="53900" cy="109900"/>
            </a:xfrm>
            <a:custGeom>
              <a:rect b="b" l="l" r="r" t="t"/>
              <a:pathLst>
                <a:path extrusionOk="0" h="4396" w="2156">
                  <a:moveTo>
                    <a:pt x="1961" y="1"/>
                  </a:moveTo>
                  <a:cubicBezTo>
                    <a:pt x="1897" y="1"/>
                    <a:pt x="1834" y="36"/>
                    <a:pt x="1810" y="116"/>
                  </a:cubicBezTo>
                  <a:cubicBezTo>
                    <a:pt x="1394" y="1521"/>
                    <a:pt x="953" y="2950"/>
                    <a:pt x="84" y="4140"/>
                  </a:cubicBezTo>
                  <a:cubicBezTo>
                    <a:pt x="1" y="4274"/>
                    <a:pt x="115" y="4395"/>
                    <a:pt x="233" y="4395"/>
                  </a:cubicBezTo>
                  <a:cubicBezTo>
                    <a:pt x="283" y="4395"/>
                    <a:pt x="334" y="4373"/>
                    <a:pt x="370" y="4319"/>
                  </a:cubicBezTo>
                  <a:cubicBezTo>
                    <a:pt x="1227" y="3093"/>
                    <a:pt x="1691" y="1640"/>
                    <a:pt x="2120" y="211"/>
                  </a:cubicBezTo>
                  <a:cubicBezTo>
                    <a:pt x="2156" y="82"/>
                    <a:pt x="2058" y="1"/>
                    <a:pt x="19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24"/>
            <p:cNvSpPr/>
            <p:nvPr/>
          </p:nvSpPr>
          <p:spPr>
            <a:xfrm>
              <a:off x="4110625" y="1347925"/>
              <a:ext cx="145875" cy="134250"/>
            </a:xfrm>
            <a:custGeom>
              <a:rect b="b" l="l" r="r" t="t"/>
              <a:pathLst>
                <a:path extrusionOk="0" h="5370" w="5835">
                  <a:moveTo>
                    <a:pt x="0" y="0"/>
                  </a:moveTo>
                  <a:cubicBezTo>
                    <a:pt x="0" y="0"/>
                    <a:pt x="12" y="131"/>
                    <a:pt x="60" y="357"/>
                  </a:cubicBezTo>
                  <a:cubicBezTo>
                    <a:pt x="119" y="583"/>
                    <a:pt x="179" y="917"/>
                    <a:pt x="334" y="1274"/>
                  </a:cubicBezTo>
                  <a:cubicBezTo>
                    <a:pt x="608" y="2024"/>
                    <a:pt x="1143" y="2965"/>
                    <a:pt x="1977" y="3715"/>
                  </a:cubicBezTo>
                  <a:cubicBezTo>
                    <a:pt x="2834" y="4465"/>
                    <a:pt x="3798" y="4882"/>
                    <a:pt x="4560" y="5108"/>
                  </a:cubicBezTo>
                  <a:cubicBezTo>
                    <a:pt x="5311" y="5322"/>
                    <a:pt x="5834" y="5370"/>
                    <a:pt x="5834" y="5370"/>
                  </a:cubicBezTo>
                  <a:cubicBezTo>
                    <a:pt x="5834" y="5370"/>
                    <a:pt x="5620" y="4905"/>
                    <a:pt x="5215" y="4274"/>
                  </a:cubicBezTo>
                  <a:cubicBezTo>
                    <a:pt x="4799" y="3643"/>
                    <a:pt x="4203" y="2834"/>
                    <a:pt x="3394" y="2143"/>
                  </a:cubicBezTo>
                  <a:cubicBezTo>
                    <a:pt x="2608" y="1429"/>
                    <a:pt x="1739" y="941"/>
                    <a:pt x="1108" y="560"/>
                  </a:cubicBezTo>
                  <a:cubicBezTo>
                    <a:pt x="774" y="393"/>
                    <a:pt x="524" y="238"/>
                    <a:pt x="310" y="143"/>
                  </a:cubicBezTo>
                  <a:cubicBezTo>
                    <a:pt x="119" y="48"/>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24"/>
            <p:cNvSpPr/>
            <p:nvPr/>
          </p:nvSpPr>
          <p:spPr>
            <a:xfrm>
              <a:off x="4256475" y="1288675"/>
              <a:ext cx="65800" cy="192900"/>
            </a:xfrm>
            <a:custGeom>
              <a:rect b="b" l="l" r="r" t="t"/>
              <a:pathLst>
                <a:path extrusionOk="0" h="7716" w="2632">
                  <a:moveTo>
                    <a:pt x="1917" y="1"/>
                  </a:moveTo>
                  <a:cubicBezTo>
                    <a:pt x="1917" y="1"/>
                    <a:pt x="1846" y="108"/>
                    <a:pt x="1739" y="298"/>
                  </a:cubicBezTo>
                  <a:cubicBezTo>
                    <a:pt x="1620" y="489"/>
                    <a:pt x="1501" y="763"/>
                    <a:pt x="1322" y="1084"/>
                  </a:cubicBezTo>
                  <a:cubicBezTo>
                    <a:pt x="1001" y="1751"/>
                    <a:pt x="572" y="2644"/>
                    <a:pt x="310" y="3680"/>
                  </a:cubicBezTo>
                  <a:cubicBezTo>
                    <a:pt x="48" y="4704"/>
                    <a:pt x="0" y="5716"/>
                    <a:pt x="0" y="6454"/>
                  </a:cubicBezTo>
                  <a:cubicBezTo>
                    <a:pt x="12" y="7216"/>
                    <a:pt x="108" y="7716"/>
                    <a:pt x="108" y="7716"/>
                  </a:cubicBezTo>
                  <a:cubicBezTo>
                    <a:pt x="108" y="7716"/>
                    <a:pt x="524" y="7383"/>
                    <a:pt x="1012" y="6775"/>
                  </a:cubicBezTo>
                  <a:cubicBezTo>
                    <a:pt x="1524" y="6156"/>
                    <a:pt x="2084" y="5263"/>
                    <a:pt x="2370" y="4180"/>
                  </a:cubicBezTo>
                  <a:cubicBezTo>
                    <a:pt x="2632" y="3084"/>
                    <a:pt x="2560" y="2013"/>
                    <a:pt x="2370" y="1239"/>
                  </a:cubicBezTo>
                  <a:cubicBezTo>
                    <a:pt x="2286" y="846"/>
                    <a:pt x="2144" y="537"/>
                    <a:pt x="2072" y="322"/>
                  </a:cubicBezTo>
                  <a:cubicBezTo>
                    <a:pt x="1977" y="120"/>
                    <a:pt x="1917" y="1"/>
                    <a:pt x="19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24"/>
            <p:cNvSpPr/>
            <p:nvPr/>
          </p:nvSpPr>
          <p:spPr>
            <a:xfrm>
              <a:off x="4137050" y="1390200"/>
              <a:ext cx="116000" cy="91525"/>
            </a:xfrm>
            <a:custGeom>
              <a:rect b="b" l="l" r="r" t="t"/>
              <a:pathLst>
                <a:path extrusionOk="0" h="3661" w="4640">
                  <a:moveTo>
                    <a:pt x="217" y="1"/>
                  </a:moveTo>
                  <a:cubicBezTo>
                    <a:pt x="84" y="1"/>
                    <a:pt x="0" y="203"/>
                    <a:pt x="146" y="309"/>
                  </a:cubicBezTo>
                  <a:cubicBezTo>
                    <a:pt x="1610" y="1333"/>
                    <a:pt x="2825" y="2655"/>
                    <a:pt x="4337" y="3631"/>
                  </a:cubicBezTo>
                  <a:cubicBezTo>
                    <a:pt x="4368" y="3652"/>
                    <a:pt x="4398" y="3661"/>
                    <a:pt x="4425" y="3661"/>
                  </a:cubicBezTo>
                  <a:cubicBezTo>
                    <a:pt x="4559" y="3661"/>
                    <a:pt x="4639" y="3456"/>
                    <a:pt x="4492" y="3357"/>
                  </a:cubicBezTo>
                  <a:cubicBezTo>
                    <a:pt x="2991" y="2381"/>
                    <a:pt x="1777" y="1059"/>
                    <a:pt x="313" y="35"/>
                  </a:cubicBezTo>
                  <a:cubicBezTo>
                    <a:pt x="280" y="11"/>
                    <a:pt x="247" y="1"/>
                    <a:pt x="2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24"/>
            <p:cNvSpPr/>
            <p:nvPr/>
          </p:nvSpPr>
          <p:spPr>
            <a:xfrm>
              <a:off x="4248225" y="1366150"/>
              <a:ext cx="57975" cy="118825"/>
            </a:xfrm>
            <a:custGeom>
              <a:rect b="b" l="l" r="r" t="t"/>
              <a:pathLst>
                <a:path extrusionOk="0" h="4753" w="2319">
                  <a:moveTo>
                    <a:pt x="2119" y="1"/>
                  </a:moveTo>
                  <a:cubicBezTo>
                    <a:pt x="2054" y="1"/>
                    <a:pt x="1992" y="36"/>
                    <a:pt x="1973" y="116"/>
                  </a:cubicBezTo>
                  <a:cubicBezTo>
                    <a:pt x="1509" y="1640"/>
                    <a:pt x="1009" y="3200"/>
                    <a:pt x="92" y="4498"/>
                  </a:cubicBezTo>
                  <a:cubicBezTo>
                    <a:pt x="1" y="4631"/>
                    <a:pt x="119" y="4753"/>
                    <a:pt x="239" y="4753"/>
                  </a:cubicBezTo>
                  <a:cubicBezTo>
                    <a:pt x="290" y="4753"/>
                    <a:pt x="342" y="4730"/>
                    <a:pt x="378" y="4677"/>
                  </a:cubicBezTo>
                  <a:cubicBezTo>
                    <a:pt x="1307" y="3343"/>
                    <a:pt x="1819" y="1759"/>
                    <a:pt x="2283" y="212"/>
                  </a:cubicBezTo>
                  <a:cubicBezTo>
                    <a:pt x="2319" y="82"/>
                    <a:pt x="2216" y="1"/>
                    <a:pt x="21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24"/>
            <p:cNvSpPr/>
            <p:nvPr/>
          </p:nvSpPr>
          <p:spPr>
            <a:xfrm>
              <a:off x="4127000" y="1456250"/>
              <a:ext cx="169675" cy="142025"/>
            </a:xfrm>
            <a:custGeom>
              <a:rect b="b" l="l" r="r" t="t"/>
              <a:pathLst>
                <a:path extrusionOk="0" h="5681" w="6787">
                  <a:moveTo>
                    <a:pt x="0" y="1"/>
                  </a:moveTo>
                  <a:cubicBezTo>
                    <a:pt x="0" y="1"/>
                    <a:pt x="24" y="144"/>
                    <a:pt x="95" y="394"/>
                  </a:cubicBezTo>
                  <a:cubicBezTo>
                    <a:pt x="167" y="632"/>
                    <a:pt x="250" y="1013"/>
                    <a:pt x="429" y="1406"/>
                  </a:cubicBezTo>
                  <a:cubicBezTo>
                    <a:pt x="774" y="2227"/>
                    <a:pt x="1417" y="3239"/>
                    <a:pt x="2393" y="4049"/>
                  </a:cubicBezTo>
                  <a:cubicBezTo>
                    <a:pt x="3393" y="4835"/>
                    <a:pt x="4489" y="5252"/>
                    <a:pt x="5346" y="5454"/>
                  </a:cubicBezTo>
                  <a:cubicBezTo>
                    <a:pt x="6191" y="5668"/>
                    <a:pt x="6787" y="5680"/>
                    <a:pt x="6787" y="5680"/>
                  </a:cubicBezTo>
                  <a:cubicBezTo>
                    <a:pt x="6787" y="5680"/>
                    <a:pt x="6537" y="5180"/>
                    <a:pt x="6025" y="4525"/>
                  </a:cubicBezTo>
                  <a:cubicBezTo>
                    <a:pt x="5537" y="3835"/>
                    <a:pt x="4834" y="2978"/>
                    <a:pt x="3905" y="2227"/>
                  </a:cubicBezTo>
                  <a:cubicBezTo>
                    <a:pt x="2977" y="1465"/>
                    <a:pt x="2012" y="953"/>
                    <a:pt x="1262" y="572"/>
                  </a:cubicBezTo>
                  <a:cubicBezTo>
                    <a:pt x="881" y="394"/>
                    <a:pt x="584" y="239"/>
                    <a:pt x="357" y="144"/>
                  </a:cubicBezTo>
                  <a:cubicBezTo>
                    <a:pt x="131" y="37"/>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24"/>
            <p:cNvSpPr/>
            <p:nvPr/>
          </p:nvSpPr>
          <p:spPr>
            <a:xfrm>
              <a:off x="4293675" y="1380050"/>
              <a:ext cx="70275" cy="217625"/>
            </a:xfrm>
            <a:custGeom>
              <a:rect b="b" l="l" r="r" t="t"/>
              <a:pathLst>
                <a:path extrusionOk="0" h="8705" w="2811">
                  <a:moveTo>
                    <a:pt x="1858" y="1"/>
                  </a:moveTo>
                  <a:cubicBezTo>
                    <a:pt x="1858" y="1"/>
                    <a:pt x="1787" y="120"/>
                    <a:pt x="1679" y="346"/>
                  </a:cubicBezTo>
                  <a:cubicBezTo>
                    <a:pt x="1560" y="572"/>
                    <a:pt x="1441" y="882"/>
                    <a:pt x="1251" y="1251"/>
                  </a:cubicBezTo>
                  <a:cubicBezTo>
                    <a:pt x="906" y="2013"/>
                    <a:pt x="489" y="3025"/>
                    <a:pt x="251" y="4204"/>
                  </a:cubicBezTo>
                  <a:cubicBezTo>
                    <a:pt x="1" y="5371"/>
                    <a:pt x="1" y="6478"/>
                    <a:pt x="60" y="7335"/>
                  </a:cubicBezTo>
                  <a:cubicBezTo>
                    <a:pt x="108" y="8133"/>
                    <a:pt x="227" y="8704"/>
                    <a:pt x="227" y="8704"/>
                  </a:cubicBezTo>
                  <a:cubicBezTo>
                    <a:pt x="227" y="8704"/>
                    <a:pt x="667" y="8312"/>
                    <a:pt x="1191" y="7609"/>
                  </a:cubicBezTo>
                  <a:cubicBezTo>
                    <a:pt x="1715" y="6918"/>
                    <a:pt x="2310" y="5883"/>
                    <a:pt x="2561" y="4656"/>
                  </a:cubicBezTo>
                  <a:cubicBezTo>
                    <a:pt x="2811" y="3418"/>
                    <a:pt x="2668" y="2227"/>
                    <a:pt x="2418" y="1382"/>
                  </a:cubicBezTo>
                  <a:cubicBezTo>
                    <a:pt x="2310" y="942"/>
                    <a:pt x="2132" y="608"/>
                    <a:pt x="2037" y="358"/>
                  </a:cubicBezTo>
                  <a:cubicBezTo>
                    <a:pt x="1941" y="120"/>
                    <a:pt x="1858" y="1"/>
                    <a:pt x="18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24"/>
            <p:cNvSpPr/>
            <p:nvPr/>
          </p:nvSpPr>
          <p:spPr>
            <a:xfrm>
              <a:off x="4159275" y="1501975"/>
              <a:ext cx="133050" cy="95400"/>
            </a:xfrm>
            <a:custGeom>
              <a:rect b="b" l="l" r="r" t="t"/>
              <a:pathLst>
                <a:path extrusionOk="0" h="3816" w="5322">
                  <a:moveTo>
                    <a:pt x="230" y="1"/>
                  </a:moveTo>
                  <a:cubicBezTo>
                    <a:pt x="92" y="1"/>
                    <a:pt x="1" y="216"/>
                    <a:pt x="150" y="315"/>
                  </a:cubicBezTo>
                  <a:cubicBezTo>
                    <a:pt x="1841" y="1363"/>
                    <a:pt x="3269" y="2780"/>
                    <a:pt x="4996" y="3792"/>
                  </a:cubicBezTo>
                  <a:cubicBezTo>
                    <a:pt x="5023" y="3808"/>
                    <a:pt x="5050" y="3815"/>
                    <a:pt x="5077" y="3815"/>
                  </a:cubicBezTo>
                  <a:cubicBezTo>
                    <a:pt x="5220" y="3815"/>
                    <a:pt x="5322" y="3597"/>
                    <a:pt x="5150" y="3506"/>
                  </a:cubicBezTo>
                  <a:cubicBezTo>
                    <a:pt x="3448" y="2494"/>
                    <a:pt x="1995" y="1077"/>
                    <a:pt x="317" y="29"/>
                  </a:cubicBezTo>
                  <a:cubicBezTo>
                    <a:pt x="287" y="9"/>
                    <a:pt x="257" y="1"/>
                    <a:pt x="2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24"/>
            <p:cNvSpPr/>
            <p:nvPr/>
          </p:nvSpPr>
          <p:spPr>
            <a:xfrm>
              <a:off x="4288325" y="1466925"/>
              <a:ext cx="57000" cy="134150"/>
            </a:xfrm>
            <a:custGeom>
              <a:rect b="b" l="l" r="r" t="t"/>
              <a:pathLst>
                <a:path extrusionOk="0" h="5366" w="2280">
                  <a:moveTo>
                    <a:pt x="2083" y="0"/>
                  </a:moveTo>
                  <a:cubicBezTo>
                    <a:pt x="2020" y="0"/>
                    <a:pt x="1960" y="36"/>
                    <a:pt x="1941" y="122"/>
                  </a:cubicBezTo>
                  <a:cubicBezTo>
                    <a:pt x="1512" y="1836"/>
                    <a:pt x="1048" y="3598"/>
                    <a:pt x="84" y="5110"/>
                  </a:cubicBezTo>
                  <a:cubicBezTo>
                    <a:pt x="0" y="5244"/>
                    <a:pt x="115" y="5365"/>
                    <a:pt x="232" y="5365"/>
                  </a:cubicBezTo>
                  <a:cubicBezTo>
                    <a:pt x="283" y="5365"/>
                    <a:pt x="334" y="5343"/>
                    <a:pt x="369" y="5289"/>
                  </a:cubicBezTo>
                  <a:cubicBezTo>
                    <a:pt x="1346" y="3753"/>
                    <a:pt x="1822" y="1967"/>
                    <a:pt x="2251" y="205"/>
                  </a:cubicBezTo>
                  <a:cubicBezTo>
                    <a:pt x="2279" y="83"/>
                    <a:pt x="2178" y="0"/>
                    <a:pt x="20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24"/>
            <p:cNvSpPr/>
            <p:nvPr/>
          </p:nvSpPr>
          <p:spPr>
            <a:xfrm>
              <a:off x="4156150" y="1562225"/>
              <a:ext cx="177450" cy="149450"/>
            </a:xfrm>
            <a:custGeom>
              <a:rect b="b" l="l" r="r" t="t"/>
              <a:pathLst>
                <a:path extrusionOk="0" h="5978" w="7098">
                  <a:moveTo>
                    <a:pt x="1" y="1"/>
                  </a:moveTo>
                  <a:cubicBezTo>
                    <a:pt x="1" y="1"/>
                    <a:pt x="13" y="143"/>
                    <a:pt x="84" y="417"/>
                  </a:cubicBezTo>
                  <a:cubicBezTo>
                    <a:pt x="156" y="679"/>
                    <a:pt x="251" y="1072"/>
                    <a:pt x="442" y="1489"/>
                  </a:cubicBezTo>
                  <a:cubicBezTo>
                    <a:pt x="799" y="2346"/>
                    <a:pt x="1465" y="3418"/>
                    <a:pt x="2501" y="4251"/>
                  </a:cubicBezTo>
                  <a:cubicBezTo>
                    <a:pt x="3525" y="5085"/>
                    <a:pt x="4680" y="5525"/>
                    <a:pt x="5573" y="5739"/>
                  </a:cubicBezTo>
                  <a:cubicBezTo>
                    <a:pt x="6466" y="5966"/>
                    <a:pt x="7097" y="5977"/>
                    <a:pt x="7097" y="5977"/>
                  </a:cubicBezTo>
                  <a:cubicBezTo>
                    <a:pt x="7097" y="5977"/>
                    <a:pt x="6811" y="5442"/>
                    <a:pt x="6311" y="4715"/>
                  </a:cubicBezTo>
                  <a:cubicBezTo>
                    <a:pt x="5787" y="4001"/>
                    <a:pt x="5061" y="3096"/>
                    <a:pt x="4073" y="2322"/>
                  </a:cubicBezTo>
                  <a:cubicBezTo>
                    <a:pt x="3120" y="1536"/>
                    <a:pt x="2096" y="977"/>
                    <a:pt x="1323" y="596"/>
                  </a:cubicBezTo>
                  <a:cubicBezTo>
                    <a:pt x="918" y="417"/>
                    <a:pt x="608" y="251"/>
                    <a:pt x="370" y="143"/>
                  </a:cubicBezTo>
                  <a:cubicBezTo>
                    <a:pt x="132" y="48"/>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24"/>
            <p:cNvSpPr/>
            <p:nvPr/>
          </p:nvSpPr>
          <p:spPr>
            <a:xfrm>
              <a:off x="4330300" y="1482150"/>
              <a:ext cx="73525" cy="228625"/>
            </a:xfrm>
            <a:custGeom>
              <a:rect b="b" l="l" r="r" t="t"/>
              <a:pathLst>
                <a:path extrusionOk="0" h="9145" w="2941">
                  <a:moveTo>
                    <a:pt x="1929" y="1"/>
                  </a:moveTo>
                  <a:cubicBezTo>
                    <a:pt x="1929" y="1"/>
                    <a:pt x="1858" y="132"/>
                    <a:pt x="1738" y="358"/>
                  </a:cubicBezTo>
                  <a:cubicBezTo>
                    <a:pt x="1619" y="584"/>
                    <a:pt x="1488" y="906"/>
                    <a:pt x="1286" y="1310"/>
                  </a:cubicBezTo>
                  <a:cubicBezTo>
                    <a:pt x="929" y="2096"/>
                    <a:pt x="488" y="3168"/>
                    <a:pt x="250" y="4394"/>
                  </a:cubicBezTo>
                  <a:cubicBezTo>
                    <a:pt x="0" y="5609"/>
                    <a:pt x="0" y="6787"/>
                    <a:pt x="36" y="7668"/>
                  </a:cubicBezTo>
                  <a:cubicBezTo>
                    <a:pt x="107" y="8561"/>
                    <a:pt x="238" y="9145"/>
                    <a:pt x="238" y="9145"/>
                  </a:cubicBezTo>
                  <a:cubicBezTo>
                    <a:pt x="238" y="9145"/>
                    <a:pt x="691" y="8740"/>
                    <a:pt x="1250" y="7990"/>
                  </a:cubicBezTo>
                  <a:cubicBezTo>
                    <a:pt x="1798" y="7264"/>
                    <a:pt x="2405" y="6180"/>
                    <a:pt x="2691" y="4882"/>
                  </a:cubicBezTo>
                  <a:cubicBezTo>
                    <a:pt x="2941" y="3585"/>
                    <a:pt x="2798" y="2334"/>
                    <a:pt x="2524" y="1441"/>
                  </a:cubicBezTo>
                  <a:cubicBezTo>
                    <a:pt x="2405" y="1001"/>
                    <a:pt x="2227" y="644"/>
                    <a:pt x="2119" y="394"/>
                  </a:cubicBezTo>
                  <a:cubicBezTo>
                    <a:pt x="2000" y="132"/>
                    <a:pt x="1929" y="1"/>
                    <a:pt x="1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24"/>
            <p:cNvSpPr/>
            <p:nvPr/>
          </p:nvSpPr>
          <p:spPr>
            <a:xfrm>
              <a:off x="4189950" y="1610925"/>
              <a:ext cx="138400" cy="99550"/>
            </a:xfrm>
            <a:custGeom>
              <a:rect b="b" l="l" r="r" t="t"/>
              <a:pathLst>
                <a:path extrusionOk="0" h="3982" w="5536">
                  <a:moveTo>
                    <a:pt x="222" y="1"/>
                  </a:moveTo>
                  <a:cubicBezTo>
                    <a:pt x="91" y="1"/>
                    <a:pt x="0" y="216"/>
                    <a:pt x="149" y="315"/>
                  </a:cubicBezTo>
                  <a:cubicBezTo>
                    <a:pt x="1923" y="1434"/>
                    <a:pt x="3411" y="2898"/>
                    <a:pt x="5209" y="3958"/>
                  </a:cubicBezTo>
                  <a:cubicBezTo>
                    <a:pt x="5237" y="3975"/>
                    <a:pt x="5264" y="3982"/>
                    <a:pt x="5290" y="3982"/>
                  </a:cubicBezTo>
                  <a:cubicBezTo>
                    <a:pt x="5434" y="3982"/>
                    <a:pt x="5535" y="3763"/>
                    <a:pt x="5364" y="3672"/>
                  </a:cubicBezTo>
                  <a:cubicBezTo>
                    <a:pt x="3566" y="2625"/>
                    <a:pt x="2066" y="1136"/>
                    <a:pt x="304" y="29"/>
                  </a:cubicBezTo>
                  <a:cubicBezTo>
                    <a:pt x="276" y="9"/>
                    <a:pt x="248" y="1"/>
                    <a:pt x="2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24"/>
            <p:cNvSpPr/>
            <p:nvPr/>
          </p:nvSpPr>
          <p:spPr>
            <a:xfrm>
              <a:off x="4324650" y="1574075"/>
              <a:ext cx="59375" cy="140100"/>
            </a:xfrm>
            <a:custGeom>
              <a:rect b="b" l="l" r="r" t="t"/>
              <a:pathLst>
                <a:path extrusionOk="0" h="5604" w="2375">
                  <a:moveTo>
                    <a:pt x="2178" y="0"/>
                  </a:moveTo>
                  <a:cubicBezTo>
                    <a:pt x="2115" y="0"/>
                    <a:pt x="2055" y="37"/>
                    <a:pt x="2036" y="122"/>
                  </a:cubicBezTo>
                  <a:cubicBezTo>
                    <a:pt x="1595" y="1920"/>
                    <a:pt x="1095" y="3765"/>
                    <a:pt x="83" y="5361"/>
                  </a:cubicBezTo>
                  <a:cubicBezTo>
                    <a:pt x="0" y="5485"/>
                    <a:pt x="120" y="5604"/>
                    <a:pt x="236" y="5604"/>
                  </a:cubicBezTo>
                  <a:cubicBezTo>
                    <a:pt x="287" y="5604"/>
                    <a:pt x="337" y="5581"/>
                    <a:pt x="369" y="5527"/>
                  </a:cubicBezTo>
                  <a:cubicBezTo>
                    <a:pt x="1393" y="3920"/>
                    <a:pt x="1905" y="2039"/>
                    <a:pt x="2345" y="205"/>
                  </a:cubicBezTo>
                  <a:cubicBezTo>
                    <a:pt x="2374" y="83"/>
                    <a:pt x="2273" y="0"/>
                    <a:pt x="21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24"/>
            <p:cNvSpPr/>
            <p:nvPr/>
          </p:nvSpPr>
          <p:spPr>
            <a:xfrm>
              <a:off x="4637475" y="1100850"/>
              <a:ext cx="59250" cy="178625"/>
            </a:xfrm>
            <a:custGeom>
              <a:rect b="b" l="l" r="r" t="t"/>
              <a:pathLst>
                <a:path extrusionOk="0" h="7145" w="2370">
                  <a:moveTo>
                    <a:pt x="1620" y="1"/>
                  </a:moveTo>
                  <a:cubicBezTo>
                    <a:pt x="1620" y="1"/>
                    <a:pt x="1560" y="108"/>
                    <a:pt x="1465" y="287"/>
                  </a:cubicBezTo>
                  <a:cubicBezTo>
                    <a:pt x="1358" y="465"/>
                    <a:pt x="1251" y="715"/>
                    <a:pt x="1108" y="1025"/>
                  </a:cubicBezTo>
                  <a:cubicBezTo>
                    <a:pt x="822" y="1656"/>
                    <a:pt x="453" y="2466"/>
                    <a:pt x="239" y="3442"/>
                  </a:cubicBezTo>
                  <a:cubicBezTo>
                    <a:pt x="12" y="4394"/>
                    <a:pt x="0" y="5311"/>
                    <a:pt x="36" y="6002"/>
                  </a:cubicBezTo>
                  <a:cubicBezTo>
                    <a:pt x="60" y="6680"/>
                    <a:pt x="155" y="7145"/>
                    <a:pt x="155" y="7145"/>
                  </a:cubicBezTo>
                  <a:cubicBezTo>
                    <a:pt x="155" y="7145"/>
                    <a:pt x="524" y="6835"/>
                    <a:pt x="965" y="6264"/>
                  </a:cubicBezTo>
                  <a:cubicBezTo>
                    <a:pt x="1417" y="5704"/>
                    <a:pt x="1905" y="4847"/>
                    <a:pt x="2144" y="3835"/>
                  </a:cubicBezTo>
                  <a:cubicBezTo>
                    <a:pt x="2370" y="2823"/>
                    <a:pt x="2263" y="1846"/>
                    <a:pt x="2072" y="1132"/>
                  </a:cubicBezTo>
                  <a:cubicBezTo>
                    <a:pt x="1977" y="775"/>
                    <a:pt x="1846" y="489"/>
                    <a:pt x="1774" y="299"/>
                  </a:cubicBezTo>
                  <a:cubicBezTo>
                    <a:pt x="1679" y="108"/>
                    <a:pt x="1620" y="1"/>
                    <a:pt x="16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24"/>
            <p:cNvSpPr/>
            <p:nvPr/>
          </p:nvSpPr>
          <p:spPr>
            <a:xfrm>
              <a:off x="4389350" y="1181200"/>
              <a:ext cx="282750" cy="845175"/>
            </a:xfrm>
            <a:custGeom>
              <a:rect b="b" l="l" r="r" t="t"/>
              <a:pathLst>
                <a:path extrusionOk="0" h="33807" w="11310">
                  <a:moveTo>
                    <a:pt x="11108" y="1"/>
                  </a:moveTo>
                  <a:cubicBezTo>
                    <a:pt x="11046" y="1"/>
                    <a:pt x="10987" y="37"/>
                    <a:pt x="10973" y="121"/>
                  </a:cubicBezTo>
                  <a:cubicBezTo>
                    <a:pt x="9866" y="4585"/>
                    <a:pt x="8568" y="9003"/>
                    <a:pt x="7139" y="13384"/>
                  </a:cubicBezTo>
                  <a:cubicBezTo>
                    <a:pt x="5734" y="17694"/>
                    <a:pt x="4210" y="21980"/>
                    <a:pt x="2674" y="26267"/>
                  </a:cubicBezTo>
                  <a:cubicBezTo>
                    <a:pt x="1805" y="28708"/>
                    <a:pt x="924" y="31148"/>
                    <a:pt x="43" y="33601"/>
                  </a:cubicBezTo>
                  <a:cubicBezTo>
                    <a:pt x="0" y="33730"/>
                    <a:pt x="99" y="33807"/>
                    <a:pt x="198" y="33807"/>
                  </a:cubicBezTo>
                  <a:cubicBezTo>
                    <a:pt x="263" y="33807"/>
                    <a:pt x="329" y="33772"/>
                    <a:pt x="353" y="33696"/>
                  </a:cubicBezTo>
                  <a:cubicBezTo>
                    <a:pt x="1889" y="29362"/>
                    <a:pt x="3472" y="25064"/>
                    <a:pt x="4984" y="20730"/>
                  </a:cubicBezTo>
                  <a:cubicBezTo>
                    <a:pt x="6484" y="16444"/>
                    <a:pt x="7925" y="12134"/>
                    <a:pt x="9223" y="7764"/>
                  </a:cubicBezTo>
                  <a:cubicBezTo>
                    <a:pt x="9973" y="5264"/>
                    <a:pt x="10652" y="2752"/>
                    <a:pt x="11259" y="228"/>
                  </a:cubicBezTo>
                  <a:cubicBezTo>
                    <a:pt x="11310" y="90"/>
                    <a:pt x="11206" y="1"/>
                    <a:pt x="111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24"/>
            <p:cNvSpPr/>
            <p:nvPr/>
          </p:nvSpPr>
          <p:spPr>
            <a:xfrm>
              <a:off x="4610675" y="1264275"/>
              <a:ext cx="133975" cy="123550"/>
            </a:xfrm>
            <a:custGeom>
              <a:rect b="b" l="l" r="r" t="t"/>
              <a:pathLst>
                <a:path extrusionOk="0" h="4942" w="5359">
                  <a:moveTo>
                    <a:pt x="5359" y="0"/>
                  </a:moveTo>
                  <a:cubicBezTo>
                    <a:pt x="5359" y="0"/>
                    <a:pt x="5251" y="36"/>
                    <a:pt x="5073" y="131"/>
                  </a:cubicBezTo>
                  <a:cubicBezTo>
                    <a:pt x="4894" y="215"/>
                    <a:pt x="4656" y="358"/>
                    <a:pt x="4347" y="512"/>
                  </a:cubicBezTo>
                  <a:cubicBezTo>
                    <a:pt x="3751" y="858"/>
                    <a:pt x="2977" y="1322"/>
                    <a:pt x="2251" y="1977"/>
                  </a:cubicBezTo>
                  <a:cubicBezTo>
                    <a:pt x="1501" y="2632"/>
                    <a:pt x="965" y="3358"/>
                    <a:pt x="584" y="3941"/>
                  </a:cubicBezTo>
                  <a:cubicBezTo>
                    <a:pt x="191" y="4525"/>
                    <a:pt x="1" y="4942"/>
                    <a:pt x="1" y="4942"/>
                  </a:cubicBezTo>
                  <a:cubicBezTo>
                    <a:pt x="1" y="4942"/>
                    <a:pt x="489" y="4894"/>
                    <a:pt x="1180" y="4703"/>
                  </a:cubicBezTo>
                  <a:cubicBezTo>
                    <a:pt x="1858" y="4489"/>
                    <a:pt x="2775" y="4108"/>
                    <a:pt x="3549" y="3418"/>
                  </a:cubicBezTo>
                  <a:cubicBezTo>
                    <a:pt x="4323" y="2715"/>
                    <a:pt x="4811" y="1858"/>
                    <a:pt x="5061" y="1167"/>
                  </a:cubicBezTo>
                  <a:cubicBezTo>
                    <a:pt x="5192" y="834"/>
                    <a:pt x="5251" y="536"/>
                    <a:pt x="5299" y="322"/>
                  </a:cubicBezTo>
                  <a:cubicBezTo>
                    <a:pt x="5347" y="120"/>
                    <a:pt x="5359" y="0"/>
                    <a:pt x="53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24"/>
            <p:cNvSpPr/>
            <p:nvPr/>
          </p:nvSpPr>
          <p:spPr>
            <a:xfrm>
              <a:off x="4549950" y="1209800"/>
              <a:ext cx="60750" cy="177125"/>
            </a:xfrm>
            <a:custGeom>
              <a:rect b="b" l="l" r="r" t="t"/>
              <a:pathLst>
                <a:path extrusionOk="0" h="7085" w="2430">
                  <a:moveTo>
                    <a:pt x="656" y="1"/>
                  </a:moveTo>
                  <a:cubicBezTo>
                    <a:pt x="656" y="1"/>
                    <a:pt x="596" y="108"/>
                    <a:pt x="525" y="298"/>
                  </a:cubicBezTo>
                  <a:cubicBezTo>
                    <a:pt x="453" y="489"/>
                    <a:pt x="334" y="775"/>
                    <a:pt x="251" y="1132"/>
                  </a:cubicBezTo>
                  <a:cubicBezTo>
                    <a:pt x="72" y="1846"/>
                    <a:pt x="1" y="2822"/>
                    <a:pt x="251" y="3834"/>
                  </a:cubicBezTo>
                  <a:cubicBezTo>
                    <a:pt x="525" y="4835"/>
                    <a:pt x="1049" y="5668"/>
                    <a:pt x="1513" y="6216"/>
                  </a:cubicBezTo>
                  <a:cubicBezTo>
                    <a:pt x="1954" y="6787"/>
                    <a:pt x="2335" y="7085"/>
                    <a:pt x="2335" y="7085"/>
                  </a:cubicBezTo>
                  <a:cubicBezTo>
                    <a:pt x="2335" y="7085"/>
                    <a:pt x="2430" y="6620"/>
                    <a:pt x="2418" y="5942"/>
                  </a:cubicBezTo>
                  <a:cubicBezTo>
                    <a:pt x="2430" y="5251"/>
                    <a:pt x="2382" y="4334"/>
                    <a:pt x="2132" y="3382"/>
                  </a:cubicBezTo>
                  <a:cubicBezTo>
                    <a:pt x="1906" y="2429"/>
                    <a:pt x="1501" y="1608"/>
                    <a:pt x="1203" y="1001"/>
                  </a:cubicBezTo>
                  <a:cubicBezTo>
                    <a:pt x="1049" y="703"/>
                    <a:pt x="930" y="441"/>
                    <a:pt x="822" y="263"/>
                  </a:cubicBezTo>
                  <a:cubicBezTo>
                    <a:pt x="715" y="108"/>
                    <a:pt x="656" y="1"/>
                    <a:pt x="6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24"/>
            <p:cNvSpPr/>
            <p:nvPr/>
          </p:nvSpPr>
          <p:spPr>
            <a:xfrm>
              <a:off x="4613800" y="1302550"/>
              <a:ext cx="107475" cy="84800"/>
            </a:xfrm>
            <a:custGeom>
              <a:rect b="b" l="l" r="r" t="t"/>
              <a:pathLst>
                <a:path extrusionOk="0" h="3392" w="4299">
                  <a:moveTo>
                    <a:pt x="4070" y="1"/>
                  </a:moveTo>
                  <a:cubicBezTo>
                    <a:pt x="4043" y="1"/>
                    <a:pt x="4013" y="9"/>
                    <a:pt x="3983" y="29"/>
                  </a:cubicBezTo>
                  <a:cubicBezTo>
                    <a:pt x="2650" y="970"/>
                    <a:pt x="1519" y="2184"/>
                    <a:pt x="150" y="3077"/>
                  </a:cubicBezTo>
                  <a:cubicBezTo>
                    <a:pt x="1" y="3176"/>
                    <a:pt x="84" y="3391"/>
                    <a:pt x="219" y="3391"/>
                  </a:cubicBezTo>
                  <a:cubicBezTo>
                    <a:pt x="246" y="3391"/>
                    <a:pt x="275" y="3383"/>
                    <a:pt x="304" y="3363"/>
                  </a:cubicBezTo>
                  <a:cubicBezTo>
                    <a:pt x="1674" y="2470"/>
                    <a:pt x="2805" y="1244"/>
                    <a:pt x="4150" y="315"/>
                  </a:cubicBezTo>
                  <a:cubicBezTo>
                    <a:pt x="4299" y="216"/>
                    <a:pt x="4208" y="1"/>
                    <a:pt x="40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24"/>
            <p:cNvSpPr/>
            <p:nvPr/>
          </p:nvSpPr>
          <p:spPr>
            <a:xfrm>
              <a:off x="4564650" y="1280875"/>
              <a:ext cx="54125" cy="109550"/>
            </a:xfrm>
            <a:custGeom>
              <a:rect b="b" l="l" r="r" t="t"/>
              <a:pathLst>
                <a:path extrusionOk="0" h="4382" w="2165">
                  <a:moveTo>
                    <a:pt x="199" y="1"/>
                  </a:moveTo>
                  <a:cubicBezTo>
                    <a:pt x="100" y="1"/>
                    <a:pt x="1" y="84"/>
                    <a:pt x="44" y="206"/>
                  </a:cubicBezTo>
                  <a:cubicBezTo>
                    <a:pt x="473" y="1622"/>
                    <a:pt x="937" y="3099"/>
                    <a:pt x="1794" y="4313"/>
                  </a:cubicBezTo>
                  <a:cubicBezTo>
                    <a:pt x="1829" y="4362"/>
                    <a:pt x="1878" y="4382"/>
                    <a:pt x="1926" y="4382"/>
                  </a:cubicBezTo>
                  <a:cubicBezTo>
                    <a:pt x="2045" y="4382"/>
                    <a:pt x="2164" y="4261"/>
                    <a:pt x="2080" y="4135"/>
                  </a:cubicBezTo>
                  <a:cubicBezTo>
                    <a:pt x="1235" y="2932"/>
                    <a:pt x="782" y="1503"/>
                    <a:pt x="354" y="122"/>
                  </a:cubicBezTo>
                  <a:cubicBezTo>
                    <a:pt x="330" y="37"/>
                    <a:pt x="265" y="1"/>
                    <a:pt x="1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24"/>
            <p:cNvSpPr/>
            <p:nvPr/>
          </p:nvSpPr>
          <p:spPr>
            <a:xfrm>
              <a:off x="4576450" y="1366075"/>
              <a:ext cx="145875" cy="134275"/>
            </a:xfrm>
            <a:custGeom>
              <a:rect b="b" l="l" r="r" t="t"/>
              <a:pathLst>
                <a:path extrusionOk="0" h="5371" w="5835">
                  <a:moveTo>
                    <a:pt x="5835" y="0"/>
                  </a:moveTo>
                  <a:cubicBezTo>
                    <a:pt x="5835" y="0"/>
                    <a:pt x="5716" y="48"/>
                    <a:pt x="5525" y="143"/>
                  </a:cubicBezTo>
                  <a:cubicBezTo>
                    <a:pt x="5311" y="238"/>
                    <a:pt x="5061" y="405"/>
                    <a:pt x="4739" y="560"/>
                  </a:cubicBezTo>
                  <a:cubicBezTo>
                    <a:pt x="4096" y="941"/>
                    <a:pt x="3227" y="1429"/>
                    <a:pt x="2441" y="2143"/>
                  </a:cubicBezTo>
                  <a:cubicBezTo>
                    <a:pt x="1632" y="2846"/>
                    <a:pt x="1036" y="3644"/>
                    <a:pt x="620" y="4275"/>
                  </a:cubicBezTo>
                  <a:cubicBezTo>
                    <a:pt x="215" y="4918"/>
                    <a:pt x="1" y="5370"/>
                    <a:pt x="1" y="5370"/>
                  </a:cubicBezTo>
                  <a:cubicBezTo>
                    <a:pt x="1" y="5370"/>
                    <a:pt x="524" y="5322"/>
                    <a:pt x="1275" y="5108"/>
                  </a:cubicBezTo>
                  <a:cubicBezTo>
                    <a:pt x="2037" y="4882"/>
                    <a:pt x="3001" y="4465"/>
                    <a:pt x="3858" y="3715"/>
                  </a:cubicBezTo>
                  <a:cubicBezTo>
                    <a:pt x="4692" y="2965"/>
                    <a:pt x="5227" y="2024"/>
                    <a:pt x="5501" y="1274"/>
                  </a:cubicBezTo>
                  <a:cubicBezTo>
                    <a:pt x="5656" y="917"/>
                    <a:pt x="5716" y="584"/>
                    <a:pt x="5775" y="358"/>
                  </a:cubicBezTo>
                  <a:cubicBezTo>
                    <a:pt x="5823" y="131"/>
                    <a:pt x="5835" y="0"/>
                    <a:pt x="58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24"/>
            <p:cNvSpPr/>
            <p:nvPr/>
          </p:nvSpPr>
          <p:spPr>
            <a:xfrm>
              <a:off x="4510675" y="1306850"/>
              <a:ext cx="65800" cy="192900"/>
            </a:xfrm>
            <a:custGeom>
              <a:rect b="b" l="l" r="r" t="t"/>
              <a:pathLst>
                <a:path extrusionOk="0" h="7716" w="2632">
                  <a:moveTo>
                    <a:pt x="715" y="0"/>
                  </a:moveTo>
                  <a:cubicBezTo>
                    <a:pt x="715" y="0"/>
                    <a:pt x="655" y="119"/>
                    <a:pt x="560" y="333"/>
                  </a:cubicBezTo>
                  <a:cubicBezTo>
                    <a:pt x="488" y="536"/>
                    <a:pt x="346" y="845"/>
                    <a:pt x="262" y="1238"/>
                  </a:cubicBezTo>
                  <a:cubicBezTo>
                    <a:pt x="72" y="2012"/>
                    <a:pt x="0" y="3084"/>
                    <a:pt x="262" y="4179"/>
                  </a:cubicBezTo>
                  <a:cubicBezTo>
                    <a:pt x="548" y="5274"/>
                    <a:pt x="1120" y="6167"/>
                    <a:pt x="1620" y="6775"/>
                  </a:cubicBezTo>
                  <a:cubicBezTo>
                    <a:pt x="2108" y="7382"/>
                    <a:pt x="2524" y="7715"/>
                    <a:pt x="2524" y="7715"/>
                  </a:cubicBezTo>
                  <a:cubicBezTo>
                    <a:pt x="2524" y="7715"/>
                    <a:pt x="2620" y="7227"/>
                    <a:pt x="2632" y="6465"/>
                  </a:cubicBezTo>
                  <a:cubicBezTo>
                    <a:pt x="2632" y="5715"/>
                    <a:pt x="2584" y="4703"/>
                    <a:pt x="2322" y="3679"/>
                  </a:cubicBezTo>
                  <a:cubicBezTo>
                    <a:pt x="2072" y="2655"/>
                    <a:pt x="1631" y="1762"/>
                    <a:pt x="1310" y="1083"/>
                  </a:cubicBezTo>
                  <a:cubicBezTo>
                    <a:pt x="1131" y="762"/>
                    <a:pt x="1012" y="488"/>
                    <a:pt x="893" y="298"/>
                  </a:cubicBezTo>
                  <a:cubicBezTo>
                    <a:pt x="786" y="107"/>
                    <a:pt x="715" y="0"/>
                    <a:pt x="7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24"/>
            <p:cNvSpPr/>
            <p:nvPr/>
          </p:nvSpPr>
          <p:spPr>
            <a:xfrm>
              <a:off x="4579900" y="1408200"/>
              <a:ext cx="116075" cy="91375"/>
            </a:xfrm>
            <a:custGeom>
              <a:rect b="b" l="l" r="r" t="t"/>
              <a:pathLst>
                <a:path extrusionOk="0" h="3655" w="4643">
                  <a:moveTo>
                    <a:pt x="4417" y="1"/>
                  </a:moveTo>
                  <a:cubicBezTo>
                    <a:pt x="4388" y="1"/>
                    <a:pt x="4358" y="9"/>
                    <a:pt x="4327" y="30"/>
                  </a:cubicBezTo>
                  <a:cubicBezTo>
                    <a:pt x="2875" y="1042"/>
                    <a:pt x="1649" y="2363"/>
                    <a:pt x="148" y="3352"/>
                  </a:cubicBezTo>
                  <a:cubicBezTo>
                    <a:pt x="1" y="3450"/>
                    <a:pt x="89" y="3655"/>
                    <a:pt x="226" y="3655"/>
                  </a:cubicBezTo>
                  <a:cubicBezTo>
                    <a:pt x="254" y="3655"/>
                    <a:pt x="284" y="3646"/>
                    <a:pt x="315" y="3626"/>
                  </a:cubicBezTo>
                  <a:cubicBezTo>
                    <a:pt x="1815" y="2649"/>
                    <a:pt x="3030" y="1340"/>
                    <a:pt x="4494" y="316"/>
                  </a:cubicBezTo>
                  <a:cubicBezTo>
                    <a:pt x="4642" y="207"/>
                    <a:pt x="4553" y="1"/>
                    <a:pt x="44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24"/>
            <p:cNvSpPr/>
            <p:nvPr/>
          </p:nvSpPr>
          <p:spPr>
            <a:xfrm>
              <a:off x="4526550" y="1384750"/>
              <a:ext cx="58000" cy="118500"/>
            </a:xfrm>
            <a:custGeom>
              <a:rect b="b" l="l" r="r" t="t"/>
              <a:pathLst>
                <a:path extrusionOk="0" h="4740" w="2320">
                  <a:moveTo>
                    <a:pt x="202" y="1"/>
                  </a:moveTo>
                  <a:cubicBezTo>
                    <a:pt x="100" y="1"/>
                    <a:pt x="1" y="84"/>
                    <a:pt x="44" y="206"/>
                  </a:cubicBezTo>
                  <a:cubicBezTo>
                    <a:pt x="508" y="1754"/>
                    <a:pt x="1020" y="3349"/>
                    <a:pt x="1949" y="4671"/>
                  </a:cubicBezTo>
                  <a:cubicBezTo>
                    <a:pt x="1984" y="4719"/>
                    <a:pt x="2032" y="4739"/>
                    <a:pt x="2081" y="4739"/>
                  </a:cubicBezTo>
                  <a:cubicBezTo>
                    <a:pt x="2200" y="4739"/>
                    <a:pt x="2319" y="4619"/>
                    <a:pt x="2235" y="4492"/>
                  </a:cubicBezTo>
                  <a:cubicBezTo>
                    <a:pt x="1306" y="3182"/>
                    <a:pt x="818" y="1635"/>
                    <a:pt x="365" y="123"/>
                  </a:cubicBezTo>
                  <a:cubicBezTo>
                    <a:pt x="337" y="37"/>
                    <a:pt x="269"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24"/>
            <p:cNvSpPr/>
            <p:nvPr/>
          </p:nvSpPr>
          <p:spPr>
            <a:xfrm>
              <a:off x="4536275" y="1474425"/>
              <a:ext cx="169675" cy="142000"/>
            </a:xfrm>
            <a:custGeom>
              <a:rect b="b" l="l" r="r" t="t"/>
              <a:pathLst>
                <a:path extrusionOk="0" h="5680" w="6787">
                  <a:moveTo>
                    <a:pt x="6787" y="0"/>
                  </a:moveTo>
                  <a:cubicBezTo>
                    <a:pt x="6787" y="0"/>
                    <a:pt x="6656" y="48"/>
                    <a:pt x="6430" y="143"/>
                  </a:cubicBezTo>
                  <a:cubicBezTo>
                    <a:pt x="6203" y="238"/>
                    <a:pt x="5906" y="405"/>
                    <a:pt x="5525" y="584"/>
                  </a:cubicBezTo>
                  <a:cubicBezTo>
                    <a:pt x="4775" y="953"/>
                    <a:pt x="3810" y="1477"/>
                    <a:pt x="2882" y="2227"/>
                  </a:cubicBezTo>
                  <a:cubicBezTo>
                    <a:pt x="1953" y="2977"/>
                    <a:pt x="1250" y="3834"/>
                    <a:pt x="762" y="4525"/>
                  </a:cubicBezTo>
                  <a:cubicBezTo>
                    <a:pt x="250" y="5179"/>
                    <a:pt x="0" y="5679"/>
                    <a:pt x="0" y="5679"/>
                  </a:cubicBezTo>
                  <a:cubicBezTo>
                    <a:pt x="0" y="5679"/>
                    <a:pt x="596" y="5668"/>
                    <a:pt x="1441" y="5465"/>
                  </a:cubicBezTo>
                  <a:cubicBezTo>
                    <a:pt x="2298" y="5251"/>
                    <a:pt x="3394" y="4834"/>
                    <a:pt x="4394" y="4048"/>
                  </a:cubicBezTo>
                  <a:cubicBezTo>
                    <a:pt x="5370" y="3239"/>
                    <a:pt x="6013" y="2227"/>
                    <a:pt x="6358" y="1417"/>
                  </a:cubicBezTo>
                  <a:cubicBezTo>
                    <a:pt x="6537" y="1012"/>
                    <a:pt x="6620" y="643"/>
                    <a:pt x="6703" y="405"/>
                  </a:cubicBezTo>
                  <a:cubicBezTo>
                    <a:pt x="6763" y="143"/>
                    <a:pt x="6787" y="0"/>
                    <a:pt x="6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24"/>
            <p:cNvSpPr/>
            <p:nvPr/>
          </p:nvSpPr>
          <p:spPr>
            <a:xfrm>
              <a:off x="4469000" y="1398525"/>
              <a:ext cx="70275" cy="217300"/>
            </a:xfrm>
            <a:custGeom>
              <a:rect b="b" l="l" r="r" t="t"/>
              <a:pathLst>
                <a:path extrusionOk="0" h="8692" w="2811">
                  <a:moveTo>
                    <a:pt x="953" y="0"/>
                  </a:moveTo>
                  <a:cubicBezTo>
                    <a:pt x="953" y="0"/>
                    <a:pt x="882" y="119"/>
                    <a:pt x="774" y="357"/>
                  </a:cubicBezTo>
                  <a:cubicBezTo>
                    <a:pt x="679" y="595"/>
                    <a:pt x="501" y="929"/>
                    <a:pt x="405" y="1369"/>
                  </a:cubicBezTo>
                  <a:cubicBezTo>
                    <a:pt x="143" y="2215"/>
                    <a:pt x="0" y="3405"/>
                    <a:pt x="250" y="4644"/>
                  </a:cubicBezTo>
                  <a:cubicBezTo>
                    <a:pt x="501" y="5882"/>
                    <a:pt x="1096" y="6906"/>
                    <a:pt x="1620" y="7596"/>
                  </a:cubicBezTo>
                  <a:cubicBezTo>
                    <a:pt x="2144" y="8299"/>
                    <a:pt x="2584" y="8692"/>
                    <a:pt x="2584" y="8692"/>
                  </a:cubicBezTo>
                  <a:cubicBezTo>
                    <a:pt x="2584" y="8692"/>
                    <a:pt x="2703" y="8120"/>
                    <a:pt x="2751" y="7322"/>
                  </a:cubicBezTo>
                  <a:cubicBezTo>
                    <a:pt x="2810" y="6477"/>
                    <a:pt x="2810" y="5358"/>
                    <a:pt x="2560" y="4191"/>
                  </a:cubicBezTo>
                  <a:cubicBezTo>
                    <a:pt x="2322" y="3012"/>
                    <a:pt x="1905" y="2000"/>
                    <a:pt x="1560" y="1250"/>
                  </a:cubicBezTo>
                  <a:cubicBezTo>
                    <a:pt x="1370" y="869"/>
                    <a:pt x="1251" y="560"/>
                    <a:pt x="1132" y="334"/>
                  </a:cubicBezTo>
                  <a:cubicBezTo>
                    <a:pt x="1024" y="119"/>
                    <a:pt x="953" y="0"/>
                    <a:pt x="9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24"/>
            <p:cNvSpPr/>
            <p:nvPr/>
          </p:nvSpPr>
          <p:spPr>
            <a:xfrm>
              <a:off x="4540875" y="1520150"/>
              <a:ext cx="132725" cy="95475"/>
            </a:xfrm>
            <a:custGeom>
              <a:rect b="b" l="l" r="r" t="t"/>
              <a:pathLst>
                <a:path extrusionOk="0" h="3819" w="5309">
                  <a:moveTo>
                    <a:pt x="5071" y="0"/>
                  </a:moveTo>
                  <a:cubicBezTo>
                    <a:pt x="5043" y="0"/>
                    <a:pt x="5013" y="9"/>
                    <a:pt x="4984" y="29"/>
                  </a:cubicBezTo>
                  <a:cubicBezTo>
                    <a:pt x="3305" y="1088"/>
                    <a:pt x="1876" y="2505"/>
                    <a:pt x="150" y="3517"/>
                  </a:cubicBezTo>
                  <a:cubicBezTo>
                    <a:pt x="0" y="3597"/>
                    <a:pt x="84" y="3819"/>
                    <a:pt x="221" y="3819"/>
                  </a:cubicBezTo>
                  <a:cubicBezTo>
                    <a:pt x="247" y="3819"/>
                    <a:pt x="275" y="3810"/>
                    <a:pt x="304" y="3791"/>
                  </a:cubicBezTo>
                  <a:cubicBezTo>
                    <a:pt x="2019" y="2779"/>
                    <a:pt x="3460" y="1374"/>
                    <a:pt x="5150" y="314"/>
                  </a:cubicBezTo>
                  <a:cubicBezTo>
                    <a:pt x="5309" y="215"/>
                    <a:pt x="5211" y="0"/>
                    <a:pt x="50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24"/>
            <p:cNvSpPr/>
            <p:nvPr/>
          </p:nvSpPr>
          <p:spPr>
            <a:xfrm>
              <a:off x="4487450" y="1485525"/>
              <a:ext cx="57200" cy="133800"/>
            </a:xfrm>
            <a:custGeom>
              <a:rect b="b" l="l" r="r" t="t"/>
              <a:pathLst>
                <a:path extrusionOk="0" h="5352" w="2288">
                  <a:moveTo>
                    <a:pt x="201" y="0"/>
                  </a:moveTo>
                  <a:cubicBezTo>
                    <a:pt x="103" y="0"/>
                    <a:pt x="0" y="82"/>
                    <a:pt x="36" y="211"/>
                  </a:cubicBezTo>
                  <a:cubicBezTo>
                    <a:pt x="465" y="1949"/>
                    <a:pt x="941" y="3747"/>
                    <a:pt x="1929" y="5283"/>
                  </a:cubicBezTo>
                  <a:cubicBezTo>
                    <a:pt x="1957" y="5332"/>
                    <a:pt x="2002" y="5352"/>
                    <a:pt x="2049" y="5352"/>
                  </a:cubicBezTo>
                  <a:cubicBezTo>
                    <a:pt x="2163" y="5352"/>
                    <a:pt x="2288" y="5231"/>
                    <a:pt x="2203" y="5105"/>
                  </a:cubicBezTo>
                  <a:cubicBezTo>
                    <a:pt x="1239" y="3604"/>
                    <a:pt x="775" y="1830"/>
                    <a:pt x="346" y="116"/>
                  </a:cubicBezTo>
                  <a:cubicBezTo>
                    <a:pt x="327" y="36"/>
                    <a:pt x="265" y="0"/>
                    <a:pt x="2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24"/>
            <p:cNvSpPr/>
            <p:nvPr/>
          </p:nvSpPr>
          <p:spPr>
            <a:xfrm>
              <a:off x="4499350" y="1580375"/>
              <a:ext cx="177725" cy="149750"/>
            </a:xfrm>
            <a:custGeom>
              <a:rect b="b" l="l" r="r" t="t"/>
              <a:pathLst>
                <a:path extrusionOk="0" h="5990" w="7109">
                  <a:moveTo>
                    <a:pt x="7109" y="1"/>
                  </a:moveTo>
                  <a:cubicBezTo>
                    <a:pt x="7109" y="1"/>
                    <a:pt x="6966" y="48"/>
                    <a:pt x="6728" y="156"/>
                  </a:cubicBezTo>
                  <a:cubicBezTo>
                    <a:pt x="6490" y="251"/>
                    <a:pt x="6180" y="418"/>
                    <a:pt x="5775" y="596"/>
                  </a:cubicBezTo>
                  <a:cubicBezTo>
                    <a:pt x="5002" y="989"/>
                    <a:pt x="3978" y="1537"/>
                    <a:pt x="3025" y="2323"/>
                  </a:cubicBezTo>
                  <a:cubicBezTo>
                    <a:pt x="2049" y="3096"/>
                    <a:pt x="1311" y="4001"/>
                    <a:pt x="787" y="4716"/>
                  </a:cubicBezTo>
                  <a:cubicBezTo>
                    <a:pt x="287" y="5454"/>
                    <a:pt x="1" y="5990"/>
                    <a:pt x="1" y="5990"/>
                  </a:cubicBezTo>
                  <a:cubicBezTo>
                    <a:pt x="1" y="5990"/>
                    <a:pt x="632" y="5966"/>
                    <a:pt x="1525" y="5752"/>
                  </a:cubicBezTo>
                  <a:cubicBezTo>
                    <a:pt x="2418" y="5525"/>
                    <a:pt x="3573" y="5097"/>
                    <a:pt x="4609" y="4263"/>
                  </a:cubicBezTo>
                  <a:cubicBezTo>
                    <a:pt x="5633" y="3430"/>
                    <a:pt x="6299" y="2358"/>
                    <a:pt x="6656" y="1489"/>
                  </a:cubicBezTo>
                  <a:cubicBezTo>
                    <a:pt x="6847" y="1072"/>
                    <a:pt x="6942" y="691"/>
                    <a:pt x="7014" y="418"/>
                  </a:cubicBezTo>
                  <a:cubicBezTo>
                    <a:pt x="7085" y="156"/>
                    <a:pt x="7109" y="1"/>
                    <a:pt x="71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24"/>
            <p:cNvSpPr/>
            <p:nvPr/>
          </p:nvSpPr>
          <p:spPr>
            <a:xfrm>
              <a:off x="4429125" y="1500325"/>
              <a:ext cx="73525" cy="228625"/>
            </a:xfrm>
            <a:custGeom>
              <a:rect b="b" l="l" r="r" t="t"/>
              <a:pathLst>
                <a:path extrusionOk="0" h="9145" w="2941">
                  <a:moveTo>
                    <a:pt x="1012" y="0"/>
                  </a:moveTo>
                  <a:cubicBezTo>
                    <a:pt x="1012" y="0"/>
                    <a:pt x="941" y="143"/>
                    <a:pt x="822" y="393"/>
                  </a:cubicBezTo>
                  <a:cubicBezTo>
                    <a:pt x="714" y="643"/>
                    <a:pt x="536" y="1000"/>
                    <a:pt x="417" y="1453"/>
                  </a:cubicBezTo>
                  <a:cubicBezTo>
                    <a:pt x="143" y="2346"/>
                    <a:pt x="0" y="3596"/>
                    <a:pt x="250" y="4882"/>
                  </a:cubicBezTo>
                  <a:cubicBezTo>
                    <a:pt x="536" y="6179"/>
                    <a:pt x="1143" y="7263"/>
                    <a:pt x="1703" y="8001"/>
                  </a:cubicBezTo>
                  <a:cubicBezTo>
                    <a:pt x="2250" y="8739"/>
                    <a:pt x="2703" y="9144"/>
                    <a:pt x="2703" y="9144"/>
                  </a:cubicBezTo>
                  <a:cubicBezTo>
                    <a:pt x="2703" y="9144"/>
                    <a:pt x="2834" y="8561"/>
                    <a:pt x="2905" y="7668"/>
                  </a:cubicBezTo>
                  <a:cubicBezTo>
                    <a:pt x="2941" y="6787"/>
                    <a:pt x="2941" y="5620"/>
                    <a:pt x="2691" y="4393"/>
                  </a:cubicBezTo>
                  <a:cubicBezTo>
                    <a:pt x="2453" y="3179"/>
                    <a:pt x="2012" y="2107"/>
                    <a:pt x="1655" y="1310"/>
                  </a:cubicBezTo>
                  <a:cubicBezTo>
                    <a:pt x="1453" y="917"/>
                    <a:pt x="1322" y="583"/>
                    <a:pt x="1203" y="357"/>
                  </a:cubicBezTo>
                  <a:cubicBezTo>
                    <a:pt x="1083" y="143"/>
                    <a:pt x="1012" y="0"/>
                    <a:pt x="10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24"/>
            <p:cNvSpPr/>
            <p:nvPr/>
          </p:nvSpPr>
          <p:spPr>
            <a:xfrm>
              <a:off x="4504900" y="1628900"/>
              <a:ext cx="138150" cy="99550"/>
            </a:xfrm>
            <a:custGeom>
              <a:rect b="b" l="l" r="r" t="t"/>
              <a:pathLst>
                <a:path extrusionOk="0" h="3982" w="5526">
                  <a:moveTo>
                    <a:pt x="5299" y="1"/>
                  </a:moveTo>
                  <a:cubicBezTo>
                    <a:pt x="5274" y="1"/>
                    <a:pt x="5247" y="8"/>
                    <a:pt x="5220" y="24"/>
                  </a:cubicBezTo>
                  <a:cubicBezTo>
                    <a:pt x="3446" y="1144"/>
                    <a:pt x="1958" y="2620"/>
                    <a:pt x="160" y="3668"/>
                  </a:cubicBezTo>
                  <a:cubicBezTo>
                    <a:pt x="0" y="3757"/>
                    <a:pt x="91" y="3981"/>
                    <a:pt x="230" y="3981"/>
                  </a:cubicBezTo>
                  <a:cubicBezTo>
                    <a:pt x="257" y="3981"/>
                    <a:pt x="286" y="3973"/>
                    <a:pt x="315" y="3953"/>
                  </a:cubicBezTo>
                  <a:cubicBezTo>
                    <a:pt x="2113" y="2894"/>
                    <a:pt x="3625" y="1405"/>
                    <a:pt x="5375" y="310"/>
                  </a:cubicBezTo>
                  <a:cubicBezTo>
                    <a:pt x="5526" y="219"/>
                    <a:pt x="5438" y="1"/>
                    <a:pt x="52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24"/>
            <p:cNvSpPr/>
            <p:nvPr/>
          </p:nvSpPr>
          <p:spPr>
            <a:xfrm>
              <a:off x="4448750" y="1592375"/>
              <a:ext cx="59350" cy="139975"/>
            </a:xfrm>
            <a:custGeom>
              <a:rect b="b" l="l" r="r" t="t"/>
              <a:pathLst>
                <a:path extrusionOk="0" h="5599" w="2374">
                  <a:moveTo>
                    <a:pt x="201" y="1"/>
                  </a:moveTo>
                  <a:cubicBezTo>
                    <a:pt x="103" y="1"/>
                    <a:pt x="1" y="82"/>
                    <a:pt x="37" y="211"/>
                  </a:cubicBezTo>
                  <a:cubicBezTo>
                    <a:pt x="501" y="2033"/>
                    <a:pt x="989" y="3914"/>
                    <a:pt x="2013" y="5522"/>
                  </a:cubicBezTo>
                  <a:cubicBezTo>
                    <a:pt x="2045" y="5576"/>
                    <a:pt x="2094" y="5598"/>
                    <a:pt x="2144" y="5598"/>
                  </a:cubicBezTo>
                  <a:cubicBezTo>
                    <a:pt x="2257" y="5598"/>
                    <a:pt x="2373" y="5479"/>
                    <a:pt x="2299" y="5355"/>
                  </a:cubicBezTo>
                  <a:cubicBezTo>
                    <a:pt x="1287" y="3783"/>
                    <a:pt x="799" y="1914"/>
                    <a:pt x="346" y="116"/>
                  </a:cubicBezTo>
                  <a:cubicBezTo>
                    <a:pt x="327" y="36"/>
                    <a:pt x="265" y="1"/>
                    <a:pt x="2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24"/>
            <p:cNvSpPr/>
            <p:nvPr/>
          </p:nvSpPr>
          <p:spPr>
            <a:xfrm>
              <a:off x="4228800" y="1712250"/>
              <a:ext cx="364350" cy="490250"/>
            </a:xfrm>
            <a:custGeom>
              <a:rect b="b" l="l" r="r" t="t"/>
              <a:pathLst>
                <a:path extrusionOk="0" h="19610" w="14574">
                  <a:moveTo>
                    <a:pt x="0" y="0"/>
                  </a:moveTo>
                  <a:lnTo>
                    <a:pt x="1869" y="19610"/>
                  </a:lnTo>
                  <a:lnTo>
                    <a:pt x="12728" y="19610"/>
                  </a:lnTo>
                  <a:lnTo>
                    <a:pt x="14573" y="0"/>
                  </a:ln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124"/>
          <p:cNvGrpSpPr/>
          <p:nvPr/>
        </p:nvGrpSpPr>
        <p:grpSpPr>
          <a:xfrm>
            <a:off x="4018400" y="1122550"/>
            <a:ext cx="963525" cy="1295125"/>
            <a:chOff x="3920125" y="2390900"/>
            <a:chExt cx="963525" cy="1295125"/>
          </a:xfrm>
        </p:grpSpPr>
        <p:sp>
          <p:nvSpPr>
            <p:cNvPr id="7581" name="Google Shape;7581;p124"/>
            <p:cNvSpPr/>
            <p:nvPr/>
          </p:nvSpPr>
          <p:spPr>
            <a:xfrm>
              <a:off x="4259450" y="2449250"/>
              <a:ext cx="86650" cy="267000"/>
            </a:xfrm>
            <a:custGeom>
              <a:rect b="b" l="l" r="r" t="t"/>
              <a:pathLst>
                <a:path extrusionOk="0" h="10680" w="3466">
                  <a:moveTo>
                    <a:pt x="2536" y="0"/>
                  </a:moveTo>
                  <a:cubicBezTo>
                    <a:pt x="2536" y="0"/>
                    <a:pt x="2072" y="524"/>
                    <a:pt x="1524" y="1417"/>
                  </a:cubicBezTo>
                  <a:cubicBezTo>
                    <a:pt x="989" y="2322"/>
                    <a:pt x="405" y="3620"/>
                    <a:pt x="167" y="5108"/>
                  </a:cubicBezTo>
                  <a:cubicBezTo>
                    <a:pt x="0" y="6608"/>
                    <a:pt x="250" y="8025"/>
                    <a:pt x="536" y="9037"/>
                  </a:cubicBezTo>
                  <a:cubicBezTo>
                    <a:pt x="822" y="10061"/>
                    <a:pt x="1143" y="10680"/>
                    <a:pt x="1143" y="10680"/>
                  </a:cubicBezTo>
                  <a:cubicBezTo>
                    <a:pt x="1143" y="10680"/>
                    <a:pt x="1596" y="10109"/>
                    <a:pt x="2084" y="9180"/>
                  </a:cubicBezTo>
                  <a:cubicBezTo>
                    <a:pt x="2572" y="8263"/>
                    <a:pt x="3084" y="6977"/>
                    <a:pt x="3239" y="5525"/>
                  </a:cubicBezTo>
                  <a:cubicBezTo>
                    <a:pt x="3465" y="4072"/>
                    <a:pt x="3287" y="2703"/>
                    <a:pt x="3048" y="1679"/>
                  </a:cubicBezTo>
                  <a:cubicBezTo>
                    <a:pt x="2810" y="667"/>
                    <a:pt x="2536" y="0"/>
                    <a:pt x="25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24"/>
            <p:cNvSpPr/>
            <p:nvPr/>
          </p:nvSpPr>
          <p:spPr>
            <a:xfrm>
              <a:off x="4152000" y="2476625"/>
              <a:ext cx="133675" cy="235775"/>
            </a:xfrm>
            <a:custGeom>
              <a:rect b="b" l="l" r="r" t="t"/>
              <a:pathLst>
                <a:path extrusionOk="0" h="9431" w="5347">
                  <a:moveTo>
                    <a:pt x="72" y="0"/>
                  </a:moveTo>
                  <a:cubicBezTo>
                    <a:pt x="72" y="1"/>
                    <a:pt x="0" y="703"/>
                    <a:pt x="96" y="1763"/>
                  </a:cubicBezTo>
                  <a:cubicBezTo>
                    <a:pt x="203" y="2798"/>
                    <a:pt x="500" y="4203"/>
                    <a:pt x="1203" y="5537"/>
                  </a:cubicBezTo>
                  <a:cubicBezTo>
                    <a:pt x="1977" y="6847"/>
                    <a:pt x="3001" y="7835"/>
                    <a:pt x="3834" y="8478"/>
                  </a:cubicBezTo>
                  <a:cubicBezTo>
                    <a:pt x="4668" y="9109"/>
                    <a:pt x="5310" y="9430"/>
                    <a:pt x="5310" y="9430"/>
                  </a:cubicBezTo>
                  <a:cubicBezTo>
                    <a:pt x="5310" y="9430"/>
                    <a:pt x="5346" y="8716"/>
                    <a:pt x="5180" y="7668"/>
                  </a:cubicBezTo>
                  <a:cubicBezTo>
                    <a:pt x="5025" y="6632"/>
                    <a:pt x="4691" y="5287"/>
                    <a:pt x="3941" y="4025"/>
                  </a:cubicBezTo>
                  <a:cubicBezTo>
                    <a:pt x="3263" y="2727"/>
                    <a:pt x="2310" y="1727"/>
                    <a:pt x="1500" y="1048"/>
                  </a:cubicBezTo>
                  <a:cubicBezTo>
                    <a:pt x="703" y="358"/>
                    <a:pt x="72" y="1"/>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24"/>
            <p:cNvSpPr/>
            <p:nvPr/>
          </p:nvSpPr>
          <p:spPr>
            <a:xfrm>
              <a:off x="4035900" y="2635900"/>
              <a:ext cx="261075" cy="90125"/>
            </a:xfrm>
            <a:custGeom>
              <a:rect b="b" l="l" r="r" t="t"/>
              <a:pathLst>
                <a:path extrusionOk="0" h="3605" w="10443">
                  <a:moveTo>
                    <a:pt x="2963" y="0"/>
                  </a:moveTo>
                  <a:cubicBezTo>
                    <a:pt x="2522" y="0"/>
                    <a:pt x="2110" y="25"/>
                    <a:pt x="1739" y="59"/>
                  </a:cubicBezTo>
                  <a:cubicBezTo>
                    <a:pt x="703" y="166"/>
                    <a:pt x="1" y="380"/>
                    <a:pt x="1" y="380"/>
                  </a:cubicBezTo>
                  <a:cubicBezTo>
                    <a:pt x="1" y="380"/>
                    <a:pt x="465" y="916"/>
                    <a:pt x="1275" y="1559"/>
                  </a:cubicBezTo>
                  <a:cubicBezTo>
                    <a:pt x="2132" y="2202"/>
                    <a:pt x="3335" y="2952"/>
                    <a:pt x="4787" y="3369"/>
                  </a:cubicBezTo>
                  <a:cubicBezTo>
                    <a:pt x="5543" y="3539"/>
                    <a:pt x="6286" y="3604"/>
                    <a:pt x="6973" y="3604"/>
                  </a:cubicBezTo>
                  <a:cubicBezTo>
                    <a:pt x="7627" y="3604"/>
                    <a:pt x="8229" y="3545"/>
                    <a:pt x="8740" y="3464"/>
                  </a:cubicBezTo>
                  <a:cubicBezTo>
                    <a:pt x="9776" y="3321"/>
                    <a:pt x="10443" y="3071"/>
                    <a:pt x="10443" y="3071"/>
                  </a:cubicBezTo>
                  <a:cubicBezTo>
                    <a:pt x="10443" y="3071"/>
                    <a:pt x="9943" y="2547"/>
                    <a:pt x="9073" y="1952"/>
                  </a:cubicBezTo>
                  <a:cubicBezTo>
                    <a:pt x="8216" y="1345"/>
                    <a:pt x="7014" y="666"/>
                    <a:pt x="5585" y="345"/>
                  </a:cubicBezTo>
                  <a:cubicBezTo>
                    <a:pt x="4669" y="83"/>
                    <a:pt x="3769" y="0"/>
                    <a:pt x="29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24"/>
            <p:cNvSpPr/>
            <p:nvPr/>
          </p:nvSpPr>
          <p:spPr>
            <a:xfrm>
              <a:off x="4093650" y="2682900"/>
              <a:ext cx="216425" cy="161050"/>
            </a:xfrm>
            <a:custGeom>
              <a:rect b="b" l="l" r="r" t="t"/>
              <a:pathLst>
                <a:path extrusionOk="0" h="6442" w="8657">
                  <a:moveTo>
                    <a:pt x="8657" y="1"/>
                  </a:moveTo>
                  <a:cubicBezTo>
                    <a:pt x="8656" y="1"/>
                    <a:pt x="7942" y="72"/>
                    <a:pt x="6930" y="370"/>
                  </a:cubicBezTo>
                  <a:cubicBezTo>
                    <a:pt x="5918" y="667"/>
                    <a:pt x="4644" y="1179"/>
                    <a:pt x="3477" y="2084"/>
                  </a:cubicBezTo>
                  <a:cubicBezTo>
                    <a:pt x="2275" y="2929"/>
                    <a:pt x="1406" y="4013"/>
                    <a:pt x="846" y="4894"/>
                  </a:cubicBezTo>
                  <a:cubicBezTo>
                    <a:pt x="275" y="5775"/>
                    <a:pt x="1" y="6442"/>
                    <a:pt x="1" y="6442"/>
                  </a:cubicBezTo>
                  <a:cubicBezTo>
                    <a:pt x="1" y="6442"/>
                    <a:pt x="715" y="6418"/>
                    <a:pt x="1739" y="6156"/>
                  </a:cubicBezTo>
                  <a:cubicBezTo>
                    <a:pt x="2763" y="5918"/>
                    <a:pt x="4108" y="5442"/>
                    <a:pt x="5335" y="4572"/>
                  </a:cubicBezTo>
                  <a:cubicBezTo>
                    <a:pt x="6525" y="3644"/>
                    <a:pt x="7359" y="2489"/>
                    <a:pt x="7895" y="1572"/>
                  </a:cubicBezTo>
                  <a:cubicBezTo>
                    <a:pt x="8430" y="667"/>
                    <a:pt x="8656" y="1"/>
                    <a:pt x="86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24"/>
            <p:cNvSpPr/>
            <p:nvPr/>
          </p:nvSpPr>
          <p:spPr>
            <a:xfrm>
              <a:off x="4277600" y="2667750"/>
              <a:ext cx="270000" cy="78375"/>
            </a:xfrm>
            <a:custGeom>
              <a:rect b="b" l="l" r="r" t="t"/>
              <a:pathLst>
                <a:path extrusionOk="0" h="3135" w="10800">
                  <a:moveTo>
                    <a:pt x="5954" y="1"/>
                  </a:moveTo>
                  <a:cubicBezTo>
                    <a:pt x="5751" y="1"/>
                    <a:pt x="5544" y="8"/>
                    <a:pt x="5335" y="23"/>
                  </a:cubicBezTo>
                  <a:cubicBezTo>
                    <a:pt x="3858" y="71"/>
                    <a:pt x="2549" y="487"/>
                    <a:pt x="1584" y="892"/>
                  </a:cubicBezTo>
                  <a:cubicBezTo>
                    <a:pt x="620" y="1309"/>
                    <a:pt x="1" y="1702"/>
                    <a:pt x="1" y="1702"/>
                  </a:cubicBezTo>
                  <a:cubicBezTo>
                    <a:pt x="1" y="1702"/>
                    <a:pt x="596" y="2083"/>
                    <a:pt x="1596" y="2452"/>
                  </a:cubicBezTo>
                  <a:cubicBezTo>
                    <a:pt x="2524" y="2799"/>
                    <a:pt x="3800" y="3135"/>
                    <a:pt x="5204" y="3135"/>
                  </a:cubicBezTo>
                  <a:cubicBezTo>
                    <a:pt x="5295" y="3135"/>
                    <a:pt x="5386" y="3134"/>
                    <a:pt x="5478" y="3131"/>
                  </a:cubicBezTo>
                  <a:cubicBezTo>
                    <a:pt x="6978" y="3035"/>
                    <a:pt x="8323" y="2535"/>
                    <a:pt x="9276" y="2083"/>
                  </a:cubicBezTo>
                  <a:cubicBezTo>
                    <a:pt x="10228" y="1619"/>
                    <a:pt x="10800" y="1190"/>
                    <a:pt x="10800" y="1190"/>
                  </a:cubicBezTo>
                  <a:cubicBezTo>
                    <a:pt x="10800" y="1190"/>
                    <a:pt x="10157" y="845"/>
                    <a:pt x="9157" y="535"/>
                  </a:cubicBezTo>
                  <a:cubicBezTo>
                    <a:pt x="8298" y="259"/>
                    <a:pt x="7186" y="1"/>
                    <a:pt x="59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24"/>
            <p:cNvSpPr/>
            <p:nvPr/>
          </p:nvSpPr>
          <p:spPr>
            <a:xfrm>
              <a:off x="4287125" y="2510250"/>
              <a:ext cx="175950" cy="204525"/>
            </a:xfrm>
            <a:custGeom>
              <a:rect b="b" l="l" r="r" t="t"/>
              <a:pathLst>
                <a:path extrusionOk="0" h="8181" w="7038">
                  <a:moveTo>
                    <a:pt x="7037" y="1"/>
                  </a:moveTo>
                  <a:cubicBezTo>
                    <a:pt x="7037" y="1"/>
                    <a:pt x="6347" y="227"/>
                    <a:pt x="5430" y="739"/>
                  </a:cubicBezTo>
                  <a:cubicBezTo>
                    <a:pt x="4501" y="1251"/>
                    <a:pt x="3370" y="2037"/>
                    <a:pt x="2442" y="3168"/>
                  </a:cubicBezTo>
                  <a:cubicBezTo>
                    <a:pt x="1453" y="4251"/>
                    <a:pt x="858" y="5502"/>
                    <a:pt x="489" y="6490"/>
                  </a:cubicBezTo>
                  <a:cubicBezTo>
                    <a:pt x="132" y="7466"/>
                    <a:pt x="1" y="8180"/>
                    <a:pt x="1" y="8180"/>
                  </a:cubicBezTo>
                  <a:cubicBezTo>
                    <a:pt x="1" y="8180"/>
                    <a:pt x="679" y="8002"/>
                    <a:pt x="1632" y="7549"/>
                  </a:cubicBezTo>
                  <a:cubicBezTo>
                    <a:pt x="2572" y="7085"/>
                    <a:pt x="3787" y="6323"/>
                    <a:pt x="4799" y="5192"/>
                  </a:cubicBezTo>
                  <a:cubicBezTo>
                    <a:pt x="5751" y="4013"/>
                    <a:pt x="6323" y="2704"/>
                    <a:pt x="6644" y="1715"/>
                  </a:cubicBezTo>
                  <a:cubicBezTo>
                    <a:pt x="6966" y="703"/>
                    <a:pt x="7037" y="1"/>
                    <a:pt x="70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24"/>
            <p:cNvSpPr/>
            <p:nvPr/>
          </p:nvSpPr>
          <p:spPr>
            <a:xfrm>
              <a:off x="4191050" y="2542050"/>
              <a:ext cx="105175" cy="171600"/>
            </a:xfrm>
            <a:custGeom>
              <a:rect b="b" l="l" r="r" t="t"/>
              <a:pathLst>
                <a:path extrusionOk="0" h="6864" w="4207">
                  <a:moveTo>
                    <a:pt x="218" y="1"/>
                  </a:moveTo>
                  <a:cubicBezTo>
                    <a:pt x="109" y="1"/>
                    <a:pt x="1" y="127"/>
                    <a:pt x="58" y="265"/>
                  </a:cubicBezTo>
                  <a:cubicBezTo>
                    <a:pt x="1177" y="2527"/>
                    <a:pt x="2260" y="4825"/>
                    <a:pt x="3868" y="6813"/>
                  </a:cubicBezTo>
                  <a:cubicBezTo>
                    <a:pt x="3897" y="6848"/>
                    <a:pt x="3933" y="6863"/>
                    <a:pt x="3968" y="6863"/>
                  </a:cubicBezTo>
                  <a:cubicBezTo>
                    <a:pt x="4088" y="6863"/>
                    <a:pt x="4207" y="6692"/>
                    <a:pt x="4106" y="6563"/>
                  </a:cubicBezTo>
                  <a:cubicBezTo>
                    <a:pt x="2522" y="4622"/>
                    <a:pt x="1451" y="2325"/>
                    <a:pt x="355" y="98"/>
                  </a:cubicBezTo>
                  <a:cubicBezTo>
                    <a:pt x="321" y="29"/>
                    <a:pt x="269" y="1"/>
                    <a:pt x="2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24"/>
            <p:cNvSpPr/>
            <p:nvPr/>
          </p:nvSpPr>
          <p:spPr>
            <a:xfrm>
              <a:off x="4287575" y="2520450"/>
              <a:ext cx="25175" cy="192750"/>
            </a:xfrm>
            <a:custGeom>
              <a:rect b="b" l="l" r="r" t="t"/>
              <a:pathLst>
                <a:path extrusionOk="0" h="7710" w="1007">
                  <a:moveTo>
                    <a:pt x="850" y="1"/>
                  </a:moveTo>
                  <a:cubicBezTo>
                    <a:pt x="769" y="1"/>
                    <a:pt x="679" y="51"/>
                    <a:pt x="661" y="152"/>
                  </a:cubicBezTo>
                  <a:cubicBezTo>
                    <a:pt x="411" y="2617"/>
                    <a:pt x="245" y="5082"/>
                    <a:pt x="7" y="7558"/>
                  </a:cubicBezTo>
                  <a:cubicBezTo>
                    <a:pt x="1" y="7659"/>
                    <a:pt x="78" y="7710"/>
                    <a:pt x="158" y="7710"/>
                  </a:cubicBezTo>
                  <a:cubicBezTo>
                    <a:pt x="239" y="7710"/>
                    <a:pt x="322" y="7659"/>
                    <a:pt x="328" y="7558"/>
                  </a:cubicBezTo>
                  <a:cubicBezTo>
                    <a:pt x="590" y="5094"/>
                    <a:pt x="745" y="2629"/>
                    <a:pt x="995" y="152"/>
                  </a:cubicBezTo>
                  <a:cubicBezTo>
                    <a:pt x="1007" y="51"/>
                    <a:pt x="932" y="1"/>
                    <a:pt x="8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24"/>
            <p:cNvSpPr/>
            <p:nvPr/>
          </p:nvSpPr>
          <p:spPr>
            <a:xfrm>
              <a:off x="4106100" y="2652500"/>
              <a:ext cx="188050" cy="63950"/>
            </a:xfrm>
            <a:custGeom>
              <a:rect b="b" l="l" r="r" t="t"/>
              <a:pathLst>
                <a:path extrusionOk="0" h="2558" w="7522">
                  <a:moveTo>
                    <a:pt x="192" y="0"/>
                  </a:moveTo>
                  <a:cubicBezTo>
                    <a:pt x="47" y="0"/>
                    <a:pt x="1" y="260"/>
                    <a:pt x="169" y="324"/>
                  </a:cubicBezTo>
                  <a:cubicBezTo>
                    <a:pt x="2515" y="1097"/>
                    <a:pt x="4896" y="1776"/>
                    <a:pt x="7254" y="2550"/>
                  </a:cubicBezTo>
                  <a:cubicBezTo>
                    <a:pt x="7271" y="2555"/>
                    <a:pt x="7288" y="2558"/>
                    <a:pt x="7304" y="2558"/>
                  </a:cubicBezTo>
                  <a:cubicBezTo>
                    <a:pt x="7468" y="2558"/>
                    <a:pt x="7522" y="2295"/>
                    <a:pt x="7337" y="2240"/>
                  </a:cubicBezTo>
                  <a:cubicBezTo>
                    <a:pt x="4991" y="1467"/>
                    <a:pt x="2610" y="788"/>
                    <a:pt x="253" y="14"/>
                  </a:cubicBezTo>
                  <a:cubicBezTo>
                    <a:pt x="231" y="5"/>
                    <a:pt x="211" y="0"/>
                    <a:pt x="1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24"/>
            <p:cNvSpPr/>
            <p:nvPr/>
          </p:nvSpPr>
          <p:spPr>
            <a:xfrm>
              <a:off x="4132475" y="2706600"/>
              <a:ext cx="166150" cy="111550"/>
            </a:xfrm>
            <a:custGeom>
              <a:rect b="b" l="l" r="r" t="t"/>
              <a:pathLst>
                <a:path extrusionOk="0" h="4462" w="6646">
                  <a:moveTo>
                    <a:pt x="6416" y="0"/>
                  </a:moveTo>
                  <a:cubicBezTo>
                    <a:pt x="6389" y="0"/>
                    <a:pt x="6359" y="9"/>
                    <a:pt x="6330" y="29"/>
                  </a:cubicBezTo>
                  <a:cubicBezTo>
                    <a:pt x="4258" y="1386"/>
                    <a:pt x="2234" y="2803"/>
                    <a:pt x="150" y="4160"/>
                  </a:cubicBezTo>
                  <a:cubicBezTo>
                    <a:pt x="1" y="4240"/>
                    <a:pt x="93" y="4462"/>
                    <a:pt x="232" y="4462"/>
                  </a:cubicBezTo>
                  <a:cubicBezTo>
                    <a:pt x="259" y="4462"/>
                    <a:pt x="288" y="4453"/>
                    <a:pt x="317" y="4434"/>
                  </a:cubicBezTo>
                  <a:cubicBezTo>
                    <a:pt x="2389" y="3089"/>
                    <a:pt x="4413" y="1672"/>
                    <a:pt x="6496" y="315"/>
                  </a:cubicBezTo>
                  <a:cubicBezTo>
                    <a:pt x="6645" y="215"/>
                    <a:pt x="6554" y="0"/>
                    <a:pt x="64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24"/>
            <p:cNvSpPr/>
            <p:nvPr/>
          </p:nvSpPr>
          <p:spPr>
            <a:xfrm>
              <a:off x="4285875" y="2569250"/>
              <a:ext cx="136500" cy="145725"/>
            </a:xfrm>
            <a:custGeom>
              <a:rect b="b" l="l" r="r" t="t"/>
              <a:pathLst>
                <a:path extrusionOk="0" h="5829" w="5460">
                  <a:moveTo>
                    <a:pt x="5216" y="1"/>
                  </a:moveTo>
                  <a:cubicBezTo>
                    <a:pt x="5179" y="1"/>
                    <a:pt x="5143" y="14"/>
                    <a:pt x="5111" y="46"/>
                  </a:cubicBezTo>
                  <a:cubicBezTo>
                    <a:pt x="3420" y="1868"/>
                    <a:pt x="1801" y="3737"/>
                    <a:pt x="122" y="5547"/>
                  </a:cubicBezTo>
                  <a:cubicBezTo>
                    <a:pt x="1" y="5659"/>
                    <a:pt x="121" y="5829"/>
                    <a:pt x="253" y="5829"/>
                  </a:cubicBezTo>
                  <a:cubicBezTo>
                    <a:pt x="289" y="5829"/>
                    <a:pt x="327" y="5816"/>
                    <a:pt x="360" y="5785"/>
                  </a:cubicBezTo>
                  <a:cubicBezTo>
                    <a:pt x="2039" y="3963"/>
                    <a:pt x="3658" y="2094"/>
                    <a:pt x="5349" y="284"/>
                  </a:cubicBezTo>
                  <a:cubicBezTo>
                    <a:pt x="5460" y="164"/>
                    <a:pt x="5341" y="1"/>
                    <a:pt x="52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24"/>
            <p:cNvSpPr/>
            <p:nvPr/>
          </p:nvSpPr>
          <p:spPr>
            <a:xfrm>
              <a:off x="4288325" y="2701350"/>
              <a:ext cx="196175" cy="11650"/>
            </a:xfrm>
            <a:custGeom>
              <a:rect b="b" l="l" r="r" t="t"/>
              <a:pathLst>
                <a:path extrusionOk="0" h="466" w="7847">
                  <a:moveTo>
                    <a:pt x="7644" y="1"/>
                  </a:moveTo>
                  <a:cubicBezTo>
                    <a:pt x="5168" y="25"/>
                    <a:pt x="2703" y="120"/>
                    <a:pt x="215" y="144"/>
                  </a:cubicBezTo>
                  <a:cubicBezTo>
                    <a:pt x="0" y="144"/>
                    <a:pt x="0" y="465"/>
                    <a:pt x="215" y="465"/>
                  </a:cubicBezTo>
                  <a:cubicBezTo>
                    <a:pt x="2679" y="453"/>
                    <a:pt x="5156" y="346"/>
                    <a:pt x="7644" y="334"/>
                  </a:cubicBezTo>
                  <a:cubicBezTo>
                    <a:pt x="7847" y="334"/>
                    <a:pt x="7847" y="1"/>
                    <a:pt x="76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24"/>
            <p:cNvSpPr/>
            <p:nvPr/>
          </p:nvSpPr>
          <p:spPr>
            <a:xfrm>
              <a:off x="4284925" y="2705900"/>
              <a:ext cx="57000" cy="502250"/>
            </a:xfrm>
            <a:custGeom>
              <a:rect b="b" l="l" r="r" t="t"/>
              <a:pathLst>
                <a:path extrusionOk="0" h="20090" w="2280">
                  <a:moveTo>
                    <a:pt x="202" y="1"/>
                  </a:moveTo>
                  <a:cubicBezTo>
                    <a:pt x="106" y="1"/>
                    <a:pt x="0" y="82"/>
                    <a:pt x="29" y="212"/>
                  </a:cubicBezTo>
                  <a:cubicBezTo>
                    <a:pt x="994" y="5296"/>
                    <a:pt x="1625" y="10463"/>
                    <a:pt x="1827" y="15630"/>
                  </a:cubicBezTo>
                  <a:cubicBezTo>
                    <a:pt x="1887" y="17059"/>
                    <a:pt x="1898" y="18500"/>
                    <a:pt x="1863" y="19928"/>
                  </a:cubicBezTo>
                  <a:cubicBezTo>
                    <a:pt x="1863" y="20035"/>
                    <a:pt x="1946" y="20089"/>
                    <a:pt x="2029" y="20089"/>
                  </a:cubicBezTo>
                  <a:cubicBezTo>
                    <a:pt x="2113" y="20089"/>
                    <a:pt x="2196" y="20035"/>
                    <a:pt x="2196" y="19928"/>
                  </a:cubicBezTo>
                  <a:cubicBezTo>
                    <a:pt x="2279" y="14761"/>
                    <a:pt x="1839" y="9582"/>
                    <a:pt x="1077" y="4486"/>
                  </a:cubicBezTo>
                  <a:cubicBezTo>
                    <a:pt x="851" y="3021"/>
                    <a:pt x="625" y="1569"/>
                    <a:pt x="339" y="116"/>
                  </a:cubicBezTo>
                  <a:cubicBezTo>
                    <a:pt x="325" y="36"/>
                    <a:pt x="265"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24"/>
            <p:cNvSpPr/>
            <p:nvPr/>
          </p:nvSpPr>
          <p:spPr>
            <a:xfrm>
              <a:off x="4593425" y="2390900"/>
              <a:ext cx="82775" cy="268800"/>
            </a:xfrm>
            <a:custGeom>
              <a:rect b="b" l="l" r="r" t="t"/>
              <a:pathLst>
                <a:path extrusionOk="0" h="10752" w="3311">
                  <a:moveTo>
                    <a:pt x="1941" y="0"/>
                  </a:moveTo>
                  <a:cubicBezTo>
                    <a:pt x="1941" y="0"/>
                    <a:pt x="1524" y="596"/>
                    <a:pt x="1096" y="1548"/>
                  </a:cubicBezTo>
                  <a:cubicBezTo>
                    <a:pt x="655" y="2489"/>
                    <a:pt x="203" y="3810"/>
                    <a:pt x="143" y="5275"/>
                  </a:cubicBezTo>
                  <a:cubicBezTo>
                    <a:pt x="0" y="6739"/>
                    <a:pt x="262" y="8097"/>
                    <a:pt x="536" y="9109"/>
                  </a:cubicBezTo>
                  <a:cubicBezTo>
                    <a:pt x="834" y="10121"/>
                    <a:pt x="1167" y="10752"/>
                    <a:pt x="1167" y="10752"/>
                  </a:cubicBezTo>
                  <a:cubicBezTo>
                    <a:pt x="1167" y="10752"/>
                    <a:pt x="1608" y="10204"/>
                    <a:pt x="2084" y="9264"/>
                  </a:cubicBezTo>
                  <a:cubicBezTo>
                    <a:pt x="2572" y="8335"/>
                    <a:pt x="3096" y="7001"/>
                    <a:pt x="3239" y="5501"/>
                  </a:cubicBezTo>
                  <a:cubicBezTo>
                    <a:pt x="3310" y="3989"/>
                    <a:pt x="2977" y="2596"/>
                    <a:pt x="2643" y="1608"/>
                  </a:cubicBezTo>
                  <a:cubicBezTo>
                    <a:pt x="2298" y="608"/>
                    <a:pt x="1941" y="0"/>
                    <a:pt x="19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24"/>
            <p:cNvSpPr/>
            <p:nvPr/>
          </p:nvSpPr>
          <p:spPr>
            <a:xfrm>
              <a:off x="4625875" y="2451325"/>
              <a:ext cx="175925" cy="204800"/>
            </a:xfrm>
            <a:custGeom>
              <a:rect b="b" l="l" r="r" t="t"/>
              <a:pathLst>
                <a:path extrusionOk="0" h="8192" w="7037">
                  <a:moveTo>
                    <a:pt x="7037" y="0"/>
                  </a:moveTo>
                  <a:lnTo>
                    <a:pt x="7037" y="0"/>
                  </a:lnTo>
                  <a:cubicBezTo>
                    <a:pt x="7036" y="1"/>
                    <a:pt x="6358" y="227"/>
                    <a:pt x="5441" y="751"/>
                  </a:cubicBezTo>
                  <a:cubicBezTo>
                    <a:pt x="4513" y="1251"/>
                    <a:pt x="3381" y="2048"/>
                    <a:pt x="2441" y="3179"/>
                  </a:cubicBezTo>
                  <a:cubicBezTo>
                    <a:pt x="1465" y="4263"/>
                    <a:pt x="869" y="5513"/>
                    <a:pt x="500" y="6489"/>
                  </a:cubicBezTo>
                  <a:cubicBezTo>
                    <a:pt x="143" y="7478"/>
                    <a:pt x="0" y="8192"/>
                    <a:pt x="0" y="8192"/>
                  </a:cubicBezTo>
                  <a:cubicBezTo>
                    <a:pt x="0" y="8192"/>
                    <a:pt x="691" y="8013"/>
                    <a:pt x="1643" y="7549"/>
                  </a:cubicBezTo>
                  <a:cubicBezTo>
                    <a:pt x="2584" y="7085"/>
                    <a:pt x="3798" y="6335"/>
                    <a:pt x="4810" y="5203"/>
                  </a:cubicBezTo>
                  <a:cubicBezTo>
                    <a:pt x="5763" y="4025"/>
                    <a:pt x="6334" y="2715"/>
                    <a:pt x="6656" y="1715"/>
                  </a:cubicBezTo>
                  <a:cubicBezTo>
                    <a:pt x="6965" y="715"/>
                    <a:pt x="7037" y="1"/>
                    <a:pt x="70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24"/>
            <p:cNvSpPr/>
            <p:nvPr/>
          </p:nvSpPr>
          <p:spPr>
            <a:xfrm>
              <a:off x="4614550" y="2610900"/>
              <a:ext cx="269100" cy="78375"/>
            </a:xfrm>
            <a:custGeom>
              <a:rect b="b" l="l" r="r" t="t"/>
              <a:pathLst>
                <a:path extrusionOk="0" h="3135" w="10764">
                  <a:moveTo>
                    <a:pt x="5939" y="1"/>
                  </a:moveTo>
                  <a:cubicBezTo>
                    <a:pt x="5737" y="1"/>
                    <a:pt x="5531" y="8"/>
                    <a:pt x="5323" y="23"/>
                  </a:cubicBezTo>
                  <a:cubicBezTo>
                    <a:pt x="3846" y="71"/>
                    <a:pt x="2537" y="487"/>
                    <a:pt x="1572" y="880"/>
                  </a:cubicBezTo>
                  <a:cubicBezTo>
                    <a:pt x="608" y="1297"/>
                    <a:pt x="1" y="1702"/>
                    <a:pt x="1" y="1702"/>
                  </a:cubicBezTo>
                  <a:cubicBezTo>
                    <a:pt x="1" y="1702"/>
                    <a:pt x="596" y="2071"/>
                    <a:pt x="1584" y="2452"/>
                  </a:cubicBezTo>
                  <a:cubicBezTo>
                    <a:pt x="2512" y="2799"/>
                    <a:pt x="3788" y="3135"/>
                    <a:pt x="5202" y="3135"/>
                  </a:cubicBezTo>
                  <a:cubicBezTo>
                    <a:pt x="5293" y="3135"/>
                    <a:pt x="5385" y="3133"/>
                    <a:pt x="5477" y="3131"/>
                  </a:cubicBezTo>
                  <a:cubicBezTo>
                    <a:pt x="6978" y="3023"/>
                    <a:pt x="8311" y="2535"/>
                    <a:pt x="9264" y="2071"/>
                  </a:cubicBezTo>
                  <a:cubicBezTo>
                    <a:pt x="10204" y="1618"/>
                    <a:pt x="10764" y="1178"/>
                    <a:pt x="10764" y="1178"/>
                  </a:cubicBezTo>
                  <a:cubicBezTo>
                    <a:pt x="10764" y="1178"/>
                    <a:pt x="10133" y="845"/>
                    <a:pt x="9133" y="523"/>
                  </a:cubicBezTo>
                  <a:cubicBezTo>
                    <a:pt x="8275" y="258"/>
                    <a:pt x="7163" y="1"/>
                    <a:pt x="59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24"/>
            <p:cNvSpPr/>
            <p:nvPr/>
          </p:nvSpPr>
          <p:spPr>
            <a:xfrm>
              <a:off x="4607400" y="2621875"/>
              <a:ext cx="179525" cy="201550"/>
            </a:xfrm>
            <a:custGeom>
              <a:rect b="b" l="l" r="r" t="t"/>
              <a:pathLst>
                <a:path extrusionOk="0" h="8062" w="7181">
                  <a:moveTo>
                    <a:pt x="1" y="1"/>
                  </a:moveTo>
                  <a:cubicBezTo>
                    <a:pt x="1" y="1"/>
                    <a:pt x="84" y="691"/>
                    <a:pt x="418" y="1691"/>
                  </a:cubicBezTo>
                  <a:cubicBezTo>
                    <a:pt x="751" y="2692"/>
                    <a:pt x="1334" y="3989"/>
                    <a:pt x="2323" y="5144"/>
                  </a:cubicBezTo>
                  <a:cubicBezTo>
                    <a:pt x="3358" y="6251"/>
                    <a:pt x="4585" y="6978"/>
                    <a:pt x="5537" y="7442"/>
                  </a:cubicBezTo>
                  <a:cubicBezTo>
                    <a:pt x="6502" y="7883"/>
                    <a:pt x="7180" y="8061"/>
                    <a:pt x="7180" y="8061"/>
                  </a:cubicBezTo>
                  <a:cubicBezTo>
                    <a:pt x="7180" y="8061"/>
                    <a:pt x="7049" y="7347"/>
                    <a:pt x="6668" y="6371"/>
                  </a:cubicBezTo>
                  <a:cubicBezTo>
                    <a:pt x="6275" y="5382"/>
                    <a:pt x="5656" y="4156"/>
                    <a:pt x="4656" y="3073"/>
                  </a:cubicBezTo>
                  <a:cubicBezTo>
                    <a:pt x="3704" y="1965"/>
                    <a:pt x="2561" y="1203"/>
                    <a:pt x="1620" y="715"/>
                  </a:cubicBezTo>
                  <a:cubicBezTo>
                    <a:pt x="692" y="227"/>
                    <a:pt x="1"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24"/>
            <p:cNvSpPr/>
            <p:nvPr/>
          </p:nvSpPr>
          <p:spPr>
            <a:xfrm>
              <a:off x="4372250" y="2579350"/>
              <a:ext cx="261075" cy="90225"/>
            </a:xfrm>
            <a:custGeom>
              <a:rect b="b" l="l" r="r" t="t"/>
              <a:pathLst>
                <a:path extrusionOk="0" h="3609" w="10443">
                  <a:moveTo>
                    <a:pt x="2963" y="0"/>
                  </a:moveTo>
                  <a:cubicBezTo>
                    <a:pt x="2522" y="0"/>
                    <a:pt x="2110" y="25"/>
                    <a:pt x="1739" y="59"/>
                  </a:cubicBezTo>
                  <a:cubicBezTo>
                    <a:pt x="703" y="166"/>
                    <a:pt x="1" y="380"/>
                    <a:pt x="1" y="380"/>
                  </a:cubicBezTo>
                  <a:cubicBezTo>
                    <a:pt x="1" y="380"/>
                    <a:pt x="465" y="916"/>
                    <a:pt x="1275" y="1559"/>
                  </a:cubicBezTo>
                  <a:cubicBezTo>
                    <a:pt x="2120" y="2202"/>
                    <a:pt x="3335" y="2952"/>
                    <a:pt x="4787" y="3369"/>
                  </a:cubicBezTo>
                  <a:cubicBezTo>
                    <a:pt x="5534" y="3543"/>
                    <a:pt x="6269" y="3608"/>
                    <a:pt x="6948" y="3608"/>
                  </a:cubicBezTo>
                  <a:cubicBezTo>
                    <a:pt x="7612" y="3608"/>
                    <a:pt x="8222" y="3546"/>
                    <a:pt x="8740" y="3464"/>
                  </a:cubicBezTo>
                  <a:cubicBezTo>
                    <a:pt x="9776" y="3321"/>
                    <a:pt x="10443" y="3071"/>
                    <a:pt x="10443" y="3071"/>
                  </a:cubicBezTo>
                  <a:cubicBezTo>
                    <a:pt x="10443" y="3071"/>
                    <a:pt x="9943" y="2547"/>
                    <a:pt x="9073" y="1952"/>
                  </a:cubicBezTo>
                  <a:cubicBezTo>
                    <a:pt x="8216" y="1345"/>
                    <a:pt x="7002" y="666"/>
                    <a:pt x="5573" y="344"/>
                  </a:cubicBezTo>
                  <a:cubicBezTo>
                    <a:pt x="4665" y="83"/>
                    <a:pt x="3767" y="0"/>
                    <a:pt x="29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24"/>
            <p:cNvSpPr/>
            <p:nvPr/>
          </p:nvSpPr>
          <p:spPr>
            <a:xfrm>
              <a:off x="4490425" y="2422450"/>
              <a:ext cx="133675" cy="235775"/>
            </a:xfrm>
            <a:custGeom>
              <a:rect b="b" l="l" r="r" t="t"/>
              <a:pathLst>
                <a:path extrusionOk="0" h="9431" w="5347">
                  <a:moveTo>
                    <a:pt x="84" y="1"/>
                  </a:moveTo>
                  <a:cubicBezTo>
                    <a:pt x="84" y="1"/>
                    <a:pt x="1" y="703"/>
                    <a:pt x="108" y="1775"/>
                  </a:cubicBezTo>
                  <a:cubicBezTo>
                    <a:pt x="215" y="2810"/>
                    <a:pt x="513" y="4215"/>
                    <a:pt x="1215" y="5549"/>
                  </a:cubicBezTo>
                  <a:cubicBezTo>
                    <a:pt x="1989" y="6859"/>
                    <a:pt x="3013" y="7847"/>
                    <a:pt x="3846" y="8478"/>
                  </a:cubicBezTo>
                  <a:cubicBezTo>
                    <a:pt x="4680" y="9121"/>
                    <a:pt x="5323" y="9430"/>
                    <a:pt x="5323" y="9430"/>
                  </a:cubicBezTo>
                  <a:cubicBezTo>
                    <a:pt x="5323" y="9430"/>
                    <a:pt x="5347" y="8704"/>
                    <a:pt x="5180" y="7668"/>
                  </a:cubicBezTo>
                  <a:cubicBezTo>
                    <a:pt x="5037" y="6620"/>
                    <a:pt x="4692" y="5287"/>
                    <a:pt x="3954" y="4013"/>
                  </a:cubicBezTo>
                  <a:cubicBezTo>
                    <a:pt x="3263" y="2727"/>
                    <a:pt x="2311" y="1727"/>
                    <a:pt x="1513" y="1036"/>
                  </a:cubicBezTo>
                  <a:cubicBezTo>
                    <a:pt x="703" y="358"/>
                    <a:pt x="84" y="1"/>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24"/>
            <p:cNvSpPr/>
            <p:nvPr/>
          </p:nvSpPr>
          <p:spPr>
            <a:xfrm>
              <a:off x="4614800" y="2507025"/>
              <a:ext cx="136850" cy="148875"/>
            </a:xfrm>
            <a:custGeom>
              <a:rect b="b" l="l" r="r" t="t"/>
              <a:pathLst>
                <a:path extrusionOk="0" h="5955" w="5474">
                  <a:moveTo>
                    <a:pt x="5258" y="0"/>
                  </a:moveTo>
                  <a:cubicBezTo>
                    <a:pt x="5221" y="0"/>
                    <a:pt x="5181" y="17"/>
                    <a:pt x="5146" y="58"/>
                  </a:cubicBezTo>
                  <a:cubicBezTo>
                    <a:pt x="3622" y="2035"/>
                    <a:pt x="2098" y="4071"/>
                    <a:pt x="133" y="5678"/>
                  </a:cubicBezTo>
                  <a:cubicBezTo>
                    <a:pt x="1" y="5782"/>
                    <a:pt x="124" y="5954"/>
                    <a:pt x="265" y="5954"/>
                  </a:cubicBezTo>
                  <a:cubicBezTo>
                    <a:pt x="300" y="5954"/>
                    <a:pt x="338" y="5943"/>
                    <a:pt x="372" y="5916"/>
                  </a:cubicBezTo>
                  <a:cubicBezTo>
                    <a:pt x="2324" y="4309"/>
                    <a:pt x="3836" y="2285"/>
                    <a:pt x="5384" y="297"/>
                  </a:cubicBezTo>
                  <a:cubicBezTo>
                    <a:pt x="5474" y="162"/>
                    <a:pt x="5374" y="0"/>
                    <a:pt x="52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24"/>
            <p:cNvSpPr/>
            <p:nvPr/>
          </p:nvSpPr>
          <p:spPr>
            <a:xfrm>
              <a:off x="4615750" y="2463150"/>
              <a:ext cx="29475" cy="192325"/>
            </a:xfrm>
            <a:custGeom>
              <a:rect b="b" l="l" r="r" t="t"/>
              <a:pathLst>
                <a:path extrusionOk="0" h="7693" w="1179">
                  <a:moveTo>
                    <a:pt x="1024" y="1"/>
                  </a:moveTo>
                  <a:cubicBezTo>
                    <a:pt x="944" y="1"/>
                    <a:pt x="857" y="57"/>
                    <a:pt x="846" y="170"/>
                  </a:cubicBezTo>
                  <a:cubicBezTo>
                    <a:pt x="584" y="2623"/>
                    <a:pt x="262" y="5088"/>
                    <a:pt x="12" y="7540"/>
                  </a:cubicBezTo>
                  <a:cubicBezTo>
                    <a:pt x="0" y="7642"/>
                    <a:pt x="78" y="7692"/>
                    <a:pt x="159" y="7692"/>
                  </a:cubicBezTo>
                  <a:cubicBezTo>
                    <a:pt x="241" y="7692"/>
                    <a:pt x="328" y="7642"/>
                    <a:pt x="334" y="7540"/>
                  </a:cubicBezTo>
                  <a:cubicBezTo>
                    <a:pt x="584" y="5088"/>
                    <a:pt x="917" y="2623"/>
                    <a:pt x="1167" y="170"/>
                  </a:cubicBezTo>
                  <a:cubicBezTo>
                    <a:pt x="1179" y="57"/>
                    <a:pt x="1105" y="1"/>
                    <a:pt x="10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24"/>
            <p:cNvSpPr/>
            <p:nvPr/>
          </p:nvSpPr>
          <p:spPr>
            <a:xfrm>
              <a:off x="4617550" y="2631975"/>
              <a:ext cx="195250" cy="27500"/>
            </a:xfrm>
            <a:custGeom>
              <a:rect b="b" l="l" r="r" t="t"/>
              <a:pathLst>
                <a:path extrusionOk="0" h="1100" w="7810">
                  <a:moveTo>
                    <a:pt x="7607" y="0"/>
                  </a:moveTo>
                  <a:cubicBezTo>
                    <a:pt x="7599" y="0"/>
                    <a:pt x="7592" y="1"/>
                    <a:pt x="7584" y="2"/>
                  </a:cubicBezTo>
                  <a:cubicBezTo>
                    <a:pt x="5131" y="275"/>
                    <a:pt x="2655" y="478"/>
                    <a:pt x="202" y="775"/>
                  </a:cubicBezTo>
                  <a:cubicBezTo>
                    <a:pt x="10" y="798"/>
                    <a:pt x="0" y="1100"/>
                    <a:pt x="173" y="1100"/>
                  </a:cubicBezTo>
                  <a:cubicBezTo>
                    <a:pt x="182" y="1100"/>
                    <a:pt x="192" y="1099"/>
                    <a:pt x="202" y="1097"/>
                  </a:cubicBezTo>
                  <a:cubicBezTo>
                    <a:pt x="2655" y="811"/>
                    <a:pt x="5131" y="621"/>
                    <a:pt x="7584" y="323"/>
                  </a:cubicBezTo>
                  <a:cubicBezTo>
                    <a:pt x="7802" y="312"/>
                    <a:pt x="7810" y="0"/>
                    <a:pt x="7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24"/>
            <p:cNvSpPr/>
            <p:nvPr/>
          </p:nvSpPr>
          <p:spPr>
            <a:xfrm>
              <a:off x="4613000" y="2649350"/>
              <a:ext cx="142425" cy="140050"/>
            </a:xfrm>
            <a:custGeom>
              <a:rect b="b" l="l" r="r" t="t"/>
              <a:pathLst>
                <a:path extrusionOk="0" h="5602" w="5697">
                  <a:moveTo>
                    <a:pt x="253" y="1"/>
                  </a:moveTo>
                  <a:cubicBezTo>
                    <a:pt x="121" y="1"/>
                    <a:pt x="1" y="171"/>
                    <a:pt x="122" y="283"/>
                  </a:cubicBezTo>
                  <a:cubicBezTo>
                    <a:pt x="1872" y="2021"/>
                    <a:pt x="3587" y="3831"/>
                    <a:pt x="5337" y="5557"/>
                  </a:cubicBezTo>
                  <a:cubicBezTo>
                    <a:pt x="5373" y="5588"/>
                    <a:pt x="5412" y="5601"/>
                    <a:pt x="5449" y="5601"/>
                  </a:cubicBezTo>
                  <a:cubicBezTo>
                    <a:pt x="5584" y="5601"/>
                    <a:pt x="5696" y="5431"/>
                    <a:pt x="5575" y="5319"/>
                  </a:cubicBezTo>
                  <a:cubicBezTo>
                    <a:pt x="3825" y="3569"/>
                    <a:pt x="2110" y="1771"/>
                    <a:pt x="360" y="45"/>
                  </a:cubicBezTo>
                  <a:cubicBezTo>
                    <a:pt x="327" y="14"/>
                    <a:pt x="289" y="1"/>
                    <a:pt x="2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24"/>
            <p:cNvSpPr/>
            <p:nvPr/>
          </p:nvSpPr>
          <p:spPr>
            <a:xfrm>
              <a:off x="4519600" y="2489600"/>
              <a:ext cx="105950" cy="167625"/>
            </a:xfrm>
            <a:custGeom>
              <a:rect b="b" l="l" r="r" t="t"/>
              <a:pathLst>
                <a:path extrusionOk="0" h="6705" w="4238">
                  <a:moveTo>
                    <a:pt x="237" y="0"/>
                  </a:moveTo>
                  <a:cubicBezTo>
                    <a:pt x="120" y="0"/>
                    <a:pt x="1" y="119"/>
                    <a:pt x="84" y="243"/>
                  </a:cubicBezTo>
                  <a:cubicBezTo>
                    <a:pt x="1370" y="2363"/>
                    <a:pt x="2584" y="4518"/>
                    <a:pt x="3870" y="6625"/>
                  </a:cubicBezTo>
                  <a:cubicBezTo>
                    <a:pt x="3903" y="6681"/>
                    <a:pt x="3955" y="6704"/>
                    <a:pt x="4007" y="6704"/>
                  </a:cubicBezTo>
                  <a:cubicBezTo>
                    <a:pt x="4122" y="6704"/>
                    <a:pt x="4238" y="6590"/>
                    <a:pt x="4156" y="6459"/>
                  </a:cubicBezTo>
                  <a:cubicBezTo>
                    <a:pt x="2870" y="4351"/>
                    <a:pt x="1655" y="2196"/>
                    <a:pt x="370" y="77"/>
                  </a:cubicBezTo>
                  <a:cubicBezTo>
                    <a:pt x="337" y="23"/>
                    <a:pt x="287" y="0"/>
                    <a:pt x="2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24"/>
            <p:cNvSpPr/>
            <p:nvPr/>
          </p:nvSpPr>
          <p:spPr>
            <a:xfrm>
              <a:off x="4431275" y="2606575"/>
              <a:ext cx="193350" cy="48500"/>
            </a:xfrm>
            <a:custGeom>
              <a:rect b="b" l="l" r="r" t="t"/>
              <a:pathLst>
                <a:path extrusionOk="0" h="1940" w="7734">
                  <a:moveTo>
                    <a:pt x="242" y="1"/>
                  </a:moveTo>
                  <a:cubicBezTo>
                    <a:pt x="69" y="1"/>
                    <a:pt x="1" y="271"/>
                    <a:pt x="200" y="315"/>
                  </a:cubicBezTo>
                  <a:cubicBezTo>
                    <a:pt x="2617" y="815"/>
                    <a:pt x="5022" y="1410"/>
                    <a:pt x="7451" y="1934"/>
                  </a:cubicBezTo>
                  <a:cubicBezTo>
                    <a:pt x="7465" y="1938"/>
                    <a:pt x="7479" y="1939"/>
                    <a:pt x="7492" y="1939"/>
                  </a:cubicBezTo>
                  <a:cubicBezTo>
                    <a:pt x="7665" y="1939"/>
                    <a:pt x="7733" y="1669"/>
                    <a:pt x="7534" y="1625"/>
                  </a:cubicBezTo>
                  <a:cubicBezTo>
                    <a:pt x="5105" y="1113"/>
                    <a:pt x="2712" y="517"/>
                    <a:pt x="283" y="6"/>
                  </a:cubicBezTo>
                  <a:cubicBezTo>
                    <a:pt x="269" y="2"/>
                    <a:pt x="255" y="1"/>
                    <a:pt x="2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24"/>
            <p:cNvSpPr/>
            <p:nvPr/>
          </p:nvSpPr>
          <p:spPr>
            <a:xfrm>
              <a:off x="4448175" y="2649025"/>
              <a:ext cx="179125" cy="802975"/>
            </a:xfrm>
            <a:custGeom>
              <a:rect b="b" l="l" r="r" t="t"/>
              <a:pathLst>
                <a:path extrusionOk="0" h="32119" w="7165">
                  <a:moveTo>
                    <a:pt x="6979" y="0"/>
                  </a:moveTo>
                  <a:cubicBezTo>
                    <a:pt x="6911" y="0"/>
                    <a:pt x="6837" y="35"/>
                    <a:pt x="6798" y="117"/>
                  </a:cubicBezTo>
                  <a:cubicBezTo>
                    <a:pt x="5191" y="3999"/>
                    <a:pt x="3500" y="7856"/>
                    <a:pt x="2310" y="11893"/>
                  </a:cubicBezTo>
                  <a:cubicBezTo>
                    <a:pt x="1083" y="16000"/>
                    <a:pt x="524" y="20286"/>
                    <a:pt x="250" y="24561"/>
                  </a:cubicBezTo>
                  <a:cubicBezTo>
                    <a:pt x="83" y="27025"/>
                    <a:pt x="24" y="29502"/>
                    <a:pt x="0" y="31966"/>
                  </a:cubicBezTo>
                  <a:cubicBezTo>
                    <a:pt x="0" y="32068"/>
                    <a:pt x="80" y="32118"/>
                    <a:pt x="161" y="32118"/>
                  </a:cubicBezTo>
                  <a:cubicBezTo>
                    <a:pt x="241" y="32118"/>
                    <a:pt x="321" y="32068"/>
                    <a:pt x="321" y="31966"/>
                  </a:cubicBezTo>
                  <a:cubicBezTo>
                    <a:pt x="369" y="27597"/>
                    <a:pt x="524" y="23215"/>
                    <a:pt x="1143" y="18881"/>
                  </a:cubicBezTo>
                  <a:cubicBezTo>
                    <a:pt x="1441" y="16774"/>
                    <a:pt x="1857" y="14690"/>
                    <a:pt x="2441" y="12631"/>
                  </a:cubicBezTo>
                  <a:cubicBezTo>
                    <a:pt x="3000" y="10619"/>
                    <a:pt x="3703" y="8678"/>
                    <a:pt x="4453" y="6725"/>
                  </a:cubicBezTo>
                  <a:cubicBezTo>
                    <a:pt x="5298" y="4534"/>
                    <a:pt x="6215" y="2379"/>
                    <a:pt x="7108" y="189"/>
                  </a:cubicBezTo>
                  <a:cubicBezTo>
                    <a:pt x="7165" y="75"/>
                    <a:pt x="7078" y="0"/>
                    <a:pt x="69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24"/>
            <p:cNvSpPr/>
            <p:nvPr/>
          </p:nvSpPr>
          <p:spPr>
            <a:xfrm>
              <a:off x="4048400" y="2876075"/>
              <a:ext cx="198275" cy="183075"/>
            </a:xfrm>
            <a:custGeom>
              <a:rect b="b" l="l" r="r" t="t"/>
              <a:pathLst>
                <a:path extrusionOk="0" h="7323" w="7931">
                  <a:moveTo>
                    <a:pt x="1" y="1"/>
                  </a:moveTo>
                  <a:lnTo>
                    <a:pt x="1" y="1"/>
                  </a:lnTo>
                  <a:cubicBezTo>
                    <a:pt x="1" y="1"/>
                    <a:pt x="215" y="691"/>
                    <a:pt x="691" y="1632"/>
                  </a:cubicBezTo>
                  <a:cubicBezTo>
                    <a:pt x="1168" y="2572"/>
                    <a:pt x="1906" y="3727"/>
                    <a:pt x="3013" y="4704"/>
                  </a:cubicBezTo>
                  <a:cubicBezTo>
                    <a:pt x="4061" y="5704"/>
                    <a:pt x="5287" y="6370"/>
                    <a:pt x="6252" y="6763"/>
                  </a:cubicBezTo>
                  <a:cubicBezTo>
                    <a:pt x="7216" y="7168"/>
                    <a:pt x="7930" y="7323"/>
                    <a:pt x="7930" y="7323"/>
                  </a:cubicBezTo>
                  <a:cubicBezTo>
                    <a:pt x="7930" y="7323"/>
                    <a:pt x="7788" y="6632"/>
                    <a:pt x="7359" y="5668"/>
                  </a:cubicBezTo>
                  <a:cubicBezTo>
                    <a:pt x="6918" y="4716"/>
                    <a:pt x="6204" y="3465"/>
                    <a:pt x="5121" y="2418"/>
                  </a:cubicBezTo>
                  <a:cubicBezTo>
                    <a:pt x="3990" y="1429"/>
                    <a:pt x="2692" y="810"/>
                    <a:pt x="1704" y="453"/>
                  </a:cubicBezTo>
                  <a:cubicBezTo>
                    <a:pt x="703" y="96"/>
                    <a:pt x="1"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24"/>
            <p:cNvSpPr/>
            <p:nvPr/>
          </p:nvSpPr>
          <p:spPr>
            <a:xfrm>
              <a:off x="4178775" y="2788575"/>
              <a:ext cx="90525" cy="264925"/>
            </a:xfrm>
            <a:custGeom>
              <a:rect b="b" l="l" r="r" t="t"/>
              <a:pathLst>
                <a:path extrusionOk="0" h="10597" w="3621">
                  <a:moveTo>
                    <a:pt x="680" y="0"/>
                  </a:moveTo>
                  <a:cubicBezTo>
                    <a:pt x="680" y="0"/>
                    <a:pt x="429" y="679"/>
                    <a:pt x="263" y="1715"/>
                  </a:cubicBezTo>
                  <a:cubicBezTo>
                    <a:pt x="84" y="2751"/>
                    <a:pt x="1" y="4120"/>
                    <a:pt x="310" y="5560"/>
                  </a:cubicBezTo>
                  <a:cubicBezTo>
                    <a:pt x="549" y="7013"/>
                    <a:pt x="1144" y="8263"/>
                    <a:pt x="1692" y="9156"/>
                  </a:cubicBezTo>
                  <a:cubicBezTo>
                    <a:pt x="2227" y="10049"/>
                    <a:pt x="2727" y="10597"/>
                    <a:pt x="2727" y="10597"/>
                  </a:cubicBezTo>
                  <a:cubicBezTo>
                    <a:pt x="2727" y="10597"/>
                    <a:pt x="3001" y="9942"/>
                    <a:pt x="3227" y="8918"/>
                  </a:cubicBezTo>
                  <a:cubicBezTo>
                    <a:pt x="3454" y="7882"/>
                    <a:pt x="3620" y="6477"/>
                    <a:pt x="3358" y="4965"/>
                  </a:cubicBezTo>
                  <a:cubicBezTo>
                    <a:pt x="3037" y="3501"/>
                    <a:pt x="2370" y="2227"/>
                    <a:pt x="1787" y="1369"/>
                  </a:cubicBezTo>
                  <a:cubicBezTo>
                    <a:pt x="1191" y="488"/>
                    <a:pt x="680" y="0"/>
                    <a:pt x="6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24"/>
            <p:cNvSpPr/>
            <p:nvPr/>
          </p:nvSpPr>
          <p:spPr>
            <a:xfrm>
              <a:off x="4237125" y="2842150"/>
              <a:ext cx="157475" cy="219100"/>
            </a:xfrm>
            <a:custGeom>
              <a:rect b="b" l="l" r="r" t="t"/>
              <a:pathLst>
                <a:path extrusionOk="0" h="8764" w="6299">
                  <a:moveTo>
                    <a:pt x="6299" y="0"/>
                  </a:moveTo>
                  <a:cubicBezTo>
                    <a:pt x="6299" y="0"/>
                    <a:pt x="5620" y="274"/>
                    <a:pt x="4763" y="869"/>
                  </a:cubicBezTo>
                  <a:cubicBezTo>
                    <a:pt x="3882" y="1453"/>
                    <a:pt x="2834" y="2334"/>
                    <a:pt x="2001" y="3548"/>
                  </a:cubicBezTo>
                  <a:cubicBezTo>
                    <a:pt x="1120" y="4727"/>
                    <a:pt x="608" y="6013"/>
                    <a:pt x="346" y="7025"/>
                  </a:cubicBezTo>
                  <a:cubicBezTo>
                    <a:pt x="60" y="8037"/>
                    <a:pt x="0" y="8763"/>
                    <a:pt x="0" y="8763"/>
                  </a:cubicBezTo>
                  <a:cubicBezTo>
                    <a:pt x="0" y="8763"/>
                    <a:pt x="667" y="8525"/>
                    <a:pt x="1584" y="7978"/>
                  </a:cubicBezTo>
                  <a:cubicBezTo>
                    <a:pt x="2477" y="7418"/>
                    <a:pt x="3620" y="6573"/>
                    <a:pt x="4525" y="5370"/>
                  </a:cubicBezTo>
                  <a:cubicBezTo>
                    <a:pt x="5370" y="4120"/>
                    <a:pt x="5835" y="2763"/>
                    <a:pt x="6061" y="1739"/>
                  </a:cubicBezTo>
                  <a:cubicBezTo>
                    <a:pt x="6287" y="715"/>
                    <a:pt x="6299" y="0"/>
                    <a:pt x="6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24"/>
            <p:cNvSpPr/>
            <p:nvPr/>
          </p:nvSpPr>
          <p:spPr>
            <a:xfrm>
              <a:off x="4208250" y="3003325"/>
              <a:ext cx="269400" cy="78625"/>
            </a:xfrm>
            <a:custGeom>
              <a:rect b="b" l="l" r="r" t="t"/>
              <a:pathLst>
                <a:path extrusionOk="0" h="3145" w="10776">
                  <a:moveTo>
                    <a:pt x="6030" y="1"/>
                  </a:moveTo>
                  <a:cubicBezTo>
                    <a:pt x="5790" y="1"/>
                    <a:pt x="5546" y="10"/>
                    <a:pt x="5299" y="30"/>
                  </a:cubicBezTo>
                  <a:cubicBezTo>
                    <a:pt x="3822" y="66"/>
                    <a:pt x="2513" y="507"/>
                    <a:pt x="1560" y="923"/>
                  </a:cubicBezTo>
                  <a:cubicBezTo>
                    <a:pt x="596" y="1340"/>
                    <a:pt x="1" y="1757"/>
                    <a:pt x="1" y="1757"/>
                  </a:cubicBezTo>
                  <a:cubicBezTo>
                    <a:pt x="1" y="1757"/>
                    <a:pt x="608" y="2126"/>
                    <a:pt x="1584" y="2483"/>
                  </a:cubicBezTo>
                  <a:cubicBezTo>
                    <a:pt x="2510" y="2814"/>
                    <a:pt x="3763" y="3144"/>
                    <a:pt x="5143" y="3144"/>
                  </a:cubicBezTo>
                  <a:cubicBezTo>
                    <a:pt x="5254" y="3144"/>
                    <a:pt x="5365" y="3142"/>
                    <a:pt x="5477" y="3138"/>
                  </a:cubicBezTo>
                  <a:cubicBezTo>
                    <a:pt x="6978" y="3019"/>
                    <a:pt x="8311" y="2507"/>
                    <a:pt x="9252" y="2054"/>
                  </a:cubicBezTo>
                  <a:cubicBezTo>
                    <a:pt x="10216" y="1578"/>
                    <a:pt x="10776" y="1126"/>
                    <a:pt x="10776" y="1126"/>
                  </a:cubicBezTo>
                  <a:cubicBezTo>
                    <a:pt x="10776" y="1126"/>
                    <a:pt x="10133" y="780"/>
                    <a:pt x="9121" y="483"/>
                  </a:cubicBezTo>
                  <a:cubicBezTo>
                    <a:pt x="8289" y="225"/>
                    <a:pt x="7211" y="1"/>
                    <a:pt x="60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24"/>
            <p:cNvSpPr/>
            <p:nvPr/>
          </p:nvSpPr>
          <p:spPr>
            <a:xfrm>
              <a:off x="4035600" y="3047525"/>
              <a:ext cx="214950" cy="162850"/>
            </a:xfrm>
            <a:custGeom>
              <a:rect b="b" l="l" r="r" t="t"/>
              <a:pathLst>
                <a:path extrusionOk="0" h="6514" w="8598">
                  <a:moveTo>
                    <a:pt x="8597" y="1"/>
                  </a:moveTo>
                  <a:cubicBezTo>
                    <a:pt x="8597" y="1"/>
                    <a:pt x="7871" y="84"/>
                    <a:pt x="6871" y="382"/>
                  </a:cubicBezTo>
                  <a:cubicBezTo>
                    <a:pt x="5859" y="679"/>
                    <a:pt x="4585" y="1215"/>
                    <a:pt x="3430" y="2120"/>
                  </a:cubicBezTo>
                  <a:cubicBezTo>
                    <a:pt x="2239" y="2977"/>
                    <a:pt x="1394" y="4073"/>
                    <a:pt x="834" y="4954"/>
                  </a:cubicBezTo>
                  <a:cubicBezTo>
                    <a:pt x="263" y="5847"/>
                    <a:pt x="1" y="6513"/>
                    <a:pt x="1" y="6513"/>
                  </a:cubicBezTo>
                  <a:cubicBezTo>
                    <a:pt x="1" y="6513"/>
                    <a:pt x="715" y="6478"/>
                    <a:pt x="1739" y="6228"/>
                  </a:cubicBezTo>
                  <a:cubicBezTo>
                    <a:pt x="2751" y="5978"/>
                    <a:pt x="4085" y="5489"/>
                    <a:pt x="5323" y="4608"/>
                  </a:cubicBezTo>
                  <a:cubicBezTo>
                    <a:pt x="6502" y="3668"/>
                    <a:pt x="7335" y="2501"/>
                    <a:pt x="7847" y="1584"/>
                  </a:cubicBezTo>
                  <a:cubicBezTo>
                    <a:pt x="8371" y="667"/>
                    <a:pt x="8597" y="1"/>
                    <a:pt x="85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24"/>
            <p:cNvSpPr/>
            <p:nvPr/>
          </p:nvSpPr>
          <p:spPr>
            <a:xfrm>
              <a:off x="3979950" y="2996100"/>
              <a:ext cx="266125" cy="83050"/>
            </a:xfrm>
            <a:custGeom>
              <a:rect b="b" l="l" r="r" t="t"/>
              <a:pathLst>
                <a:path extrusionOk="0" h="3322" w="10645">
                  <a:moveTo>
                    <a:pt x="3891" y="0"/>
                  </a:moveTo>
                  <a:cubicBezTo>
                    <a:pt x="3079" y="0"/>
                    <a:pt x="2330" y="98"/>
                    <a:pt x="1715" y="212"/>
                  </a:cubicBezTo>
                  <a:cubicBezTo>
                    <a:pt x="691" y="403"/>
                    <a:pt x="0" y="677"/>
                    <a:pt x="0" y="677"/>
                  </a:cubicBezTo>
                  <a:cubicBezTo>
                    <a:pt x="0" y="677"/>
                    <a:pt x="524" y="1165"/>
                    <a:pt x="1405" y="1748"/>
                  </a:cubicBezTo>
                  <a:cubicBezTo>
                    <a:pt x="2298" y="2308"/>
                    <a:pt x="3560" y="2951"/>
                    <a:pt x="5049" y="3236"/>
                  </a:cubicBezTo>
                  <a:cubicBezTo>
                    <a:pt x="5487" y="3296"/>
                    <a:pt x="5919" y="3321"/>
                    <a:pt x="6336" y="3321"/>
                  </a:cubicBezTo>
                  <a:cubicBezTo>
                    <a:pt x="7337" y="3321"/>
                    <a:pt x="8255" y="3175"/>
                    <a:pt x="8978" y="2998"/>
                  </a:cubicBezTo>
                  <a:cubicBezTo>
                    <a:pt x="10002" y="2736"/>
                    <a:pt x="10645" y="2439"/>
                    <a:pt x="10645" y="2439"/>
                  </a:cubicBezTo>
                  <a:cubicBezTo>
                    <a:pt x="10645" y="2439"/>
                    <a:pt x="10097" y="1962"/>
                    <a:pt x="9192" y="1450"/>
                  </a:cubicBezTo>
                  <a:cubicBezTo>
                    <a:pt x="8275" y="927"/>
                    <a:pt x="7025" y="355"/>
                    <a:pt x="5573" y="153"/>
                  </a:cubicBezTo>
                  <a:cubicBezTo>
                    <a:pt x="4998" y="43"/>
                    <a:pt x="4430" y="0"/>
                    <a:pt x="38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24"/>
            <p:cNvSpPr/>
            <p:nvPr/>
          </p:nvSpPr>
          <p:spPr>
            <a:xfrm>
              <a:off x="4203225" y="2865275"/>
              <a:ext cx="41075" cy="193525"/>
            </a:xfrm>
            <a:custGeom>
              <a:rect b="b" l="l" r="r" t="t"/>
              <a:pathLst>
                <a:path extrusionOk="0" h="7741" w="1643">
                  <a:moveTo>
                    <a:pt x="193" y="1"/>
                  </a:moveTo>
                  <a:cubicBezTo>
                    <a:pt x="96" y="1"/>
                    <a:pt x="0" y="81"/>
                    <a:pt x="35" y="206"/>
                  </a:cubicBezTo>
                  <a:cubicBezTo>
                    <a:pt x="630" y="2623"/>
                    <a:pt x="1273" y="5076"/>
                    <a:pt x="1309" y="7588"/>
                  </a:cubicBezTo>
                  <a:cubicBezTo>
                    <a:pt x="1309" y="7689"/>
                    <a:pt x="1392" y="7740"/>
                    <a:pt x="1476" y="7740"/>
                  </a:cubicBezTo>
                  <a:cubicBezTo>
                    <a:pt x="1559" y="7740"/>
                    <a:pt x="1642" y="7689"/>
                    <a:pt x="1642" y="7588"/>
                  </a:cubicBezTo>
                  <a:cubicBezTo>
                    <a:pt x="1595" y="5040"/>
                    <a:pt x="952" y="2564"/>
                    <a:pt x="356" y="135"/>
                  </a:cubicBezTo>
                  <a:cubicBezTo>
                    <a:pt x="332" y="41"/>
                    <a:pt x="262" y="1"/>
                    <a:pt x="1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24"/>
            <p:cNvSpPr/>
            <p:nvPr/>
          </p:nvSpPr>
          <p:spPr>
            <a:xfrm>
              <a:off x="4101925" y="2920225"/>
              <a:ext cx="143275" cy="139300"/>
            </a:xfrm>
            <a:custGeom>
              <a:rect b="b" l="l" r="r" t="t"/>
              <a:pathLst>
                <a:path extrusionOk="0" h="5572" w="5731">
                  <a:moveTo>
                    <a:pt x="253" y="0"/>
                  </a:moveTo>
                  <a:cubicBezTo>
                    <a:pt x="121" y="0"/>
                    <a:pt x="1" y="171"/>
                    <a:pt x="122" y="283"/>
                  </a:cubicBezTo>
                  <a:cubicBezTo>
                    <a:pt x="1896" y="2009"/>
                    <a:pt x="3611" y="3795"/>
                    <a:pt x="5373" y="5521"/>
                  </a:cubicBezTo>
                  <a:cubicBezTo>
                    <a:pt x="5408" y="5557"/>
                    <a:pt x="5448" y="5571"/>
                    <a:pt x="5486" y="5571"/>
                  </a:cubicBezTo>
                  <a:cubicBezTo>
                    <a:pt x="5616" y="5571"/>
                    <a:pt x="5730" y="5403"/>
                    <a:pt x="5611" y="5283"/>
                  </a:cubicBezTo>
                  <a:cubicBezTo>
                    <a:pt x="3849" y="3557"/>
                    <a:pt x="2134" y="1771"/>
                    <a:pt x="360" y="44"/>
                  </a:cubicBezTo>
                  <a:cubicBezTo>
                    <a:pt x="327" y="13"/>
                    <a:pt x="289" y="0"/>
                    <a:pt x="2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24"/>
            <p:cNvSpPr/>
            <p:nvPr/>
          </p:nvSpPr>
          <p:spPr>
            <a:xfrm>
              <a:off x="4238025" y="2895300"/>
              <a:ext cx="111025" cy="164275"/>
            </a:xfrm>
            <a:custGeom>
              <a:rect b="b" l="l" r="r" t="t"/>
              <a:pathLst>
                <a:path extrusionOk="0" h="6571" w="4441">
                  <a:moveTo>
                    <a:pt x="4210" y="0"/>
                  </a:moveTo>
                  <a:cubicBezTo>
                    <a:pt x="4160" y="0"/>
                    <a:pt x="4108" y="23"/>
                    <a:pt x="4072" y="77"/>
                  </a:cubicBezTo>
                  <a:cubicBezTo>
                    <a:pt x="2762" y="2172"/>
                    <a:pt x="1381" y="4232"/>
                    <a:pt x="84" y="6328"/>
                  </a:cubicBezTo>
                  <a:cubicBezTo>
                    <a:pt x="1" y="6452"/>
                    <a:pt x="120" y="6571"/>
                    <a:pt x="236" y="6571"/>
                  </a:cubicBezTo>
                  <a:cubicBezTo>
                    <a:pt x="287" y="6571"/>
                    <a:pt x="337" y="6549"/>
                    <a:pt x="369" y="6494"/>
                  </a:cubicBezTo>
                  <a:cubicBezTo>
                    <a:pt x="1679" y="4387"/>
                    <a:pt x="3060" y="2339"/>
                    <a:pt x="4358" y="244"/>
                  </a:cubicBezTo>
                  <a:cubicBezTo>
                    <a:pt x="4441" y="119"/>
                    <a:pt x="4327" y="0"/>
                    <a:pt x="42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24"/>
            <p:cNvSpPr/>
            <p:nvPr/>
          </p:nvSpPr>
          <p:spPr>
            <a:xfrm>
              <a:off x="4234450" y="3032925"/>
              <a:ext cx="194975" cy="28375"/>
            </a:xfrm>
            <a:custGeom>
              <a:rect b="b" l="l" r="r" t="t"/>
              <a:pathLst>
                <a:path extrusionOk="0" h="1135" w="7799">
                  <a:moveTo>
                    <a:pt x="7607" y="1"/>
                  </a:moveTo>
                  <a:cubicBezTo>
                    <a:pt x="7604" y="1"/>
                    <a:pt x="7600" y="1"/>
                    <a:pt x="7597" y="1"/>
                  </a:cubicBezTo>
                  <a:cubicBezTo>
                    <a:pt x="5132" y="299"/>
                    <a:pt x="2667" y="513"/>
                    <a:pt x="215" y="811"/>
                  </a:cubicBezTo>
                  <a:cubicBezTo>
                    <a:pt x="11" y="833"/>
                    <a:pt x="1" y="1135"/>
                    <a:pt x="184" y="1135"/>
                  </a:cubicBezTo>
                  <a:cubicBezTo>
                    <a:pt x="193" y="1135"/>
                    <a:pt x="204" y="1134"/>
                    <a:pt x="215" y="1132"/>
                  </a:cubicBezTo>
                  <a:cubicBezTo>
                    <a:pt x="2667" y="835"/>
                    <a:pt x="5132" y="632"/>
                    <a:pt x="7597" y="335"/>
                  </a:cubicBezTo>
                  <a:cubicBezTo>
                    <a:pt x="7795" y="311"/>
                    <a:pt x="7799" y="1"/>
                    <a:pt x="76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24"/>
            <p:cNvSpPr/>
            <p:nvPr/>
          </p:nvSpPr>
          <p:spPr>
            <a:xfrm>
              <a:off x="4051125" y="3027250"/>
              <a:ext cx="194650" cy="33725"/>
            </a:xfrm>
            <a:custGeom>
              <a:rect b="b" l="l" r="r" t="t"/>
              <a:pathLst>
                <a:path extrusionOk="0" h="1349" w="7786">
                  <a:moveTo>
                    <a:pt x="202" y="1"/>
                  </a:moveTo>
                  <a:cubicBezTo>
                    <a:pt x="0" y="1"/>
                    <a:pt x="19" y="301"/>
                    <a:pt x="225" y="335"/>
                  </a:cubicBezTo>
                  <a:cubicBezTo>
                    <a:pt x="2678" y="645"/>
                    <a:pt x="5119" y="1038"/>
                    <a:pt x="7571" y="1347"/>
                  </a:cubicBezTo>
                  <a:cubicBezTo>
                    <a:pt x="7579" y="1348"/>
                    <a:pt x="7586" y="1349"/>
                    <a:pt x="7594" y="1349"/>
                  </a:cubicBezTo>
                  <a:cubicBezTo>
                    <a:pt x="7785" y="1349"/>
                    <a:pt x="7778" y="1048"/>
                    <a:pt x="7571" y="1014"/>
                  </a:cubicBezTo>
                  <a:cubicBezTo>
                    <a:pt x="5119" y="704"/>
                    <a:pt x="2678" y="312"/>
                    <a:pt x="225" y="2"/>
                  </a:cubicBezTo>
                  <a:cubicBezTo>
                    <a:pt x="217" y="1"/>
                    <a:pt x="209"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24"/>
            <p:cNvSpPr/>
            <p:nvPr/>
          </p:nvSpPr>
          <p:spPr>
            <a:xfrm>
              <a:off x="4087000" y="3052525"/>
              <a:ext cx="156750" cy="124275"/>
            </a:xfrm>
            <a:custGeom>
              <a:rect b="b" l="l" r="r" t="t"/>
              <a:pathLst>
                <a:path extrusionOk="0" h="4971" w="6270">
                  <a:moveTo>
                    <a:pt x="6005" y="1"/>
                  </a:moveTo>
                  <a:cubicBezTo>
                    <a:pt x="5969" y="1"/>
                    <a:pt x="5932" y="12"/>
                    <a:pt x="5898" y="39"/>
                  </a:cubicBezTo>
                  <a:cubicBezTo>
                    <a:pt x="3993" y="1610"/>
                    <a:pt x="2029" y="3122"/>
                    <a:pt x="124" y="4694"/>
                  </a:cubicBezTo>
                  <a:cubicBezTo>
                    <a:pt x="1" y="4798"/>
                    <a:pt x="126" y="4970"/>
                    <a:pt x="261" y="4970"/>
                  </a:cubicBezTo>
                  <a:cubicBezTo>
                    <a:pt x="295" y="4970"/>
                    <a:pt x="330" y="4959"/>
                    <a:pt x="362" y="4932"/>
                  </a:cubicBezTo>
                  <a:cubicBezTo>
                    <a:pt x="2267" y="3361"/>
                    <a:pt x="4231" y="1848"/>
                    <a:pt x="6136" y="277"/>
                  </a:cubicBezTo>
                  <a:cubicBezTo>
                    <a:pt x="6269" y="173"/>
                    <a:pt x="6145" y="1"/>
                    <a:pt x="60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24"/>
            <p:cNvSpPr/>
            <p:nvPr/>
          </p:nvSpPr>
          <p:spPr>
            <a:xfrm>
              <a:off x="4236150" y="3050375"/>
              <a:ext cx="292225" cy="417400"/>
            </a:xfrm>
            <a:custGeom>
              <a:rect b="b" l="l" r="r" t="t"/>
              <a:pathLst>
                <a:path extrusionOk="0" h="16696" w="11689">
                  <a:moveTo>
                    <a:pt x="227" y="1"/>
                  </a:moveTo>
                  <a:cubicBezTo>
                    <a:pt x="117" y="1"/>
                    <a:pt x="0" y="123"/>
                    <a:pt x="75" y="256"/>
                  </a:cubicBezTo>
                  <a:cubicBezTo>
                    <a:pt x="2599" y="4792"/>
                    <a:pt x="5445" y="9185"/>
                    <a:pt x="8624" y="13305"/>
                  </a:cubicBezTo>
                  <a:cubicBezTo>
                    <a:pt x="9505" y="14436"/>
                    <a:pt x="10410" y="15555"/>
                    <a:pt x="11350" y="16639"/>
                  </a:cubicBezTo>
                  <a:cubicBezTo>
                    <a:pt x="11382" y="16679"/>
                    <a:pt x="11419" y="16695"/>
                    <a:pt x="11456" y="16695"/>
                  </a:cubicBezTo>
                  <a:cubicBezTo>
                    <a:pt x="11574" y="16695"/>
                    <a:pt x="11688" y="16527"/>
                    <a:pt x="11589" y="16401"/>
                  </a:cubicBezTo>
                  <a:cubicBezTo>
                    <a:pt x="8207" y="12507"/>
                    <a:pt x="5231" y="8257"/>
                    <a:pt x="2552" y="3863"/>
                  </a:cubicBezTo>
                  <a:cubicBezTo>
                    <a:pt x="1790" y="2613"/>
                    <a:pt x="1063" y="1363"/>
                    <a:pt x="349" y="77"/>
                  </a:cubicBezTo>
                  <a:cubicBezTo>
                    <a:pt x="320" y="23"/>
                    <a:pt x="275" y="1"/>
                    <a:pt x="2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24"/>
            <p:cNvSpPr/>
            <p:nvPr/>
          </p:nvSpPr>
          <p:spPr>
            <a:xfrm>
              <a:off x="4609500" y="2839950"/>
              <a:ext cx="231300" cy="139450"/>
            </a:xfrm>
            <a:custGeom>
              <a:rect b="b" l="l" r="r" t="t"/>
              <a:pathLst>
                <a:path extrusionOk="0" h="5578" w="9252">
                  <a:moveTo>
                    <a:pt x="9001" y="1"/>
                  </a:moveTo>
                  <a:cubicBezTo>
                    <a:pt x="8706" y="1"/>
                    <a:pt x="8167" y="15"/>
                    <a:pt x="7489" y="100"/>
                  </a:cubicBezTo>
                  <a:cubicBezTo>
                    <a:pt x="6441" y="255"/>
                    <a:pt x="5060" y="588"/>
                    <a:pt x="3751" y="1338"/>
                  </a:cubicBezTo>
                  <a:cubicBezTo>
                    <a:pt x="2477" y="2148"/>
                    <a:pt x="1524" y="3220"/>
                    <a:pt x="905" y="4077"/>
                  </a:cubicBezTo>
                  <a:cubicBezTo>
                    <a:pt x="286" y="4934"/>
                    <a:pt x="0" y="5577"/>
                    <a:pt x="0" y="5577"/>
                  </a:cubicBezTo>
                  <a:cubicBezTo>
                    <a:pt x="0" y="5577"/>
                    <a:pt x="726" y="5577"/>
                    <a:pt x="1762" y="5387"/>
                  </a:cubicBezTo>
                  <a:cubicBezTo>
                    <a:pt x="2798" y="5184"/>
                    <a:pt x="4120" y="4803"/>
                    <a:pt x="5358" y="4017"/>
                  </a:cubicBezTo>
                  <a:cubicBezTo>
                    <a:pt x="6620" y="3279"/>
                    <a:pt x="7596" y="2291"/>
                    <a:pt x="8251" y="1469"/>
                  </a:cubicBezTo>
                  <a:cubicBezTo>
                    <a:pt x="8906" y="648"/>
                    <a:pt x="9251" y="5"/>
                    <a:pt x="9251" y="5"/>
                  </a:cubicBezTo>
                  <a:cubicBezTo>
                    <a:pt x="9251" y="5"/>
                    <a:pt x="9162" y="1"/>
                    <a:pt x="90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24"/>
            <p:cNvSpPr/>
            <p:nvPr/>
          </p:nvSpPr>
          <p:spPr>
            <a:xfrm>
              <a:off x="4606225" y="2724875"/>
              <a:ext cx="110150" cy="249750"/>
            </a:xfrm>
            <a:custGeom>
              <a:rect b="b" l="l" r="r" t="t"/>
              <a:pathLst>
                <a:path extrusionOk="0" h="9990" w="4406">
                  <a:moveTo>
                    <a:pt x="4298" y="0"/>
                  </a:moveTo>
                  <a:cubicBezTo>
                    <a:pt x="4298" y="0"/>
                    <a:pt x="3703" y="393"/>
                    <a:pt x="2953" y="1143"/>
                  </a:cubicBezTo>
                  <a:cubicBezTo>
                    <a:pt x="2191" y="1870"/>
                    <a:pt x="1286" y="2977"/>
                    <a:pt x="667" y="4358"/>
                  </a:cubicBezTo>
                  <a:cubicBezTo>
                    <a:pt x="131" y="5775"/>
                    <a:pt x="0" y="7192"/>
                    <a:pt x="12" y="8239"/>
                  </a:cubicBezTo>
                  <a:cubicBezTo>
                    <a:pt x="36" y="9287"/>
                    <a:pt x="179" y="9990"/>
                    <a:pt x="179" y="9990"/>
                  </a:cubicBezTo>
                  <a:cubicBezTo>
                    <a:pt x="179" y="9990"/>
                    <a:pt x="762" y="9561"/>
                    <a:pt x="1477" y="8775"/>
                  </a:cubicBezTo>
                  <a:cubicBezTo>
                    <a:pt x="2191" y="8013"/>
                    <a:pt x="3024" y="6906"/>
                    <a:pt x="3560" y="5537"/>
                  </a:cubicBezTo>
                  <a:cubicBezTo>
                    <a:pt x="4156" y="4203"/>
                    <a:pt x="4334" y="2810"/>
                    <a:pt x="4382" y="1774"/>
                  </a:cubicBezTo>
                  <a:cubicBezTo>
                    <a:pt x="4406" y="715"/>
                    <a:pt x="4298" y="0"/>
                    <a:pt x="42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24"/>
            <p:cNvSpPr/>
            <p:nvPr/>
          </p:nvSpPr>
          <p:spPr>
            <a:xfrm>
              <a:off x="4505025" y="2737675"/>
              <a:ext cx="115800" cy="246175"/>
            </a:xfrm>
            <a:custGeom>
              <a:rect b="b" l="l" r="r" t="t"/>
              <a:pathLst>
                <a:path extrusionOk="0" h="9847" w="4632">
                  <a:moveTo>
                    <a:pt x="131" y="0"/>
                  </a:moveTo>
                  <a:cubicBezTo>
                    <a:pt x="131" y="0"/>
                    <a:pt x="0" y="691"/>
                    <a:pt x="12" y="1739"/>
                  </a:cubicBezTo>
                  <a:cubicBezTo>
                    <a:pt x="36" y="2798"/>
                    <a:pt x="214" y="4203"/>
                    <a:pt x="786" y="5608"/>
                  </a:cubicBezTo>
                  <a:cubicBezTo>
                    <a:pt x="1429" y="6977"/>
                    <a:pt x="2381" y="8049"/>
                    <a:pt x="3155" y="8763"/>
                  </a:cubicBezTo>
                  <a:cubicBezTo>
                    <a:pt x="3929" y="9478"/>
                    <a:pt x="4536" y="9847"/>
                    <a:pt x="4536" y="9847"/>
                  </a:cubicBezTo>
                  <a:cubicBezTo>
                    <a:pt x="4536" y="9847"/>
                    <a:pt x="4632" y="9120"/>
                    <a:pt x="4560" y="8073"/>
                  </a:cubicBezTo>
                  <a:cubicBezTo>
                    <a:pt x="4477" y="7037"/>
                    <a:pt x="4263" y="5668"/>
                    <a:pt x="3632" y="4346"/>
                  </a:cubicBezTo>
                  <a:cubicBezTo>
                    <a:pt x="3072" y="2989"/>
                    <a:pt x="2191" y="1905"/>
                    <a:pt x="1465" y="1155"/>
                  </a:cubicBezTo>
                  <a:cubicBezTo>
                    <a:pt x="726" y="417"/>
                    <a:pt x="131" y="0"/>
                    <a:pt x="1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24"/>
            <p:cNvSpPr/>
            <p:nvPr/>
          </p:nvSpPr>
          <p:spPr>
            <a:xfrm>
              <a:off x="4388925" y="2897500"/>
              <a:ext cx="260775" cy="91325"/>
            </a:xfrm>
            <a:custGeom>
              <a:rect b="b" l="l" r="r" t="t"/>
              <a:pathLst>
                <a:path extrusionOk="0" h="3653" w="10431">
                  <a:moveTo>
                    <a:pt x="2898" y="0"/>
                  </a:moveTo>
                  <a:cubicBezTo>
                    <a:pt x="2482" y="0"/>
                    <a:pt x="2092" y="24"/>
                    <a:pt x="1739" y="60"/>
                  </a:cubicBezTo>
                  <a:cubicBezTo>
                    <a:pt x="703" y="156"/>
                    <a:pt x="1" y="358"/>
                    <a:pt x="1" y="358"/>
                  </a:cubicBezTo>
                  <a:cubicBezTo>
                    <a:pt x="1" y="358"/>
                    <a:pt x="465" y="894"/>
                    <a:pt x="1287" y="1561"/>
                  </a:cubicBezTo>
                  <a:cubicBezTo>
                    <a:pt x="2120" y="2215"/>
                    <a:pt x="3323" y="2977"/>
                    <a:pt x="4775" y="3394"/>
                  </a:cubicBezTo>
                  <a:cubicBezTo>
                    <a:pt x="5557" y="3583"/>
                    <a:pt x="6326" y="3652"/>
                    <a:pt x="7031" y="3652"/>
                  </a:cubicBezTo>
                  <a:cubicBezTo>
                    <a:pt x="7658" y="3652"/>
                    <a:pt x="8235" y="3598"/>
                    <a:pt x="8728" y="3525"/>
                  </a:cubicBezTo>
                  <a:cubicBezTo>
                    <a:pt x="9764" y="3382"/>
                    <a:pt x="10431" y="3144"/>
                    <a:pt x="10431" y="3144"/>
                  </a:cubicBezTo>
                  <a:cubicBezTo>
                    <a:pt x="10431" y="3144"/>
                    <a:pt x="9930" y="2620"/>
                    <a:pt x="9061" y="2013"/>
                  </a:cubicBezTo>
                  <a:cubicBezTo>
                    <a:pt x="8216" y="1406"/>
                    <a:pt x="7013" y="715"/>
                    <a:pt x="5585" y="370"/>
                  </a:cubicBezTo>
                  <a:cubicBezTo>
                    <a:pt x="4645" y="93"/>
                    <a:pt x="3720" y="0"/>
                    <a:pt x="2898" y="0"/>
                  </a:cubicBezTo>
                  <a:close/>
                </a:path>
              </a:pathLst>
            </a:custGeom>
            <a:solidFill>
              <a:srgbClr val="5C7C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24"/>
            <p:cNvSpPr/>
            <p:nvPr/>
          </p:nvSpPr>
          <p:spPr>
            <a:xfrm>
              <a:off x="4608000" y="2967150"/>
              <a:ext cx="178025" cy="203025"/>
            </a:xfrm>
            <a:custGeom>
              <a:rect b="b" l="l" r="r" t="t"/>
              <a:pathLst>
                <a:path extrusionOk="0" h="8121" w="7121">
                  <a:moveTo>
                    <a:pt x="1" y="1"/>
                  </a:moveTo>
                  <a:cubicBezTo>
                    <a:pt x="1" y="1"/>
                    <a:pt x="72" y="703"/>
                    <a:pt x="417" y="1715"/>
                  </a:cubicBezTo>
                  <a:cubicBezTo>
                    <a:pt x="751" y="2704"/>
                    <a:pt x="1322" y="4013"/>
                    <a:pt x="2299" y="5180"/>
                  </a:cubicBezTo>
                  <a:cubicBezTo>
                    <a:pt x="3323" y="6287"/>
                    <a:pt x="4537" y="7038"/>
                    <a:pt x="5478" y="7478"/>
                  </a:cubicBezTo>
                  <a:cubicBezTo>
                    <a:pt x="6430" y="7942"/>
                    <a:pt x="7121" y="8121"/>
                    <a:pt x="7121" y="8121"/>
                  </a:cubicBezTo>
                  <a:cubicBezTo>
                    <a:pt x="7121" y="8121"/>
                    <a:pt x="6978" y="7407"/>
                    <a:pt x="6609" y="6430"/>
                  </a:cubicBezTo>
                  <a:cubicBezTo>
                    <a:pt x="6240" y="5442"/>
                    <a:pt x="5609" y="4216"/>
                    <a:pt x="4632" y="3120"/>
                  </a:cubicBezTo>
                  <a:cubicBezTo>
                    <a:pt x="3692" y="2013"/>
                    <a:pt x="2549" y="1227"/>
                    <a:pt x="1620" y="727"/>
                  </a:cubicBezTo>
                  <a:cubicBezTo>
                    <a:pt x="703" y="239"/>
                    <a:pt x="1"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24"/>
            <p:cNvSpPr/>
            <p:nvPr/>
          </p:nvSpPr>
          <p:spPr>
            <a:xfrm>
              <a:off x="4610375" y="2947075"/>
              <a:ext cx="269700" cy="77875"/>
            </a:xfrm>
            <a:custGeom>
              <a:rect b="b" l="l" r="r" t="t"/>
              <a:pathLst>
                <a:path extrusionOk="0" h="3115" w="10788">
                  <a:moveTo>
                    <a:pt x="4886" y="0"/>
                  </a:moveTo>
                  <a:cubicBezTo>
                    <a:pt x="3646" y="0"/>
                    <a:pt x="2503" y="263"/>
                    <a:pt x="1632" y="554"/>
                  </a:cubicBezTo>
                  <a:cubicBezTo>
                    <a:pt x="644" y="875"/>
                    <a:pt x="1" y="1221"/>
                    <a:pt x="1" y="1221"/>
                  </a:cubicBezTo>
                  <a:cubicBezTo>
                    <a:pt x="1" y="1221"/>
                    <a:pt x="561" y="1649"/>
                    <a:pt x="1513" y="2102"/>
                  </a:cubicBezTo>
                  <a:cubicBezTo>
                    <a:pt x="2466" y="2542"/>
                    <a:pt x="3811" y="3019"/>
                    <a:pt x="5323" y="3114"/>
                  </a:cubicBezTo>
                  <a:cubicBezTo>
                    <a:pt x="5347" y="3114"/>
                    <a:pt x="5371" y="3114"/>
                    <a:pt x="5395" y="3114"/>
                  </a:cubicBezTo>
                  <a:cubicBezTo>
                    <a:pt x="6890" y="3114"/>
                    <a:pt x="8232" y="2751"/>
                    <a:pt x="9193" y="2376"/>
                  </a:cubicBezTo>
                  <a:cubicBezTo>
                    <a:pt x="10193" y="2006"/>
                    <a:pt x="10788" y="1637"/>
                    <a:pt x="10788" y="1637"/>
                  </a:cubicBezTo>
                  <a:cubicBezTo>
                    <a:pt x="10788" y="1637"/>
                    <a:pt x="10181" y="1233"/>
                    <a:pt x="9216" y="828"/>
                  </a:cubicBezTo>
                  <a:cubicBezTo>
                    <a:pt x="8240" y="435"/>
                    <a:pt x="6918" y="30"/>
                    <a:pt x="5442" y="18"/>
                  </a:cubicBezTo>
                  <a:cubicBezTo>
                    <a:pt x="5255" y="6"/>
                    <a:pt x="5070" y="0"/>
                    <a:pt x="48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24"/>
            <p:cNvSpPr/>
            <p:nvPr/>
          </p:nvSpPr>
          <p:spPr>
            <a:xfrm>
              <a:off x="4612650" y="2797250"/>
              <a:ext cx="78500" cy="183550"/>
            </a:xfrm>
            <a:custGeom>
              <a:rect b="b" l="l" r="r" t="t"/>
              <a:pathLst>
                <a:path extrusionOk="0" h="7342" w="3140">
                  <a:moveTo>
                    <a:pt x="2904" y="0"/>
                  </a:moveTo>
                  <a:cubicBezTo>
                    <a:pt x="2855" y="0"/>
                    <a:pt x="2808" y="24"/>
                    <a:pt x="2779" y="82"/>
                  </a:cubicBezTo>
                  <a:cubicBezTo>
                    <a:pt x="1708" y="2356"/>
                    <a:pt x="577" y="4654"/>
                    <a:pt x="29" y="7130"/>
                  </a:cubicBezTo>
                  <a:cubicBezTo>
                    <a:pt x="0" y="7260"/>
                    <a:pt x="101" y="7341"/>
                    <a:pt x="197" y="7341"/>
                  </a:cubicBezTo>
                  <a:cubicBezTo>
                    <a:pt x="259" y="7341"/>
                    <a:pt x="320" y="7306"/>
                    <a:pt x="339" y="7226"/>
                  </a:cubicBezTo>
                  <a:cubicBezTo>
                    <a:pt x="886" y="4773"/>
                    <a:pt x="1994" y="2511"/>
                    <a:pt x="3065" y="260"/>
                  </a:cubicBezTo>
                  <a:cubicBezTo>
                    <a:pt x="3140" y="128"/>
                    <a:pt x="3018" y="0"/>
                    <a:pt x="29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24"/>
            <p:cNvSpPr/>
            <p:nvPr/>
          </p:nvSpPr>
          <p:spPr>
            <a:xfrm>
              <a:off x="4612325" y="2871325"/>
              <a:ext cx="166175" cy="110275"/>
            </a:xfrm>
            <a:custGeom>
              <a:rect b="b" l="l" r="r" t="t"/>
              <a:pathLst>
                <a:path extrusionOk="0" h="4411" w="6647">
                  <a:moveTo>
                    <a:pt x="6420" y="0"/>
                  </a:moveTo>
                  <a:cubicBezTo>
                    <a:pt x="6395" y="0"/>
                    <a:pt x="6368" y="7"/>
                    <a:pt x="6340" y="24"/>
                  </a:cubicBezTo>
                  <a:cubicBezTo>
                    <a:pt x="4257" y="1357"/>
                    <a:pt x="2209" y="2774"/>
                    <a:pt x="149" y="4096"/>
                  </a:cubicBezTo>
                  <a:cubicBezTo>
                    <a:pt x="0" y="4195"/>
                    <a:pt x="83" y="4410"/>
                    <a:pt x="218" y="4410"/>
                  </a:cubicBezTo>
                  <a:cubicBezTo>
                    <a:pt x="245" y="4410"/>
                    <a:pt x="274" y="4401"/>
                    <a:pt x="304" y="4382"/>
                  </a:cubicBezTo>
                  <a:cubicBezTo>
                    <a:pt x="2388" y="3036"/>
                    <a:pt x="4435" y="1631"/>
                    <a:pt x="6495" y="298"/>
                  </a:cubicBezTo>
                  <a:cubicBezTo>
                    <a:pt x="6646" y="217"/>
                    <a:pt x="6559" y="0"/>
                    <a:pt x="64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24"/>
            <p:cNvSpPr/>
            <p:nvPr/>
          </p:nvSpPr>
          <p:spPr>
            <a:xfrm>
              <a:off x="4541875" y="2799800"/>
              <a:ext cx="76750" cy="181175"/>
            </a:xfrm>
            <a:custGeom>
              <a:rect b="b" l="l" r="r" t="t"/>
              <a:pathLst>
                <a:path extrusionOk="0" h="7247" w="3070">
                  <a:moveTo>
                    <a:pt x="191" y="0"/>
                  </a:moveTo>
                  <a:cubicBezTo>
                    <a:pt x="92" y="0"/>
                    <a:pt x="0" y="77"/>
                    <a:pt x="50" y="206"/>
                  </a:cubicBezTo>
                  <a:cubicBezTo>
                    <a:pt x="907" y="2528"/>
                    <a:pt x="1848" y="4814"/>
                    <a:pt x="2705" y="7135"/>
                  </a:cubicBezTo>
                  <a:cubicBezTo>
                    <a:pt x="2739" y="7213"/>
                    <a:pt x="2810" y="7247"/>
                    <a:pt x="2877" y="7247"/>
                  </a:cubicBezTo>
                  <a:cubicBezTo>
                    <a:pt x="2977" y="7247"/>
                    <a:pt x="3069" y="7173"/>
                    <a:pt x="3027" y="7052"/>
                  </a:cubicBezTo>
                  <a:cubicBezTo>
                    <a:pt x="2158" y="4730"/>
                    <a:pt x="1217" y="2433"/>
                    <a:pt x="360" y="111"/>
                  </a:cubicBezTo>
                  <a:cubicBezTo>
                    <a:pt x="326" y="35"/>
                    <a:pt x="257" y="0"/>
                    <a:pt x="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24"/>
            <p:cNvSpPr/>
            <p:nvPr/>
          </p:nvSpPr>
          <p:spPr>
            <a:xfrm>
              <a:off x="4434400" y="2918400"/>
              <a:ext cx="188050" cy="65100"/>
            </a:xfrm>
            <a:custGeom>
              <a:rect b="b" l="l" r="r" t="t"/>
              <a:pathLst>
                <a:path extrusionOk="0" h="2604" w="7522">
                  <a:moveTo>
                    <a:pt x="222" y="0"/>
                  </a:moveTo>
                  <a:cubicBezTo>
                    <a:pt x="59" y="0"/>
                    <a:pt x="0" y="278"/>
                    <a:pt x="194" y="332"/>
                  </a:cubicBezTo>
                  <a:cubicBezTo>
                    <a:pt x="2539" y="1118"/>
                    <a:pt x="4909" y="1820"/>
                    <a:pt x="7254" y="2594"/>
                  </a:cubicBezTo>
                  <a:cubicBezTo>
                    <a:pt x="7275" y="2601"/>
                    <a:pt x="7294" y="2604"/>
                    <a:pt x="7312" y="2604"/>
                  </a:cubicBezTo>
                  <a:cubicBezTo>
                    <a:pt x="7480" y="2604"/>
                    <a:pt x="7522" y="2326"/>
                    <a:pt x="7349" y="2272"/>
                  </a:cubicBezTo>
                  <a:cubicBezTo>
                    <a:pt x="4992" y="1487"/>
                    <a:pt x="2635" y="784"/>
                    <a:pt x="277" y="10"/>
                  </a:cubicBezTo>
                  <a:cubicBezTo>
                    <a:pt x="258" y="3"/>
                    <a:pt x="239" y="0"/>
                    <a:pt x="2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24"/>
            <p:cNvSpPr/>
            <p:nvPr/>
          </p:nvSpPr>
          <p:spPr>
            <a:xfrm>
              <a:off x="4610975" y="2974575"/>
              <a:ext cx="195875" cy="20050"/>
            </a:xfrm>
            <a:custGeom>
              <a:rect b="b" l="l" r="r" t="t"/>
              <a:pathLst>
                <a:path extrusionOk="0" h="802" w="7835">
                  <a:moveTo>
                    <a:pt x="194" y="0"/>
                  </a:moveTo>
                  <a:cubicBezTo>
                    <a:pt x="1" y="0"/>
                    <a:pt x="8" y="312"/>
                    <a:pt x="215" y="323"/>
                  </a:cubicBezTo>
                  <a:cubicBezTo>
                    <a:pt x="2680" y="525"/>
                    <a:pt x="5156" y="621"/>
                    <a:pt x="7621" y="799"/>
                  </a:cubicBezTo>
                  <a:cubicBezTo>
                    <a:pt x="7632" y="801"/>
                    <a:pt x="7642" y="802"/>
                    <a:pt x="7652" y="802"/>
                  </a:cubicBezTo>
                  <a:cubicBezTo>
                    <a:pt x="7834" y="802"/>
                    <a:pt x="7824" y="500"/>
                    <a:pt x="7621" y="478"/>
                  </a:cubicBezTo>
                  <a:cubicBezTo>
                    <a:pt x="5156" y="287"/>
                    <a:pt x="2680" y="180"/>
                    <a:pt x="215" y="2"/>
                  </a:cubicBezTo>
                  <a:cubicBezTo>
                    <a:pt x="208" y="1"/>
                    <a:pt x="201" y="0"/>
                    <a:pt x="1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24"/>
            <p:cNvSpPr/>
            <p:nvPr/>
          </p:nvSpPr>
          <p:spPr>
            <a:xfrm>
              <a:off x="4613850" y="2974675"/>
              <a:ext cx="128825" cy="151975"/>
            </a:xfrm>
            <a:custGeom>
              <a:rect b="b" l="l" r="r" t="t"/>
              <a:pathLst>
                <a:path extrusionOk="0" h="6079" w="5153">
                  <a:moveTo>
                    <a:pt x="227" y="0"/>
                  </a:moveTo>
                  <a:cubicBezTo>
                    <a:pt x="107" y="0"/>
                    <a:pt x="0" y="169"/>
                    <a:pt x="100" y="295"/>
                  </a:cubicBezTo>
                  <a:cubicBezTo>
                    <a:pt x="1648" y="2212"/>
                    <a:pt x="3267" y="4093"/>
                    <a:pt x="4815" y="6022"/>
                  </a:cubicBezTo>
                  <a:cubicBezTo>
                    <a:pt x="4852" y="6062"/>
                    <a:pt x="4893" y="6079"/>
                    <a:pt x="4931" y="6079"/>
                  </a:cubicBezTo>
                  <a:cubicBezTo>
                    <a:pt x="5053" y="6079"/>
                    <a:pt x="5153" y="5911"/>
                    <a:pt x="5053" y="5784"/>
                  </a:cubicBezTo>
                  <a:cubicBezTo>
                    <a:pt x="3505" y="3867"/>
                    <a:pt x="1886" y="1986"/>
                    <a:pt x="338" y="57"/>
                  </a:cubicBezTo>
                  <a:cubicBezTo>
                    <a:pt x="304" y="17"/>
                    <a:pt x="265" y="0"/>
                    <a:pt x="2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24"/>
            <p:cNvSpPr/>
            <p:nvPr/>
          </p:nvSpPr>
          <p:spPr>
            <a:xfrm>
              <a:off x="4252750" y="2972000"/>
              <a:ext cx="368700" cy="352925"/>
            </a:xfrm>
            <a:custGeom>
              <a:rect b="b" l="l" r="r" t="t"/>
              <a:pathLst>
                <a:path extrusionOk="0" h="14117" w="14748">
                  <a:moveTo>
                    <a:pt x="14519" y="0"/>
                  </a:moveTo>
                  <a:cubicBezTo>
                    <a:pt x="14482" y="0"/>
                    <a:pt x="14444" y="17"/>
                    <a:pt x="14413" y="57"/>
                  </a:cubicBezTo>
                  <a:cubicBezTo>
                    <a:pt x="11044" y="3962"/>
                    <a:pt x="7424" y="7665"/>
                    <a:pt x="3531" y="11023"/>
                  </a:cubicBezTo>
                  <a:cubicBezTo>
                    <a:pt x="2423" y="11975"/>
                    <a:pt x="1292" y="12904"/>
                    <a:pt x="137" y="13797"/>
                  </a:cubicBezTo>
                  <a:cubicBezTo>
                    <a:pt x="1" y="13904"/>
                    <a:pt x="88" y="14116"/>
                    <a:pt x="216" y="14116"/>
                  </a:cubicBezTo>
                  <a:cubicBezTo>
                    <a:pt x="244" y="14116"/>
                    <a:pt x="274" y="14106"/>
                    <a:pt x="304" y="14083"/>
                  </a:cubicBezTo>
                  <a:cubicBezTo>
                    <a:pt x="4388" y="10927"/>
                    <a:pt x="8174" y="7367"/>
                    <a:pt x="11698" y="3581"/>
                  </a:cubicBezTo>
                  <a:cubicBezTo>
                    <a:pt x="12710" y="2498"/>
                    <a:pt x="13699" y="1414"/>
                    <a:pt x="14639" y="295"/>
                  </a:cubicBezTo>
                  <a:cubicBezTo>
                    <a:pt x="14748" y="168"/>
                    <a:pt x="14636" y="0"/>
                    <a:pt x="145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24"/>
            <p:cNvSpPr/>
            <p:nvPr/>
          </p:nvSpPr>
          <p:spPr>
            <a:xfrm>
              <a:off x="4452925" y="2693025"/>
              <a:ext cx="82775" cy="268800"/>
            </a:xfrm>
            <a:custGeom>
              <a:rect b="b" l="l" r="r" t="t"/>
              <a:pathLst>
                <a:path extrusionOk="0" h="10752" w="3311">
                  <a:moveTo>
                    <a:pt x="1941" y="0"/>
                  </a:moveTo>
                  <a:cubicBezTo>
                    <a:pt x="1941" y="0"/>
                    <a:pt x="1525" y="596"/>
                    <a:pt x="1084" y="1548"/>
                  </a:cubicBezTo>
                  <a:cubicBezTo>
                    <a:pt x="655" y="2501"/>
                    <a:pt x="191" y="3798"/>
                    <a:pt x="131" y="5275"/>
                  </a:cubicBezTo>
                  <a:cubicBezTo>
                    <a:pt x="1" y="6739"/>
                    <a:pt x="251" y="8085"/>
                    <a:pt x="536" y="9109"/>
                  </a:cubicBezTo>
                  <a:cubicBezTo>
                    <a:pt x="834" y="10109"/>
                    <a:pt x="1155" y="10752"/>
                    <a:pt x="1155" y="10752"/>
                  </a:cubicBezTo>
                  <a:cubicBezTo>
                    <a:pt x="1155" y="10752"/>
                    <a:pt x="1608" y="10204"/>
                    <a:pt x="2084" y="9263"/>
                  </a:cubicBezTo>
                  <a:cubicBezTo>
                    <a:pt x="2560" y="8335"/>
                    <a:pt x="3096" y="7001"/>
                    <a:pt x="3227" y="5501"/>
                  </a:cubicBezTo>
                  <a:cubicBezTo>
                    <a:pt x="3310" y="3989"/>
                    <a:pt x="2977" y="2596"/>
                    <a:pt x="2632" y="1608"/>
                  </a:cubicBezTo>
                  <a:cubicBezTo>
                    <a:pt x="2298" y="608"/>
                    <a:pt x="1941" y="0"/>
                    <a:pt x="19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24"/>
            <p:cNvSpPr/>
            <p:nvPr/>
          </p:nvSpPr>
          <p:spPr>
            <a:xfrm>
              <a:off x="4485375" y="2753450"/>
              <a:ext cx="175925" cy="204800"/>
            </a:xfrm>
            <a:custGeom>
              <a:rect b="b" l="l" r="r" t="t"/>
              <a:pathLst>
                <a:path extrusionOk="0" h="8192" w="7037">
                  <a:moveTo>
                    <a:pt x="7037" y="0"/>
                  </a:moveTo>
                  <a:cubicBezTo>
                    <a:pt x="7037" y="0"/>
                    <a:pt x="6358" y="227"/>
                    <a:pt x="5430" y="750"/>
                  </a:cubicBezTo>
                  <a:cubicBezTo>
                    <a:pt x="4513" y="1250"/>
                    <a:pt x="3382" y="2048"/>
                    <a:pt x="2441" y="3167"/>
                  </a:cubicBezTo>
                  <a:cubicBezTo>
                    <a:pt x="1453" y="4263"/>
                    <a:pt x="858" y="5513"/>
                    <a:pt x="488" y="6489"/>
                  </a:cubicBezTo>
                  <a:cubicBezTo>
                    <a:pt x="131" y="7477"/>
                    <a:pt x="0" y="8192"/>
                    <a:pt x="0" y="8192"/>
                  </a:cubicBezTo>
                  <a:cubicBezTo>
                    <a:pt x="0" y="8192"/>
                    <a:pt x="679" y="8013"/>
                    <a:pt x="1631" y="7549"/>
                  </a:cubicBezTo>
                  <a:cubicBezTo>
                    <a:pt x="2572" y="7084"/>
                    <a:pt x="3798" y="6322"/>
                    <a:pt x="4810" y="5203"/>
                  </a:cubicBezTo>
                  <a:cubicBezTo>
                    <a:pt x="5763" y="4025"/>
                    <a:pt x="6323" y="2715"/>
                    <a:pt x="6656" y="1715"/>
                  </a:cubicBezTo>
                  <a:cubicBezTo>
                    <a:pt x="6965" y="715"/>
                    <a:pt x="7037" y="0"/>
                    <a:pt x="70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24"/>
            <p:cNvSpPr/>
            <p:nvPr/>
          </p:nvSpPr>
          <p:spPr>
            <a:xfrm>
              <a:off x="4473750" y="2913025"/>
              <a:ext cx="269425" cy="78375"/>
            </a:xfrm>
            <a:custGeom>
              <a:rect b="b" l="l" r="r" t="t"/>
              <a:pathLst>
                <a:path extrusionOk="0" h="3135" w="10777">
                  <a:moveTo>
                    <a:pt x="5948" y="1"/>
                  </a:moveTo>
                  <a:cubicBezTo>
                    <a:pt x="5746" y="1"/>
                    <a:pt x="5541" y="8"/>
                    <a:pt x="5335" y="23"/>
                  </a:cubicBezTo>
                  <a:cubicBezTo>
                    <a:pt x="3859" y="59"/>
                    <a:pt x="2549" y="487"/>
                    <a:pt x="1584" y="880"/>
                  </a:cubicBezTo>
                  <a:cubicBezTo>
                    <a:pt x="608" y="1297"/>
                    <a:pt x="1" y="1702"/>
                    <a:pt x="1" y="1702"/>
                  </a:cubicBezTo>
                  <a:cubicBezTo>
                    <a:pt x="1" y="1702"/>
                    <a:pt x="596" y="2071"/>
                    <a:pt x="1596" y="2440"/>
                  </a:cubicBezTo>
                  <a:cubicBezTo>
                    <a:pt x="2514" y="2798"/>
                    <a:pt x="3799" y="3135"/>
                    <a:pt x="5205" y="3135"/>
                  </a:cubicBezTo>
                  <a:cubicBezTo>
                    <a:pt x="5295" y="3135"/>
                    <a:pt x="5386" y="3133"/>
                    <a:pt x="5478" y="3130"/>
                  </a:cubicBezTo>
                  <a:cubicBezTo>
                    <a:pt x="6978" y="3023"/>
                    <a:pt x="8323" y="2535"/>
                    <a:pt x="9276" y="2071"/>
                  </a:cubicBezTo>
                  <a:cubicBezTo>
                    <a:pt x="10217" y="1618"/>
                    <a:pt x="10776" y="1178"/>
                    <a:pt x="10776" y="1178"/>
                  </a:cubicBezTo>
                  <a:cubicBezTo>
                    <a:pt x="10776" y="1178"/>
                    <a:pt x="10133" y="844"/>
                    <a:pt x="9145" y="523"/>
                  </a:cubicBezTo>
                  <a:cubicBezTo>
                    <a:pt x="8287" y="257"/>
                    <a:pt x="7166" y="1"/>
                    <a:pt x="59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24"/>
            <p:cNvSpPr/>
            <p:nvPr/>
          </p:nvSpPr>
          <p:spPr>
            <a:xfrm>
              <a:off x="4466925" y="2924000"/>
              <a:ext cx="179800" cy="201550"/>
            </a:xfrm>
            <a:custGeom>
              <a:rect b="b" l="l" r="r" t="t"/>
              <a:pathLst>
                <a:path extrusionOk="0" h="8062" w="7192">
                  <a:moveTo>
                    <a:pt x="0" y="1"/>
                  </a:moveTo>
                  <a:cubicBezTo>
                    <a:pt x="0" y="1"/>
                    <a:pt x="95" y="703"/>
                    <a:pt x="417" y="1691"/>
                  </a:cubicBezTo>
                  <a:cubicBezTo>
                    <a:pt x="762" y="2691"/>
                    <a:pt x="1346" y="3989"/>
                    <a:pt x="2322" y="5144"/>
                  </a:cubicBezTo>
                  <a:cubicBezTo>
                    <a:pt x="3370" y="6251"/>
                    <a:pt x="4584" y="6978"/>
                    <a:pt x="5537" y="7442"/>
                  </a:cubicBezTo>
                  <a:cubicBezTo>
                    <a:pt x="6501" y="7882"/>
                    <a:pt x="7191" y="8061"/>
                    <a:pt x="7191" y="8061"/>
                  </a:cubicBezTo>
                  <a:cubicBezTo>
                    <a:pt x="7191" y="8061"/>
                    <a:pt x="7061" y="7347"/>
                    <a:pt x="6680" y="6370"/>
                  </a:cubicBezTo>
                  <a:cubicBezTo>
                    <a:pt x="6287" y="5382"/>
                    <a:pt x="5667" y="4156"/>
                    <a:pt x="4667" y="3084"/>
                  </a:cubicBezTo>
                  <a:cubicBezTo>
                    <a:pt x="3715" y="1965"/>
                    <a:pt x="2572" y="1203"/>
                    <a:pt x="1631" y="715"/>
                  </a:cubicBezTo>
                  <a:cubicBezTo>
                    <a:pt x="703" y="227"/>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24"/>
            <p:cNvSpPr/>
            <p:nvPr/>
          </p:nvSpPr>
          <p:spPr>
            <a:xfrm>
              <a:off x="4231475" y="2881325"/>
              <a:ext cx="261350" cy="90250"/>
            </a:xfrm>
            <a:custGeom>
              <a:rect b="b" l="l" r="r" t="t"/>
              <a:pathLst>
                <a:path extrusionOk="0" h="3610" w="10454">
                  <a:moveTo>
                    <a:pt x="2962" y="1"/>
                  </a:moveTo>
                  <a:cubicBezTo>
                    <a:pt x="2524" y="1"/>
                    <a:pt x="2116" y="27"/>
                    <a:pt x="1750" y="64"/>
                  </a:cubicBezTo>
                  <a:cubicBezTo>
                    <a:pt x="703" y="172"/>
                    <a:pt x="0" y="386"/>
                    <a:pt x="0" y="386"/>
                  </a:cubicBezTo>
                  <a:cubicBezTo>
                    <a:pt x="0" y="386"/>
                    <a:pt x="477" y="922"/>
                    <a:pt x="1286" y="1565"/>
                  </a:cubicBezTo>
                  <a:cubicBezTo>
                    <a:pt x="2131" y="2208"/>
                    <a:pt x="3334" y="2958"/>
                    <a:pt x="4798" y="3374"/>
                  </a:cubicBezTo>
                  <a:cubicBezTo>
                    <a:pt x="5554" y="3545"/>
                    <a:pt x="6298" y="3610"/>
                    <a:pt x="6982" y="3610"/>
                  </a:cubicBezTo>
                  <a:cubicBezTo>
                    <a:pt x="7635" y="3610"/>
                    <a:pt x="8234" y="3551"/>
                    <a:pt x="8739" y="3470"/>
                  </a:cubicBezTo>
                  <a:cubicBezTo>
                    <a:pt x="9787" y="3327"/>
                    <a:pt x="10454" y="3077"/>
                    <a:pt x="10454" y="3077"/>
                  </a:cubicBezTo>
                  <a:cubicBezTo>
                    <a:pt x="10454" y="3077"/>
                    <a:pt x="9942" y="2553"/>
                    <a:pt x="9085" y="1958"/>
                  </a:cubicBezTo>
                  <a:cubicBezTo>
                    <a:pt x="8216" y="1350"/>
                    <a:pt x="7013" y="684"/>
                    <a:pt x="5584" y="350"/>
                  </a:cubicBezTo>
                  <a:cubicBezTo>
                    <a:pt x="4667" y="88"/>
                    <a:pt x="3765" y="1"/>
                    <a:pt x="29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24"/>
            <p:cNvSpPr/>
            <p:nvPr/>
          </p:nvSpPr>
          <p:spPr>
            <a:xfrm>
              <a:off x="4350225" y="2724575"/>
              <a:ext cx="133075" cy="235475"/>
            </a:xfrm>
            <a:custGeom>
              <a:rect b="b" l="l" r="r" t="t"/>
              <a:pathLst>
                <a:path extrusionOk="0" h="9419" w="5323">
                  <a:moveTo>
                    <a:pt x="60" y="0"/>
                  </a:moveTo>
                  <a:cubicBezTo>
                    <a:pt x="60" y="0"/>
                    <a:pt x="1" y="703"/>
                    <a:pt x="84" y="1751"/>
                  </a:cubicBezTo>
                  <a:cubicBezTo>
                    <a:pt x="191" y="2798"/>
                    <a:pt x="489" y="4191"/>
                    <a:pt x="1191" y="5537"/>
                  </a:cubicBezTo>
                  <a:cubicBezTo>
                    <a:pt x="1965" y="6846"/>
                    <a:pt x="2989" y="7823"/>
                    <a:pt x="3823" y="8466"/>
                  </a:cubicBezTo>
                  <a:cubicBezTo>
                    <a:pt x="4656" y="9109"/>
                    <a:pt x="5299" y="9418"/>
                    <a:pt x="5299" y="9418"/>
                  </a:cubicBezTo>
                  <a:cubicBezTo>
                    <a:pt x="5299" y="9418"/>
                    <a:pt x="5323" y="8704"/>
                    <a:pt x="5168" y="7668"/>
                  </a:cubicBezTo>
                  <a:cubicBezTo>
                    <a:pt x="5013" y="6620"/>
                    <a:pt x="4668" y="5287"/>
                    <a:pt x="3930" y="4013"/>
                  </a:cubicBezTo>
                  <a:cubicBezTo>
                    <a:pt x="3239" y="2727"/>
                    <a:pt x="2287" y="1727"/>
                    <a:pt x="1489" y="1036"/>
                  </a:cubicBezTo>
                  <a:cubicBezTo>
                    <a:pt x="691" y="358"/>
                    <a:pt x="61" y="0"/>
                    <a:pt x="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24"/>
            <p:cNvSpPr/>
            <p:nvPr/>
          </p:nvSpPr>
          <p:spPr>
            <a:xfrm>
              <a:off x="4474250" y="2808875"/>
              <a:ext cx="137175" cy="149150"/>
            </a:xfrm>
            <a:custGeom>
              <a:rect b="b" l="l" r="r" t="t"/>
              <a:pathLst>
                <a:path extrusionOk="0" h="5966" w="5487">
                  <a:moveTo>
                    <a:pt x="5254" y="1"/>
                  </a:moveTo>
                  <a:cubicBezTo>
                    <a:pt x="5217" y="1"/>
                    <a:pt x="5179" y="18"/>
                    <a:pt x="5148" y="57"/>
                  </a:cubicBezTo>
                  <a:cubicBezTo>
                    <a:pt x="3612" y="2046"/>
                    <a:pt x="2088" y="4082"/>
                    <a:pt x="124" y="5689"/>
                  </a:cubicBezTo>
                  <a:cubicBezTo>
                    <a:pt x="1" y="5793"/>
                    <a:pt x="126" y="5965"/>
                    <a:pt x="261" y="5965"/>
                  </a:cubicBezTo>
                  <a:cubicBezTo>
                    <a:pt x="295" y="5965"/>
                    <a:pt x="330" y="5954"/>
                    <a:pt x="362" y="5927"/>
                  </a:cubicBezTo>
                  <a:cubicBezTo>
                    <a:pt x="2315" y="4320"/>
                    <a:pt x="3839" y="2296"/>
                    <a:pt x="5386" y="307"/>
                  </a:cubicBezTo>
                  <a:cubicBezTo>
                    <a:pt x="5486" y="171"/>
                    <a:pt x="5372" y="1"/>
                    <a:pt x="52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24"/>
            <p:cNvSpPr/>
            <p:nvPr/>
          </p:nvSpPr>
          <p:spPr>
            <a:xfrm>
              <a:off x="4475400" y="2765200"/>
              <a:ext cx="29500" cy="192100"/>
            </a:xfrm>
            <a:custGeom>
              <a:rect b="b" l="l" r="r" t="t"/>
              <a:pathLst>
                <a:path extrusionOk="0" h="7684" w="1180">
                  <a:moveTo>
                    <a:pt x="1015" y="1"/>
                  </a:moveTo>
                  <a:cubicBezTo>
                    <a:pt x="932" y="1"/>
                    <a:pt x="846" y="54"/>
                    <a:pt x="840" y="161"/>
                  </a:cubicBezTo>
                  <a:cubicBezTo>
                    <a:pt x="590" y="2614"/>
                    <a:pt x="256" y="5067"/>
                    <a:pt x="6" y="7531"/>
                  </a:cubicBezTo>
                  <a:cubicBezTo>
                    <a:pt x="0" y="7632"/>
                    <a:pt x="81" y="7683"/>
                    <a:pt x="164" y="7683"/>
                  </a:cubicBezTo>
                  <a:cubicBezTo>
                    <a:pt x="247" y="7683"/>
                    <a:pt x="334" y="7632"/>
                    <a:pt x="340" y="7531"/>
                  </a:cubicBezTo>
                  <a:cubicBezTo>
                    <a:pt x="590" y="5067"/>
                    <a:pt x="923" y="2614"/>
                    <a:pt x="1173" y="161"/>
                  </a:cubicBezTo>
                  <a:cubicBezTo>
                    <a:pt x="1179" y="54"/>
                    <a:pt x="1099" y="1"/>
                    <a:pt x="10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24"/>
            <p:cNvSpPr/>
            <p:nvPr/>
          </p:nvSpPr>
          <p:spPr>
            <a:xfrm>
              <a:off x="4477050" y="2934050"/>
              <a:ext cx="194975" cy="27550"/>
            </a:xfrm>
            <a:custGeom>
              <a:rect b="b" l="l" r="r" t="t"/>
              <a:pathLst>
                <a:path extrusionOk="0" h="1102" w="7799">
                  <a:moveTo>
                    <a:pt x="7624" y="1"/>
                  </a:moveTo>
                  <a:cubicBezTo>
                    <a:pt x="7616" y="1"/>
                    <a:pt x="7606" y="2"/>
                    <a:pt x="7596" y="3"/>
                  </a:cubicBezTo>
                  <a:cubicBezTo>
                    <a:pt x="5143" y="277"/>
                    <a:pt x="2667" y="480"/>
                    <a:pt x="214" y="777"/>
                  </a:cubicBezTo>
                  <a:cubicBezTo>
                    <a:pt x="11" y="800"/>
                    <a:pt x="0" y="1101"/>
                    <a:pt x="183" y="1101"/>
                  </a:cubicBezTo>
                  <a:cubicBezTo>
                    <a:pt x="193" y="1101"/>
                    <a:pt x="203" y="1101"/>
                    <a:pt x="214" y="1099"/>
                  </a:cubicBezTo>
                  <a:cubicBezTo>
                    <a:pt x="2667" y="813"/>
                    <a:pt x="5143" y="622"/>
                    <a:pt x="7596" y="325"/>
                  </a:cubicBezTo>
                  <a:cubicBezTo>
                    <a:pt x="7789" y="314"/>
                    <a:pt x="7798" y="1"/>
                    <a:pt x="76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24"/>
            <p:cNvSpPr/>
            <p:nvPr/>
          </p:nvSpPr>
          <p:spPr>
            <a:xfrm>
              <a:off x="4472450" y="2951475"/>
              <a:ext cx="142475" cy="140050"/>
            </a:xfrm>
            <a:custGeom>
              <a:rect b="b" l="l" r="r" t="t"/>
              <a:pathLst>
                <a:path extrusionOk="0" h="5602" w="5699">
                  <a:moveTo>
                    <a:pt x="249" y="0"/>
                  </a:moveTo>
                  <a:cubicBezTo>
                    <a:pt x="122" y="0"/>
                    <a:pt x="1" y="171"/>
                    <a:pt x="112" y="283"/>
                  </a:cubicBezTo>
                  <a:cubicBezTo>
                    <a:pt x="1875" y="2021"/>
                    <a:pt x="3577" y="3831"/>
                    <a:pt x="5339" y="5557"/>
                  </a:cubicBezTo>
                  <a:cubicBezTo>
                    <a:pt x="5375" y="5588"/>
                    <a:pt x="5414" y="5601"/>
                    <a:pt x="5452" y="5601"/>
                  </a:cubicBezTo>
                  <a:cubicBezTo>
                    <a:pt x="5586" y="5601"/>
                    <a:pt x="5699" y="5431"/>
                    <a:pt x="5577" y="5319"/>
                  </a:cubicBezTo>
                  <a:cubicBezTo>
                    <a:pt x="3815" y="3569"/>
                    <a:pt x="2113" y="1771"/>
                    <a:pt x="351" y="45"/>
                  </a:cubicBezTo>
                  <a:cubicBezTo>
                    <a:pt x="320" y="14"/>
                    <a:pt x="284" y="0"/>
                    <a:pt x="2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24"/>
            <p:cNvSpPr/>
            <p:nvPr/>
          </p:nvSpPr>
          <p:spPr>
            <a:xfrm>
              <a:off x="4379325" y="2791725"/>
              <a:ext cx="105450" cy="167600"/>
            </a:xfrm>
            <a:custGeom>
              <a:rect b="b" l="l" r="r" t="t"/>
              <a:pathLst>
                <a:path extrusionOk="0" h="6704" w="4218">
                  <a:moveTo>
                    <a:pt x="230" y="0"/>
                  </a:moveTo>
                  <a:cubicBezTo>
                    <a:pt x="117" y="0"/>
                    <a:pt x="0" y="119"/>
                    <a:pt x="75" y="243"/>
                  </a:cubicBezTo>
                  <a:cubicBezTo>
                    <a:pt x="1349" y="2363"/>
                    <a:pt x="2575" y="4518"/>
                    <a:pt x="3849" y="6625"/>
                  </a:cubicBezTo>
                  <a:cubicBezTo>
                    <a:pt x="3883" y="6681"/>
                    <a:pt x="3934" y="6704"/>
                    <a:pt x="3986" y="6704"/>
                  </a:cubicBezTo>
                  <a:cubicBezTo>
                    <a:pt x="4101" y="6704"/>
                    <a:pt x="4217" y="6590"/>
                    <a:pt x="4135" y="6458"/>
                  </a:cubicBezTo>
                  <a:cubicBezTo>
                    <a:pt x="2861" y="4351"/>
                    <a:pt x="1635" y="2196"/>
                    <a:pt x="361" y="77"/>
                  </a:cubicBezTo>
                  <a:cubicBezTo>
                    <a:pt x="328" y="23"/>
                    <a:pt x="280" y="0"/>
                    <a:pt x="2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24"/>
            <p:cNvSpPr/>
            <p:nvPr/>
          </p:nvSpPr>
          <p:spPr>
            <a:xfrm>
              <a:off x="4290675" y="2908450"/>
              <a:ext cx="193175" cy="48750"/>
            </a:xfrm>
            <a:custGeom>
              <a:rect b="b" l="l" r="r" t="t"/>
              <a:pathLst>
                <a:path extrusionOk="0" h="1950" w="7727">
                  <a:moveTo>
                    <a:pt x="254" y="1"/>
                  </a:moveTo>
                  <a:cubicBezTo>
                    <a:pt x="65" y="1"/>
                    <a:pt x="1" y="280"/>
                    <a:pt x="192" y="325"/>
                  </a:cubicBezTo>
                  <a:cubicBezTo>
                    <a:pt x="2621" y="825"/>
                    <a:pt x="5014" y="1420"/>
                    <a:pt x="7443" y="1944"/>
                  </a:cubicBezTo>
                  <a:cubicBezTo>
                    <a:pt x="7458" y="1948"/>
                    <a:pt x="7473" y="1949"/>
                    <a:pt x="7487" y="1949"/>
                  </a:cubicBezTo>
                  <a:cubicBezTo>
                    <a:pt x="7668" y="1949"/>
                    <a:pt x="7726" y="1679"/>
                    <a:pt x="7538" y="1635"/>
                  </a:cubicBezTo>
                  <a:cubicBezTo>
                    <a:pt x="5109" y="1123"/>
                    <a:pt x="2704" y="527"/>
                    <a:pt x="287" y="3"/>
                  </a:cubicBezTo>
                  <a:cubicBezTo>
                    <a:pt x="276" y="1"/>
                    <a:pt x="264" y="1"/>
                    <a:pt x="2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24"/>
            <p:cNvSpPr/>
            <p:nvPr/>
          </p:nvSpPr>
          <p:spPr>
            <a:xfrm>
              <a:off x="4332425" y="2951200"/>
              <a:ext cx="154350" cy="483225"/>
            </a:xfrm>
            <a:custGeom>
              <a:rect b="b" l="l" r="r" t="t"/>
              <a:pathLst>
                <a:path extrusionOk="0" h="19329" w="6174">
                  <a:moveTo>
                    <a:pt x="5977" y="0"/>
                  </a:moveTo>
                  <a:cubicBezTo>
                    <a:pt x="5913" y="0"/>
                    <a:pt x="5849" y="36"/>
                    <a:pt x="5821" y="115"/>
                  </a:cubicBezTo>
                  <a:cubicBezTo>
                    <a:pt x="3856" y="4913"/>
                    <a:pt x="2189" y="9831"/>
                    <a:pt x="951" y="14879"/>
                  </a:cubicBezTo>
                  <a:cubicBezTo>
                    <a:pt x="606" y="16284"/>
                    <a:pt x="296" y="17689"/>
                    <a:pt x="22" y="19117"/>
                  </a:cubicBezTo>
                  <a:cubicBezTo>
                    <a:pt x="1" y="19247"/>
                    <a:pt x="109" y="19328"/>
                    <a:pt x="206" y="19328"/>
                  </a:cubicBezTo>
                  <a:cubicBezTo>
                    <a:pt x="270" y="19328"/>
                    <a:pt x="330" y="19293"/>
                    <a:pt x="344" y="19213"/>
                  </a:cubicBezTo>
                  <a:cubicBezTo>
                    <a:pt x="1296" y="14141"/>
                    <a:pt x="2761" y="9164"/>
                    <a:pt x="4535" y="4318"/>
                  </a:cubicBezTo>
                  <a:cubicBezTo>
                    <a:pt x="5047" y="2949"/>
                    <a:pt x="5583" y="1580"/>
                    <a:pt x="6130" y="222"/>
                  </a:cubicBezTo>
                  <a:cubicBezTo>
                    <a:pt x="6174" y="85"/>
                    <a:pt x="6076" y="0"/>
                    <a:pt x="59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24"/>
            <p:cNvSpPr/>
            <p:nvPr/>
          </p:nvSpPr>
          <p:spPr>
            <a:xfrm>
              <a:off x="3920125" y="3155875"/>
              <a:ext cx="926925" cy="530150"/>
            </a:xfrm>
            <a:custGeom>
              <a:rect b="b" l="l" r="r" t="t"/>
              <a:pathLst>
                <a:path extrusionOk="0" h="21206" w="37077">
                  <a:moveTo>
                    <a:pt x="13514" y="0"/>
                  </a:moveTo>
                  <a:cubicBezTo>
                    <a:pt x="13514" y="0"/>
                    <a:pt x="0" y="10276"/>
                    <a:pt x="10061" y="21205"/>
                  </a:cubicBezTo>
                  <a:lnTo>
                    <a:pt x="27016" y="21205"/>
                  </a:lnTo>
                  <a:cubicBezTo>
                    <a:pt x="37076" y="10299"/>
                    <a:pt x="23563" y="0"/>
                    <a:pt x="235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50" name="Shape 7650"/>
        <p:cNvGrpSpPr/>
        <p:nvPr/>
      </p:nvGrpSpPr>
      <p:grpSpPr>
        <a:xfrm>
          <a:off x="0" y="0"/>
          <a:ext cx="0" cy="0"/>
          <a:chOff x="0" y="0"/>
          <a:chExt cx="0" cy="0"/>
        </a:xfrm>
      </p:grpSpPr>
      <p:sp>
        <p:nvSpPr>
          <p:cNvPr id="7651" name="Google Shape;7651;p125"/>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7652" name="Google Shape;7652;p125"/>
          <p:cNvGrpSpPr/>
          <p:nvPr/>
        </p:nvGrpSpPr>
        <p:grpSpPr>
          <a:xfrm>
            <a:off x="2295139" y="1621612"/>
            <a:ext cx="1077108" cy="2369952"/>
            <a:chOff x="2363000" y="3268875"/>
            <a:chExt cx="717450" cy="1578600"/>
          </a:xfrm>
        </p:grpSpPr>
        <p:sp>
          <p:nvSpPr>
            <p:cNvPr id="7653" name="Google Shape;7653;p125"/>
            <p:cNvSpPr/>
            <p:nvPr/>
          </p:nvSpPr>
          <p:spPr>
            <a:xfrm>
              <a:off x="2677100" y="4357225"/>
              <a:ext cx="286375" cy="343800"/>
            </a:xfrm>
            <a:custGeom>
              <a:rect b="b" l="l" r="r" t="t"/>
              <a:pathLst>
                <a:path extrusionOk="0" h="13752" w="11455">
                  <a:moveTo>
                    <a:pt x="5823" y="0"/>
                  </a:moveTo>
                  <a:cubicBezTo>
                    <a:pt x="5823" y="0"/>
                    <a:pt x="2263" y="9168"/>
                    <a:pt x="1" y="11978"/>
                  </a:cubicBezTo>
                  <a:lnTo>
                    <a:pt x="2632" y="13752"/>
                  </a:lnTo>
                  <a:cubicBezTo>
                    <a:pt x="2632" y="13752"/>
                    <a:pt x="6121" y="9168"/>
                    <a:pt x="7918" y="6679"/>
                  </a:cubicBezTo>
                  <a:cubicBezTo>
                    <a:pt x="8216" y="6275"/>
                    <a:pt x="11455" y="964"/>
                    <a:pt x="11455" y="964"/>
                  </a:cubicBezTo>
                  <a:lnTo>
                    <a:pt x="5823" y="0"/>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25"/>
            <p:cNvSpPr/>
            <p:nvPr/>
          </p:nvSpPr>
          <p:spPr>
            <a:xfrm>
              <a:off x="2622350" y="4653675"/>
              <a:ext cx="151825" cy="193800"/>
            </a:xfrm>
            <a:custGeom>
              <a:rect b="b" l="l" r="r" t="t"/>
              <a:pathLst>
                <a:path extrusionOk="0" h="7752" w="6073">
                  <a:moveTo>
                    <a:pt x="2250" y="1"/>
                  </a:moveTo>
                  <a:lnTo>
                    <a:pt x="1131" y="1298"/>
                  </a:lnTo>
                  <a:lnTo>
                    <a:pt x="333" y="2334"/>
                  </a:lnTo>
                  <a:cubicBezTo>
                    <a:pt x="0" y="2751"/>
                    <a:pt x="36" y="3334"/>
                    <a:pt x="417" y="3727"/>
                  </a:cubicBezTo>
                  <a:lnTo>
                    <a:pt x="5417" y="7752"/>
                  </a:lnTo>
                  <a:cubicBezTo>
                    <a:pt x="5548" y="7656"/>
                    <a:pt x="5656" y="7537"/>
                    <a:pt x="5751" y="7394"/>
                  </a:cubicBezTo>
                  <a:cubicBezTo>
                    <a:pt x="6001" y="7013"/>
                    <a:pt x="6072" y="6525"/>
                    <a:pt x="5941" y="6061"/>
                  </a:cubicBezTo>
                  <a:lnTo>
                    <a:pt x="4941" y="3989"/>
                  </a:lnTo>
                  <a:lnTo>
                    <a:pt x="4739" y="3561"/>
                  </a:lnTo>
                  <a:lnTo>
                    <a:pt x="4477" y="3049"/>
                  </a:lnTo>
                  <a:cubicBezTo>
                    <a:pt x="4382" y="2834"/>
                    <a:pt x="4393" y="2560"/>
                    <a:pt x="4536" y="2358"/>
                  </a:cubicBezTo>
                  <a:lnTo>
                    <a:pt x="4894" y="1834"/>
                  </a:lnTo>
                  <a:lnTo>
                    <a:pt x="22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25"/>
            <p:cNvSpPr/>
            <p:nvPr/>
          </p:nvSpPr>
          <p:spPr>
            <a:xfrm>
              <a:off x="2709550" y="4740000"/>
              <a:ext cx="31275" cy="6275"/>
            </a:xfrm>
            <a:custGeom>
              <a:rect b="b" l="l" r="r" t="t"/>
              <a:pathLst>
                <a:path extrusionOk="0" fill="none" h="251" w="1251">
                  <a:moveTo>
                    <a:pt x="1251" y="0"/>
                  </a:moveTo>
                  <a:cubicBezTo>
                    <a:pt x="667" y="119"/>
                    <a:pt x="560" y="108"/>
                    <a:pt x="1" y="250"/>
                  </a:cubicBezTo>
                  <a:lnTo>
                    <a:pt x="72" y="250"/>
                  </a:lnTo>
                </a:path>
              </a:pathLst>
            </a:custGeom>
            <a:noFill/>
            <a:ln cap="rnd"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25"/>
            <p:cNvSpPr/>
            <p:nvPr/>
          </p:nvSpPr>
          <p:spPr>
            <a:xfrm>
              <a:off x="2716400" y="4751300"/>
              <a:ext cx="28000" cy="8075"/>
            </a:xfrm>
            <a:custGeom>
              <a:rect b="b" l="l" r="r" t="t"/>
              <a:pathLst>
                <a:path extrusionOk="0" fill="none" h="323" w="1120">
                  <a:moveTo>
                    <a:pt x="1120" y="1"/>
                  </a:moveTo>
                  <a:cubicBezTo>
                    <a:pt x="596" y="144"/>
                    <a:pt x="536" y="156"/>
                    <a:pt x="0" y="322"/>
                  </a:cubicBezTo>
                </a:path>
              </a:pathLst>
            </a:custGeom>
            <a:noFill/>
            <a:ln cap="rnd"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25"/>
            <p:cNvSpPr/>
            <p:nvPr/>
          </p:nvSpPr>
          <p:spPr>
            <a:xfrm>
              <a:off x="2622350" y="4685225"/>
              <a:ext cx="143175" cy="162250"/>
            </a:xfrm>
            <a:custGeom>
              <a:rect b="b" l="l" r="r" t="t"/>
              <a:pathLst>
                <a:path extrusionOk="0" h="6490" w="5727">
                  <a:moveTo>
                    <a:pt x="1119" y="1"/>
                  </a:moveTo>
                  <a:lnTo>
                    <a:pt x="310" y="1048"/>
                  </a:lnTo>
                  <a:cubicBezTo>
                    <a:pt x="0" y="1489"/>
                    <a:pt x="36" y="2072"/>
                    <a:pt x="405" y="2465"/>
                  </a:cubicBezTo>
                  <a:lnTo>
                    <a:pt x="5406" y="6490"/>
                  </a:lnTo>
                  <a:cubicBezTo>
                    <a:pt x="5536" y="6382"/>
                    <a:pt x="5644" y="6275"/>
                    <a:pt x="5727" y="6132"/>
                  </a:cubicBezTo>
                  <a:lnTo>
                    <a:pt x="1405" y="2715"/>
                  </a:lnTo>
                  <a:cubicBezTo>
                    <a:pt x="1476" y="2549"/>
                    <a:pt x="1548" y="2370"/>
                    <a:pt x="1596" y="2180"/>
                  </a:cubicBezTo>
                  <a:cubicBezTo>
                    <a:pt x="1715" y="1763"/>
                    <a:pt x="1738" y="1298"/>
                    <a:pt x="1619" y="882"/>
                  </a:cubicBezTo>
                  <a:cubicBezTo>
                    <a:pt x="1536" y="548"/>
                    <a:pt x="1369" y="239"/>
                    <a:pt x="11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25"/>
            <p:cNvSpPr/>
            <p:nvPr/>
          </p:nvSpPr>
          <p:spPr>
            <a:xfrm>
              <a:off x="2520850" y="4202725"/>
              <a:ext cx="164925" cy="236675"/>
            </a:xfrm>
            <a:custGeom>
              <a:rect b="b" l="l" r="r" t="t"/>
              <a:pathLst>
                <a:path extrusionOk="0" h="9467" w="6597">
                  <a:moveTo>
                    <a:pt x="0" y="1"/>
                  </a:moveTo>
                  <a:lnTo>
                    <a:pt x="3358" y="9466"/>
                  </a:lnTo>
                  <a:lnTo>
                    <a:pt x="6596" y="8466"/>
                  </a:lnTo>
                  <a:lnTo>
                    <a:pt x="5644" y="6406"/>
                  </a:lnTo>
                  <a:cubicBezTo>
                    <a:pt x="5179" y="5347"/>
                    <a:pt x="4513" y="596"/>
                    <a:pt x="4513" y="596"/>
                  </a:cubicBezTo>
                  <a:lnTo>
                    <a:pt x="0" y="1"/>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25"/>
            <p:cNvSpPr/>
            <p:nvPr/>
          </p:nvSpPr>
          <p:spPr>
            <a:xfrm>
              <a:off x="2535425" y="4388175"/>
              <a:ext cx="172675" cy="165525"/>
            </a:xfrm>
            <a:custGeom>
              <a:rect b="b" l="l" r="r" t="t"/>
              <a:pathLst>
                <a:path extrusionOk="0" h="6621" w="6907">
                  <a:moveTo>
                    <a:pt x="5454" y="0"/>
                  </a:moveTo>
                  <a:lnTo>
                    <a:pt x="2417" y="1048"/>
                  </a:lnTo>
                  <a:lnTo>
                    <a:pt x="2632" y="1643"/>
                  </a:lnTo>
                  <a:cubicBezTo>
                    <a:pt x="2715" y="1881"/>
                    <a:pt x="2656" y="2155"/>
                    <a:pt x="2501" y="2334"/>
                  </a:cubicBezTo>
                  <a:lnTo>
                    <a:pt x="2120" y="2763"/>
                  </a:lnTo>
                  <a:lnTo>
                    <a:pt x="1810" y="3120"/>
                  </a:lnTo>
                  <a:lnTo>
                    <a:pt x="310" y="4846"/>
                  </a:lnTo>
                  <a:cubicBezTo>
                    <a:pt x="48" y="5251"/>
                    <a:pt x="0" y="5739"/>
                    <a:pt x="143" y="6192"/>
                  </a:cubicBezTo>
                  <a:cubicBezTo>
                    <a:pt x="191" y="6334"/>
                    <a:pt x="262" y="6489"/>
                    <a:pt x="370" y="6620"/>
                  </a:cubicBezTo>
                  <a:lnTo>
                    <a:pt x="6263" y="4072"/>
                  </a:lnTo>
                  <a:cubicBezTo>
                    <a:pt x="6704" y="3810"/>
                    <a:pt x="6906" y="3239"/>
                    <a:pt x="6692" y="2751"/>
                  </a:cubicBezTo>
                  <a:lnTo>
                    <a:pt x="6192" y="1524"/>
                  </a:lnTo>
                  <a:lnTo>
                    <a:pt x="545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25"/>
            <p:cNvSpPr/>
            <p:nvPr/>
          </p:nvSpPr>
          <p:spPr>
            <a:xfrm>
              <a:off x="2589300" y="4454250"/>
              <a:ext cx="28600" cy="14600"/>
            </a:xfrm>
            <a:custGeom>
              <a:rect b="b" l="l" r="r" t="t"/>
              <a:pathLst>
                <a:path extrusionOk="0" fill="none" h="584" w="1144">
                  <a:moveTo>
                    <a:pt x="0" y="0"/>
                  </a:moveTo>
                  <a:cubicBezTo>
                    <a:pt x="524" y="274"/>
                    <a:pt x="620" y="286"/>
                    <a:pt x="1143" y="584"/>
                  </a:cubicBezTo>
                  <a:cubicBezTo>
                    <a:pt x="1120" y="572"/>
                    <a:pt x="1096" y="572"/>
                    <a:pt x="1072" y="548"/>
                  </a:cubicBezTo>
                </a:path>
              </a:pathLst>
            </a:custGeom>
            <a:noFill/>
            <a:ln cap="rnd"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25"/>
            <p:cNvSpPr/>
            <p:nvPr/>
          </p:nvSpPr>
          <p:spPr>
            <a:xfrm>
              <a:off x="2582450" y="4464075"/>
              <a:ext cx="24725" cy="15200"/>
            </a:xfrm>
            <a:custGeom>
              <a:rect b="b" l="l" r="r" t="t"/>
              <a:pathLst>
                <a:path extrusionOk="0" fill="none" h="608" w="989">
                  <a:moveTo>
                    <a:pt x="1" y="0"/>
                  </a:moveTo>
                  <a:cubicBezTo>
                    <a:pt x="465" y="298"/>
                    <a:pt x="525" y="310"/>
                    <a:pt x="989" y="608"/>
                  </a:cubicBezTo>
                </a:path>
              </a:pathLst>
            </a:custGeom>
            <a:noFill/>
            <a:ln cap="rnd"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25"/>
            <p:cNvSpPr/>
            <p:nvPr/>
          </p:nvSpPr>
          <p:spPr>
            <a:xfrm>
              <a:off x="2538700" y="4426875"/>
              <a:ext cx="169400" cy="126825"/>
            </a:xfrm>
            <a:custGeom>
              <a:rect b="b" l="l" r="r" t="t"/>
              <a:pathLst>
                <a:path extrusionOk="0" h="5073" w="6776">
                  <a:moveTo>
                    <a:pt x="6073" y="0"/>
                  </a:moveTo>
                  <a:cubicBezTo>
                    <a:pt x="5775" y="143"/>
                    <a:pt x="5525" y="393"/>
                    <a:pt x="5358" y="691"/>
                  </a:cubicBezTo>
                  <a:cubicBezTo>
                    <a:pt x="5132" y="1072"/>
                    <a:pt x="5049" y="1512"/>
                    <a:pt x="5049" y="1941"/>
                  </a:cubicBezTo>
                  <a:cubicBezTo>
                    <a:pt x="5049" y="2143"/>
                    <a:pt x="5061" y="2334"/>
                    <a:pt x="5084" y="2512"/>
                  </a:cubicBezTo>
                  <a:lnTo>
                    <a:pt x="0" y="4644"/>
                  </a:lnTo>
                  <a:cubicBezTo>
                    <a:pt x="36" y="4786"/>
                    <a:pt x="119" y="4941"/>
                    <a:pt x="215" y="5072"/>
                  </a:cubicBezTo>
                  <a:lnTo>
                    <a:pt x="6120" y="2524"/>
                  </a:lnTo>
                  <a:cubicBezTo>
                    <a:pt x="6573" y="2262"/>
                    <a:pt x="6775" y="1691"/>
                    <a:pt x="6573" y="1215"/>
                  </a:cubicBezTo>
                  <a:lnTo>
                    <a:pt x="607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25"/>
            <p:cNvSpPr/>
            <p:nvPr/>
          </p:nvSpPr>
          <p:spPr>
            <a:xfrm>
              <a:off x="2493450" y="4032475"/>
              <a:ext cx="281025" cy="269700"/>
            </a:xfrm>
            <a:custGeom>
              <a:rect b="b" l="l" r="r" t="t"/>
              <a:pathLst>
                <a:path extrusionOk="0" h="10788" w="11241">
                  <a:moveTo>
                    <a:pt x="10395" y="0"/>
                  </a:moveTo>
                  <a:cubicBezTo>
                    <a:pt x="10395" y="0"/>
                    <a:pt x="8966" y="143"/>
                    <a:pt x="7144" y="739"/>
                  </a:cubicBezTo>
                  <a:cubicBezTo>
                    <a:pt x="4525" y="1608"/>
                    <a:pt x="1120" y="3370"/>
                    <a:pt x="1" y="6942"/>
                  </a:cubicBezTo>
                  <a:lnTo>
                    <a:pt x="1418" y="7751"/>
                  </a:lnTo>
                  <a:lnTo>
                    <a:pt x="6061" y="10394"/>
                  </a:lnTo>
                  <a:lnTo>
                    <a:pt x="6740" y="10787"/>
                  </a:lnTo>
                  <a:cubicBezTo>
                    <a:pt x="6740" y="10787"/>
                    <a:pt x="6740" y="8097"/>
                    <a:pt x="8680" y="7561"/>
                  </a:cubicBezTo>
                  <a:cubicBezTo>
                    <a:pt x="9992" y="7201"/>
                    <a:pt x="10696" y="7142"/>
                    <a:pt x="11018" y="7142"/>
                  </a:cubicBezTo>
                  <a:cubicBezTo>
                    <a:pt x="11175" y="7142"/>
                    <a:pt x="11240" y="7156"/>
                    <a:pt x="11240" y="7156"/>
                  </a:cubicBezTo>
                  <a:lnTo>
                    <a:pt x="10478" y="798"/>
                  </a:lnTo>
                  <a:lnTo>
                    <a:pt x="10395" y="36"/>
                  </a:lnTo>
                  <a:lnTo>
                    <a:pt x="103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25"/>
            <p:cNvSpPr/>
            <p:nvPr/>
          </p:nvSpPr>
          <p:spPr>
            <a:xfrm>
              <a:off x="2753300" y="4032475"/>
              <a:ext cx="276550" cy="434000"/>
            </a:xfrm>
            <a:custGeom>
              <a:rect b="b" l="l" r="r" t="t"/>
              <a:pathLst>
                <a:path extrusionOk="0" h="17360" w="11062">
                  <a:moveTo>
                    <a:pt x="1" y="0"/>
                  </a:moveTo>
                  <a:lnTo>
                    <a:pt x="870" y="7144"/>
                  </a:lnTo>
                  <a:cubicBezTo>
                    <a:pt x="3108" y="10013"/>
                    <a:pt x="1620" y="13181"/>
                    <a:pt x="1620" y="13181"/>
                  </a:cubicBezTo>
                  <a:cubicBezTo>
                    <a:pt x="3906" y="16109"/>
                    <a:pt x="7037" y="17360"/>
                    <a:pt x="7037" y="17360"/>
                  </a:cubicBezTo>
                  <a:cubicBezTo>
                    <a:pt x="7835" y="16574"/>
                    <a:pt x="9347" y="12180"/>
                    <a:pt x="10121" y="9906"/>
                  </a:cubicBezTo>
                  <a:cubicBezTo>
                    <a:pt x="10895" y="7632"/>
                    <a:pt x="11062" y="3644"/>
                    <a:pt x="11062" y="3644"/>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25"/>
            <p:cNvSpPr/>
            <p:nvPr/>
          </p:nvSpPr>
          <p:spPr>
            <a:xfrm>
              <a:off x="2957200" y="4120875"/>
              <a:ext cx="1225" cy="2400"/>
            </a:xfrm>
            <a:custGeom>
              <a:rect b="b" l="l" r="r" t="t"/>
              <a:pathLst>
                <a:path extrusionOk="0" fill="none" h="96" w="49">
                  <a:moveTo>
                    <a:pt x="1" y="0"/>
                  </a:moveTo>
                  <a:lnTo>
                    <a:pt x="48" y="96"/>
                  </a:lnTo>
                </a:path>
              </a:pathLst>
            </a:custGeom>
            <a:noFill/>
            <a:ln cap="rnd" cmpd="sng" w="2375">
              <a:solidFill>
                <a:srgbClr val="AD946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25"/>
            <p:cNvSpPr/>
            <p:nvPr/>
          </p:nvSpPr>
          <p:spPr>
            <a:xfrm>
              <a:off x="2961675" y="4129800"/>
              <a:ext cx="55975" cy="61050"/>
            </a:xfrm>
            <a:custGeom>
              <a:rect b="b" l="l" r="r" t="t"/>
              <a:pathLst>
                <a:path extrusionOk="0" fill="none" h="2442" w="2239">
                  <a:moveTo>
                    <a:pt x="0" y="1"/>
                  </a:moveTo>
                  <a:cubicBezTo>
                    <a:pt x="357" y="656"/>
                    <a:pt x="1191" y="2013"/>
                    <a:pt x="2239" y="2441"/>
                  </a:cubicBezTo>
                </a:path>
              </a:pathLst>
            </a:custGeom>
            <a:noFill/>
            <a:ln cap="rnd"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25"/>
            <p:cNvSpPr/>
            <p:nvPr/>
          </p:nvSpPr>
          <p:spPr>
            <a:xfrm>
              <a:off x="3021200" y="4192300"/>
              <a:ext cx="2400" cy="925"/>
            </a:xfrm>
            <a:custGeom>
              <a:rect b="b" l="l" r="r" t="t"/>
              <a:pathLst>
                <a:path extrusionOk="0" fill="none" h="37" w="96">
                  <a:moveTo>
                    <a:pt x="0" y="1"/>
                  </a:moveTo>
                  <a:cubicBezTo>
                    <a:pt x="36" y="13"/>
                    <a:pt x="60" y="13"/>
                    <a:pt x="96" y="37"/>
                  </a:cubicBezTo>
                </a:path>
              </a:pathLst>
            </a:custGeom>
            <a:noFill/>
            <a:ln cap="rnd"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25"/>
            <p:cNvSpPr/>
            <p:nvPr/>
          </p:nvSpPr>
          <p:spPr>
            <a:xfrm>
              <a:off x="2673525" y="4042300"/>
              <a:ext cx="101525" cy="33350"/>
            </a:xfrm>
            <a:custGeom>
              <a:rect b="b" l="l" r="r" t="t"/>
              <a:pathLst>
                <a:path extrusionOk="0" fill="none" h="1334" w="4061">
                  <a:moveTo>
                    <a:pt x="4061" y="0"/>
                  </a:moveTo>
                  <a:cubicBezTo>
                    <a:pt x="4061" y="0"/>
                    <a:pt x="2525" y="1334"/>
                    <a:pt x="1" y="357"/>
                  </a:cubicBezTo>
                </a:path>
              </a:pathLst>
            </a:custGeom>
            <a:noFill/>
            <a:ln cap="rnd"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25"/>
            <p:cNvSpPr/>
            <p:nvPr/>
          </p:nvSpPr>
          <p:spPr>
            <a:xfrm>
              <a:off x="2775025" y="4078300"/>
              <a:ext cx="115525" cy="133075"/>
            </a:xfrm>
            <a:custGeom>
              <a:rect b="b" l="l" r="r" t="t"/>
              <a:pathLst>
                <a:path extrusionOk="0" fill="none" h="5323" w="4621">
                  <a:moveTo>
                    <a:pt x="1" y="5323"/>
                  </a:moveTo>
                  <a:cubicBezTo>
                    <a:pt x="1" y="5323"/>
                    <a:pt x="1144" y="1858"/>
                    <a:pt x="4621" y="1"/>
                  </a:cubicBezTo>
                </a:path>
              </a:pathLst>
            </a:custGeom>
            <a:noFill/>
            <a:ln cap="rnd"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25"/>
            <p:cNvSpPr/>
            <p:nvPr/>
          </p:nvSpPr>
          <p:spPr>
            <a:xfrm>
              <a:off x="2708950" y="3704925"/>
              <a:ext cx="322700" cy="419550"/>
            </a:xfrm>
            <a:custGeom>
              <a:rect b="b" l="l" r="r" t="t"/>
              <a:pathLst>
                <a:path extrusionOk="0" h="16782" w="12908">
                  <a:moveTo>
                    <a:pt x="2819" y="1"/>
                  </a:moveTo>
                  <a:cubicBezTo>
                    <a:pt x="2403" y="1"/>
                    <a:pt x="2014" y="25"/>
                    <a:pt x="1668" y="77"/>
                  </a:cubicBezTo>
                  <a:cubicBezTo>
                    <a:pt x="644" y="208"/>
                    <a:pt x="1" y="577"/>
                    <a:pt x="167" y="1339"/>
                  </a:cubicBezTo>
                  <a:cubicBezTo>
                    <a:pt x="358" y="2232"/>
                    <a:pt x="822" y="4196"/>
                    <a:pt x="1168" y="5828"/>
                  </a:cubicBezTo>
                  <a:cubicBezTo>
                    <a:pt x="1394" y="6899"/>
                    <a:pt x="1561" y="7840"/>
                    <a:pt x="1584" y="8233"/>
                  </a:cubicBezTo>
                  <a:lnTo>
                    <a:pt x="1668" y="10507"/>
                  </a:lnTo>
                  <a:lnTo>
                    <a:pt x="1775" y="13090"/>
                  </a:lnTo>
                  <a:lnTo>
                    <a:pt x="1811" y="13126"/>
                  </a:lnTo>
                  <a:cubicBezTo>
                    <a:pt x="2013" y="13305"/>
                    <a:pt x="2227" y="13471"/>
                    <a:pt x="2442" y="13626"/>
                  </a:cubicBezTo>
                  <a:cubicBezTo>
                    <a:pt x="3680" y="14543"/>
                    <a:pt x="4930" y="15198"/>
                    <a:pt x="6121" y="15650"/>
                  </a:cubicBezTo>
                  <a:cubicBezTo>
                    <a:pt x="7537" y="16210"/>
                    <a:pt x="8847" y="16484"/>
                    <a:pt x="9931" y="16638"/>
                  </a:cubicBezTo>
                  <a:cubicBezTo>
                    <a:pt x="10758" y="16752"/>
                    <a:pt x="11457" y="16782"/>
                    <a:pt x="11961" y="16782"/>
                  </a:cubicBezTo>
                  <a:cubicBezTo>
                    <a:pt x="12516" y="16782"/>
                    <a:pt x="12836" y="16746"/>
                    <a:pt x="12836" y="16746"/>
                  </a:cubicBezTo>
                  <a:lnTo>
                    <a:pt x="12836" y="16103"/>
                  </a:lnTo>
                  <a:cubicBezTo>
                    <a:pt x="12848" y="15222"/>
                    <a:pt x="12883" y="14150"/>
                    <a:pt x="12895" y="12959"/>
                  </a:cubicBezTo>
                  <a:cubicBezTo>
                    <a:pt x="12907" y="10733"/>
                    <a:pt x="12860" y="8114"/>
                    <a:pt x="12455" y="5637"/>
                  </a:cubicBezTo>
                  <a:cubicBezTo>
                    <a:pt x="12324" y="4839"/>
                    <a:pt x="12145" y="4042"/>
                    <a:pt x="11919" y="3304"/>
                  </a:cubicBezTo>
                  <a:cubicBezTo>
                    <a:pt x="11609" y="2291"/>
                    <a:pt x="10645" y="1529"/>
                    <a:pt x="9645" y="1089"/>
                  </a:cubicBezTo>
                  <a:cubicBezTo>
                    <a:pt x="9526" y="1029"/>
                    <a:pt x="9276" y="946"/>
                    <a:pt x="8930" y="863"/>
                  </a:cubicBezTo>
                  <a:cubicBezTo>
                    <a:pt x="8490" y="744"/>
                    <a:pt x="7907" y="613"/>
                    <a:pt x="7240" y="494"/>
                  </a:cubicBezTo>
                  <a:cubicBezTo>
                    <a:pt x="6847" y="410"/>
                    <a:pt x="6430" y="339"/>
                    <a:pt x="6002" y="279"/>
                  </a:cubicBezTo>
                  <a:cubicBezTo>
                    <a:pt x="5478" y="208"/>
                    <a:pt x="4930" y="136"/>
                    <a:pt x="4394" y="89"/>
                  </a:cubicBezTo>
                  <a:cubicBezTo>
                    <a:pt x="4335" y="89"/>
                    <a:pt x="4275" y="77"/>
                    <a:pt x="4216" y="77"/>
                  </a:cubicBezTo>
                  <a:cubicBezTo>
                    <a:pt x="3732" y="28"/>
                    <a:pt x="3260" y="1"/>
                    <a:pt x="28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25"/>
            <p:cNvSpPr/>
            <p:nvPr/>
          </p:nvSpPr>
          <p:spPr>
            <a:xfrm>
              <a:off x="2954525" y="3268875"/>
              <a:ext cx="125925" cy="151375"/>
            </a:xfrm>
            <a:custGeom>
              <a:rect b="b" l="l" r="r" t="t"/>
              <a:pathLst>
                <a:path extrusionOk="0" h="6055" w="5037">
                  <a:moveTo>
                    <a:pt x="2458" y="0"/>
                  </a:moveTo>
                  <a:cubicBezTo>
                    <a:pt x="2428" y="0"/>
                    <a:pt x="2399" y="5"/>
                    <a:pt x="2370" y="17"/>
                  </a:cubicBezTo>
                  <a:cubicBezTo>
                    <a:pt x="2263" y="64"/>
                    <a:pt x="2203" y="195"/>
                    <a:pt x="2179" y="314"/>
                  </a:cubicBezTo>
                  <a:cubicBezTo>
                    <a:pt x="1989" y="1088"/>
                    <a:pt x="2144" y="1910"/>
                    <a:pt x="2298" y="2696"/>
                  </a:cubicBezTo>
                  <a:cubicBezTo>
                    <a:pt x="2167" y="2148"/>
                    <a:pt x="1965" y="1624"/>
                    <a:pt x="1715" y="1100"/>
                  </a:cubicBezTo>
                  <a:cubicBezTo>
                    <a:pt x="1608" y="898"/>
                    <a:pt x="1465" y="672"/>
                    <a:pt x="1239" y="672"/>
                  </a:cubicBezTo>
                  <a:cubicBezTo>
                    <a:pt x="1036" y="672"/>
                    <a:pt x="870" y="862"/>
                    <a:pt x="834" y="1076"/>
                  </a:cubicBezTo>
                  <a:cubicBezTo>
                    <a:pt x="810" y="1279"/>
                    <a:pt x="1191" y="2529"/>
                    <a:pt x="1465" y="3243"/>
                  </a:cubicBezTo>
                  <a:cubicBezTo>
                    <a:pt x="1260" y="3107"/>
                    <a:pt x="860" y="2645"/>
                    <a:pt x="545" y="2645"/>
                  </a:cubicBezTo>
                  <a:cubicBezTo>
                    <a:pt x="530" y="2645"/>
                    <a:pt x="515" y="2646"/>
                    <a:pt x="501" y="2648"/>
                  </a:cubicBezTo>
                  <a:cubicBezTo>
                    <a:pt x="167" y="2696"/>
                    <a:pt x="0" y="3065"/>
                    <a:pt x="203" y="3339"/>
                  </a:cubicBezTo>
                  <a:cubicBezTo>
                    <a:pt x="572" y="3851"/>
                    <a:pt x="1179" y="4089"/>
                    <a:pt x="1632" y="5375"/>
                  </a:cubicBezTo>
                  <a:cubicBezTo>
                    <a:pt x="1779" y="5818"/>
                    <a:pt x="2242" y="6055"/>
                    <a:pt x="2697" y="6055"/>
                  </a:cubicBezTo>
                  <a:cubicBezTo>
                    <a:pt x="2719" y="6055"/>
                    <a:pt x="2741" y="6054"/>
                    <a:pt x="2763" y="6053"/>
                  </a:cubicBezTo>
                  <a:cubicBezTo>
                    <a:pt x="3656" y="6041"/>
                    <a:pt x="3894" y="4720"/>
                    <a:pt x="4168" y="4029"/>
                  </a:cubicBezTo>
                  <a:cubicBezTo>
                    <a:pt x="4441" y="3410"/>
                    <a:pt x="4906" y="2696"/>
                    <a:pt x="5025" y="2029"/>
                  </a:cubicBezTo>
                  <a:cubicBezTo>
                    <a:pt x="5037" y="1922"/>
                    <a:pt x="5001" y="1791"/>
                    <a:pt x="4906" y="1731"/>
                  </a:cubicBezTo>
                  <a:cubicBezTo>
                    <a:pt x="4867" y="1705"/>
                    <a:pt x="4829" y="1694"/>
                    <a:pt x="4792" y="1694"/>
                  </a:cubicBezTo>
                  <a:cubicBezTo>
                    <a:pt x="4693" y="1694"/>
                    <a:pt x="4603" y="1772"/>
                    <a:pt x="4525" y="1850"/>
                  </a:cubicBezTo>
                  <a:cubicBezTo>
                    <a:pt x="4203" y="2184"/>
                    <a:pt x="3930" y="2589"/>
                    <a:pt x="3727" y="3017"/>
                  </a:cubicBezTo>
                  <a:cubicBezTo>
                    <a:pt x="3965" y="2338"/>
                    <a:pt x="4156" y="1636"/>
                    <a:pt x="4287" y="934"/>
                  </a:cubicBezTo>
                  <a:cubicBezTo>
                    <a:pt x="4311" y="814"/>
                    <a:pt x="4311" y="695"/>
                    <a:pt x="4263" y="600"/>
                  </a:cubicBezTo>
                  <a:cubicBezTo>
                    <a:pt x="4183" y="433"/>
                    <a:pt x="4064" y="369"/>
                    <a:pt x="3945" y="369"/>
                  </a:cubicBezTo>
                  <a:cubicBezTo>
                    <a:pt x="3835" y="369"/>
                    <a:pt x="3724" y="425"/>
                    <a:pt x="3644" y="505"/>
                  </a:cubicBezTo>
                  <a:cubicBezTo>
                    <a:pt x="3549" y="612"/>
                    <a:pt x="3489" y="755"/>
                    <a:pt x="3441" y="910"/>
                  </a:cubicBezTo>
                  <a:cubicBezTo>
                    <a:pt x="3251" y="1469"/>
                    <a:pt x="3084" y="2053"/>
                    <a:pt x="3001" y="2648"/>
                  </a:cubicBezTo>
                  <a:cubicBezTo>
                    <a:pt x="3084" y="1922"/>
                    <a:pt x="3037" y="1172"/>
                    <a:pt x="2858" y="457"/>
                  </a:cubicBezTo>
                  <a:cubicBezTo>
                    <a:pt x="2834" y="338"/>
                    <a:pt x="2787" y="207"/>
                    <a:pt x="2715" y="124"/>
                  </a:cubicBezTo>
                  <a:cubicBezTo>
                    <a:pt x="2643" y="52"/>
                    <a:pt x="2550" y="0"/>
                    <a:pt x="2458"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25"/>
            <p:cNvSpPr/>
            <p:nvPr/>
          </p:nvSpPr>
          <p:spPr>
            <a:xfrm>
              <a:off x="2912250" y="3380600"/>
              <a:ext cx="165825" cy="469125"/>
            </a:xfrm>
            <a:custGeom>
              <a:rect b="b" l="l" r="r" t="t"/>
              <a:pathLst>
                <a:path extrusionOk="0" h="18765" w="6633">
                  <a:moveTo>
                    <a:pt x="2156" y="1"/>
                  </a:moveTo>
                  <a:lnTo>
                    <a:pt x="2584" y="7561"/>
                  </a:lnTo>
                  <a:cubicBezTo>
                    <a:pt x="2584" y="7561"/>
                    <a:pt x="1715" y="12395"/>
                    <a:pt x="858" y="13729"/>
                  </a:cubicBezTo>
                  <a:cubicBezTo>
                    <a:pt x="1" y="15074"/>
                    <a:pt x="4275" y="18765"/>
                    <a:pt x="4275" y="18765"/>
                  </a:cubicBezTo>
                  <a:cubicBezTo>
                    <a:pt x="4275" y="18765"/>
                    <a:pt x="6121" y="14467"/>
                    <a:pt x="6537" y="7514"/>
                  </a:cubicBezTo>
                  <a:cubicBezTo>
                    <a:pt x="6537" y="7514"/>
                    <a:pt x="6633" y="4775"/>
                    <a:pt x="6121" y="477"/>
                  </a:cubicBezTo>
                  <a:lnTo>
                    <a:pt x="21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25"/>
            <p:cNvSpPr/>
            <p:nvPr/>
          </p:nvSpPr>
          <p:spPr>
            <a:xfrm>
              <a:off x="2363000" y="3356325"/>
              <a:ext cx="123925" cy="137475"/>
            </a:xfrm>
            <a:custGeom>
              <a:rect b="b" l="l" r="r" t="t"/>
              <a:pathLst>
                <a:path extrusionOk="0" h="5499" w="4957">
                  <a:moveTo>
                    <a:pt x="2770" y="1"/>
                  </a:moveTo>
                  <a:cubicBezTo>
                    <a:pt x="2707" y="1"/>
                    <a:pt x="2644" y="17"/>
                    <a:pt x="2587" y="55"/>
                  </a:cubicBezTo>
                  <a:cubicBezTo>
                    <a:pt x="2409" y="198"/>
                    <a:pt x="2409" y="460"/>
                    <a:pt x="2445" y="686"/>
                  </a:cubicBezTo>
                  <a:cubicBezTo>
                    <a:pt x="2516" y="1234"/>
                    <a:pt x="2647" y="1781"/>
                    <a:pt x="2826" y="2317"/>
                  </a:cubicBezTo>
                  <a:cubicBezTo>
                    <a:pt x="2528" y="1579"/>
                    <a:pt x="2218" y="805"/>
                    <a:pt x="1623" y="269"/>
                  </a:cubicBezTo>
                  <a:cubicBezTo>
                    <a:pt x="1546" y="181"/>
                    <a:pt x="1438" y="113"/>
                    <a:pt x="1328" y="113"/>
                  </a:cubicBezTo>
                  <a:cubicBezTo>
                    <a:pt x="1319" y="113"/>
                    <a:pt x="1310" y="114"/>
                    <a:pt x="1302" y="114"/>
                  </a:cubicBezTo>
                  <a:cubicBezTo>
                    <a:pt x="1182" y="126"/>
                    <a:pt x="1087" y="269"/>
                    <a:pt x="1075" y="388"/>
                  </a:cubicBezTo>
                  <a:cubicBezTo>
                    <a:pt x="1063" y="519"/>
                    <a:pt x="1087" y="638"/>
                    <a:pt x="1135" y="757"/>
                  </a:cubicBezTo>
                  <a:cubicBezTo>
                    <a:pt x="1373" y="1460"/>
                    <a:pt x="1742" y="2091"/>
                    <a:pt x="2218" y="2662"/>
                  </a:cubicBezTo>
                  <a:cubicBezTo>
                    <a:pt x="1813" y="2234"/>
                    <a:pt x="1373" y="1817"/>
                    <a:pt x="897" y="1460"/>
                  </a:cubicBezTo>
                  <a:cubicBezTo>
                    <a:pt x="778" y="1365"/>
                    <a:pt x="659" y="1281"/>
                    <a:pt x="504" y="1246"/>
                  </a:cubicBezTo>
                  <a:cubicBezTo>
                    <a:pt x="472" y="1238"/>
                    <a:pt x="439" y="1235"/>
                    <a:pt x="405" y="1235"/>
                  </a:cubicBezTo>
                  <a:cubicBezTo>
                    <a:pt x="209" y="1235"/>
                    <a:pt x="1" y="1356"/>
                    <a:pt x="51" y="1650"/>
                  </a:cubicBezTo>
                  <a:cubicBezTo>
                    <a:pt x="75" y="1769"/>
                    <a:pt x="135" y="1877"/>
                    <a:pt x="206" y="1960"/>
                  </a:cubicBezTo>
                  <a:cubicBezTo>
                    <a:pt x="694" y="2496"/>
                    <a:pt x="1242" y="2972"/>
                    <a:pt x="1813" y="3412"/>
                  </a:cubicBezTo>
                  <a:cubicBezTo>
                    <a:pt x="1421" y="3151"/>
                    <a:pt x="968" y="2972"/>
                    <a:pt x="504" y="2877"/>
                  </a:cubicBezTo>
                  <a:cubicBezTo>
                    <a:pt x="455" y="2863"/>
                    <a:pt x="402" y="2853"/>
                    <a:pt x="350" y="2853"/>
                  </a:cubicBezTo>
                  <a:cubicBezTo>
                    <a:pt x="262" y="2853"/>
                    <a:pt x="180" y="2882"/>
                    <a:pt x="135" y="2972"/>
                  </a:cubicBezTo>
                  <a:cubicBezTo>
                    <a:pt x="87" y="3079"/>
                    <a:pt x="123" y="3210"/>
                    <a:pt x="194" y="3293"/>
                  </a:cubicBezTo>
                  <a:cubicBezTo>
                    <a:pt x="670" y="3782"/>
                    <a:pt x="1444" y="4139"/>
                    <a:pt x="1980" y="4448"/>
                  </a:cubicBezTo>
                  <a:cubicBezTo>
                    <a:pt x="2490" y="4795"/>
                    <a:pt x="3179" y="5499"/>
                    <a:pt x="3826" y="5499"/>
                  </a:cubicBezTo>
                  <a:cubicBezTo>
                    <a:pt x="3980" y="5499"/>
                    <a:pt x="4132" y="5459"/>
                    <a:pt x="4278" y="5365"/>
                  </a:cubicBezTo>
                  <a:cubicBezTo>
                    <a:pt x="4671" y="5115"/>
                    <a:pt x="4957" y="4663"/>
                    <a:pt x="4838" y="4174"/>
                  </a:cubicBezTo>
                  <a:cubicBezTo>
                    <a:pt x="4516" y="2865"/>
                    <a:pt x="4885" y="2329"/>
                    <a:pt x="4909" y="1698"/>
                  </a:cubicBezTo>
                  <a:cubicBezTo>
                    <a:pt x="4937" y="1438"/>
                    <a:pt x="4733" y="1243"/>
                    <a:pt x="4501" y="1243"/>
                  </a:cubicBezTo>
                  <a:cubicBezTo>
                    <a:pt x="4436" y="1243"/>
                    <a:pt x="4368" y="1259"/>
                    <a:pt x="4302" y="1293"/>
                  </a:cubicBezTo>
                  <a:cubicBezTo>
                    <a:pt x="3992" y="1436"/>
                    <a:pt x="3897" y="2091"/>
                    <a:pt x="3814" y="2329"/>
                  </a:cubicBezTo>
                  <a:cubicBezTo>
                    <a:pt x="3647" y="1591"/>
                    <a:pt x="3278" y="341"/>
                    <a:pt x="3147" y="174"/>
                  </a:cubicBezTo>
                  <a:cubicBezTo>
                    <a:pt x="3049" y="76"/>
                    <a:pt x="2907" y="1"/>
                    <a:pt x="2770"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25"/>
            <p:cNvSpPr/>
            <p:nvPr/>
          </p:nvSpPr>
          <p:spPr>
            <a:xfrm>
              <a:off x="2425300" y="3425850"/>
              <a:ext cx="361075" cy="425975"/>
            </a:xfrm>
            <a:custGeom>
              <a:rect b="b" l="l" r="r" t="t"/>
              <a:pathLst>
                <a:path extrusionOk="0" h="17039" w="14443">
                  <a:moveTo>
                    <a:pt x="2953" y="0"/>
                  </a:moveTo>
                  <a:lnTo>
                    <a:pt x="0" y="2667"/>
                  </a:lnTo>
                  <a:cubicBezTo>
                    <a:pt x="2048" y="6466"/>
                    <a:pt x="4108" y="9085"/>
                    <a:pt x="4108" y="9085"/>
                  </a:cubicBezTo>
                  <a:cubicBezTo>
                    <a:pt x="8465" y="14526"/>
                    <a:pt x="12561" y="17038"/>
                    <a:pt x="12561" y="17038"/>
                  </a:cubicBezTo>
                  <a:cubicBezTo>
                    <a:pt x="12561" y="17038"/>
                    <a:pt x="14442" y="11847"/>
                    <a:pt x="12978" y="11240"/>
                  </a:cubicBezTo>
                  <a:cubicBezTo>
                    <a:pt x="11513" y="10645"/>
                    <a:pt x="7513" y="6847"/>
                    <a:pt x="7513" y="6847"/>
                  </a:cubicBezTo>
                  <a:lnTo>
                    <a:pt x="29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25"/>
            <p:cNvSpPr/>
            <p:nvPr/>
          </p:nvSpPr>
          <p:spPr>
            <a:xfrm>
              <a:off x="2813725" y="3691950"/>
              <a:ext cx="76825" cy="71350"/>
            </a:xfrm>
            <a:custGeom>
              <a:rect b="b" l="l" r="r" t="t"/>
              <a:pathLst>
                <a:path extrusionOk="0" h="2854" w="3073">
                  <a:moveTo>
                    <a:pt x="2954" y="1"/>
                  </a:moveTo>
                  <a:lnTo>
                    <a:pt x="1" y="286"/>
                  </a:lnTo>
                  <a:lnTo>
                    <a:pt x="60" y="1608"/>
                  </a:lnTo>
                  <a:cubicBezTo>
                    <a:pt x="179" y="2251"/>
                    <a:pt x="715" y="2763"/>
                    <a:pt x="1394" y="2846"/>
                  </a:cubicBezTo>
                  <a:cubicBezTo>
                    <a:pt x="1445" y="2851"/>
                    <a:pt x="1496" y="2854"/>
                    <a:pt x="1547" y="2854"/>
                  </a:cubicBezTo>
                  <a:cubicBezTo>
                    <a:pt x="2317" y="2854"/>
                    <a:pt x="2982" y="2271"/>
                    <a:pt x="3061" y="1489"/>
                  </a:cubicBezTo>
                  <a:cubicBezTo>
                    <a:pt x="3073" y="1334"/>
                    <a:pt x="2954" y="1"/>
                    <a:pt x="2954"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25"/>
            <p:cNvSpPr/>
            <p:nvPr/>
          </p:nvSpPr>
          <p:spPr>
            <a:xfrm>
              <a:off x="2775325" y="3532675"/>
              <a:ext cx="146175" cy="180775"/>
            </a:xfrm>
            <a:custGeom>
              <a:rect b="b" l="l" r="r" t="t"/>
              <a:pathLst>
                <a:path extrusionOk="0" h="7231" w="5847">
                  <a:moveTo>
                    <a:pt x="2903" y="0"/>
                  </a:moveTo>
                  <a:cubicBezTo>
                    <a:pt x="1375" y="0"/>
                    <a:pt x="130" y="686"/>
                    <a:pt x="49" y="4050"/>
                  </a:cubicBezTo>
                  <a:cubicBezTo>
                    <a:pt x="1" y="6062"/>
                    <a:pt x="1239" y="7193"/>
                    <a:pt x="2811" y="7229"/>
                  </a:cubicBezTo>
                  <a:cubicBezTo>
                    <a:pt x="2845" y="7230"/>
                    <a:pt x="2878" y="7230"/>
                    <a:pt x="2912" y="7230"/>
                  </a:cubicBezTo>
                  <a:cubicBezTo>
                    <a:pt x="4449" y="7230"/>
                    <a:pt x="5681" y="6162"/>
                    <a:pt x="5740" y="4193"/>
                  </a:cubicBezTo>
                  <a:cubicBezTo>
                    <a:pt x="5847" y="561"/>
                    <a:pt x="4597" y="49"/>
                    <a:pt x="3025" y="2"/>
                  </a:cubicBezTo>
                  <a:cubicBezTo>
                    <a:pt x="2984" y="1"/>
                    <a:pt x="2944" y="0"/>
                    <a:pt x="2903"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25"/>
            <p:cNvSpPr/>
            <p:nvPr/>
          </p:nvSpPr>
          <p:spPr>
            <a:xfrm>
              <a:off x="2746175" y="3487500"/>
              <a:ext cx="186950" cy="138100"/>
            </a:xfrm>
            <a:custGeom>
              <a:rect b="b" l="l" r="r" t="t"/>
              <a:pathLst>
                <a:path extrusionOk="0" h="5524" w="7478">
                  <a:moveTo>
                    <a:pt x="5416" y="0"/>
                  </a:moveTo>
                  <a:cubicBezTo>
                    <a:pt x="5265" y="0"/>
                    <a:pt x="5114" y="18"/>
                    <a:pt x="4965" y="47"/>
                  </a:cubicBezTo>
                  <a:cubicBezTo>
                    <a:pt x="4370" y="166"/>
                    <a:pt x="3810" y="440"/>
                    <a:pt x="3381" y="809"/>
                  </a:cubicBezTo>
                  <a:cubicBezTo>
                    <a:pt x="3239" y="940"/>
                    <a:pt x="3084" y="1094"/>
                    <a:pt x="2905" y="1202"/>
                  </a:cubicBezTo>
                  <a:cubicBezTo>
                    <a:pt x="2768" y="1275"/>
                    <a:pt x="2603" y="1341"/>
                    <a:pt x="2443" y="1341"/>
                  </a:cubicBezTo>
                  <a:cubicBezTo>
                    <a:pt x="2394" y="1341"/>
                    <a:pt x="2345" y="1335"/>
                    <a:pt x="2298" y="1321"/>
                  </a:cubicBezTo>
                  <a:cubicBezTo>
                    <a:pt x="2000" y="1225"/>
                    <a:pt x="1846" y="928"/>
                    <a:pt x="1548" y="821"/>
                  </a:cubicBezTo>
                  <a:cubicBezTo>
                    <a:pt x="1496" y="804"/>
                    <a:pt x="1442" y="796"/>
                    <a:pt x="1386" y="796"/>
                  </a:cubicBezTo>
                  <a:cubicBezTo>
                    <a:pt x="1161" y="796"/>
                    <a:pt x="920" y="922"/>
                    <a:pt x="786" y="1094"/>
                  </a:cubicBezTo>
                  <a:cubicBezTo>
                    <a:pt x="631" y="1297"/>
                    <a:pt x="583" y="1571"/>
                    <a:pt x="583" y="1821"/>
                  </a:cubicBezTo>
                  <a:cubicBezTo>
                    <a:pt x="583" y="2047"/>
                    <a:pt x="619" y="2285"/>
                    <a:pt x="750" y="2487"/>
                  </a:cubicBezTo>
                  <a:cubicBezTo>
                    <a:pt x="881" y="2666"/>
                    <a:pt x="1012" y="2749"/>
                    <a:pt x="1155" y="2761"/>
                  </a:cubicBezTo>
                  <a:lnTo>
                    <a:pt x="1119" y="2761"/>
                  </a:lnTo>
                  <a:cubicBezTo>
                    <a:pt x="935" y="2761"/>
                    <a:pt x="751" y="2674"/>
                    <a:pt x="573" y="2674"/>
                  </a:cubicBezTo>
                  <a:cubicBezTo>
                    <a:pt x="532" y="2674"/>
                    <a:pt x="492" y="2679"/>
                    <a:pt x="453" y="2690"/>
                  </a:cubicBezTo>
                  <a:cubicBezTo>
                    <a:pt x="262" y="2726"/>
                    <a:pt x="119" y="2928"/>
                    <a:pt x="119" y="3095"/>
                  </a:cubicBezTo>
                  <a:cubicBezTo>
                    <a:pt x="119" y="3285"/>
                    <a:pt x="214" y="3452"/>
                    <a:pt x="310" y="3607"/>
                  </a:cubicBezTo>
                  <a:cubicBezTo>
                    <a:pt x="345" y="3654"/>
                    <a:pt x="369" y="3678"/>
                    <a:pt x="369" y="3738"/>
                  </a:cubicBezTo>
                  <a:cubicBezTo>
                    <a:pt x="393" y="3845"/>
                    <a:pt x="286" y="3928"/>
                    <a:pt x="214" y="4011"/>
                  </a:cubicBezTo>
                  <a:cubicBezTo>
                    <a:pt x="48" y="4190"/>
                    <a:pt x="0" y="4440"/>
                    <a:pt x="95" y="4666"/>
                  </a:cubicBezTo>
                  <a:cubicBezTo>
                    <a:pt x="119" y="4750"/>
                    <a:pt x="191" y="4857"/>
                    <a:pt x="286" y="4916"/>
                  </a:cubicBezTo>
                  <a:cubicBezTo>
                    <a:pt x="393" y="4976"/>
                    <a:pt x="524" y="4988"/>
                    <a:pt x="643" y="5023"/>
                  </a:cubicBezTo>
                  <a:cubicBezTo>
                    <a:pt x="822" y="5059"/>
                    <a:pt x="1072" y="5297"/>
                    <a:pt x="1250" y="5476"/>
                  </a:cubicBezTo>
                  <a:cubicBezTo>
                    <a:pt x="1283" y="5509"/>
                    <a:pt x="1320" y="5523"/>
                    <a:pt x="1354" y="5523"/>
                  </a:cubicBezTo>
                  <a:cubicBezTo>
                    <a:pt x="1420" y="5523"/>
                    <a:pt x="1476" y="5471"/>
                    <a:pt x="1476" y="5393"/>
                  </a:cubicBezTo>
                  <a:cubicBezTo>
                    <a:pt x="1488" y="4750"/>
                    <a:pt x="1536" y="3416"/>
                    <a:pt x="1715" y="3261"/>
                  </a:cubicBezTo>
                  <a:cubicBezTo>
                    <a:pt x="1954" y="3115"/>
                    <a:pt x="2263" y="2954"/>
                    <a:pt x="2679" y="2954"/>
                  </a:cubicBezTo>
                  <a:cubicBezTo>
                    <a:pt x="3007" y="2954"/>
                    <a:pt x="3403" y="3055"/>
                    <a:pt x="3882" y="3345"/>
                  </a:cubicBezTo>
                  <a:cubicBezTo>
                    <a:pt x="4506" y="3710"/>
                    <a:pt x="5270" y="3842"/>
                    <a:pt x="5886" y="3842"/>
                  </a:cubicBezTo>
                  <a:cubicBezTo>
                    <a:pt x="6033" y="3842"/>
                    <a:pt x="6172" y="3835"/>
                    <a:pt x="6298" y="3821"/>
                  </a:cubicBezTo>
                  <a:cubicBezTo>
                    <a:pt x="6310" y="3880"/>
                    <a:pt x="6298" y="4488"/>
                    <a:pt x="6739" y="4892"/>
                  </a:cubicBezTo>
                  <a:cubicBezTo>
                    <a:pt x="6764" y="4914"/>
                    <a:pt x="6793" y="4924"/>
                    <a:pt x="6820" y="4924"/>
                  </a:cubicBezTo>
                  <a:cubicBezTo>
                    <a:pt x="6883" y="4924"/>
                    <a:pt x="6941" y="4872"/>
                    <a:pt x="6941" y="4797"/>
                  </a:cubicBezTo>
                  <a:cubicBezTo>
                    <a:pt x="6799" y="3476"/>
                    <a:pt x="7334" y="3833"/>
                    <a:pt x="7430" y="3118"/>
                  </a:cubicBezTo>
                  <a:lnTo>
                    <a:pt x="7430" y="3071"/>
                  </a:lnTo>
                  <a:cubicBezTo>
                    <a:pt x="7477" y="2761"/>
                    <a:pt x="7299" y="2464"/>
                    <a:pt x="7013" y="2297"/>
                  </a:cubicBezTo>
                  <a:cubicBezTo>
                    <a:pt x="6846" y="2214"/>
                    <a:pt x="6656" y="2154"/>
                    <a:pt x="6537" y="2011"/>
                  </a:cubicBezTo>
                  <a:cubicBezTo>
                    <a:pt x="6358" y="1833"/>
                    <a:pt x="6370" y="1571"/>
                    <a:pt x="6429" y="1333"/>
                  </a:cubicBezTo>
                  <a:cubicBezTo>
                    <a:pt x="6489" y="1094"/>
                    <a:pt x="6584" y="856"/>
                    <a:pt x="6525" y="630"/>
                  </a:cubicBezTo>
                  <a:cubicBezTo>
                    <a:pt x="6465" y="368"/>
                    <a:pt x="6191" y="154"/>
                    <a:pt x="5894" y="70"/>
                  </a:cubicBezTo>
                  <a:cubicBezTo>
                    <a:pt x="5739" y="21"/>
                    <a:pt x="5578" y="0"/>
                    <a:pt x="5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25"/>
            <p:cNvSpPr/>
            <p:nvPr/>
          </p:nvSpPr>
          <p:spPr>
            <a:xfrm>
              <a:off x="2756575" y="3614550"/>
              <a:ext cx="35750" cy="39800"/>
            </a:xfrm>
            <a:custGeom>
              <a:rect b="b" l="l" r="r" t="t"/>
              <a:pathLst>
                <a:path extrusionOk="0" h="1592" w="1430">
                  <a:moveTo>
                    <a:pt x="418" y="25"/>
                  </a:moveTo>
                  <a:cubicBezTo>
                    <a:pt x="418" y="37"/>
                    <a:pt x="415" y="43"/>
                    <a:pt x="413" y="43"/>
                  </a:cubicBezTo>
                  <a:cubicBezTo>
                    <a:pt x="412" y="43"/>
                    <a:pt x="412" y="37"/>
                    <a:pt x="418" y="25"/>
                  </a:cubicBezTo>
                  <a:close/>
                  <a:moveTo>
                    <a:pt x="620" y="1"/>
                  </a:moveTo>
                  <a:cubicBezTo>
                    <a:pt x="537" y="1"/>
                    <a:pt x="477" y="13"/>
                    <a:pt x="418" y="25"/>
                  </a:cubicBezTo>
                  <a:cubicBezTo>
                    <a:pt x="108" y="168"/>
                    <a:pt x="1" y="608"/>
                    <a:pt x="179" y="1025"/>
                  </a:cubicBezTo>
                  <a:cubicBezTo>
                    <a:pt x="327" y="1369"/>
                    <a:pt x="612" y="1591"/>
                    <a:pt x="882" y="1591"/>
                  </a:cubicBezTo>
                  <a:cubicBezTo>
                    <a:pt x="938" y="1591"/>
                    <a:pt x="995" y="1581"/>
                    <a:pt x="1049" y="1561"/>
                  </a:cubicBezTo>
                  <a:lnTo>
                    <a:pt x="1060" y="1561"/>
                  </a:lnTo>
                  <a:cubicBezTo>
                    <a:pt x="1120" y="1537"/>
                    <a:pt x="1180" y="1501"/>
                    <a:pt x="1227" y="1442"/>
                  </a:cubicBezTo>
                  <a:cubicBezTo>
                    <a:pt x="1406" y="1251"/>
                    <a:pt x="1430" y="906"/>
                    <a:pt x="1299" y="561"/>
                  </a:cubicBezTo>
                  <a:cubicBezTo>
                    <a:pt x="1168" y="227"/>
                    <a:pt x="882" y="13"/>
                    <a:pt x="620"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25"/>
            <p:cNvSpPr/>
            <p:nvPr/>
          </p:nvSpPr>
          <p:spPr>
            <a:xfrm>
              <a:off x="2906300" y="3606900"/>
              <a:ext cx="33950" cy="40475"/>
            </a:xfrm>
            <a:custGeom>
              <a:rect b="b" l="l" r="r" t="t"/>
              <a:pathLst>
                <a:path extrusionOk="0" h="1619" w="1358">
                  <a:moveTo>
                    <a:pt x="763" y="0"/>
                  </a:moveTo>
                  <a:cubicBezTo>
                    <a:pt x="730" y="0"/>
                    <a:pt x="697" y="3"/>
                    <a:pt x="667" y="9"/>
                  </a:cubicBezTo>
                  <a:cubicBezTo>
                    <a:pt x="417" y="57"/>
                    <a:pt x="179" y="319"/>
                    <a:pt x="84" y="664"/>
                  </a:cubicBezTo>
                  <a:cubicBezTo>
                    <a:pt x="1" y="1021"/>
                    <a:pt x="84" y="1367"/>
                    <a:pt x="298" y="1521"/>
                  </a:cubicBezTo>
                  <a:cubicBezTo>
                    <a:pt x="358" y="1557"/>
                    <a:pt x="405" y="1581"/>
                    <a:pt x="465" y="1605"/>
                  </a:cubicBezTo>
                  <a:cubicBezTo>
                    <a:pt x="501" y="1614"/>
                    <a:pt x="538" y="1619"/>
                    <a:pt x="575" y="1619"/>
                  </a:cubicBezTo>
                  <a:cubicBezTo>
                    <a:pt x="862" y="1619"/>
                    <a:pt x="1145" y="1341"/>
                    <a:pt x="1251" y="950"/>
                  </a:cubicBezTo>
                  <a:cubicBezTo>
                    <a:pt x="1358" y="509"/>
                    <a:pt x="1191" y="81"/>
                    <a:pt x="882" y="9"/>
                  </a:cubicBezTo>
                  <a:lnTo>
                    <a:pt x="858" y="9"/>
                  </a:lnTo>
                  <a:cubicBezTo>
                    <a:pt x="828" y="3"/>
                    <a:pt x="795" y="0"/>
                    <a:pt x="763"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25"/>
            <p:cNvSpPr/>
            <p:nvPr/>
          </p:nvSpPr>
          <p:spPr>
            <a:xfrm>
              <a:off x="2812250" y="3611875"/>
              <a:ext cx="12225" cy="17900"/>
            </a:xfrm>
            <a:custGeom>
              <a:rect b="b" l="l" r="r" t="t"/>
              <a:pathLst>
                <a:path extrusionOk="0" h="716" w="489">
                  <a:moveTo>
                    <a:pt x="238" y="1"/>
                  </a:moveTo>
                  <a:cubicBezTo>
                    <a:pt x="96" y="1"/>
                    <a:pt x="0" y="168"/>
                    <a:pt x="0" y="358"/>
                  </a:cubicBezTo>
                  <a:cubicBezTo>
                    <a:pt x="0" y="549"/>
                    <a:pt x="96" y="715"/>
                    <a:pt x="238" y="715"/>
                  </a:cubicBezTo>
                  <a:cubicBezTo>
                    <a:pt x="369" y="715"/>
                    <a:pt x="477" y="549"/>
                    <a:pt x="477" y="358"/>
                  </a:cubicBezTo>
                  <a:cubicBezTo>
                    <a:pt x="488" y="168"/>
                    <a:pt x="369" y="1"/>
                    <a:pt x="2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25"/>
            <p:cNvSpPr/>
            <p:nvPr/>
          </p:nvSpPr>
          <p:spPr>
            <a:xfrm>
              <a:off x="2871175" y="3612725"/>
              <a:ext cx="11925" cy="17925"/>
            </a:xfrm>
            <a:custGeom>
              <a:rect b="b" l="l" r="r" t="t"/>
              <a:pathLst>
                <a:path extrusionOk="0" h="717" w="477">
                  <a:moveTo>
                    <a:pt x="266" y="0"/>
                  </a:moveTo>
                  <a:cubicBezTo>
                    <a:pt x="257" y="0"/>
                    <a:pt x="248" y="1"/>
                    <a:pt x="239" y="3"/>
                  </a:cubicBezTo>
                  <a:cubicBezTo>
                    <a:pt x="108" y="3"/>
                    <a:pt x="1" y="157"/>
                    <a:pt x="1" y="360"/>
                  </a:cubicBezTo>
                  <a:cubicBezTo>
                    <a:pt x="1" y="550"/>
                    <a:pt x="108" y="717"/>
                    <a:pt x="239" y="717"/>
                  </a:cubicBezTo>
                  <a:cubicBezTo>
                    <a:pt x="382" y="717"/>
                    <a:pt x="477" y="550"/>
                    <a:pt x="477" y="360"/>
                  </a:cubicBezTo>
                  <a:cubicBezTo>
                    <a:pt x="477" y="159"/>
                    <a:pt x="394" y="0"/>
                    <a:pt x="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25"/>
            <p:cNvSpPr/>
            <p:nvPr/>
          </p:nvSpPr>
          <p:spPr>
            <a:xfrm>
              <a:off x="2842000" y="3609800"/>
              <a:ext cx="9550" cy="38125"/>
            </a:xfrm>
            <a:custGeom>
              <a:rect b="b" l="l" r="r" t="t"/>
              <a:pathLst>
                <a:path extrusionOk="0" fill="none" h="1525" w="382">
                  <a:moveTo>
                    <a:pt x="239" y="0"/>
                  </a:moveTo>
                  <a:cubicBezTo>
                    <a:pt x="299" y="393"/>
                    <a:pt x="334" y="786"/>
                    <a:pt x="370" y="1191"/>
                  </a:cubicBezTo>
                  <a:cubicBezTo>
                    <a:pt x="370" y="1263"/>
                    <a:pt x="382" y="1334"/>
                    <a:pt x="334" y="1405"/>
                  </a:cubicBezTo>
                  <a:cubicBezTo>
                    <a:pt x="275" y="1513"/>
                    <a:pt x="132" y="1524"/>
                    <a:pt x="1" y="1513"/>
                  </a:cubicBezTo>
                </a:path>
              </a:pathLst>
            </a:custGeom>
            <a:noFill/>
            <a:ln cap="rnd"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25"/>
            <p:cNvSpPr/>
            <p:nvPr/>
          </p:nvSpPr>
          <p:spPr>
            <a:xfrm>
              <a:off x="2868800" y="3593300"/>
              <a:ext cx="21150" cy="9575"/>
            </a:xfrm>
            <a:custGeom>
              <a:rect b="b" l="l" r="r" t="t"/>
              <a:pathLst>
                <a:path extrusionOk="0" h="383" w="846">
                  <a:moveTo>
                    <a:pt x="217" y="0"/>
                  </a:moveTo>
                  <a:cubicBezTo>
                    <a:pt x="195" y="0"/>
                    <a:pt x="174" y="2"/>
                    <a:pt x="155" y="6"/>
                  </a:cubicBezTo>
                  <a:cubicBezTo>
                    <a:pt x="60" y="29"/>
                    <a:pt x="0" y="160"/>
                    <a:pt x="84" y="244"/>
                  </a:cubicBezTo>
                  <a:cubicBezTo>
                    <a:pt x="143" y="279"/>
                    <a:pt x="215" y="279"/>
                    <a:pt x="298" y="279"/>
                  </a:cubicBezTo>
                  <a:cubicBezTo>
                    <a:pt x="429" y="279"/>
                    <a:pt x="548" y="315"/>
                    <a:pt x="667" y="351"/>
                  </a:cubicBezTo>
                  <a:cubicBezTo>
                    <a:pt x="693" y="370"/>
                    <a:pt x="725" y="382"/>
                    <a:pt x="753" y="382"/>
                  </a:cubicBezTo>
                  <a:cubicBezTo>
                    <a:pt x="778" y="382"/>
                    <a:pt x="799" y="373"/>
                    <a:pt x="810" y="351"/>
                  </a:cubicBezTo>
                  <a:cubicBezTo>
                    <a:pt x="846" y="327"/>
                    <a:pt x="834" y="268"/>
                    <a:pt x="798" y="244"/>
                  </a:cubicBezTo>
                  <a:cubicBezTo>
                    <a:pt x="739" y="160"/>
                    <a:pt x="667" y="125"/>
                    <a:pt x="572" y="89"/>
                  </a:cubicBezTo>
                  <a:cubicBezTo>
                    <a:pt x="492" y="49"/>
                    <a:pt x="335" y="0"/>
                    <a:pt x="2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25"/>
            <p:cNvSpPr/>
            <p:nvPr/>
          </p:nvSpPr>
          <p:spPr>
            <a:xfrm>
              <a:off x="2805400" y="3596975"/>
              <a:ext cx="20850" cy="10350"/>
            </a:xfrm>
            <a:custGeom>
              <a:rect b="b" l="l" r="r" t="t"/>
              <a:pathLst>
                <a:path extrusionOk="0" h="414" w="834">
                  <a:moveTo>
                    <a:pt x="627" y="0"/>
                  </a:moveTo>
                  <a:cubicBezTo>
                    <a:pt x="510" y="0"/>
                    <a:pt x="350" y="65"/>
                    <a:pt x="250" y="109"/>
                  </a:cubicBezTo>
                  <a:cubicBezTo>
                    <a:pt x="167" y="156"/>
                    <a:pt x="96" y="192"/>
                    <a:pt x="48" y="275"/>
                  </a:cubicBezTo>
                  <a:cubicBezTo>
                    <a:pt x="12" y="299"/>
                    <a:pt x="0" y="359"/>
                    <a:pt x="36" y="394"/>
                  </a:cubicBezTo>
                  <a:cubicBezTo>
                    <a:pt x="45" y="408"/>
                    <a:pt x="62" y="413"/>
                    <a:pt x="82" y="413"/>
                  </a:cubicBezTo>
                  <a:cubicBezTo>
                    <a:pt x="112" y="413"/>
                    <a:pt x="150" y="402"/>
                    <a:pt x="179" y="394"/>
                  </a:cubicBezTo>
                  <a:cubicBezTo>
                    <a:pt x="298" y="347"/>
                    <a:pt x="417" y="299"/>
                    <a:pt x="536" y="299"/>
                  </a:cubicBezTo>
                  <a:cubicBezTo>
                    <a:pt x="608" y="299"/>
                    <a:pt x="691" y="299"/>
                    <a:pt x="751" y="240"/>
                  </a:cubicBezTo>
                  <a:cubicBezTo>
                    <a:pt x="834" y="156"/>
                    <a:pt x="762" y="37"/>
                    <a:pt x="655" y="2"/>
                  </a:cubicBezTo>
                  <a:cubicBezTo>
                    <a:pt x="646" y="1"/>
                    <a:pt x="637" y="0"/>
                    <a:pt x="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25"/>
            <p:cNvSpPr/>
            <p:nvPr/>
          </p:nvSpPr>
          <p:spPr>
            <a:xfrm>
              <a:off x="2832175" y="3660100"/>
              <a:ext cx="33075" cy="11625"/>
            </a:xfrm>
            <a:custGeom>
              <a:rect b="b" l="l" r="r" t="t"/>
              <a:pathLst>
                <a:path extrusionOk="0" h="465" w="1323">
                  <a:moveTo>
                    <a:pt x="697" y="0"/>
                  </a:moveTo>
                  <a:cubicBezTo>
                    <a:pt x="355" y="0"/>
                    <a:pt x="1" y="45"/>
                    <a:pt x="1" y="144"/>
                  </a:cubicBezTo>
                  <a:cubicBezTo>
                    <a:pt x="1" y="263"/>
                    <a:pt x="49" y="382"/>
                    <a:pt x="108" y="465"/>
                  </a:cubicBezTo>
                  <a:cubicBezTo>
                    <a:pt x="424" y="386"/>
                    <a:pt x="748" y="340"/>
                    <a:pt x="1080" y="340"/>
                  </a:cubicBezTo>
                  <a:cubicBezTo>
                    <a:pt x="1148" y="340"/>
                    <a:pt x="1217" y="342"/>
                    <a:pt x="1287" y="346"/>
                  </a:cubicBezTo>
                  <a:cubicBezTo>
                    <a:pt x="1311" y="274"/>
                    <a:pt x="1323" y="191"/>
                    <a:pt x="1323" y="108"/>
                  </a:cubicBezTo>
                  <a:cubicBezTo>
                    <a:pt x="1323" y="39"/>
                    <a:pt x="1015" y="0"/>
                    <a:pt x="6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25"/>
            <p:cNvSpPr/>
            <p:nvPr/>
          </p:nvSpPr>
          <p:spPr>
            <a:xfrm>
              <a:off x="2834875" y="3668575"/>
              <a:ext cx="29475" cy="10675"/>
            </a:xfrm>
            <a:custGeom>
              <a:rect b="b" l="l" r="r" t="t"/>
              <a:pathLst>
                <a:path extrusionOk="0" h="427" w="1179">
                  <a:moveTo>
                    <a:pt x="971" y="1"/>
                  </a:moveTo>
                  <a:cubicBezTo>
                    <a:pt x="636" y="1"/>
                    <a:pt x="306" y="47"/>
                    <a:pt x="0" y="126"/>
                  </a:cubicBezTo>
                  <a:cubicBezTo>
                    <a:pt x="110" y="291"/>
                    <a:pt x="292" y="426"/>
                    <a:pt x="508" y="426"/>
                  </a:cubicBezTo>
                  <a:cubicBezTo>
                    <a:pt x="525" y="426"/>
                    <a:pt x="542" y="425"/>
                    <a:pt x="560" y="424"/>
                  </a:cubicBezTo>
                  <a:cubicBezTo>
                    <a:pt x="845" y="424"/>
                    <a:pt x="1084" y="245"/>
                    <a:pt x="1179" y="7"/>
                  </a:cubicBezTo>
                  <a:cubicBezTo>
                    <a:pt x="1109" y="3"/>
                    <a:pt x="1040" y="1"/>
                    <a:pt x="9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125"/>
          <p:cNvGrpSpPr/>
          <p:nvPr/>
        </p:nvGrpSpPr>
        <p:grpSpPr>
          <a:xfrm>
            <a:off x="713226" y="1982787"/>
            <a:ext cx="1695906" cy="1915846"/>
            <a:chOff x="1112625" y="3509450"/>
            <a:chExt cx="1129625" cy="1276125"/>
          </a:xfrm>
        </p:grpSpPr>
        <p:sp>
          <p:nvSpPr>
            <p:cNvPr id="7688" name="Google Shape;7688;p125"/>
            <p:cNvSpPr/>
            <p:nvPr/>
          </p:nvSpPr>
          <p:spPr>
            <a:xfrm>
              <a:off x="1112625" y="4673925"/>
              <a:ext cx="178625" cy="111650"/>
            </a:xfrm>
            <a:custGeom>
              <a:rect b="b" l="l" r="r" t="t"/>
              <a:pathLst>
                <a:path extrusionOk="0" h="4466" w="7145">
                  <a:moveTo>
                    <a:pt x="143" y="631"/>
                  </a:moveTo>
                  <a:lnTo>
                    <a:pt x="143" y="631"/>
                  </a:lnTo>
                  <a:cubicBezTo>
                    <a:pt x="1" y="810"/>
                    <a:pt x="36" y="1084"/>
                    <a:pt x="239" y="1215"/>
                  </a:cubicBezTo>
                  <a:lnTo>
                    <a:pt x="4501" y="4251"/>
                  </a:lnTo>
                  <a:cubicBezTo>
                    <a:pt x="4918" y="4465"/>
                    <a:pt x="5430" y="4322"/>
                    <a:pt x="5680" y="3953"/>
                  </a:cubicBezTo>
                  <a:lnTo>
                    <a:pt x="6251" y="3155"/>
                  </a:lnTo>
                  <a:lnTo>
                    <a:pt x="6347" y="3001"/>
                  </a:lnTo>
                  <a:lnTo>
                    <a:pt x="7144" y="1739"/>
                  </a:lnTo>
                  <a:lnTo>
                    <a:pt x="4918" y="0"/>
                  </a:lnTo>
                  <a:lnTo>
                    <a:pt x="4584" y="429"/>
                  </a:lnTo>
                  <a:cubicBezTo>
                    <a:pt x="4442" y="607"/>
                    <a:pt x="4227" y="679"/>
                    <a:pt x="4013" y="655"/>
                  </a:cubicBezTo>
                  <a:lnTo>
                    <a:pt x="3525" y="572"/>
                  </a:lnTo>
                  <a:lnTo>
                    <a:pt x="3108" y="512"/>
                  </a:lnTo>
                  <a:lnTo>
                    <a:pt x="2429" y="369"/>
                  </a:lnTo>
                  <a:lnTo>
                    <a:pt x="2429" y="369"/>
                  </a:lnTo>
                  <a:lnTo>
                    <a:pt x="1203" y="95"/>
                  </a:lnTo>
                  <a:cubicBezTo>
                    <a:pt x="786" y="131"/>
                    <a:pt x="393" y="322"/>
                    <a:pt x="143" y="63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25"/>
            <p:cNvSpPr/>
            <p:nvPr/>
          </p:nvSpPr>
          <p:spPr>
            <a:xfrm>
              <a:off x="1112625" y="4677200"/>
              <a:ext cx="166125" cy="105925"/>
            </a:xfrm>
            <a:custGeom>
              <a:rect b="b" l="l" r="r" t="t"/>
              <a:pathLst>
                <a:path extrusionOk="0" h="4237" w="6645">
                  <a:moveTo>
                    <a:pt x="1203" y="0"/>
                  </a:moveTo>
                  <a:cubicBezTo>
                    <a:pt x="786" y="0"/>
                    <a:pt x="393" y="191"/>
                    <a:pt x="143" y="500"/>
                  </a:cubicBezTo>
                  <a:cubicBezTo>
                    <a:pt x="1" y="679"/>
                    <a:pt x="36" y="953"/>
                    <a:pt x="239" y="1084"/>
                  </a:cubicBezTo>
                  <a:lnTo>
                    <a:pt x="4501" y="4120"/>
                  </a:lnTo>
                  <a:cubicBezTo>
                    <a:pt x="4652" y="4197"/>
                    <a:pt x="4817" y="4236"/>
                    <a:pt x="4980" y="4236"/>
                  </a:cubicBezTo>
                  <a:cubicBezTo>
                    <a:pt x="5265" y="4236"/>
                    <a:pt x="5541" y="4117"/>
                    <a:pt x="5716" y="3882"/>
                  </a:cubicBezTo>
                  <a:lnTo>
                    <a:pt x="6644" y="2548"/>
                  </a:lnTo>
                  <a:cubicBezTo>
                    <a:pt x="6156" y="2346"/>
                    <a:pt x="870" y="1238"/>
                    <a:pt x="2441" y="262"/>
                  </a:cubicBezTo>
                  <a:lnTo>
                    <a:pt x="120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25"/>
            <p:cNvSpPr/>
            <p:nvPr/>
          </p:nvSpPr>
          <p:spPr>
            <a:xfrm>
              <a:off x="2063650" y="4667375"/>
              <a:ext cx="178600" cy="111650"/>
            </a:xfrm>
            <a:custGeom>
              <a:rect b="b" l="l" r="r" t="t"/>
              <a:pathLst>
                <a:path extrusionOk="0" h="4466" w="7144">
                  <a:moveTo>
                    <a:pt x="6989" y="643"/>
                  </a:moveTo>
                  <a:cubicBezTo>
                    <a:pt x="7001" y="643"/>
                    <a:pt x="7001" y="643"/>
                    <a:pt x="6989" y="643"/>
                  </a:cubicBezTo>
                  <a:cubicBezTo>
                    <a:pt x="7144" y="822"/>
                    <a:pt x="7096" y="1096"/>
                    <a:pt x="6906" y="1227"/>
                  </a:cubicBezTo>
                  <a:lnTo>
                    <a:pt x="2631" y="4263"/>
                  </a:lnTo>
                  <a:cubicBezTo>
                    <a:pt x="2215" y="4465"/>
                    <a:pt x="1703" y="4334"/>
                    <a:pt x="1453" y="3965"/>
                  </a:cubicBezTo>
                  <a:lnTo>
                    <a:pt x="893" y="3155"/>
                  </a:lnTo>
                  <a:lnTo>
                    <a:pt x="786" y="3013"/>
                  </a:lnTo>
                  <a:lnTo>
                    <a:pt x="0" y="1751"/>
                  </a:lnTo>
                  <a:lnTo>
                    <a:pt x="2215" y="0"/>
                  </a:lnTo>
                  <a:lnTo>
                    <a:pt x="2560" y="441"/>
                  </a:lnTo>
                  <a:cubicBezTo>
                    <a:pt x="2691" y="619"/>
                    <a:pt x="2917" y="691"/>
                    <a:pt x="3119" y="655"/>
                  </a:cubicBezTo>
                  <a:lnTo>
                    <a:pt x="3608" y="584"/>
                  </a:lnTo>
                  <a:lnTo>
                    <a:pt x="4024" y="524"/>
                  </a:lnTo>
                  <a:lnTo>
                    <a:pt x="4691" y="381"/>
                  </a:lnTo>
                  <a:lnTo>
                    <a:pt x="4691" y="381"/>
                  </a:lnTo>
                  <a:lnTo>
                    <a:pt x="5929" y="107"/>
                  </a:lnTo>
                  <a:cubicBezTo>
                    <a:pt x="6346" y="143"/>
                    <a:pt x="6739" y="334"/>
                    <a:pt x="6989" y="643"/>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25"/>
            <p:cNvSpPr/>
            <p:nvPr/>
          </p:nvSpPr>
          <p:spPr>
            <a:xfrm>
              <a:off x="2075850" y="4670950"/>
              <a:ext cx="166400" cy="105775"/>
            </a:xfrm>
            <a:custGeom>
              <a:rect b="b" l="l" r="r" t="t"/>
              <a:pathLst>
                <a:path extrusionOk="0" h="4231" w="6656">
                  <a:moveTo>
                    <a:pt x="5441" y="0"/>
                  </a:moveTo>
                  <a:lnTo>
                    <a:pt x="4203" y="262"/>
                  </a:lnTo>
                  <a:cubicBezTo>
                    <a:pt x="5775" y="1227"/>
                    <a:pt x="488" y="2346"/>
                    <a:pt x="0" y="2536"/>
                  </a:cubicBezTo>
                  <a:lnTo>
                    <a:pt x="941" y="3882"/>
                  </a:lnTo>
                  <a:cubicBezTo>
                    <a:pt x="1107" y="4116"/>
                    <a:pt x="1380" y="4231"/>
                    <a:pt x="1664" y="4231"/>
                  </a:cubicBezTo>
                  <a:cubicBezTo>
                    <a:pt x="1826" y="4231"/>
                    <a:pt x="1992" y="4193"/>
                    <a:pt x="2143" y="4120"/>
                  </a:cubicBezTo>
                  <a:lnTo>
                    <a:pt x="6418" y="1084"/>
                  </a:lnTo>
                  <a:cubicBezTo>
                    <a:pt x="6608" y="953"/>
                    <a:pt x="6656" y="679"/>
                    <a:pt x="6501" y="500"/>
                  </a:cubicBezTo>
                  <a:cubicBezTo>
                    <a:pt x="6251" y="191"/>
                    <a:pt x="5858" y="0"/>
                    <a:pt x="5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25"/>
            <p:cNvSpPr/>
            <p:nvPr/>
          </p:nvSpPr>
          <p:spPr>
            <a:xfrm>
              <a:off x="1223050" y="4240825"/>
              <a:ext cx="910850" cy="491750"/>
            </a:xfrm>
            <a:custGeom>
              <a:rect b="b" l="l" r="r" t="t"/>
              <a:pathLst>
                <a:path extrusionOk="0" h="19670" w="36434">
                  <a:moveTo>
                    <a:pt x="24409" y="1"/>
                  </a:moveTo>
                  <a:lnTo>
                    <a:pt x="12026" y="179"/>
                  </a:lnTo>
                  <a:cubicBezTo>
                    <a:pt x="12026" y="179"/>
                    <a:pt x="5740" y="8573"/>
                    <a:pt x="4001" y="10740"/>
                  </a:cubicBezTo>
                  <a:cubicBezTo>
                    <a:pt x="2263" y="12919"/>
                    <a:pt x="1" y="17503"/>
                    <a:pt x="1" y="17503"/>
                  </a:cubicBezTo>
                  <a:lnTo>
                    <a:pt x="2620" y="19670"/>
                  </a:lnTo>
                  <a:lnTo>
                    <a:pt x="9371" y="12336"/>
                  </a:lnTo>
                  <a:cubicBezTo>
                    <a:pt x="9371" y="12336"/>
                    <a:pt x="15562" y="5739"/>
                    <a:pt x="17908" y="4656"/>
                  </a:cubicBezTo>
                  <a:lnTo>
                    <a:pt x="18336" y="4406"/>
                  </a:lnTo>
                  <a:cubicBezTo>
                    <a:pt x="20658" y="5489"/>
                    <a:pt x="27052" y="12157"/>
                    <a:pt x="27052" y="12157"/>
                  </a:cubicBezTo>
                  <a:lnTo>
                    <a:pt x="33815" y="19491"/>
                  </a:lnTo>
                  <a:lnTo>
                    <a:pt x="36434" y="17324"/>
                  </a:lnTo>
                  <a:cubicBezTo>
                    <a:pt x="36422" y="17312"/>
                    <a:pt x="34172" y="12740"/>
                    <a:pt x="32433" y="10562"/>
                  </a:cubicBezTo>
                  <a:cubicBezTo>
                    <a:pt x="30683" y="8395"/>
                    <a:pt x="24409" y="1"/>
                    <a:pt x="244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25"/>
            <p:cNvSpPr/>
            <p:nvPr/>
          </p:nvSpPr>
          <p:spPr>
            <a:xfrm>
              <a:off x="1487975" y="4240225"/>
              <a:ext cx="110450" cy="62550"/>
            </a:xfrm>
            <a:custGeom>
              <a:rect b="b" l="l" r="r" t="t"/>
              <a:pathLst>
                <a:path extrusionOk="0" h="2502" w="4418">
                  <a:moveTo>
                    <a:pt x="4418" y="25"/>
                  </a:moveTo>
                  <a:cubicBezTo>
                    <a:pt x="4418" y="25"/>
                    <a:pt x="3322" y="2501"/>
                    <a:pt x="0" y="2073"/>
                  </a:cubicBezTo>
                  <a:lnTo>
                    <a:pt x="15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25"/>
            <p:cNvSpPr/>
            <p:nvPr/>
          </p:nvSpPr>
          <p:spPr>
            <a:xfrm>
              <a:off x="1761525" y="4240225"/>
              <a:ext cx="110450" cy="62550"/>
            </a:xfrm>
            <a:custGeom>
              <a:rect b="b" l="l" r="r" t="t"/>
              <a:pathLst>
                <a:path extrusionOk="0" h="2502" w="4418">
                  <a:moveTo>
                    <a:pt x="0" y="25"/>
                  </a:moveTo>
                  <a:cubicBezTo>
                    <a:pt x="0" y="25"/>
                    <a:pt x="1096" y="2501"/>
                    <a:pt x="4417" y="2073"/>
                  </a:cubicBezTo>
                  <a:lnTo>
                    <a:pt x="28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25"/>
            <p:cNvSpPr/>
            <p:nvPr/>
          </p:nvSpPr>
          <p:spPr>
            <a:xfrm>
              <a:off x="1524000" y="3909775"/>
              <a:ext cx="312250" cy="335250"/>
            </a:xfrm>
            <a:custGeom>
              <a:rect b="b" l="l" r="r" t="t"/>
              <a:pathLst>
                <a:path extrusionOk="0" h="13410" w="12490">
                  <a:moveTo>
                    <a:pt x="6396" y="1"/>
                  </a:moveTo>
                  <a:cubicBezTo>
                    <a:pt x="6294" y="1"/>
                    <a:pt x="6190" y="2"/>
                    <a:pt x="6084" y="3"/>
                  </a:cubicBezTo>
                  <a:cubicBezTo>
                    <a:pt x="6084" y="3"/>
                    <a:pt x="822" y="110"/>
                    <a:pt x="905" y="2051"/>
                  </a:cubicBezTo>
                  <a:cubicBezTo>
                    <a:pt x="964" y="3563"/>
                    <a:pt x="905" y="5420"/>
                    <a:pt x="1107" y="7075"/>
                  </a:cubicBezTo>
                  <a:cubicBezTo>
                    <a:pt x="1203" y="8016"/>
                    <a:pt x="1191" y="8968"/>
                    <a:pt x="905" y="9873"/>
                  </a:cubicBezTo>
                  <a:cubicBezTo>
                    <a:pt x="107" y="12493"/>
                    <a:pt x="0" y="13409"/>
                    <a:pt x="0" y="13409"/>
                  </a:cubicBezTo>
                  <a:lnTo>
                    <a:pt x="12490" y="13290"/>
                  </a:lnTo>
                  <a:cubicBezTo>
                    <a:pt x="12490" y="13290"/>
                    <a:pt x="11942" y="11612"/>
                    <a:pt x="11597" y="9873"/>
                  </a:cubicBezTo>
                  <a:cubicBezTo>
                    <a:pt x="11418" y="9016"/>
                    <a:pt x="11406" y="8123"/>
                    <a:pt x="11525" y="7242"/>
                  </a:cubicBezTo>
                  <a:cubicBezTo>
                    <a:pt x="11740" y="5694"/>
                    <a:pt x="12061" y="3194"/>
                    <a:pt x="12085" y="1706"/>
                  </a:cubicBezTo>
                  <a:cubicBezTo>
                    <a:pt x="12073" y="1694"/>
                    <a:pt x="11432" y="1"/>
                    <a:pt x="6396" y="1"/>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25"/>
            <p:cNvSpPr/>
            <p:nvPr/>
          </p:nvSpPr>
          <p:spPr>
            <a:xfrm>
              <a:off x="1802100" y="3509450"/>
              <a:ext cx="92500" cy="106525"/>
            </a:xfrm>
            <a:custGeom>
              <a:rect b="b" l="l" r="r" t="t"/>
              <a:pathLst>
                <a:path extrusionOk="0" h="4261" w="3700">
                  <a:moveTo>
                    <a:pt x="2337" y="1"/>
                  </a:moveTo>
                  <a:cubicBezTo>
                    <a:pt x="2331" y="1"/>
                    <a:pt x="2324" y="1"/>
                    <a:pt x="2318" y="2"/>
                  </a:cubicBezTo>
                  <a:cubicBezTo>
                    <a:pt x="2247" y="26"/>
                    <a:pt x="2187" y="97"/>
                    <a:pt x="2140" y="169"/>
                  </a:cubicBezTo>
                  <a:cubicBezTo>
                    <a:pt x="1866" y="633"/>
                    <a:pt x="1711" y="1478"/>
                    <a:pt x="1663" y="2014"/>
                  </a:cubicBezTo>
                  <a:cubicBezTo>
                    <a:pt x="1675" y="1645"/>
                    <a:pt x="1663" y="824"/>
                    <a:pt x="1604" y="455"/>
                  </a:cubicBezTo>
                  <a:cubicBezTo>
                    <a:pt x="1568" y="300"/>
                    <a:pt x="1532" y="121"/>
                    <a:pt x="1378" y="85"/>
                  </a:cubicBezTo>
                  <a:cubicBezTo>
                    <a:pt x="1354" y="77"/>
                    <a:pt x="1330" y="73"/>
                    <a:pt x="1307" y="73"/>
                  </a:cubicBezTo>
                  <a:cubicBezTo>
                    <a:pt x="1196" y="73"/>
                    <a:pt x="1085" y="158"/>
                    <a:pt x="1056" y="276"/>
                  </a:cubicBezTo>
                  <a:cubicBezTo>
                    <a:pt x="997" y="407"/>
                    <a:pt x="997" y="1717"/>
                    <a:pt x="1032" y="2217"/>
                  </a:cubicBezTo>
                  <a:cubicBezTo>
                    <a:pt x="937" y="2086"/>
                    <a:pt x="604" y="1407"/>
                    <a:pt x="377" y="1371"/>
                  </a:cubicBezTo>
                  <a:cubicBezTo>
                    <a:pt x="366" y="1370"/>
                    <a:pt x="354" y="1369"/>
                    <a:pt x="343" y="1369"/>
                  </a:cubicBezTo>
                  <a:cubicBezTo>
                    <a:pt x="146" y="1369"/>
                    <a:pt x="0" y="1561"/>
                    <a:pt x="68" y="1764"/>
                  </a:cubicBezTo>
                  <a:cubicBezTo>
                    <a:pt x="223" y="2169"/>
                    <a:pt x="711" y="2717"/>
                    <a:pt x="758" y="3610"/>
                  </a:cubicBezTo>
                  <a:cubicBezTo>
                    <a:pt x="770" y="3931"/>
                    <a:pt x="1056" y="4169"/>
                    <a:pt x="1366" y="4241"/>
                  </a:cubicBezTo>
                  <a:cubicBezTo>
                    <a:pt x="1416" y="4254"/>
                    <a:pt x="1464" y="4260"/>
                    <a:pt x="1511" y="4260"/>
                  </a:cubicBezTo>
                  <a:cubicBezTo>
                    <a:pt x="2014" y="4260"/>
                    <a:pt x="2356" y="3553"/>
                    <a:pt x="2628" y="3205"/>
                  </a:cubicBezTo>
                  <a:cubicBezTo>
                    <a:pt x="2866" y="2860"/>
                    <a:pt x="3461" y="2288"/>
                    <a:pt x="3675" y="1883"/>
                  </a:cubicBezTo>
                  <a:cubicBezTo>
                    <a:pt x="3699" y="1812"/>
                    <a:pt x="3699" y="1728"/>
                    <a:pt x="3652" y="1669"/>
                  </a:cubicBezTo>
                  <a:cubicBezTo>
                    <a:pt x="3624" y="1641"/>
                    <a:pt x="3590" y="1629"/>
                    <a:pt x="3555" y="1629"/>
                  </a:cubicBezTo>
                  <a:cubicBezTo>
                    <a:pt x="3501" y="1629"/>
                    <a:pt x="3445" y="1657"/>
                    <a:pt x="3402" y="1693"/>
                  </a:cubicBezTo>
                  <a:cubicBezTo>
                    <a:pt x="3140" y="1848"/>
                    <a:pt x="2699" y="2252"/>
                    <a:pt x="2509" y="2490"/>
                  </a:cubicBezTo>
                  <a:cubicBezTo>
                    <a:pt x="2794" y="2109"/>
                    <a:pt x="3116" y="1478"/>
                    <a:pt x="3330" y="1038"/>
                  </a:cubicBezTo>
                  <a:cubicBezTo>
                    <a:pt x="3354" y="955"/>
                    <a:pt x="3378" y="883"/>
                    <a:pt x="3378" y="812"/>
                  </a:cubicBezTo>
                  <a:cubicBezTo>
                    <a:pt x="3354" y="662"/>
                    <a:pt x="3258" y="606"/>
                    <a:pt x="3154" y="606"/>
                  </a:cubicBezTo>
                  <a:cubicBezTo>
                    <a:pt x="3100" y="606"/>
                    <a:pt x="3045" y="621"/>
                    <a:pt x="2997" y="645"/>
                  </a:cubicBezTo>
                  <a:cubicBezTo>
                    <a:pt x="2913" y="693"/>
                    <a:pt x="2854" y="776"/>
                    <a:pt x="2794" y="859"/>
                  </a:cubicBezTo>
                  <a:cubicBezTo>
                    <a:pt x="2556" y="1181"/>
                    <a:pt x="2271" y="1752"/>
                    <a:pt x="2104" y="2109"/>
                  </a:cubicBezTo>
                  <a:cubicBezTo>
                    <a:pt x="2306" y="1657"/>
                    <a:pt x="2521" y="871"/>
                    <a:pt x="2544" y="383"/>
                  </a:cubicBezTo>
                  <a:cubicBezTo>
                    <a:pt x="2544" y="288"/>
                    <a:pt x="2544" y="216"/>
                    <a:pt x="2509" y="121"/>
                  </a:cubicBezTo>
                  <a:cubicBezTo>
                    <a:pt x="2487" y="56"/>
                    <a:pt x="2406" y="1"/>
                    <a:pt x="2337"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25"/>
            <p:cNvSpPr/>
            <p:nvPr/>
          </p:nvSpPr>
          <p:spPr>
            <a:xfrm>
              <a:off x="1469225" y="3511125"/>
              <a:ext cx="86925" cy="107125"/>
            </a:xfrm>
            <a:custGeom>
              <a:rect b="b" l="l" r="r" t="t"/>
              <a:pathLst>
                <a:path extrusionOk="0" h="4285" w="3477">
                  <a:moveTo>
                    <a:pt x="1555" y="1"/>
                  </a:moveTo>
                  <a:cubicBezTo>
                    <a:pt x="1519" y="1"/>
                    <a:pt x="1483" y="10"/>
                    <a:pt x="1453" y="30"/>
                  </a:cubicBezTo>
                  <a:cubicBezTo>
                    <a:pt x="1369" y="66"/>
                    <a:pt x="1358" y="161"/>
                    <a:pt x="1358" y="245"/>
                  </a:cubicBezTo>
                  <a:cubicBezTo>
                    <a:pt x="1310" y="780"/>
                    <a:pt x="1524" y="1614"/>
                    <a:pt x="1715" y="2114"/>
                  </a:cubicBezTo>
                  <a:cubicBezTo>
                    <a:pt x="1560" y="1769"/>
                    <a:pt x="1203" y="1042"/>
                    <a:pt x="1000" y="721"/>
                  </a:cubicBezTo>
                  <a:cubicBezTo>
                    <a:pt x="909" y="618"/>
                    <a:pt x="795" y="482"/>
                    <a:pt x="660" y="482"/>
                  </a:cubicBezTo>
                  <a:cubicBezTo>
                    <a:pt x="654" y="482"/>
                    <a:pt x="649" y="482"/>
                    <a:pt x="643" y="483"/>
                  </a:cubicBezTo>
                  <a:cubicBezTo>
                    <a:pt x="512" y="507"/>
                    <a:pt x="417" y="661"/>
                    <a:pt x="417" y="804"/>
                  </a:cubicBezTo>
                  <a:cubicBezTo>
                    <a:pt x="417" y="935"/>
                    <a:pt x="988" y="2126"/>
                    <a:pt x="1239" y="2566"/>
                  </a:cubicBezTo>
                  <a:cubicBezTo>
                    <a:pt x="1093" y="2499"/>
                    <a:pt x="557" y="2073"/>
                    <a:pt x="325" y="2073"/>
                  </a:cubicBezTo>
                  <a:cubicBezTo>
                    <a:pt x="311" y="2073"/>
                    <a:pt x="298" y="2075"/>
                    <a:pt x="286" y="2078"/>
                  </a:cubicBezTo>
                  <a:cubicBezTo>
                    <a:pt x="84" y="2138"/>
                    <a:pt x="0" y="2412"/>
                    <a:pt x="167" y="2554"/>
                  </a:cubicBezTo>
                  <a:cubicBezTo>
                    <a:pt x="477" y="2852"/>
                    <a:pt x="1155" y="3138"/>
                    <a:pt x="1584" y="3936"/>
                  </a:cubicBezTo>
                  <a:cubicBezTo>
                    <a:pt x="1721" y="4171"/>
                    <a:pt x="1971" y="4285"/>
                    <a:pt x="2227" y="4285"/>
                  </a:cubicBezTo>
                  <a:cubicBezTo>
                    <a:pt x="2283" y="4285"/>
                    <a:pt x="2338" y="4280"/>
                    <a:pt x="2393" y="4269"/>
                  </a:cubicBezTo>
                  <a:cubicBezTo>
                    <a:pt x="2989" y="4150"/>
                    <a:pt x="2989" y="3269"/>
                    <a:pt x="3096" y="2781"/>
                  </a:cubicBezTo>
                  <a:cubicBezTo>
                    <a:pt x="3179" y="2352"/>
                    <a:pt x="3453" y="1578"/>
                    <a:pt x="3477" y="1114"/>
                  </a:cubicBezTo>
                  <a:cubicBezTo>
                    <a:pt x="3477" y="1042"/>
                    <a:pt x="3429" y="971"/>
                    <a:pt x="3370" y="935"/>
                  </a:cubicBezTo>
                  <a:cubicBezTo>
                    <a:pt x="3350" y="926"/>
                    <a:pt x="3331" y="922"/>
                    <a:pt x="3313" y="922"/>
                  </a:cubicBezTo>
                  <a:cubicBezTo>
                    <a:pt x="3237" y="922"/>
                    <a:pt x="3182" y="996"/>
                    <a:pt x="3144" y="1054"/>
                  </a:cubicBezTo>
                  <a:cubicBezTo>
                    <a:pt x="2965" y="1304"/>
                    <a:pt x="2763" y="1852"/>
                    <a:pt x="2679" y="2173"/>
                  </a:cubicBezTo>
                  <a:cubicBezTo>
                    <a:pt x="2774" y="1697"/>
                    <a:pt x="2798" y="995"/>
                    <a:pt x="2798" y="507"/>
                  </a:cubicBezTo>
                  <a:cubicBezTo>
                    <a:pt x="2798" y="423"/>
                    <a:pt x="2786" y="340"/>
                    <a:pt x="2739" y="280"/>
                  </a:cubicBezTo>
                  <a:cubicBezTo>
                    <a:pt x="2681" y="197"/>
                    <a:pt x="2613" y="164"/>
                    <a:pt x="2548" y="164"/>
                  </a:cubicBezTo>
                  <a:cubicBezTo>
                    <a:pt x="2464" y="164"/>
                    <a:pt x="2386" y="219"/>
                    <a:pt x="2346" y="292"/>
                  </a:cubicBezTo>
                  <a:cubicBezTo>
                    <a:pt x="2286" y="388"/>
                    <a:pt x="2262" y="471"/>
                    <a:pt x="2251" y="578"/>
                  </a:cubicBezTo>
                  <a:cubicBezTo>
                    <a:pt x="2179" y="983"/>
                    <a:pt x="2167" y="1602"/>
                    <a:pt x="2167" y="2007"/>
                  </a:cubicBezTo>
                  <a:cubicBezTo>
                    <a:pt x="2143" y="1519"/>
                    <a:pt x="2012" y="709"/>
                    <a:pt x="1822" y="268"/>
                  </a:cubicBezTo>
                  <a:cubicBezTo>
                    <a:pt x="1786" y="185"/>
                    <a:pt x="1750" y="114"/>
                    <a:pt x="1691" y="54"/>
                  </a:cubicBezTo>
                  <a:cubicBezTo>
                    <a:pt x="1656" y="19"/>
                    <a:pt x="1605" y="1"/>
                    <a:pt x="1555"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25"/>
            <p:cNvSpPr/>
            <p:nvPr/>
          </p:nvSpPr>
          <p:spPr>
            <a:xfrm>
              <a:off x="1483200" y="3581225"/>
              <a:ext cx="393525" cy="395600"/>
            </a:xfrm>
            <a:custGeom>
              <a:rect b="b" l="l" r="r" t="t"/>
              <a:pathLst>
                <a:path extrusionOk="0" h="15824" w="15741">
                  <a:moveTo>
                    <a:pt x="3132" y="0"/>
                  </a:moveTo>
                  <a:lnTo>
                    <a:pt x="1" y="1405"/>
                  </a:lnTo>
                  <a:cubicBezTo>
                    <a:pt x="1" y="1405"/>
                    <a:pt x="870" y="7847"/>
                    <a:pt x="1275" y="9514"/>
                  </a:cubicBezTo>
                  <a:cubicBezTo>
                    <a:pt x="1680" y="11180"/>
                    <a:pt x="2537" y="15205"/>
                    <a:pt x="2537" y="15205"/>
                  </a:cubicBezTo>
                  <a:lnTo>
                    <a:pt x="13634" y="15824"/>
                  </a:lnTo>
                  <a:cubicBezTo>
                    <a:pt x="13634" y="15824"/>
                    <a:pt x="14241" y="9418"/>
                    <a:pt x="14491" y="7930"/>
                  </a:cubicBezTo>
                  <a:cubicBezTo>
                    <a:pt x="14705" y="6716"/>
                    <a:pt x="14824" y="5763"/>
                    <a:pt x="14955" y="5144"/>
                  </a:cubicBezTo>
                  <a:lnTo>
                    <a:pt x="15741" y="1132"/>
                  </a:lnTo>
                  <a:lnTo>
                    <a:pt x="12824" y="239"/>
                  </a:lnTo>
                  <a:cubicBezTo>
                    <a:pt x="12824" y="239"/>
                    <a:pt x="11514" y="6085"/>
                    <a:pt x="11288" y="8013"/>
                  </a:cubicBezTo>
                  <a:cubicBezTo>
                    <a:pt x="11074" y="9954"/>
                    <a:pt x="10621" y="13002"/>
                    <a:pt x="9490" y="13443"/>
                  </a:cubicBezTo>
                  <a:cubicBezTo>
                    <a:pt x="8870" y="13693"/>
                    <a:pt x="8235" y="13886"/>
                    <a:pt x="7655" y="13886"/>
                  </a:cubicBezTo>
                  <a:cubicBezTo>
                    <a:pt x="7187" y="13886"/>
                    <a:pt x="6755" y="13761"/>
                    <a:pt x="6395" y="13443"/>
                  </a:cubicBezTo>
                  <a:cubicBezTo>
                    <a:pt x="5597" y="12728"/>
                    <a:pt x="4859" y="11419"/>
                    <a:pt x="4501" y="9037"/>
                  </a:cubicBezTo>
                  <a:cubicBezTo>
                    <a:pt x="4144" y="6656"/>
                    <a:pt x="3704" y="3084"/>
                    <a:pt x="3132" y="0"/>
                  </a:cubicBezTo>
                  <a:close/>
                </a:path>
              </a:pathLst>
            </a:custGeom>
            <a:solidFill>
              <a:srgbClr val="FDB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25"/>
            <p:cNvSpPr/>
            <p:nvPr/>
          </p:nvSpPr>
          <p:spPr>
            <a:xfrm>
              <a:off x="1636800" y="3659225"/>
              <a:ext cx="105700" cy="83775"/>
            </a:xfrm>
            <a:custGeom>
              <a:rect b="b" l="l" r="r" t="t"/>
              <a:pathLst>
                <a:path extrusionOk="0" h="3351" w="4228">
                  <a:moveTo>
                    <a:pt x="1738" y="0"/>
                  </a:moveTo>
                  <a:cubicBezTo>
                    <a:pt x="1681" y="0"/>
                    <a:pt x="1625" y="8"/>
                    <a:pt x="1572" y="24"/>
                  </a:cubicBezTo>
                  <a:cubicBezTo>
                    <a:pt x="1322" y="107"/>
                    <a:pt x="1143" y="357"/>
                    <a:pt x="1143" y="607"/>
                  </a:cubicBezTo>
                  <a:cubicBezTo>
                    <a:pt x="1087" y="589"/>
                    <a:pt x="1027" y="581"/>
                    <a:pt x="967" y="581"/>
                  </a:cubicBezTo>
                  <a:cubicBezTo>
                    <a:pt x="747" y="581"/>
                    <a:pt x="520" y="694"/>
                    <a:pt x="417" y="881"/>
                  </a:cubicBezTo>
                  <a:cubicBezTo>
                    <a:pt x="286" y="1119"/>
                    <a:pt x="346" y="1452"/>
                    <a:pt x="548" y="1631"/>
                  </a:cubicBezTo>
                  <a:cubicBezTo>
                    <a:pt x="203" y="1726"/>
                    <a:pt x="0" y="2131"/>
                    <a:pt x="131" y="2453"/>
                  </a:cubicBezTo>
                  <a:cubicBezTo>
                    <a:pt x="310" y="2857"/>
                    <a:pt x="620" y="2691"/>
                    <a:pt x="893" y="2822"/>
                  </a:cubicBezTo>
                  <a:cubicBezTo>
                    <a:pt x="1143" y="2941"/>
                    <a:pt x="1155" y="3262"/>
                    <a:pt x="1453" y="3334"/>
                  </a:cubicBezTo>
                  <a:cubicBezTo>
                    <a:pt x="1495" y="3345"/>
                    <a:pt x="1539" y="3350"/>
                    <a:pt x="1583" y="3350"/>
                  </a:cubicBezTo>
                  <a:cubicBezTo>
                    <a:pt x="1776" y="3350"/>
                    <a:pt x="1975" y="3248"/>
                    <a:pt x="2072" y="3084"/>
                  </a:cubicBezTo>
                  <a:cubicBezTo>
                    <a:pt x="2179" y="3191"/>
                    <a:pt x="2349" y="3252"/>
                    <a:pt x="2519" y="3252"/>
                  </a:cubicBezTo>
                  <a:cubicBezTo>
                    <a:pt x="2594" y="3252"/>
                    <a:pt x="2669" y="3240"/>
                    <a:pt x="2739" y="3215"/>
                  </a:cubicBezTo>
                  <a:cubicBezTo>
                    <a:pt x="2965" y="3119"/>
                    <a:pt x="3120" y="2881"/>
                    <a:pt x="3144" y="2643"/>
                  </a:cubicBezTo>
                  <a:cubicBezTo>
                    <a:pt x="3254" y="2737"/>
                    <a:pt x="3396" y="2782"/>
                    <a:pt x="3538" y="2782"/>
                  </a:cubicBezTo>
                  <a:cubicBezTo>
                    <a:pt x="3702" y="2782"/>
                    <a:pt x="3868" y="2722"/>
                    <a:pt x="3989" y="2607"/>
                  </a:cubicBezTo>
                  <a:cubicBezTo>
                    <a:pt x="4215" y="2381"/>
                    <a:pt x="4227" y="1988"/>
                    <a:pt x="4037" y="1750"/>
                  </a:cubicBezTo>
                  <a:cubicBezTo>
                    <a:pt x="4156" y="1655"/>
                    <a:pt x="4191" y="1488"/>
                    <a:pt x="4132" y="1333"/>
                  </a:cubicBezTo>
                  <a:cubicBezTo>
                    <a:pt x="4100" y="1215"/>
                    <a:pt x="3960" y="1116"/>
                    <a:pt x="3819" y="1116"/>
                  </a:cubicBezTo>
                  <a:cubicBezTo>
                    <a:pt x="3804" y="1116"/>
                    <a:pt x="3789" y="1117"/>
                    <a:pt x="3775" y="1119"/>
                  </a:cubicBezTo>
                  <a:cubicBezTo>
                    <a:pt x="3930" y="941"/>
                    <a:pt x="3894" y="655"/>
                    <a:pt x="3739" y="488"/>
                  </a:cubicBezTo>
                  <a:cubicBezTo>
                    <a:pt x="3656" y="417"/>
                    <a:pt x="3540" y="381"/>
                    <a:pt x="3424" y="381"/>
                  </a:cubicBezTo>
                  <a:cubicBezTo>
                    <a:pt x="3307" y="381"/>
                    <a:pt x="3191" y="417"/>
                    <a:pt x="3108" y="488"/>
                  </a:cubicBezTo>
                  <a:cubicBezTo>
                    <a:pt x="3120" y="298"/>
                    <a:pt x="2977" y="107"/>
                    <a:pt x="2787" y="48"/>
                  </a:cubicBezTo>
                  <a:cubicBezTo>
                    <a:pt x="2746" y="38"/>
                    <a:pt x="2704" y="33"/>
                    <a:pt x="2663" y="33"/>
                  </a:cubicBezTo>
                  <a:cubicBezTo>
                    <a:pt x="2502" y="33"/>
                    <a:pt x="2348" y="107"/>
                    <a:pt x="2263" y="250"/>
                  </a:cubicBezTo>
                  <a:cubicBezTo>
                    <a:pt x="2142" y="93"/>
                    <a:pt x="1936" y="0"/>
                    <a:pt x="17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25"/>
            <p:cNvSpPr/>
            <p:nvPr/>
          </p:nvSpPr>
          <p:spPr>
            <a:xfrm>
              <a:off x="1647825" y="3886025"/>
              <a:ext cx="65500" cy="71325"/>
            </a:xfrm>
            <a:custGeom>
              <a:rect b="b" l="l" r="r" t="t"/>
              <a:pathLst>
                <a:path extrusionOk="0" h="2853" w="2620">
                  <a:moveTo>
                    <a:pt x="2607" y="0"/>
                  </a:moveTo>
                  <a:lnTo>
                    <a:pt x="48" y="60"/>
                  </a:lnTo>
                  <a:cubicBezTo>
                    <a:pt x="48" y="60"/>
                    <a:pt x="0" y="1691"/>
                    <a:pt x="24" y="1691"/>
                  </a:cubicBezTo>
                  <a:cubicBezTo>
                    <a:pt x="83" y="2251"/>
                    <a:pt x="512" y="2727"/>
                    <a:pt x="1095" y="2834"/>
                  </a:cubicBezTo>
                  <a:cubicBezTo>
                    <a:pt x="1171" y="2847"/>
                    <a:pt x="1245" y="2853"/>
                    <a:pt x="1319" y="2853"/>
                  </a:cubicBezTo>
                  <a:cubicBezTo>
                    <a:pt x="1944" y="2853"/>
                    <a:pt x="2490" y="2414"/>
                    <a:pt x="2607" y="1774"/>
                  </a:cubicBezTo>
                  <a:cubicBezTo>
                    <a:pt x="2619" y="1644"/>
                    <a:pt x="2607" y="0"/>
                    <a:pt x="2607"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25"/>
            <p:cNvSpPr/>
            <p:nvPr/>
          </p:nvSpPr>
          <p:spPr>
            <a:xfrm>
              <a:off x="1615375" y="3732725"/>
              <a:ext cx="126225" cy="170600"/>
            </a:xfrm>
            <a:custGeom>
              <a:rect b="b" l="l" r="r" t="t"/>
              <a:pathLst>
                <a:path extrusionOk="0" h="6824" w="5049">
                  <a:moveTo>
                    <a:pt x="2536" y="0"/>
                  </a:moveTo>
                  <a:cubicBezTo>
                    <a:pt x="1234" y="0"/>
                    <a:pt x="141" y="657"/>
                    <a:pt x="48" y="3977"/>
                  </a:cubicBezTo>
                  <a:cubicBezTo>
                    <a:pt x="0" y="5942"/>
                    <a:pt x="1750" y="6823"/>
                    <a:pt x="2548" y="6823"/>
                  </a:cubicBezTo>
                  <a:cubicBezTo>
                    <a:pt x="3405" y="6823"/>
                    <a:pt x="4894" y="6061"/>
                    <a:pt x="4953" y="4097"/>
                  </a:cubicBezTo>
                  <a:cubicBezTo>
                    <a:pt x="5048" y="537"/>
                    <a:pt x="3977" y="36"/>
                    <a:pt x="2608" y="1"/>
                  </a:cubicBezTo>
                  <a:cubicBezTo>
                    <a:pt x="2584" y="0"/>
                    <a:pt x="2560" y="0"/>
                    <a:pt x="2536"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25"/>
            <p:cNvSpPr/>
            <p:nvPr/>
          </p:nvSpPr>
          <p:spPr>
            <a:xfrm>
              <a:off x="1699900" y="3797625"/>
              <a:ext cx="20875" cy="10450"/>
            </a:xfrm>
            <a:custGeom>
              <a:rect b="b" l="l" r="r" t="t"/>
              <a:pathLst>
                <a:path extrusionOk="0" h="418" w="835">
                  <a:moveTo>
                    <a:pt x="572" y="107"/>
                  </a:moveTo>
                  <a:cubicBezTo>
                    <a:pt x="655" y="131"/>
                    <a:pt x="739" y="179"/>
                    <a:pt x="798" y="250"/>
                  </a:cubicBezTo>
                  <a:cubicBezTo>
                    <a:pt x="822" y="286"/>
                    <a:pt x="834" y="346"/>
                    <a:pt x="810" y="369"/>
                  </a:cubicBezTo>
                  <a:cubicBezTo>
                    <a:pt x="775" y="417"/>
                    <a:pt x="703" y="405"/>
                    <a:pt x="655" y="369"/>
                  </a:cubicBezTo>
                  <a:cubicBezTo>
                    <a:pt x="536" y="322"/>
                    <a:pt x="417" y="298"/>
                    <a:pt x="298" y="298"/>
                  </a:cubicBezTo>
                  <a:cubicBezTo>
                    <a:pt x="227" y="298"/>
                    <a:pt x="155" y="298"/>
                    <a:pt x="96" y="250"/>
                  </a:cubicBezTo>
                  <a:cubicBezTo>
                    <a:pt x="1" y="179"/>
                    <a:pt x="60" y="48"/>
                    <a:pt x="167" y="24"/>
                  </a:cubicBezTo>
                  <a:cubicBezTo>
                    <a:pt x="274" y="0"/>
                    <a:pt x="465" y="72"/>
                    <a:pt x="572" y="10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25"/>
            <p:cNvSpPr/>
            <p:nvPr/>
          </p:nvSpPr>
          <p:spPr>
            <a:xfrm>
              <a:off x="1641850" y="3797925"/>
              <a:ext cx="20875" cy="11325"/>
            </a:xfrm>
            <a:custGeom>
              <a:rect b="b" l="l" r="r" t="t"/>
              <a:pathLst>
                <a:path extrusionOk="0" h="453" w="835">
                  <a:moveTo>
                    <a:pt x="263" y="119"/>
                  </a:moveTo>
                  <a:cubicBezTo>
                    <a:pt x="179" y="155"/>
                    <a:pt x="96" y="215"/>
                    <a:pt x="49" y="286"/>
                  </a:cubicBezTo>
                  <a:cubicBezTo>
                    <a:pt x="25" y="310"/>
                    <a:pt x="1" y="369"/>
                    <a:pt x="37" y="405"/>
                  </a:cubicBezTo>
                  <a:cubicBezTo>
                    <a:pt x="60" y="453"/>
                    <a:pt x="144" y="417"/>
                    <a:pt x="179" y="405"/>
                  </a:cubicBezTo>
                  <a:cubicBezTo>
                    <a:pt x="299" y="357"/>
                    <a:pt x="418" y="334"/>
                    <a:pt x="537" y="310"/>
                  </a:cubicBezTo>
                  <a:cubicBezTo>
                    <a:pt x="620" y="310"/>
                    <a:pt x="691" y="310"/>
                    <a:pt x="751" y="250"/>
                  </a:cubicBezTo>
                  <a:cubicBezTo>
                    <a:pt x="834" y="167"/>
                    <a:pt x="763" y="48"/>
                    <a:pt x="668" y="36"/>
                  </a:cubicBezTo>
                  <a:cubicBezTo>
                    <a:pt x="560" y="0"/>
                    <a:pt x="358" y="72"/>
                    <a:pt x="263" y="1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25"/>
            <p:cNvSpPr/>
            <p:nvPr/>
          </p:nvSpPr>
          <p:spPr>
            <a:xfrm>
              <a:off x="1668050" y="3851975"/>
              <a:ext cx="25625" cy="8775"/>
            </a:xfrm>
            <a:custGeom>
              <a:rect b="b" l="l" r="r" t="t"/>
              <a:pathLst>
                <a:path extrusionOk="0" h="351" w="1025">
                  <a:moveTo>
                    <a:pt x="494" y="1"/>
                  </a:moveTo>
                  <a:cubicBezTo>
                    <a:pt x="245" y="1"/>
                    <a:pt x="1" y="31"/>
                    <a:pt x="1" y="100"/>
                  </a:cubicBezTo>
                  <a:cubicBezTo>
                    <a:pt x="1" y="196"/>
                    <a:pt x="24" y="279"/>
                    <a:pt x="72" y="350"/>
                  </a:cubicBezTo>
                  <a:cubicBezTo>
                    <a:pt x="321" y="291"/>
                    <a:pt x="579" y="264"/>
                    <a:pt x="831" y="264"/>
                  </a:cubicBezTo>
                  <a:cubicBezTo>
                    <a:pt x="880" y="264"/>
                    <a:pt x="929" y="265"/>
                    <a:pt x="977" y="267"/>
                  </a:cubicBezTo>
                  <a:cubicBezTo>
                    <a:pt x="1013" y="219"/>
                    <a:pt x="1025" y="160"/>
                    <a:pt x="1025" y="89"/>
                  </a:cubicBezTo>
                  <a:cubicBezTo>
                    <a:pt x="1025" y="34"/>
                    <a:pt x="756" y="1"/>
                    <a:pt x="4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25"/>
            <p:cNvSpPr/>
            <p:nvPr/>
          </p:nvSpPr>
          <p:spPr>
            <a:xfrm>
              <a:off x="1669850" y="3858875"/>
              <a:ext cx="23225" cy="8425"/>
            </a:xfrm>
            <a:custGeom>
              <a:rect b="b" l="l" r="r" t="t"/>
              <a:pathLst>
                <a:path extrusionOk="0" h="337" w="929">
                  <a:moveTo>
                    <a:pt x="777" y="0"/>
                  </a:moveTo>
                  <a:cubicBezTo>
                    <a:pt x="510" y="0"/>
                    <a:pt x="251" y="28"/>
                    <a:pt x="0" y="98"/>
                  </a:cubicBezTo>
                  <a:cubicBezTo>
                    <a:pt x="95" y="241"/>
                    <a:pt x="250" y="336"/>
                    <a:pt x="453" y="336"/>
                  </a:cubicBezTo>
                  <a:cubicBezTo>
                    <a:pt x="667" y="336"/>
                    <a:pt x="845" y="193"/>
                    <a:pt x="929" y="3"/>
                  </a:cubicBezTo>
                  <a:cubicBezTo>
                    <a:pt x="878" y="1"/>
                    <a:pt x="827" y="0"/>
                    <a:pt x="7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25"/>
            <p:cNvSpPr/>
            <p:nvPr/>
          </p:nvSpPr>
          <p:spPr>
            <a:xfrm>
              <a:off x="1676100" y="3819950"/>
              <a:ext cx="9550" cy="18175"/>
            </a:xfrm>
            <a:custGeom>
              <a:rect b="b" l="l" r="r" t="t"/>
              <a:pathLst>
                <a:path extrusionOk="0" fill="none" h="727" w="382">
                  <a:moveTo>
                    <a:pt x="167" y="0"/>
                  </a:moveTo>
                  <a:cubicBezTo>
                    <a:pt x="167" y="0"/>
                    <a:pt x="24" y="441"/>
                    <a:pt x="0" y="560"/>
                  </a:cubicBezTo>
                  <a:cubicBezTo>
                    <a:pt x="0" y="619"/>
                    <a:pt x="36" y="679"/>
                    <a:pt x="95" y="703"/>
                  </a:cubicBezTo>
                  <a:cubicBezTo>
                    <a:pt x="155" y="715"/>
                    <a:pt x="238" y="727"/>
                    <a:pt x="381" y="715"/>
                  </a:cubicBezTo>
                </a:path>
              </a:pathLst>
            </a:custGeom>
            <a:noFill/>
            <a:ln cap="rnd"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25"/>
            <p:cNvSpPr/>
            <p:nvPr/>
          </p:nvSpPr>
          <p:spPr>
            <a:xfrm>
              <a:off x="1647825" y="3812800"/>
              <a:ext cx="9825" cy="14325"/>
            </a:xfrm>
            <a:custGeom>
              <a:rect b="b" l="l" r="r" t="t"/>
              <a:pathLst>
                <a:path extrusionOk="0" h="573" w="393">
                  <a:moveTo>
                    <a:pt x="202" y="1"/>
                  </a:moveTo>
                  <a:cubicBezTo>
                    <a:pt x="95" y="1"/>
                    <a:pt x="0" y="120"/>
                    <a:pt x="0" y="286"/>
                  </a:cubicBezTo>
                  <a:cubicBezTo>
                    <a:pt x="0" y="429"/>
                    <a:pt x="95" y="572"/>
                    <a:pt x="202" y="572"/>
                  </a:cubicBezTo>
                  <a:cubicBezTo>
                    <a:pt x="298" y="572"/>
                    <a:pt x="393" y="453"/>
                    <a:pt x="393" y="286"/>
                  </a:cubicBezTo>
                  <a:cubicBezTo>
                    <a:pt x="393" y="120"/>
                    <a:pt x="298" y="1"/>
                    <a:pt x="2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25"/>
            <p:cNvSpPr/>
            <p:nvPr/>
          </p:nvSpPr>
          <p:spPr>
            <a:xfrm>
              <a:off x="1703775" y="3813100"/>
              <a:ext cx="9550" cy="14300"/>
            </a:xfrm>
            <a:custGeom>
              <a:rect b="b" l="l" r="r" t="t"/>
              <a:pathLst>
                <a:path extrusionOk="0" h="572" w="382">
                  <a:moveTo>
                    <a:pt x="191" y="0"/>
                  </a:moveTo>
                  <a:cubicBezTo>
                    <a:pt x="84" y="0"/>
                    <a:pt x="0" y="120"/>
                    <a:pt x="0" y="286"/>
                  </a:cubicBezTo>
                  <a:cubicBezTo>
                    <a:pt x="0" y="441"/>
                    <a:pt x="84" y="572"/>
                    <a:pt x="191" y="572"/>
                  </a:cubicBezTo>
                  <a:cubicBezTo>
                    <a:pt x="298" y="572"/>
                    <a:pt x="381" y="453"/>
                    <a:pt x="381" y="286"/>
                  </a:cubicBezTo>
                  <a:cubicBezTo>
                    <a:pt x="381" y="120"/>
                    <a:pt x="298"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25"/>
            <p:cNvSpPr/>
            <p:nvPr/>
          </p:nvSpPr>
          <p:spPr>
            <a:xfrm>
              <a:off x="1599900" y="3715250"/>
              <a:ext cx="154800" cy="112150"/>
            </a:xfrm>
            <a:custGeom>
              <a:rect b="b" l="l" r="r" t="t"/>
              <a:pathLst>
                <a:path extrusionOk="0" h="4486" w="6192">
                  <a:moveTo>
                    <a:pt x="3060" y="0"/>
                  </a:moveTo>
                  <a:cubicBezTo>
                    <a:pt x="2650" y="0"/>
                    <a:pt x="2315" y="69"/>
                    <a:pt x="2119" y="128"/>
                  </a:cubicBezTo>
                  <a:cubicBezTo>
                    <a:pt x="1488" y="295"/>
                    <a:pt x="0" y="1081"/>
                    <a:pt x="131" y="3212"/>
                  </a:cubicBezTo>
                  <a:cubicBezTo>
                    <a:pt x="167" y="3664"/>
                    <a:pt x="238" y="4093"/>
                    <a:pt x="345" y="4355"/>
                  </a:cubicBezTo>
                  <a:cubicBezTo>
                    <a:pt x="488" y="4260"/>
                    <a:pt x="905" y="3938"/>
                    <a:pt x="1012" y="3760"/>
                  </a:cubicBezTo>
                  <a:cubicBezTo>
                    <a:pt x="1119" y="3557"/>
                    <a:pt x="1095" y="3117"/>
                    <a:pt x="1072" y="2902"/>
                  </a:cubicBezTo>
                  <a:cubicBezTo>
                    <a:pt x="1072" y="2879"/>
                    <a:pt x="1072" y="2831"/>
                    <a:pt x="1084" y="2795"/>
                  </a:cubicBezTo>
                  <a:cubicBezTo>
                    <a:pt x="1095" y="2771"/>
                    <a:pt x="1119" y="2760"/>
                    <a:pt x="1143" y="2736"/>
                  </a:cubicBezTo>
                  <a:cubicBezTo>
                    <a:pt x="1429" y="2533"/>
                    <a:pt x="1584" y="2164"/>
                    <a:pt x="1536" y="1819"/>
                  </a:cubicBezTo>
                  <a:lnTo>
                    <a:pt x="1536" y="1819"/>
                  </a:lnTo>
                  <a:cubicBezTo>
                    <a:pt x="1729" y="1953"/>
                    <a:pt x="1969" y="2022"/>
                    <a:pt x="2207" y="2022"/>
                  </a:cubicBezTo>
                  <a:cubicBezTo>
                    <a:pt x="2306" y="2022"/>
                    <a:pt x="2405" y="2010"/>
                    <a:pt x="2500" y="1986"/>
                  </a:cubicBezTo>
                  <a:cubicBezTo>
                    <a:pt x="2560" y="2188"/>
                    <a:pt x="2727" y="2379"/>
                    <a:pt x="2917" y="2474"/>
                  </a:cubicBezTo>
                  <a:cubicBezTo>
                    <a:pt x="3018" y="2531"/>
                    <a:pt x="3133" y="2557"/>
                    <a:pt x="3250" y="2557"/>
                  </a:cubicBezTo>
                  <a:cubicBezTo>
                    <a:pt x="3354" y="2557"/>
                    <a:pt x="3460" y="2537"/>
                    <a:pt x="3560" y="2498"/>
                  </a:cubicBezTo>
                  <a:cubicBezTo>
                    <a:pt x="3679" y="2664"/>
                    <a:pt x="3870" y="2736"/>
                    <a:pt x="4084" y="2760"/>
                  </a:cubicBezTo>
                  <a:cubicBezTo>
                    <a:pt x="4100" y="2761"/>
                    <a:pt x="4116" y="2761"/>
                    <a:pt x="4133" y="2761"/>
                  </a:cubicBezTo>
                  <a:cubicBezTo>
                    <a:pt x="4309" y="2761"/>
                    <a:pt x="4492" y="2704"/>
                    <a:pt x="4655" y="2617"/>
                  </a:cubicBezTo>
                  <a:cubicBezTo>
                    <a:pt x="4703" y="2891"/>
                    <a:pt x="5048" y="3129"/>
                    <a:pt x="5298" y="3248"/>
                  </a:cubicBezTo>
                  <a:cubicBezTo>
                    <a:pt x="5346" y="3260"/>
                    <a:pt x="5394" y="3283"/>
                    <a:pt x="5417" y="3319"/>
                  </a:cubicBezTo>
                  <a:cubicBezTo>
                    <a:pt x="5453" y="3367"/>
                    <a:pt x="5453" y="3426"/>
                    <a:pt x="5465" y="3474"/>
                  </a:cubicBezTo>
                  <a:cubicBezTo>
                    <a:pt x="5501" y="3617"/>
                    <a:pt x="5584" y="4486"/>
                    <a:pt x="5751" y="4486"/>
                  </a:cubicBezTo>
                  <a:cubicBezTo>
                    <a:pt x="5882" y="4486"/>
                    <a:pt x="5953" y="4331"/>
                    <a:pt x="6060" y="3914"/>
                  </a:cubicBezTo>
                  <a:cubicBezTo>
                    <a:pt x="6168" y="3164"/>
                    <a:pt x="6191" y="1795"/>
                    <a:pt x="5608" y="1128"/>
                  </a:cubicBezTo>
                  <a:cubicBezTo>
                    <a:pt x="4780" y="224"/>
                    <a:pt x="3799" y="0"/>
                    <a:pt x="3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25"/>
            <p:cNvSpPr/>
            <p:nvPr/>
          </p:nvSpPr>
          <p:spPr>
            <a:xfrm>
              <a:off x="1591850" y="3813275"/>
              <a:ext cx="34550" cy="39025"/>
            </a:xfrm>
            <a:custGeom>
              <a:rect b="b" l="l" r="r" t="t"/>
              <a:pathLst>
                <a:path extrusionOk="0" h="1561" w="1382">
                  <a:moveTo>
                    <a:pt x="492" y="1"/>
                  </a:moveTo>
                  <a:cubicBezTo>
                    <a:pt x="459" y="1"/>
                    <a:pt x="426" y="9"/>
                    <a:pt x="394" y="29"/>
                  </a:cubicBezTo>
                  <a:cubicBezTo>
                    <a:pt x="84" y="160"/>
                    <a:pt x="1" y="589"/>
                    <a:pt x="155" y="1005"/>
                  </a:cubicBezTo>
                  <a:cubicBezTo>
                    <a:pt x="303" y="1340"/>
                    <a:pt x="588" y="1560"/>
                    <a:pt x="850" y="1560"/>
                  </a:cubicBezTo>
                  <a:cubicBezTo>
                    <a:pt x="906" y="1560"/>
                    <a:pt x="961" y="1550"/>
                    <a:pt x="1013" y="1529"/>
                  </a:cubicBezTo>
                  <a:lnTo>
                    <a:pt x="1025" y="1529"/>
                  </a:lnTo>
                  <a:cubicBezTo>
                    <a:pt x="1084" y="1506"/>
                    <a:pt x="1144" y="1470"/>
                    <a:pt x="1167" y="1422"/>
                  </a:cubicBezTo>
                  <a:cubicBezTo>
                    <a:pt x="1334" y="1232"/>
                    <a:pt x="1382" y="886"/>
                    <a:pt x="1251" y="565"/>
                  </a:cubicBezTo>
                  <a:cubicBezTo>
                    <a:pt x="1108" y="232"/>
                    <a:pt x="834" y="17"/>
                    <a:pt x="572" y="17"/>
                  </a:cubicBezTo>
                  <a:cubicBezTo>
                    <a:pt x="545" y="7"/>
                    <a:pt x="519" y="1"/>
                    <a:pt x="492"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25"/>
            <p:cNvSpPr/>
            <p:nvPr/>
          </p:nvSpPr>
          <p:spPr>
            <a:xfrm>
              <a:off x="1728175" y="3813275"/>
              <a:ext cx="34850" cy="39025"/>
            </a:xfrm>
            <a:custGeom>
              <a:rect b="b" l="l" r="r" t="t"/>
              <a:pathLst>
                <a:path extrusionOk="0" h="1561" w="1394">
                  <a:moveTo>
                    <a:pt x="891" y="1"/>
                  </a:moveTo>
                  <a:cubicBezTo>
                    <a:pt x="864" y="1"/>
                    <a:pt x="837" y="7"/>
                    <a:pt x="810" y="17"/>
                  </a:cubicBezTo>
                  <a:cubicBezTo>
                    <a:pt x="560" y="17"/>
                    <a:pt x="275" y="232"/>
                    <a:pt x="144" y="565"/>
                  </a:cubicBezTo>
                  <a:cubicBezTo>
                    <a:pt x="1" y="886"/>
                    <a:pt x="48" y="1232"/>
                    <a:pt x="215" y="1422"/>
                  </a:cubicBezTo>
                  <a:cubicBezTo>
                    <a:pt x="239" y="1470"/>
                    <a:pt x="298" y="1506"/>
                    <a:pt x="358" y="1529"/>
                  </a:cubicBezTo>
                  <a:lnTo>
                    <a:pt x="382" y="1529"/>
                  </a:lnTo>
                  <a:cubicBezTo>
                    <a:pt x="434" y="1550"/>
                    <a:pt x="488" y="1560"/>
                    <a:pt x="543" y="1560"/>
                  </a:cubicBezTo>
                  <a:cubicBezTo>
                    <a:pt x="803" y="1560"/>
                    <a:pt x="1080" y="1340"/>
                    <a:pt x="1227" y="1005"/>
                  </a:cubicBezTo>
                  <a:cubicBezTo>
                    <a:pt x="1394" y="589"/>
                    <a:pt x="1298" y="160"/>
                    <a:pt x="989" y="29"/>
                  </a:cubicBezTo>
                  <a:cubicBezTo>
                    <a:pt x="956" y="9"/>
                    <a:pt x="923" y="1"/>
                    <a:pt x="891"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125"/>
          <p:cNvGrpSpPr/>
          <p:nvPr/>
        </p:nvGrpSpPr>
        <p:grpSpPr>
          <a:xfrm>
            <a:off x="3606807" y="2174503"/>
            <a:ext cx="880362" cy="1934087"/>
            <a:chOff x="3338200" y="3637150"/>
            <a:chExt cx="586400" cy="1288275"/>
          </a:xfrm>
        </p:grpSpPr>
        <p:sp>
          <p:nvSpPr>
            <p:cNvPr id="7713" name="Google Shape;7713;p125"/>
            <p:cNvSpPr/>
            <p:nvPr/>
          </p:nvSpPr>
          <p:spPr>
            <a:xfrm>
              <a:off x="3757300" y="3725000"/>
              <a:ext cx="98550" cy="181800"/>
            </a:xfrm>
            <a:custGeom>
              <a:rect b="b" l="l" r="r" t="t"/>
              <a:pathLst>
                <a:path extrusionOk="0" h="7272" w="3942">
                  <a:moveTo>
                    <a:pt x="2537" y="0"/>
                  </a:moveTo>
                  <a:cubicBezTo>
                    <a:pt x="905" y="3524"/>
                    <a:pt x="1" y="6322"/>
                    <a:pt x="1" y="6322"/>
                  </a:cubicBezTo>
                  <a:cubicBezTo>
                    <a:pt x="1" y="6322"/>
                    <a:pt x="1375" y="7272"/>
                    <a:pt x="1980" y="7272"/>
                  </a:cubicBezTo>
                  <a:cubicBezTo>
                    <a:pt x="2070" y="7272"/>
                    <a:pt x="2142" y="7251"/>
                    <a:pt x="2191" y="7203"/>
                  </a:cubicBezTo>
                  <a:cubicBezTo>
                    <a:pt x="2572" y="6822"/>
                    <a:pt x="3942" y="417"/>
                    <a:pt x="3942" y="417"/>
                  </a:cubicBezTo>
                  <a:lnTo>
                    <a:pt x="2537" y="0"/>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25"/>
            <p:cNvSpPr/>
            <p:nvPr/>
          </p:nvSpPr>
          <p:spPr>
            <a:xfrm>
              <a:off x="3803300" y="3637150"/>
              <a:ext cx="92725" cy="106500"/>
            </a:xfrm>
            <a:custGeom>
              <a:rect b="b" l="l" r="r" t="t"/>
              <a:pathLst>
                <a:path extrusionOk="0" h="4260" w="3709">
                  <a:moveTo>
                    <a:pt x="2337" y="0"/>
                  </a:moveTo>
                  <a:cubicBezTo>
                    <a:pt x="2330" y="0"/>
                    <a:pt x="2323" y="1"/>
                    <a:pt x="2316" y="2"/>
                  </a:cubicBezTo>
                  <a:cubicBezTo>
                    <a:pt x="2244" y="14"/>
                    <a:pt x="2185" y="97"/>
                    <a:pt x="2137" y="169"/>
                  </a:cubicBezTo>
                  <a:cubicBezTo>
                    <a:pt x="1875" y="633"/>
                    <a:pt x="1709" y="1478"/>
                    <a:pt x="1661" y="2014"/>
                  </a:cubicBezTo>
                  <a:cubicBezTo>
                    <a:pt x="1685" y="1645"/>
                    <a:pt x="1661" y="823"/>
                    <a:pt x="1602" y="454"/>
                  </a:cubicBezTo>
                  <a:cubicBezTo>
                    <a:pt x="1578" y="300"/>
                    <a:pt x="1530" y="121"/>
                    <a:pt x="1387" y="73"/>
                  </a:cubicBezTo>
                  <a:cubicBezTo>
                    <a:pt x="1367" y="68"/>
                    <a:pt x="1346" y="66"/>
                    <a:pt x="1326" y="66"/>
                  </a:cubicBezTo>
                  <a:cubicBezTo>
                    <a:pt x="1205" y="66"/>
                    <a:pt x="1095" y="153"/>
                    <a:pt x="1054" y="276"/>
                  </a:cubicBezTo>
                  <a:cubicBezTo>
                    <a:pt x="994" y="407"/>
                    <a:pt x="994" y="1716"/>
                    <a:pt x="1042" y="2216"/>
                  </a:cubicBezTo>
                  <a:cubicBezTo>
                    <a:pt x="935" y="2085"/>
                    <a:pt x="613" y="1407"/>
                    <a:pt x="387" y="1371"/>
                  </a:cubicBezTo>
                  <a:cubicBezTo>
                    <a:pt x="370" y="1368"/>
                    <a:pt x="354" y="1367"/>
                    <a:pt x="338" y="1367"/>
                  </a:cubicBezTo>
                  <a:cubicBezTo>
                    <a:pt x="137" y="1367"/>
                    <a:pt x="0" y="1566"/>
                    <a:pt x="78" y="1764"/>
                  </a:cubicBezTo>
                  <a:cubicBezTo>
                    <a:pt x="220" y="2157"/>
                    <a:pt x="709" y="2716"/>
                    <a:pt x="756" y="3609"/>
                  </a:cubicBezTo>
                  <a:cubicBezTo>
                    <a:pt x="768" y="3931"/>
                    <a:pt x="1054" y="4169"/>
                    <a:pt x="1363" y="4240"/>
                  </a:cubicBezTo>
                  <a:cubicBezTo>
                    <a:pt x="1413" y="4254"/>
                    <a:pt x="1462" y="4260"/>
                    <a:pt x="1509" y="4260"/>
                  </a:cubicBezTo>
                  <a:cubicBezTo>
                    <a:pt x="2013" y="4260"/>
                    <a:pt x="2365" y="3553"/>
                    <a:pt x="2637" y="3205"/>
                  </a:cubicBezTo>
                  <a:cubicBezTo>
                    <a:pt x="2875" y="2859"/>
                    <a:pt x="3471" y="2276"/>
                    <a:pt x="3673" y="1883"/>
                  </a:cubicBezTo>
                  <a:cubicBezTo>
                    <a:pt x="3709" y="1800"/>
                    <a:pt x="3709" y="1728"/>
                    <a:pt x="3661" y="1669"/>
                  </a:cubicBezTo>
                  <a:cubicBezTo>
                    <a:pt x="3630" y="1638"/>
                    <a:pt x="3593" y="1625"/>
                    <a:pt x="3554" y="1625"/>
                  </a:cubicBezTo>
                  <a:cubicBezTo>
                    <a:pt x="3504" y="1625"/>
                    <a:pt x="3452" y="1647"/>
                    <a:pt x="3411" y="1681"/>
                  </a:cubicBezTo>
                  <a:cubicBezTo>
                    <a:pt x="3137" y="1847"/>
                    <a:pt x="2709" y="2252"/>
                    <a:pt x="2518" y="2490"/>
                  </a:cubicBezTo>
                  <a:cubicBezTo>
                    <a:pt x="2792" y="2097"/>
                    <a:pt x="3126" y="1478"/>
                    <a:pt x="3328" y="1026"/>
                  </a:cubicBezTo>
                  <a:cubicBezTo>
                    <a:pt x="3364" y="954"/>
                    <a:pt x="3376" y="883"/>
                    <a:pt x="3376" y="811"/>
                  </a:cubicBezTo>
                  <a:cubicBezTo>
                    <a:pt x="3360" y="662"/>
                    <a:pt x="3261" y="606"/>
                    <a:pt x="3157" y="606"/>
                  </a:cubicBezTo>
                  <a:cubicBezTo>
                    <a:pt x="3105" y="606"/>
                    <a:pt x="3051" y="621"/>
                    <a:pt x="3006" y="645"/>
                  </a:cubicBezTo>
                  <a:cubicBezTo>
                    <a:pt x="2911" y="692"/>
                    <a:pt x="2852" y="776"/>
                    <a:pt x="2792" y="847"/>
                  </a:cubicBezTo>
                  <a:cubicBezTo>
                    <a:pt x="2554" y="1181"/>
                    <a:pt x="2280" y="1740"/>
                    <a:pt x="2113" y="2097"/>
                  </a:cubicBezTo>
                  <a:cubicBezTo>
                    <a:pt x="2304" y="1657"/>
                    <a:pt x="2530" y="871"/>
                    <a:pt x="2542" y="371"/>
                  </a:cubicBezTo>
                  <a:cubicBezTo>
                    <a:pt x="2542" y="288"/>
                    <a:pt x="2542" y="216"/>
                    <a:pt x="2518" y="121"/>
                  </a:cubicBezTo>
                  <a:cubicBezTo>
                    <a:pt x="2486" y="56"/>
                    <a:pt x="2413" y="0"/>
                    <a:pt x="2337"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25"/>
            <p:cNvSpPr/>
            <p:nvPr/>
          </p:nvSpPr>
          <p:spPr>
            <a:xfrm>
              <a:off x="3423025" y="4256450"/>
              <a:ext cx="102125" cy="181450"/>
            </a:xfrm>
            <a:custGeom>
              <a:rect b="b" l="l" r="r" t="t"/>
              <a:pathLst>
                <a:path extrusionOk="0" h="7258" w="4085">
                  <a:moveTo>
                    <a:pt x="2103" y="0"/>
                  </a:moveTo>
                  <a:cubicBezTo>
                    <a:pt x="2016" y="0"/>
                    <a:pt x="1944" y="20"/>
                    <a:pt x="1894" y="66"/>
                  </a:cubicBezTo>
                  <a:cubicBezTo>
                    <a:pt x="1501" y="447"/>
                    <a:pt x="1" y="6817"/>
                    <a:pt x="1" y="6817"/>
                  </a:cubicBezTo>
                  <a:lnTo>
                    <a:pt x="1406" y="7258"/>
                  </a:lnTo>
                  <a:cubicBezTo>
                    <a:pt x="3108" y="3781"/>
                    <a:pt x="4085" y="995"/>
                    <a:pt x="4085" y="995"/>
                  </a:cubicBezTo>
                  <a:cubicBezTo>
                    <a:pt x="4085" y="995"/>
                    <a:pt x="2716" y="0"/>
                    <a:pt x="2103"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25"/>
            <p:cNvSpPr/>
            <p:nvPr/>
          </p:nvSpPr>
          <p:spPr>
            <a:xfrm>
              <a:off x="3382250" y="4419150"/>
              <a:ext cx="92750" cy="105375"/>
            </a:xfrm>
            <a:custGeom>
              <a:rect b="b" l="l" r="r" t="t"/>
              <a:pathLst>
                <a:path extrusionOk="0" h="4215" w="3710">
                  <a:moveTo>
                    <a:pt x="2261" y="0"/>
                  </a:moveTo>
                  <a:cubicBezTo>
                    <a:pt x="1771" y="0"/>
                    <a:pt x="1412" y="679"/>
                    <a:pt x="1132" y="1035"/>
                  </a:cubicBezTo>
                  <a:cubicBezTo>
                    <a:pt x="846" y="1357"/>
                    <a:pt x="239" y="1928"/>
                    <a:pt x="25" y="2333"/>
                  </a:cubicBezTo>
                  <a:cubicBezTo>
                    <a:pt x="1" y="2393"/>
                    <a:pt x="1" y="2476"/>
                    <a:pt x="36" y="2536"/>
                  </a:cubicBezTo>
                  <a:cubicBezTo>
                    <a:pt x="72" y="2576"/>
                    <a:pt x="109" y="2591"/>
                    <a:pt x="147" y="2591"/>
                  </a:cubicBezTo>
                  <a:cubicBezTo>
                    <a:pt x="198" y="2591"/>
                    <a:pt x="250" y="2563"/>
                    <a:pt x="298" y="2536"/>
                  </a:cubicBezTo>
                  <a:cubicBezTo>
                    <a:pt x="572" y="2393"/>
                    <a:pt x="989" y="1988"/>
                    <a:pt x="1203" y="1750"/>
                  </a:cubicBezTo>
                  <a:lnTo>
                    <a:pt x="1203" y="1750"/>
                  </a:lnTo>
                  <a:cubicBezTo>
                    <a:pt x="918" y="2131"/>
                    <a:pt x="572" y="2762"/>
                    <a:pt x="358" y="3178"/>
                  </a:cubicBezTo>
                  <a:cubicBezTo>
                    <a:pt x="322" y="3250"/>
                    <a:pt x="298" y="3321"/>
                    <a:pt x="310" y="3405"/>
                  </a:cubicBezTo>
                  <a:cubicBezTo>
                    <a:pt x="326" y="3546"/>
                    <a:pt x="424" y="3609"/>
                    <a:pt x="527" y="3609"/>
                  </a:cubicBezTo>
                  <a:cubicBezTo>
                    <a:pt x="580" y="3609"/>
                    <a:pt x="635" y="3592"/>
                    <a:pt x="679" y="3559"/>
                  </a:cubicBezTo>
                  <a:cubicBezTo>
                    <a:pt x="775" y="3524"/>
                    <a:pt x="834" y="3429"/>
                    <a:pt x="894" y="3357"/>
                  </a:cubicBezTo>
                  <a:cubicBezTo>
                    <a:pt x="1132" y="3024"/>
                    <a:pt x="1429" y="2476"/>
                    <a:pt x="1608" y="2119"/>
                  </a:cubicBezTo>
                  <a:lnTo>
                    <a:pt x="1608" y="2119"/>
                  </a:lnTo>
                  <a:cubicBezTo>
                    <a:pt x="1406" y="2571"/>
                    <a:pt x="1156" y="3345"/>
                    <a:pt x="1132" y="3833"/>
                  </a:cubicBezTo>
                  <a:cubicBezTo>
                    <a:pt x="1132" y="3917"/>
                    <a:pt x="1132" y="4000"/>
                    <a:pt x="1156" y="4083"/>
                  </a:cubicBezTo>
                  <a:cubicBezTo>
                    <a:pt x="1191" y="4155"/>
                    <a:pt x="1275" y="4214"/>
                    <a:pt x="1346" y="4214"/>
                  </a:cubicBezTo>
                  <a:cubicBezTo>
                    <a:pt x="1429" y="4202"/>
                    <a:pt x="1489" y="4131"/>
                    <a:pt x="1525" y="4071"/>
                  </a:cubicBezTo>
                  <a:cubicBezTo>
                    <a:pt x="1810" y="3607"/>
                    <a:pt x="1989" y="2774"/>
                    <a:pt x="2049" y="2238"/>
                  </a:cubicBezTo>
                  <a:lnTo>
                    <a:pt x="2049" y="2238"/>
                  </a:lnTo>
                  <a:cubicBezTo>
                    <a:pt x="2037" y="2607"/>
                    <a:pt x="2025" y="3429"/>
                    <a:pt x="2084" y="3798"/>
                  </a:cubicBezTo>
                  <a:cubicBezTo>
                    <a:pt x="2108" y="3952"/>
                    <a:pt x="2156" y="4131"/>
                    <a:pt x="2299" y="4179"/>
                  </a:cubicBezTo>
                  <a:cubicBezTo>
                    <a:pt x="2319" y="4184"/>
                    <a:pt x="2340" y="4186"/>
                    <a:pt x="2360" y="4186"/>
                  </a:cubicBezTo>
                  <a:cubicBezTo>
                    <a:pt x="2481" y="4186"/>
                    <a:pt x="2591" y="4102"/>
                    <a:pt x="2632" y="4000"/>
                  </a:cubicBezTo>
                  <a:cubicBezTo>
                    <a:pt x="2692" y="3857"/>
                    <a:pt x="2715" y="2571"/>
                    <a:pt x="2692" y="2047"/>
                  </a:cubicBezTo>
                  <a:lnTo>
                    <a:pt x="2692" y="2047"/>
                  </a:lnTo>
                  <a:cubicBezTo>
                    <a:pt x="2799" y="2178"/>
                    <a:pt x="3108" y="2869"/>
                    <a:pt x="3334" y="2905"/>
                  </a:cubicBezTo>
                  <a:cubicBezTo>
                    <a:pt x="3355" y="2909"/>
                    <a:pt x="3375" y="2912"/>
                    <a:pt x="3394" y="2912"/>
                  </a:cubicBezTo>
                  <a:cubicBezTo>
                    <a:pt x="3570" y="2912"/>
                    <a:pt x="3710" y="2728"/>
                    <a:pt x="3656" y="2536"/>
                  </a:cubicBezTo>
                  <a:cubicBezTo>
                    <a:pt x="3525" y="2131"/>
                    <a:pt x="3049" y="1571"/>
                    <a:pt x="3013" y="678"/>
                  </a:cubicBezTo>
                  <a:cubicBezTo>
                    <a:pt x="3001" y="345"/>
                    <a:pt x="2739" y="95"/>
                    <a:pt x="2418" y="23"/>
                  </a:cubicBezTo>
                  <a:cubicBezTo>
                    <a:pt x="2364" y="8"/>
                    <a:pt x="2312" y="0"/>
                    <a:pt x="2261"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25"/>
            <p:cNvSpPr/>
            <p:nvPr/>
          </p:nvSpPr>
          <p:spPr>
            <a:xfrm>
              <a:off x="3452200" y="3860125"/>
              <a:ext cx="384900" cy="558500"/>
            </a:xfrm>
            <a:custGeom>
              <a:rect b="b" l="l" r="r" t="t"/>
              <a:pathLst>
                <a:path extrusionOk="0" h="22340" w="15396">
                  <a:moveTo>
                    <a:pt x="12205" y="1"/>
                  </a:moveTo>
                  <a:cubicBezTo>
                    <a:pt x="11669" y="1263"/>
                    <a:pt x="11443" y="2227"/>
                    <a:pt x="11347" y="2870"/>
                  </a:cubicBezTo>
                  <a:cubicBezTo>
                    <a:pt x="11264" y="3501"/>
                    <a:pt x="11026" y="4073"/>
                    <a:pt x="10669" y="4596"/>
                  </a:cubicBezTo>
                  <a:cubicBezTo>
                    <a:pt x="9942" y="5644"/>
                    <a:pt x="9597" y="6418"/>
                    <a:pt x="9430" y="6894"/>
                  </a:cubicBezTo>
                  <a:cubicBezTo>
                    <a:pt x="9323" y="7216"/>
                    <a:pt x="8537" y="7454"/>
                    <a:pt x="8180" y="7466"/>
                  </a:cubicBezTo>
                  <a:lnTo>
                    <a:pt x="5323" y="7859"/>
                  </a:lnTo>
                  <a:cubicBezTo>
                    <a:pt x="4608" y="7883"/>
                    <a:pt x="3894" y="8049"/>
                    <a:pt x="3251" y="8359"/>
                  </a:cubicBezTo>
                  <a:cubicBezTo>
                    <a:pt x="2763" y="8597"/>
                    <a:pt x="2275" y="8942"/>
                    <a:pt x="1977" y="9407"/>
                  </a:cubicBezTo>
                  <a:cubicBezTo>
                    <a:pt x="1227" y="10597"/>
                    <a:pt x="417" y="14848"/>
                    <a:pt x="1" y="16443"/>
                  </a:cubicBezTo>
                  <a:lnTo>
                    <a:pt x="3227" y="17860"/>
                  </a:lnTo>
                  <a:lnTo>
                    <a:pt x="4168" y="14062"/>
                  </a:lnTo>
                  <a:lnTo>
                    <a:pt x="4644" y="16931"/>
                  </a:lnTo>
                  <a:cubicBezTo>
                    <a:pt x="4716" y="17384"/>
                    <a:pt x="4132" y="20075"/>
                    <a:pt x="4025" y="21039"/>
                  </a:cubicBezTo>
                  <a:cubicBezTo>
                    <a:pt x="4025" y="21039"/>
                    <a:pt x="6585" y="22340"/>
                    <a:pt x="9351" y="22340"/>
                  </a:cubicBezTo>
                  <a:cubicBezTo>
                    <a:pt x="9520" y="22340"/>
                    <a:pt x="9689" y="22335"/>
                    <a:pt x="9859" y="22325"/>
                  </a:cubicBezTo>
                  <a:cubicBezTo>
                    <a:pt x="12359" y="22170"/>
                    <a:pt x="14419" y="21134"/>
                    <a:pt x="14419" y="21134"/>
                  </a:cubicBezTo>
                  <a:lnTo>
                    <a:pt x="13252" y="16110"/>
                  </a:lnTo>
                  <a:cubicBezTo>
                    <a:pt x="13276" y="16074"/>
                    <a:pt x="13169" y="15312"/>
                    <a:pt x="13050" y="14312"/>
                  </a:cubicBezTo>
                  <a:lnTo>
                    <a:pt x="13050" y="13836"/>
                  </a:lnTo>
                  <a:cubicBezTo>
                    <a:pt x="13133" y="12752"/>
                    <a:pt x="13229" y="11681"/>
                    <a:pt x="12919" y="10657"/>
                  </a:cubicBezTo>
                  <a:cubicBezTo>
                    <a:pt x="12824" y="10359"/>
                    <a:pt x="12693" y="10061"/>
                    <a:pt x="12574" y="9776"/>
                  </a:cubicBezTo>
                  <a:cubicBezTo>
                    <a:pt x="12562" y="9466"/>
                    <a:pt x="12574" y="9240"/>
                    <a:pt x="12598" y="9180"/>
                  </a:cubicBezTo>
                  <a:cubicBezTo>
                    <a:pt x="13002" y="8406"/>
                    <a:pt x="15395" y="1263"/>
                    <a:pt x="15395" y="1263"/>
                  </a:cubicBezTo>
                  <a:lnTo>
                    <a:pt x="122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25"/>
            <p:cNvSpPr/>
            <p:nvPr/>
          </p:nvSpPr>
          <p:spPr>
            <a:xfrm>
              <a:off x="3568600" y="4275050"/>
              <a:ext cx="219100" cy="9850"/>
            </a:xfrm>
            <a:custGeom>
              <a:rect b="b" l="l" r="r" t="t"/>
              <a:pathLst>
                <a:path extrusionOk="0" h="394" w="8764">
                  <a:moveTo>
                    <a:pt x="8751" y="1"/>
                  </a:moveTo>
                  <a:cubicBezTo>
                    <a:pt x="6965" y="96"/>
                    <a:pt x="4191" y="191"/>
                    <a:pt x="2143" y="251"/>
                  </a:cubicBezTo>
                  <a:cubicBezTo>
                    <a:pt x="1179" y="299"/>
                    <a:pt x="405" y="310"/>
                    <a:pt x="0" y="322"/>
                  </a:cubicBezTo>
                  <a:lnTo>
                    <a:pt x="0" y="394"/>
                  </a:lnTo>
                  <a:cubicBezTo>
                    <a:pt x="405" y="382"/>
                    <a:pt x="1203" y="358"/>
                    <a:pt x="2143" y="322"/>
                  </a:cubicBezTo>
                  <a:cubicBezTo>
                    <a:pt x="4215" y="263"/>
                    <a:pt x="6977" y="179"/>
                    <a:pt x="8763" y="72"/>
                  </a:cubicBezTo>
                  <a:lnTo>
                    <a:pt x="87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25"/>
            <p:cNvSpPr/>
            <p:nvPr/>
          </p:nvSpPr>
          <p:spPr>
            <a:xfrm>
              <a:off x="3564725" y="4251850"/>
              <a:ext cx="218500" cy="10150"/>
            </a:xfrm>
            <a:custGeom>
              <a:rect b="b" l="l" r="r" t="t"/>
              <a:pathLst>
                <a:path extrusionOk="0" h="406" w="8740">
                  <a:moveTo>
                    <a:pt x="8728" y="0"/>
                  </a:moveTo>
                  <a:cubicBezTo>
                    <a:pt x="6930" y="107"/>
                    <a:pt x="4215" y="179"/>
                    <a:pt x="2179" y="250"/>
                  </a:cubicBezTo>
                  <a:cubicBezTo>
                    <a:pt x="1179" y="286"/>
                    <a:pt x="393" y="298"/>
                    <a:pt x="0" y="334"/>
                  </a:cubicBezTo>
                  <a:lnTo>
                    <a:pt x="24" y="405"/>
                  </a:lnTo>
                  <a:cubicBezTo>
                    <a:pt x="417" y="393"/>
                    <a:pt x="1227" y="357"/>
                    <a:pt x="2179" y="334"/>
                  </a:cubicBezTo>
                  <a:cubicBezTo>
                    <a:pt x="4215" y="274"/>
                    <a:pt x="6942" y="179"/>
                    <a:pt x="8739" y="72"/>
                  </a:cubicBezTo>
                  <a:cubicBezTo>
                    <a:pt x="8739" y="48"/>
                    <a:pt x="8739" y="36"/>
                    <a:pt x="87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25"/>
            <p:cNvSpPr/>
            <p:nvPr/>
          </p:nvSpPr>
          <p:spPr>
            <a:xfrm>
              <a:off x="3555800" y="4210475"/>
              <a:ext cx="900" cy="2100"/>
            </a:xfrm>
            <a:custGeom>
              <a:rect b="b" l="l" r="r" t="t"/>
              <a:pathLst>
                <a:path extrusionOk="0" h="84" w="36">
                  <a:moveTo>
                    <a:pt x="36" y="0"/>
                  </a:moveTo>
                  <a:lnTo>
                    <a:pt x="0" y="84"/>
                  </a:lnTo>
                  <a:lnTo>
                    <a:pt x="36" y="84"/>
                  </a:lnTo>
                  <a:lnTo>
                    <a:pt x="36" y="0"/>
                  </a:lnTo>
                  <a:close/>
                </a:path>
              </a:pathLst>
            </a:custGeom>
            <a:solidFill>
              <a:srgbClr val="AD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25"/>
            <p:cNvSpPr/>
            <p:nvPr/>
          </p:nvSpPr>
          <p:spPr>
            <a:xfrm>
              <a:off x="3467675" y="4200050"/>
              <a:ext cx="311375" cy="12525"/>
            </a:xfrm>
            <a:custGeom>
              <a:rect b="b" l="l" r="r" t="t"/>
              <a:pathLst>
                <a:path extrusionOk="0" h="501" w="12455">
                  <a:moveTo>
                    <a:pt x="13" y="167"/>
                  </a:moveTo>
                  <a:cubicBezTo>
                    <a:pt x="13" y="203"/>
                    <a:pt x="1" y="227"/>
                    <a:pt x="1" y="239"/>
                  </a:cubicBezTo>
                  <a:lnTo>
                    <a:pt x="3549" y="501"/>
                  </a:lnTo>
                  <a:lnTo>
                    <a:pt x="3573" y="417"/>
                  </a:lnTo>
                  <a:lnTo>
                    <a:pt x="13" y="167"/>
                  </a:lnTo>
                  <a:close/>
                  <a:moveTo>
                    <a:pt x="12455" y="1"/>
                  </a:moveTo>
                  <a:cubicBezTo>
                    <a:pt x="10788" y="96"/>
                    <a:pt x="8276" y="215"/>
                    <a:pt x="6406" y="286"/>
                  </a:cubicBezTo>
                  <a:cubicBezTo>
                    <a:pt x="4823" y="358"/>
                    <a:pt x="3692" y="405"/>
                    <a:pt x="3573" y="417"/>
                  </a:cubicBezTo>
                  <a:lnTo>
                    <a:pt x="3573" y="501"/>
                  </a:lnTo>
                  <a:cubicBezTo>
                    <a:pt x="3692" y="477"/>
                    <a:pt x="4894" y="417"/>
                    <a:pt x="6418" y="358"/>
                  </a:cubicBezTo>
                  <a:cubicBezTo>
                    <a:pt x="8288" y="286"/>
                    <a:pt x="10788" y="167"/>
                    <a:pt x="12455" y="84"/>
                  </a:cubicBezTo>
                  <a:lnTo>
                    <a:pt x="1245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25"/>
            <p:cNvSpPr/>
            <p:nvPr/>
          </p:nvSpPr>
          <p:spPr>
            <a:xfrm>
              <a:off x="3491200" y="4106000"/>
              <a:ext cx="277150" cy="13400"/>
            </a:xfrm>
            <a:custGeom>
              <a:rect b="b" l="l" r="r" t="t"/>
              <a:pathLst>
                <a:path extrusionOk="0" h="536" w="11086">
                  <a:moveTo>
                    <a:pt x="11049" y="0"/>
                  </a:moveTo>
                  <a:cubicBezTo>
                    <a:pt x="7811" y="131"/>
                    <a:pt x="3799" y="298"/>
                    <a:pt x="239" y="453"/>
                  </a:cubicBezTo>
                  <a:cubicBezTo>
                    <a:pt x="167" y="453"/>
                    <a:pt x="84" y="453"/>
                    <a:pt x="24" y="465"/>
                  </a:cubicBezTo>
                  <a:cubicBezTo>
                    <a:pt x="12" y="488"/>
                    <a:pt x="12" y="524"/>
                    <a:pt x="0" y="536"/>
                  </a:cubicBezTo>
                  <a:cubicBezTo>
                    <a:pt x="84" y="536"/>
                    <a:pt x="167" y="536"/>
                    <a:pt x="250" y="524"/>
                  </a:cubicBezTo>
                  <a:cubicBezTo>
                    <a:pt x="3822" y="369"/>
                    <a:pt x="7847" y="214"/>
                    <a:pt x="11085" y="72"/>
                  </a:cubicBezTo>
                  <a:cubicBezTo>
                    <a:pt x="11073" y="48"/>
                    <a:pt x="11073" y="12"/>
                    <a:pt x="110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25"/>
            <p:cNvSpPr/>
            <p:nvPr/>
          </p:nvSpPr>
          <p:spPr>
            <a:xfrm>
              <a:off x="3499225" y="4085450"/>
              <a:ext cx="270000" cy="13425"/>
            </a:xfrm>
            <a:custGeom>
              <a:rect b="b" l="l" r="r" t="t"/>
              <a:pathLst>
                <a:path extrusionOk="0" h="537" w="10800">
                  <a:moveTo>
                    <a:pt x="10800" y="1"/>
                  </a:moveTo>
                  <a:lnTo>
                    <a:pt x="10800" y="1"/>
                  </a:lnTo>
                  <a:cubicBezTo>
                    <a:pt x="7585" y="144"/>
                    <a:pt x="3597" y="298"/>
                    <a:pt x="49" y="453"/>
                  </a:cubicBezTo>
                  <a:lnTo>
                    <a:pt x="1" y="536"/>
                  </a:lnTo>
                  <a:cubicBezTo>
                    <a:pt x="3549" y="394"/>
                    <a:pt x="7538" y="227"/>
                    <a:pt x="10752" y="96"/>
                  </a:cubicBezTo>
                  <a:cubicBezTo>
                    <a:pt x="10776" y="60"/>
                    <a:pt x="10800" y="36"/>
                    <a:pt x="10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25"/>
            <p:cNvSpPr/>
            <p:nvPr/>
          </p:nvSpPr>
          <p:spPr>
            <a:xfrm>
              <a:off x="3522750" y="4061650"/>
              <a:ext cx="255700" cy="12825"/>
            </a:xfrm>
            <a:custGeom>
              <a:rect b="b" l="l" r="r" t="t"/>
              <a:pathLst>
                <a:path extrusionOk="0" h="513" w="10228">
                  <a:moveTo>
                    <a:pt x="10228" y="0"/>
                  </a:moveTo>
                  <a:lnTo>
                    <a:pt x="10228" y="0"/>
                  </a:lnTo>
                  <a:cubicBezTo>
                    <a:pt x="7251" y="143"/>
                    <a:pt x="3560" y="286"/>
                    <a:pt x="131" y="417"/>
                  </a:cubicBezTo>
                  <a:lnTo>
                    <a:pt x="0" y="512"/>
                  </a:lnTo>
                  <a:cubicBezTo>
                    <a:pt x="3441" y="381"/>
                    <a:pt x="7192" y="214"/>
                    <a:pt x="10192" y="95"/>
                  </a:cubicBezTo>
                  <a:cubicBezTo>
                    <a:pt x="10216" y="60"/>
                    <a:pt x="10228" y="36"/>
                    <a:pt x="102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25"/>
            <p:cNvSpPr/>
            <p:nvPr/>
          </p:nvSpPr>
          <p:spPr>
            <a:xfrm>
              <a:off x="3483450" y="4130100"/>
              <a:ext cx="292925" cy="14025"/>
            </a:xfrm>
            <a:custGeom>
              <a:rect b="b" l="l" r="r" t="t"/>
              <a:pathLst>
                <a:path extrusionOk="0" h="561" w="11717">
                  <a:moveTo>
                    <a:pt x="11705" y="1"/>
                  </a:moveTo>
                  <a:cubicBezTo>
                    <a:pt x="8383" y="155"/>
                    <a:pt x="4156" y="322"/>
                    <a:pt x="429" y="465"/>
                  </a:cubicBezTo>
                  <a:cubicBezTo>
                    <a:pt x="299" y="465"/>
                    <a:pt x="156" y="465"/>
                    <a:pt x="25" y="477"/>
                  </a:cubicBezTo>
                  <a:cubicBezTo>
                    <a:pt x="13" y="513"/>
                    <a:pt x="13" y="536"/>
                    <a:pt x="1" y="560"/>
                  </a:cubicBezTo>
                  <a:cubicBezTo>
                    <a:pt x="144" y="560"/>
                    <a:pt x="275" y="536"/>
                    <a:pt x="429" y="536"/>
                  </a:cubicBezTo>
                  <a:cubicBezTo>
                    <a:pt x="4168" y="393"/>
                    <a:pt x="8407" y="215"/>
                    <a:pt x="11717" y="84"/>
                  </a:cubicBezTo>
                  <a:cubicBezTo>
                    <a:pt x="11717" y="48"/>
                    <a:pt x="11705" y="24"/>
                    <a:pt x="117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25"/>
            <p:cNvSpPr/>
            <p:nvPr/>
          </p:nvSpPr>
          <p:spPr>
            <a:xfrm>
              <a:off x="3476900" y="4153325"/>
              <a:ext cx="303350" cy="14600"/>
            </a:xfrm>
            <a:custGeom>
              <a:rect b="b" l="l" r="r" t="t"/>
              <a:pathLst>
                <a:path extrusionOk="0" h="584" w="12134">
                  <a:moveTo>
                    <a:pt x="12133" y="0"/>
                  </a:moveTo>
                  <a:cubicBezTo>
                    <a:pt x="8800" y="143"/>
                    <a:pt x="4549" y="310"/>
                    <a:pt x="799" y="477"/>
                  </a:cubicBezTo>
                  <a:cubicBezTo>
                    <a:pt x="525" y="477"/>
                    <a:pt x="275" y="488"/>
                    <a:pt x="25" y="500"/>
                  </a:cubicBezTo>
                  <a:cubicBezTo>
                    <a:pt x="25" y="536"/>
                    <a:pt x="1" y="560"/>
                    <a:pt x="1" y="584"/>
                  </a:cubicBezTo>
                  <a:cubicBezTo>
                    <a:pt x="275" y="560"/>
                    <a:pt x="525" y="560"/>
                    <a:pt x="799" y="548"/>
                  </a:cubicBezTo>
                  <a:cubicBezTo>
                    <a:pt x="4549" y="405"/>
                    <a:pt x="8800" y="226"/>
                    <a:pt x="12133" y="72"/>
                  </a:cubicBezTo>
                  <a:lnTo>
                    <a:pt x="121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25"/>
            <p:cNvSpPr/>
            <p:nvPr/>
          </p:nvSpPr>
          <p:spPr>
            <a:xfrm>
              <a:off x="3471550" y="4175650"/>
              <a:ext cx="309000" cy="14900"/>
            </a:xfrm>
            <a:custGeom>
              <a:rect b="b" l="l" r="r" t="t"/>
              <a:pathLst>
                <a:path extrusionOk="0" h="596" w="12360">
                  <a:moveTo>
                    <a:pt x="12359" y="0"/>
                  </a:moveTo>
                  <a:cubicBezTo>
                    <a:pt x="9026" y="143"/>
                    <a:pt x="4751" y="310"/>
                    <a:pt x="1013" y="476"/>
                  </a:cubicBezTo>
                  <a:cubicBezTo>
                    <a:pt x="667" y="488"/>
                    <a:pt x="334" y="500"/>
                    <a:pt x="13" y="524"/>
                  </a:cubicBezTo>
                  <a:cubicBezTo>
                    <a:pt x="13" y="548"/>
                    <a:pt x="1" y="584"/>
                    <a:pt x="1" y="596"/>
                  </a:cubicBezTo>
                  <a:cubicBezTo>
                    <a:pt x="322" y="584"/>
                    <a:pt x="667" y="560"/>
                    <a:pt x="1013" y="548"/>
                  </a:cubicBezTo>
                  <a:cubicBezTo>
                    <a:pt x="4763" y="405"/>
                    <a:pt x="9026" y="226"/>
                    <a:pt x="12359" y="72"/>
                  </a:cubicBezTo>
                  <a:lnTo>
                    <a:pt x="123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25"/>
            <p:cNvSpPr/>
            <p:nvPr/>
          </p:nvSpPr>
          <p:spPr>
            <a:xfrm>
              <a:off x="3456975" y="4250650"/>
              <a:ext cx="80675" cy="38425"/>
            </a:xfrm>
            <a:custGeom>
              <a:rect b="b" l="l" r="r" t="t"/>
              <a:pathLst>
                <a:path extrusionOk="0" h="1537" w="3227">
                  <a:moveTo>
                    <a:pt x="12" y="1"/>
                  </a:moveTo>
                  <a:cubicBezTo>
                    <a:pt x="0" y="36"/>
                    <a:pt x="0" y="48"/>
                    <a:pt x="0" y="84"/>
                  </a:cubicBezTo>
                  <a:lnTo>
                    <a:pt x="3215" y="1536"/>
                  </a:lnTo>
                  <a:lnTo>
                    <a:pt x="3227" y="1465"/>
                  </a:lnTo>
                  <a:lnTo>
                    <a:pt x="12" y="1"/>
                  </a:lnTo>
                  <a:close/>
                </a:path>
              </a:pathLst>
            </a:custGeom>
            <a:solidFill>
              <a:srgbClr val="AD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25"/>
            <p:cNvSpPr/>
            <p:nvPr/>
          </p:nvSpPr>
          <p:spPr>
            <a:xfrm>
              <a:off x="3460550" y="4234875"/>
              <a:ext cx="84250" cy="25325"/>
            </a:xfrm>
            <a:custGeom>
              <a:rect b="b" l="l" r="r" t="t"/>
              <a:pathLst>
                <a:path extrusionOk="0" h="1013" w="3370">
                  <a:moveTo>
                    <a:pt x="24" y="1"/>
                  </a:moveTo>
                  <a:cubicBezTo>
                    <a:pt x="0" y="24"/>
                    <a:pt x="0" y="60"/>
                    <a:pt x="0" y="72"/>
                  </a:cubicBezTo>
                  <a:lnTo>
                    <a:pt x="3358" y="1013"/>
                  </a:lnTo>
                  <a:lnTo>
                    <a:pt x="3370" y="929"/>
                  </a:lnTo>
                  <a:lnTo>
                    <a:pt x="24" y="1"/>
                  </a:lnTo>
                  <a:close/>
                </a:path>
              </a:pathLst>
            </a:custGeom>
            <a:solidFill>
              <a:srgbClr val="AD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25"/>
            <p:cNvSpPr/>
            <p:nvPr/>
          </p:nvSpPr>
          <p:spPr>
            <a:xfrm>
              <a:off x="3463525" y="4220875"/>
              <a:ext cx="87225" cy="14325"/>
            </a:xfrm>
            <a:custGeom>
              <a:rect b="b" l="l" r="r" t="t"/>
              <a:pathLst>
                <a:path extrusionOk="0" h="573" w="3489">
                  <a:moveTo>
                    <a:pt x="24" y="1"/>
                  </a:moveTo>
                  <a:cubicBezTo>
                    <a:pt x="24" y="37"/>
                    <a:pt x="0" y="61"/>
                    <a:pt x="0" y="84"/>
                  </a:cubicBezTo>
                  <a:lnTo>
                    <a:pt x="3477" y="572"/>
                  </a:lnTo>
                  <a:lnTo>
                    <a:pt x="3489" y="501"/>
                  </a:lnTo>
                  <a:lnTo>
                    <a:pt x="24" y="1"/>
                  </a:lnTo>
                  <a:close/>
                </a:path>
              </a:pathLst>
            </a:custGeom>
            <a:solidFill>
              <a:srgbClr val="AD94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25"/>
            <p:cNvSpPr/>
            <p:nvPr/>
          </p:nvSpPr>
          <p:spPr>
            <a:xfrm>
              <a:off x="3560250" y="4225350"/>
              <a:ext cx="219400" cy="10150"/>
            </a:xfrm>
            <a:custGeom>
              <a:rect b="b" l="l" r="r" t="t"/>
              <a:pathLst>
                <a:path extrusionOk="0" h="406" w="8776">
                  <a:moveTo>
                    <a:pt x="8752" y="1"/>
                  </a:moveTo>
                  <a:cubicBezTo>
                    <a:pt x="6954" y="108"/>
                    <a:pt x="4263" y="179"/>
                    <a:pt x="2227" y="262"/>
                  </a:cubicBezTo>
                  <a:cubicBezTo>
                    <a:pt x="1179" y="286"/>
                    <a:pt x="358" y="322"/>
                    <a:pt x="1" y="334"/>
                  </a:cubicBezTo>
                  <a:lnTo>
                    <a:pt x="24" y="405"/>
                  </a:lnTo>
                  <a:cubicBezTo>
                    <a:pt x="394" y="393"/>
                    <a:pt x="1227" y="358"/>
                    <a:pt x="2239" y="334"/>
                  </a:cubicBezTo>
                  <a:cubicBezTo>
                    <a:pt x="4263" y="274"/>
                    <a:pt x="6966" y="179"/>
                    <a:pt x="8776" y="72"/>
                  </a:cubicBezTo>
                  <a:cubicBezTo>
                    <a:pt x="8776" y="48"/>
                    <a:pt x="8776" y="24"/>
                    <a:pt x="87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25"/>
            <p:cNvSpPr/>
            <p:nvPr/>
          </p:nvSpPr>
          <p:spPr>
            <a:xfrm>
              <a:off x="3687350" y="4031875"/>
              <a:ext cx="96775" cy="17000"/>
            </a:xfrm>
            <a:custGeom>
              <a:rect b="b" l="l" r="r" t="t"/>
              <a:pathLst>
                <a:path extrusionOk="0" h="680" w="3871">
                  <a:moveTo>
                    <a:pt x="24" y="1"/>
                  </a:moveTo>
                  <a:cubicBezTo>
                    <a:pt x="13" y="36"/>
                    <a:pt x="13" y="48"/>
                    <a:pt x="1" y="84"/>
                  </a:cubicBezTo>
                  <a:lnTo>
                    <a:pt x="3846" y="679"/>
                  </a:lnTo>
                  <a:cubicBezTo>
                    <a:pt x="3846" y="643"/>
                    <a:pt x="3870" y="632"/>
                    <a:pt x="3870" y="596"/>
                  </a:cubicBezTo>
                  <a:lnTo>
                    <a:pt x="2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25"/>
            <p:cNvSpPr/>
            <p:nvPr/>
          </p:nvSpPr>
          <p:spPr>
            <a:xfrm>
              <a:off x="3696575" y="4009550"/>
              <a:ext cx="95575" cy="16400"/>
            </a:xfrm>
            <a:custGeom>
              <a:rect b="b" l="l" r="r" t="t"/>
              <a:pathLst>
                <a:path extrusionOk="0" h="656" w="3823">
                  <a:moveTo>
                    <a:pt x="48" y="1"/>
                  </a:moveTo>
                  <a:cubicBezTo>
                    <a:pt x="25" y="36"/>
                    <a:pt x="13" y="48"/>
                    <a:pt x="1" y="84"/>
                  </a:cubicBezTo>
                  <a:lnTo>
                    <a:pt x="3799" y="655"/>
                  </a:lnTo>
                  <a:cubicBezTo>
                    <a:pt x="3811" y="632"/>
                    <a:pt x="3811" y="620"/>
                    <a:pt x="3823" y="584"/>
                  </a:cubicBezTo>
                  <a:lnTo>
                    <a:pt x="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25"/>
            <p:cNvSpPr/>
            <p:nvPr/>
          </p:nvSpPr>
          <p:spPr>
            <a:xfrm>
              <a:off x="3715625" y="3977400"/>
              <a:ext cx="84850" cy="24725"/>
            </a:xfrm>
            <a:custGeom>
              <a:rect b="b" l="l" r="r" t="t"/>
              <a:pathLst>
                <a:path extrusionOk="0" h="989" w="3394">
                  <a:moveTo>
                    <a:pt x="36" y="1"/>
                  </a:moveTo>
                  <a:cubicBezTo>
                    <a:pt x="25" y="24"/>
                    <a:pt x="13" y="36"/>
                    <a:pt x="1" y="72"/>
                  </a:cubicBezTo>
                  <a:lnTo>
                    <a:pt x="3358" y="989"/>
                  </a:lnTo>
                  <a:cubicBezTo>
                    <a:pt x="3370" y="977"/>
                    <a:pt x="3370" y="953"/>
                    <a:pt x="3394" y="917"/>
                  </a:cubicBez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25"/>
            <p:cNvSpPr/>
            <p:nvPr/>
          </p:nvSpPr>
          <p:spPr>
            <a:xfrm>
              <a:off x="3729925" y="3951500"/>
              <a:ext cx="79800" cy="23850"/>
            </a:xfrm>
            <a:custGeom>
              <a:rect b="b" l="l" r="r" t="t"/>
              <a:pathLst>
                <a:path extrusionOk="0" h="954" w="3192">
                  <a:moveTo>
                    <a:pt x="36" y="1"/>
                  </a:moveTo>
                  <a:cubicBezTo>
                    <a:pt x="12" y="37"/>
                    <a:pt x="12" y="48"/>
                    <a:pt x="0" y="84"/>
                  </a:cubicBezTo>
                  <a:lnTo>
                    <a:pt x="3155" y="953"/>
                  </a:lnTo>
                  <a:cubicBezTo>
                    <a:pt x="3179" y="930"/>
                    <a:pt x="3179" y="894"/>
                    <a:pt x="3191" y="882"/>
                  </a:cubicBez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25"/>
            <p:cNvSpPr/>
            <p:nvPr/>
          </p:nvSpPr>
          <p:spPr>
            <a:xfrm>
              <a:off x="3737050" y="3921450"/>
              <a:ext cx="80400" cy="30675"/>
            </a:xfrm>
            <a:custGeom>
              <a:rect b="b" l="l" r="r" t="t"/>
              <a:pathLst>
                <a:path extrusionOk="0" h="1227" w="3216">
                  <a:moveTo>
                    <a:pt x="13" y="0"/>
                  </a:moveTo>
                  <a:cubicBezTo>
                    <a:pt x="13" y="36"/>
                    <a:pt x="1" y="60"/>
                    <a:pt x="1" y="72"/>
                  </a:cubicBezTo>
                  <a:lnTo>
                    <a:pt x="3192" y="1227"/>
                  </a:lnTo>
                  <a:cubicBezTo>
                    <a:pt x="3204" y="1191"/>
                    <a:pt x="3216" y="1179"/>
                    <a:pt x="3216" y="1143"/>
                  </a:cubicBezTo>
                  <a:lnTo>
                    <a:pt x="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25"/>
            <p:cNvSpPr/>
            <p:nvPr/>
          </p:nvSpPr>
          <p:spPr>
            <a:xfrm>
              <a:off x="3744200" y="3894050"/>
              <a:ext cx="81875" cy="33375"/>
            </a:xfrm>
            <a:custGeom>
              <a:rect b="b" l="l" r="r" t="t"/>
              <a:pathLst>
                <a:path extrusionOk="0" h="1335" w="3275">
                  <a:moveTo>
                    <a:pt x="25" y="1"/>
                  </a:moveTo>
                  <a:cubicBezTo>
                    <a:pt x="13" y="25"/>
                    <a:pt x="13" y="37"/>
                    <a:pt x="1" y="72"/>
                  </a:cubicBezTo>
                  <a:lnTo>
                    <a:pt x="3239" y="1334"/>
                  </a:lnTo>
                  <a:cubicBezTo>
                    <a:pt x="3263" y="1323"/>
                    <a:pt x="3263" y="1287"/>
                    <a:pt x="3275" y="1263"/>
                  </a:cubicBezTo>
                  <a:lnTo>
                    <a:pt x="2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25"/>
            <p:cNvSpPr/>
            <p:nvPr/>
          </p:nvSpPr>
          <p:spPr>
            <a:xfrm>
              <a:off x="3750450" y="3875000"/>
              <a:ext cx="81875" cy="33075"/>
            </a:xfrm>
            <a:custGeom>
              <a:rect b="b" l="l" r="r" t="t"/>
              <a:pathLst>
                <a:path extrusionOk="0" h="1323" w="3275">
                  <a:moveTo>
                    <a:pt x="36" y="1"/>
                  </a:moveTo>
                  <a:cubicBezTo>
                    <a:pt x="13" y="25"/>
                    <a:pt x="13" y="49"/>
                    <a:pt x="1" y="72"/>
                  </a:cubicBezTo>
                  <a:lnTo>
                    <a:pt x="3251" y="1323"/>
                  </a:lnTo>
                  <a:cubicBezTo>
                    <a:pt x="3263" y="1311"/>
                    <a:pt x="3275" y="1275"/>
                    <a:pt x="3275" y="1251"/>
                  </a:cubicBez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25"/>
            <p:cNvSpPr/>
            <p:nvPr/>
          </p:nvSpPr>
          <p:spPr>
            <a:xfrm>
              <a:off x="3565600" y="4300350"/>
              <a:ext cx="227750" cy="10450"/>
            </a:xfrm>
            <a:custGeom>
              <a:rect b="b" l="l" r="r" t="t"/>
              <a:pathLst>
                <a:path extrusionOk="0" h="418" w="9110">
                  <a:moveTo>
                    <a:pt x="9097" y="1"/>
                  </a:moveTo>
                  <a:cubicBezTo>
                    <a:pt x="7323" y="96"/>
                    <a:pt x="4406" y="191"/>
                    <a:pt x="2263" y="263"/>
                  </a:cubicBezTo>
                  <a:cubicBezTo>
                    <a:pt x="1204" y="299"/>
                    <a:pt x="370" y="322"/>
                    <a:pt x="13" y="334"/>
                  </a:cubicBezTo>
                  <a:cubicBezTo>
                    <a:pt x="13" y="370"/>
                    <a:pt x="1" y="394"/>
                    <a:pt x="1" y="418"/>
                  </a:cubicBezTo>
                  <a:cubicBezTo>
                    <a:pt x="358" y="394"/>
                    <a:pt x="1215" y="370"/>
                    <a:pt x="2263" y="334"/>
                  </a:cubicBezTo>
                  <a:cubicBezTo>
                    <a:pt x="4418" y="263"/>
                    <a:pt x="7335" y="180"/>
                    <a:pt x="9109" y="72"/>
                  </a:cubicBezTo>
                  <a:lnTo>
                    <a:pt x="90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25"/>
            <p:cNvSpPr/>
            <p:nvPr/>
          </p:nvSpPr>
          <p:spPr>
            <a:xfrm>
              <a:off x="3532875" y="3856625"/>
              <a:ext cx="231300" cy="181225"/>
            </a:xfrm>
            <a:custGeom>
              <a:rect b="b" l="l" r="r" t="t"/>
              <a:pathLst>
                <a:path extrusionOk="0" h="7249" w="9252">
                  <a:moveTo>
                    <a:pt x="4615" y="0"/>
                  </a:moveTo>
                  <a:cubicBezTo>
                    <a:pt x="4070" y="0"/>
                    <a:pt x="3429" y="85"/>
                    <a:pt x="3096" y="212"/>
                  </a:cubicBezTo>
                  <a:cubicBezTo>
                    <a:pt x="2334" y="498"/>
                    <a:pt x="1310" y="1165"/>
                    <a:pt x="1274" y="2665"/>
                  </a:cubicBezTo>
                  <a:cubicBezTo>
                    <a:pt x="1274" y="2665"/>
                    <a:pt x="1322" y="3379"/>
                    <a:pt x="727" y="4189"/>
                  </a:cubicBezTo>
                  <a:cubicBezTo>
                    <a:pt x="381" y="4653"/>
                    <a:pt x="143" y="5165"/>
                    <a:pt x="60" y="5737"/>
                  </a:cubicBezTo>
                  <a:cubicBezTo>
                    <a:pt x="0" y="6177"/>
                    <a:pt x="0" y="6701"/>
                    <a:pt x="167" y="7249"/>
                  </a:cubicBezTo>
                  <a:lnTo>
                    <a:pt x="1155" y="7177"/>
                  </a:lnTo>
                  <a:lnTo>
                    <a:pt x="1155" y="6153"/>
                  </a:lnTo>
                  <a:lnTo>
                    <a:pt x="1358" y="7165"/>
                  </a:lnTo>
                  <a:lnTo>
                    <a:pt x="7144" y="6760"/>
                  </a:lnTo>
                  <a:lnTo>
                    <a:pt x="7168" y="5820"/>
                  </a:lnTo>
                  <a:lnTo>
                    <a:pt x="7323" y="6760"/>
                  </a:lnTo>
                  <a:lnTo>
                    <a:pt x="8501" y="6689"/>
                  </a:lnTo>
                  <a:lnTo>
                    <a:pt x="8525" y="6046"/>
                  </a:lnTo>
                  <a:lnTo>
                    <a:pt x="8656" y="6677"/>
                  </a:lnTo>
                  <a:lnTo>
                    <a:pt x="9168" y="6641"/>
                  </a:lnTo>
                  <a:cubicBezTo>
                    <a:pt x="9251" y="6082"/>
                    <a:pt x="9180" y="5558"/>
                    <a:pt x="9049" y="5129"/>
                  </a:cubicBezTo>
                  <a:cubicBezTo>
                    <a:pt x="8894" y="4570"/>
                    <a:pt x="8573" y="4082"/>
                    <a:pt x="8168" y="3677"/>
                  </a:cubicBezTo>
                  <a:cubicBezTo>
                    <a:pt x="7466" y="2962"/>
                    <a:pt x="7430" y="2248"/>
                    <a:pt x="7430" y="2248"/>
                  </a:cubicBezTo>
                  <a:cubicBezTo>
                    <a:pt x="7192" y="784"/>
                    <a:pt x="6084" y="260"/>
                    <a:pt x="5310" y="69"/>
                  </a:cubicBezTo>
                  <a:cubicBezTo>
                    <a:pt x="5136" y="22"/>
                    <a:pt x="4887" y="0"/>
                    <a:pt x="4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25"/>
            <p:cNvSpPr/>
            <p:nvPr/>
          </p:nvSpPr>
          <p:spPr>
            <a:xfrm>
              <a:off x="3618000" y="4024425"/>
              <a:ext cx="63725" cy="62425"/>
            </a:xfrm>
            <a:custGeom>
              <a:rect b="b" l="l" r="r" t="t"/>
              <a:pathLst>
                <a:path extrusionOk="0" h="2497" w="2549">
                  <a:moveTo>
                    <a:pt x="2477" y="1"/>
                  </a:moveTo>
                  <a:lnTo>
                    <a:pt x="0" y="227"/>
                  </a:lnTo>
                  <a:lnTo>
                    <a:pt x="0" y="263"/>
                  </a:lnTo>
                  <a:cubicBezTo>
                    <a:pt x="0" y="322"/>
                    <a:pt x="12" y="453"/>
                    <a:pt x="12" y="620"/>
                  </a:cubicBezTo>
                  <a:cubicBezTo>
                    <a:pt x="36" y="977"/>
                    <a:pt x="48" y="1465"/>
                    <a:pt x="48" y="1465"/>
                  </a:cubicBezTo>
                  <a:cubicBezTo>
                    <a:pt x="131" y="2001"/>
                    <a:pt x="584" y="2430"/>
                    <a:pt x="1143" y="2489"/>
                  </a:cubicBezTo>
                  <a:cubicBezTo>
                    <a:pt x="1189" y="2494"/>
                    <a:pt x="1235" y="2496"/>
                    <a:pt x="1280" y="2496"/>
                  </a:cubicBezTo>
                  <a:cubicBezTo>
                    <a:pt x="1926" y="2496"/>
                    <a:pt x="2482" y="2027"/>
                    <a:pt x="2548" y="1370"/>
                  </a:cubicBezTo>
                  <a:cubicBezTo>
                    <a:pt x="2548" y="1311"/>
                    <a:pt x="2537" y="941"/>
                    <a:pt x="2513" y="596"/>
                  </a:cubicBezTo>
                  <a:cubicBezTo>
                    <a:pt x="2501" y="429"/>
                    <a:pt x="2489" y="287"/>
                    <a:pt x="2489" y="168"/>
                  </a:cubicBezTo>
                  <a:cubicBezTo>
                    <a:pt x="2477" y="60"/>
                    <a:pt x="2477" y="1"/>
                    <a:pt x="2477"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25"/>
            <p:cNvSpPr/>
            <p:nvPr/>
          </p:nvSpPr>
          <p:spPr>
            <a:xfrm>
              <a:off x="3576625" y="3886425"/>
              <a:ext cx="127425" cy="154475"/>
            </a:xfrm>
            <a:custGeom>
              <a:rect b="b" l="l" r="r" t="t"/>
              <a:pathLst>
                <a:path extrusionOk="0" h="6179" w="5097">
                  <a:moveTo>
                    <a:pt x="3308" y="0"/>
                  </a:moveTo>
                  <a:cubicBezTo>
                    <a:pt x="3053" y="0"/>
                    <a:pt x="2778" y="29"/>
                    <a:pt x="2489" y="44"/>
                  </a:cubicBezTo>
                  <a:cubicBezTo>
                    <a:pt x="1132" y="92"/>
                    <a:pt x="1" y="8"/>
                    <a:pt x="143" y="3378"/>
                  </a:cubicBezTo>
                  <a:cubicBezTo>
                    <a:pt x="224" y="5281"/>
                    <a:pt x="2048" y="6178"/>
                    <a:pt x="2866" y="6178"/>
                  </a:cubicBezTo>
                  <a:cubicBezTo>
                    <a:pt x="2892" y="6178"/>
                    <a:pt x="2917" y="6178"/>
                    <a:pt x="2941" y="6176"/>
                  </a:cubicBezTo>
                  <a:cubicBezTo>
                    <a:pt x="4084" y="6092"/>
                    <a:pt x="5096" y="5140"/>
                    <a:pt x="5025" y="3175"/>
                  </a:cubicBezTo>
                  <a:cubicBezTo>
                    <a:pt x="4903" y="381"/>
                    <a:pt x="4239" y="0"/>
                    <a:pt x="3308"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25"/>
            <p:cNvSpPr/>
            <p:nvPr/>
          </p:nvSpPr>
          <p:spPr>
            <a:xfrm>
              <a:off x="3609975" y="3953000"/>
              <a:ext cx="10425" cy="14300"/>
            </a:xfrm>
            <a:custGeom>
              <a:rect b="b" l="l" r="r" t="t"/>
              <a:pathLst>
                <a:path extrusionOk="0" h="572" w="417">
                  <a:moveTo>
                    <a:pt x="191" y="0"/>
                  </a:moveTo>
                  <a:cubicBezTo>
                    <a:pt x="83" y="24"/>
                    <a:pt x="0" y="155"/>
                    <a:pt x="12" y="298"/>
                  </a:cubicBezTo>
                  <a:cubicBezTo>
                    <a:pt x="24" y="453"/>
                    <a:pt x="107" y="572"/>
                    <a:pt x="214" y="572"/>
                  </a:cubicBezTo>
                  <a:cubicBezTo>
                    <a:pt x="321" y="560"/>
                    <a:pt x="417" y="417"/>
                    <a:pt x="393" y="274"/>
                  </a:cubicBezTo>
                  <a:cubicBezTo>
                    <a:pt x="393" y="119"/>
                    <a:pt x="310"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25"/>
            <p:cNvSpPr/>
            <p:nvPr/>
          </p:nvSpPr>
          <p:spPr>
            <a:xfrm>
              <a:off x="3665925" y="3949700"/>
              <a:ext cx="10450" cy="14350"/>
            </a:xfrm>
            <a:custGeom>
              <a:rect b="b" l="l" r="r" t="t"/>
              <a:pathLst>
                <a:path extrusionOk="0" h="574" w="418">
                  <a:moveTo>
                    <a:pt x="215" y="1"/>
                  </a:moveTo>
                  <a:cubicBezTo>
                    <a:pt x="211" y="1"/>
                    <a:pt x="207" y="1"/>
                    <a:pt x="203" y="1"/>
                  </a:cubicBezTo>
                  <a:cubicBezTo>
                    <a:pt x="96" y="13"/>
                    <a:pt x="0" y="156"/>
                    <a:pt x="24" y="299"/>
                  </a:cubicBezTo>
                  <a:cubicBezTo>
                    <a:pt x="36" y="447"/>
                    <a:pt x="113" y="574"/>
                    <a:pt x="213" y="574"/>
                  </a:cubicBezTo>
                  <a:cubicBezTo>
                    <a:pt x="218" y="574"/>
                    <a:pt x="222" y="573"/>
                    <a:pt x="227" y="573"/>
                  </a:cubicBezTo>
                  <a:cubicBezTo>
                    <a:pt x="334" y="549"/>
                    <a:pt x="417" y="418"/>
                    <a:pt x="405" y="275"/>
                  </a:cubicBezTo>
                  <a:cubicBezTo>
                    <a:pt x="394" y="127"/>
                    <a:pt x="306" y="1"/>
                    <a:pt x="2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25"/>
            <p:cNvSpPr/>
            <p:nvPr/>
          </p:nvSpPr>
          <p:spPr>
            <a:xfrm>
              <a:off x="3657000" y="3933050"/>
              <a:ext cx="26500" cy="11350"/>
            </a:xfrm>
            <a:custGeom>
              <a:rect b="b" l="l" r="r" t="t"/>
              <a:pathLst>
                <a:path extrusionOk="0" h="454" w="1060">
                  <a:moveTo>
                    <a:pt x="691" y="120"/>
                  </a:moveTo>
                  <a:cubicBezTo>
                    <a:pt x="798" y="155"/>
                    <a:pt x="917" y="203"/>
                    <a:pt x="988" y="286"/>
                  </a:cubicBezTo>
                  <a:cubicBezTo>
                    <a:pt x="1036" y="322"/>
                    <a:pt x="1060" y="370"/>
                    <a:pt x="1036" y="417"/>
                  </a:cubicBezTo>
                  <a:cubicBezTo>
                    <a:pt x="1000" y="453"/>
                    <a:pt x="917" y="429"/>
                    <a:pt x="846" y="417"/>
                  </a:cubicBezTo>
                  <a:cubicBezTo>
                    <a:pt x="703" y="358"/>
                    <a:pt x="536" y="322"/>
                    <a:pt x="393" y="322"/>
                  </a:cubicBezTo>
                  <a:cubicBezTo>
                    <a:pt x="298" y="322"/>
                    <a:pt x="203" y="322"/>
                    <a:pt x="119" y="263"/>
                  </a:cubicBezTo>
                  <a:cubicBezTo>
                    <a:pt x="0" y="179"/>
                    <a:pt x="48" y="48"/>
                    <a:pt x="155" y="24"/>
                  </a:cubicBezTo>
                  <a:cubicBezTo>
                    <a:pt x="298" y="1"/>
                    <a:pt x="560" y="72"/>
                    <a:pt x="691" y="1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25"/>
            <p:cNvSpPr/>
            <p:nvPr/>
          </p:nvSpPr>
          <p:spPr>
            <a:xfrm>
              <a:off x="3602525" y="3933650"/>
              <a:ext cx="25625" cy="13725"/>
            </a:xfrm>
            <a:custGeom>
              <a:rect b="b" l="l" r="r" t="t"/>
              <a:pathLst>
                <a:path extrusionOk="0" h="549" w="1025">
                  <a:moveTo>
                    <a:pt x="334" y="179"/>
                  </a:moveTo>
                  <a:cubicBezTo>
                    <a:pt x="238" y="227"/>
                    <a:pt x="131" y="286"/>
                    <a:pt x="60" y="381"/>
                  </a:cubicBezTo>
                  <a:cubicBezTo>
                    <a:pt x="24" y="417"/>
                    <a:pt x="0" y="477"/>
                    <a:pt x="24" y="512"/>
                  </a:cubicBezTo>
                  <a:cubicBezTo>
                    <a:pt x="60" y="548"/>
                    <a:pt x="143" y="524"/>
                    <a:pt x="203" y="489"/>
                  </a:cubicBezTo>
                  <a:cubicBezTo>
                    <a:pt x="358" y="417"/>
                    <a:pt x="500" y="381"/>
                    <a:pt x="655" y="358"/>
                  </a:cubicBezTo>
                  <a:cubicBezTo>
                    <a:pt x="739" y="346"/>
                    <a:pt x="834" y="334"/>
                    <a:pt x="905" y="274"/>
                  </a:cubicBezTo>
                  <a:cubicBezTo>
                    <a:pt x="1024" y="167"/>
                    <a:pt x="965" y="48"/>
                    <a:pt x="846" y="36"/>
                  </a:cubicBezTo>
                  <a:cubicBezTo>
                    <a:pt x="715" y="0"/>
                    <a:pt x="477" y="108"/>
                    <a:pt x="334" y="17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25"/>
            <p:cNvSpPr/>
            <p:nvPr/>
          </p:nvSpPr>
          <p:spPr>
            <a:xfrm>
              <a:off x="3631900" y="3989950"/>
              <a:ext cx="26300" cy="10100"/>
            </a:xfrm>
            <a:custGeom>
              <a:rect b="b" l="l" r="r" t="t"/>
              <a:pathLst>
                <a:path extrusionOk="0" h="404" w="1052">
                  <a:moveTo>
                    <a:pt x="716" y="0"/>
                  </a:moveTo>
                  <a:cubicBezTo>
                    <a:pt x="411" y="0"/>
                    <a:pt x="1" y="56"/>
                    <a:pt x="16" y="154"/>
                  </a:cubicBezTo>
                  <a:cubicBezTo>
                    <a:pt x="28" y="237"/>
                    <a:pt x="52" y="332"/>
                    <a:pt x="111" y="404"/>
                  </a:cubicBezTo>
                  <a:cubicBezTo>
                    <a:pt x="409" y="296"/>
                    <a:pt x="707" y="249"/>
                    <a:pt x="1028" y="249"/>
                  </a:cubicBezTo>
                  <a:cubicBezTo>
                    <a:pt x="1040" y="189"/>
                    <a:pt x="1052" y="118"/>
                    <a:pt x="1040" y="58"/>
                  </a:cubicBezTo>
                  <a:cubicBezTo>
                    <a:pt x="1036" y="19"/>
                    <a:pt x="893" y="0"/>
                    <a:pt x="7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25"/>
            <p:cNvSpPr/>
            <p:nvPr/>
          </p:nvSpPr>
          <p:spPr>
            <a:xfrm>
              <a:off x="3634675" y="3996150"/>
              <a:ext cx="22925" cy="9050"/>
            </a:xfrm>
            <a:custGeom>
              <a:rect b="b" l="l" r="r" t="t"/>
              <a:pathLst>
                <a:path extrusionOk="0" h="362" w="917">
                  <a:moveTo>
                    <a:pt x="917" y="1"/>
                  </a:moveTo>
                  <a:cubicBezTo>
                    <a:pt x="596" y="1"/>
                    <a:pt x="298" y="48"/>
                    <a:pt x="0" y="156"/>
                  </a:cubicBezTo>
                  <a:cubicBezTo>
                    <a:pt x="96" y="273"/>
                    <a:pt x="240" y="362"/>
                    <a:pt x="406" y="362"/>
                  </a:cubicBezTo>
                  <a:cubicBezTo>
                    <a:pt x="425" y="362"/>
                    <a:pt x="445" y="360"/>
                    <a:pt x="465" y="358"/>
                  </a:cubicBezTo>
                  <a:cubicBezTo>
                    <a:pt x="679" y="346"/>
                    <a:pt x="857" y="203"/>
                    <a:pt x="9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25"/>
            <p:cNvSpPr/>
            <p:nvPr/>
          </p:nvSpPr>
          <p:spPr>
            <a:xfrm>
              <a:off x="3637350" y="3957175"/>
              <a:ext cx="11025" cy="22050"/>
            </a:xfrm>
            <a:custGeom>
              <a:rect b="b" l="l" r="r" t="t"/>
              <a:pathLst>
                <a:path extrusionOk="0" fill="none" h="882" w="441">
                  <a:moveTo>
                    <a:pt x="227" y="0"/>
                  </a:moveTo>
                  <a:cubicBezTo>
                    <a:pt x="167" y="155"/>
                    <a:pt x="119" y="310"/>
                    <a:pt x="60" y="464"/>
                  </a:cubicBezTo>
                  <a:cubicBezTo>
                    <a:pt x="36" y="548"/>
                    <a:pt x="0" y="643"/>
                    <a:pt x="36" y="726"/>
                  </a:cubicBezTo>
                  <a:cubicBezTo>
                    <a:pt x="60" y="822"/>
                    <a:pt x="143" y="881"/>
                    <a:pt x="239" y="881"/>
                  </a:cubicBezTo>
                  <a:cubicBezTo>
                    <a:pt x="334" y="881"/>
                    <a:pt x="417" y="822"/>
                    <a:pt x="441" y="726"/>
                  </a:cubicBezTo>
                </a:path>
              </a:pathLst>
            </a:custGeom>
            <a:noFill/>
            <a:ln cap="rnd"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25"/>
            <p:cNvSpPr/>
            <p:nvPr/>
          </p:nvSpPr>
          <p:spPr>
            <a:xfrm>
              <a:off x="3562625" y="3858200"/>
              <a:ext cx="154525" cy="107325"/>
            </a:xfrm>
            <a:custGeom>
              <a:rect b="b" l="l" r="r" t="t"/>
              <a:pathLst>
                <a:path extrusionOk="0" h="4293" w="6181">
                  <a:moveTo>
                    <a:pt x="3089" y="0"/>
                  </a:moveTo>
                  <a:cubicBezTo>
                    <a:pt x="2687" y="0"/>
                    <a:pt x="2279" y="33"/>
                    <a:pt x="1989" y="137"/>
                  </a:cubicBezTo>
                  <a:cubicBezTo>
                    <a:pt x="1263" y="399"/>
                    <a:pt x="310" y="1363"/>
                    <a:pt x="191" y="2125"/>
                  </a:cubicBezTo>
                  <a:lnTo>
                    <a:pt x="1" y="3661"/>
                  </a:lnTo>
                  <a:lnTo>
                    <a:pt x="644" y="4161"/>
                  </a:lnTo>
                  <a:lnTo>
                    <a:pt x="918" y="4292"/>
                  </a:lnTo>
                  <a:cubicBezTo>
                    <a:pt x="918" y="4292"/>
                    <a:pt x="1430" y="3364"/>
                    <a:pt x="1299" y="2245"/>
                  </a:cubicBezTo>
                  <a:lnTo>
                    <a:pt x="1299" y="2245"/>
                  </a:lnTo>
                  <a:cubicBezTo>
                    <a:pt x="1299" y="2245"/>
                    <a:pt x="1693" y="2925"/>
                    <a:pt x="3855" y="2925"/>
                  </a:cubicBezTo>
                  <a:cubicBezTo>
                    <a:pt x="4298" y="2925"/>
                    <a:pt x="4815" y="2897"/>
                    <a:pt x="5418" y="2828"/>
                  </a:cubicBezTo>
                  <a:lnTo>
                    <a:pt x="5418" y="2828"/>
                  </a:lnTo>
                  <a:cubicBezTo>
                    <a:pt x="5418" y="2828"/>
                    <a:pt x="5311" y="3852"/>
                    <a:pt x="5490" y="4078"/>
                  </a:cubicBezTo>
                  <a:cubicBezTo>
                    <a:pt x="5509" y="4103"/>
                    <a:pt x="5529" y="4114"/>
                    <a:pt x="5549" y="4114"/>
                  </a:cubicBezTo>
                  <a:cubicBezTo>
                    <a:pt x="5715" y="4114"/>
                    <a:pt x="5895" y="3376"/>
                    <a:pt x="5895" y="3376"/>
                  </a:cubicBezTo>
                  <a:lnTo>
                    <a:pt x="6180" y="1959"/>
                  </a:lnTo>
                  <a:cubicBezTo>
                    <a:pt x="6073" y="1185"/>
                    <a:pt x="5204" y="399"/>
                    <a:pt x="4478" y="101"/>
                  </a:cubicBezTo>
                  <a:cubicBezTo>
                    <a:pt x="4478" y="101"/>
                    <a:pt x="3793" y="0"/>
                    <a:pt x="3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25"/>
            <p:cNvSpPr/>
            <p:nvPr/>
          </p:nvSpPr>
          <p:spPr>
            <a:xfrm>
              <a:off x="3554300" y="3952875"/>
              <a:ext cx="35450" cy="38625"/>
            </a:xfrm>
            <a:custGeom>
              <a:rect b="b" l="l" r="r" t="t"/>
              <a:pathLst>
                <a:path extrusionOk="0" h="1545" w="1418">
                  <a:moveTo>
                    <a:pt x="521" y="1"/>
                  </a:moveTo>
                  <a:cubicBezTo>
                    <a:pt x="471" y="1"/>
                    <a:pt x="426" y="14"/>
                    <a:pt x="382" y="41"/>
                  </a:cubicBezTo>
                  <a:cubicBezTo>
                    <a:pt x="84" y="184"/>
                    <a:pt x="1" y="636"/>
                    <a:pt x="215" y="1041"/>
                  </a:cubicBezTo>
                  <a:cubicBezTo>
                    <a:pt x="363" y="1347"/>
                    <a:pt x="641" y="1544"/>
                    <a:pt x="886" y="1544"/>
                  </a:cubicBezTo>
                  <a:cubicBezTo>
                    <a:pt x="956" y="1544"/>
                    <a:pt x="1023" y="1528"/>
                    <a:pt x="1084" y="1494"/>
                  </a:cubicBezTo>
                  <a:lnTo>
                    <a:pt x="1108" y="1494"/>
                  </a:lnTo>
                  <a:cubicBezTo>
                    <a:pt x="1167" y="1470"/>
                    <a:pt x="1215" y="1422"/>
                    <a:pt x="1251" y="1375"/>
                  </a:cubicBezTo>
                  <a:cubicBezTo>
                    <a:pt x="1417" y="1184"/>
                    <a:pt x="1417" y="827"/>
                    <a:pt x="1275" y="517"/>
                  </a:cubicBezTo>
                  <a:cubicBezTo>
                    <a:pt x="1113" y="194"/>
                    <a:pt x="839" y="5"/>
                    <a:pt x="594" y="5"/>
                  </a:cubicBezTo>
                  <a:cubicBezTo>
                    <a:pt x="587" y="5"/>
                    <a:pt x="579" y="5"/>
                    <a:pt x="572" y="5"/>
                  </a:cubicBezTo>
                  <a:cubicBezTo>
                    <a:pt x="554" y="2"/>
                    <a:pt x="537" y="1"/>
                    <a:pt x="521"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125"/>
            <p:cNvSpPr/>
            <p:nvPr/>
          </p:nvSpPr>
          <p:spPr>
            <a:xfrm>
              <a:off x="3691225" y="3942800"/>
              <a:ext cx="34250" cy="39400"/>
            </a:xfrm>
            <a:custGeom>
              <a:rect b="b" l="l" r="r" t="t"/>
              <a:pathLst>
                <a:path extrusionOk="0" h="1576" w="1370">
                  <a:moveTo>
                    <a:pt x="785" y="0"/>
                  </a:moveTo>
                  <a:cubicBezTo>
                    <a:pt x="773" y="0"/>
                    <a:pt x="762" y="1"/>
                    <a:pt x="751" y="4"/>
                  </a:cubicBezTo>
                  <a:cubicBezTo>
                    <a:pt x="500" y="27"/>
                    <a:pt x="239" y="265"/>
                    <a:pt x="119" y="599"/>
                  </a:cubicBezTo>
                  <a:cubicBezTo>
                    <a:pt x="0" y="932"/>
                    <a:pt x="60" y="1278"/>
                    <a:pt x="239" y="1456"/>
                  </a:cubicBezTo>
                  <a:cubicBezTo>
                    <a:pt x="286" y="1504"/>
                    <a:pt x="346" y="1539"/>
                    <a:pt x="405" y="1551"/>
                  </a:cubicBezTo>
                  <a:lnTo>
                    <a:pt x="417" y="1551"/>
                  </a:lnTo>
                  <a:cubicBezTo>
                    <a:pt x="462" y="1568"/>
                    <a:pt x="509" y="1575"/>
                    <a:pt x="556" y="1575"/>
                  </a:cubicBezTo>
                  <a:cubicBezTo>
                    <a:pt x="819" y="1575"/>
                    <a:pt x="1095" y="1333"/>
                    <a:pt x="1227" y="980"/>
                  </a:cubicBezTo>
                  <a:cubicBezTo>
                    <a:pt x="1370" y="563"/>
                    <a:pt x="1239" y="135"/>
                    <a:pt x="929" y="27"/>
                  </a:cubicBezTo>
                  <a:cubicBezTo>
                    <a:pt x="881" y="18"/>
                    <a:pt x="833" y="0"/>
                    <a:pt x="785"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25"/>
            <p:cNvSpPr/>
            <p:nvPr/>
          </p:nvSpPr>
          <p:spPr>
            <a:xfrm>
              <a:off x="3610250" y="4033075"/>
              <a:ext cx="82475" cy="62600"/>
            </a:xfrm>
            <a:custGeom>
              <a:rect b="b" l="l" r="r" t="t"/>
              <a:pathLst>
                <a:path extrusionOk="0" h="2504" w="3299">
                  <a:moveTo>
                    <a:pt x="3061" y="0"/>
                  </a:moveTo>
                  <a:lnTo>
                    <a:pt x="2799" y="238"/>
                  </a:lnTo>
                  <a:cubicBezTo>
                    <a:pt x="2811" y="584"/>
                    <a:pt x="2823" y="988"/>
                    <a:pt x="2823" y="1048"/>
                  </a:cubicBezTo>
                  <a:cubicBezTo>
                    <a:pt x="2745" y="1678"/>
                    <a:pt x="2217" y="2164"/>
                    <a:pt x="1579" y="2164"/>
                  </a:cubicBezTo>
                  <a:cubicBezTo>
                    <a:pt x="1530" y="2164"/>
                    <a:pt x="1480" y="2161"/>
                    <a:pt x="1430" y="2155"/>
                  </a:cubicBezTo>
                  <a:cubicBezTo>
                    <a:pt x="858" y="2096"/>
                    <a:pt x="430" y="1667"/>
                    <a:pt x="322" y="1131"/>
                  </a:cubicBezTo>
                  <a:cubicBezTo>
                    <a:pt x="322" y="1131"/>
                    <a:pt x="322" y="1060"/>
                    <a:pt x="310" y="703"/>
                  </a:cubicBezTo>
                  <a:lnTo>
                    <a:pt x="72" y="750"/>
                  </a:lnTo>
                  <a:cubicBezTo>
                    <a:pt x="84" y="905"/>
                    <a:pt x="1" y="1226"/>
                    <a:pt x="370" y="1834"/>
                  </a:cubicBezTo>
                  <a:cubicBezTo>
                    <a:pt x="596" y="2179"/>
                    <a:pt x="1037" y="2489"/>
                    <a:pt x="1537" y="2500"/>
                  </a:cubicBezTo>
                  <a:cubicBezTo>
                    <a:pt x="1537" y="2500"/>
                    <a:pt x="1566" y="2504"/>
                    <a:pt x="1618" y="2504"/>
                  </a:cubicBezTo>
                  <a:cubicBezTo>
                    <a:pt x="1812" y="2504"/>
                    <a:pt x="2316" y="2459"/>
                    <a:pt x="2739" y="2036"/>
                  </a:cubicBezTo>
                  <a:cubicBezTo>
                    <a:pt x="3299" y="1488"/>
                    <a:pt x="3108" y="214"/>
                    <a:pt x="3085" y="95"/>
                  </a:cubicBezTo>
                  <a:lnTo>
                    <a:pt x="30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25"/>
            <p:cNvSpPr/>
            <p:nvPr/>
          </p:nvSpPr>
          <p:spPr>
            <a:xfrm>
              <a:off x="3357550" y="4755175"/>
              <a:ext cx="131875" cy="159975"/>
            </a:xfrm>
            <a:custGeom>
              <a:rect b="b" l="l" r="r" t="t"/>
              <a:pathLst>
                <a:path extrusionOk="0" h="6399" w="5275">
                  <a:moveTo>
                    <a:pt x="4799" y="1"/>
                  </a:moveTo>
                  <a:lnTo>
                    <a:pt x="1620" y="382"/>
                  </a:lnTo>
                  <a:lnTo>
                    <a:pt x="1441" y="394"/>
                  </a:lnTo>
                  <a:lnTo>
                    <a:pt x="465" y="513"/>
                  </a:lnTo>
                  <a:cubicBezTo>
                    <a:pt x="1" y="548"/>
                    <a:pt x="179" y="5894"/>
                    <a:pt x="179" y="5894"/>
                  </a:cubicBezTo>
                  <a:cubicBezTo>
                    <a:pt x="188" y="6063"/>
                    <a:pt x="901" y="6398"/>
                    <a:pt x="1361" y="6398"/>
                  </a:cubicBezTo>
                  <a:cubicBezTo>
                    <a:pt x="1516" y="6398"/>
                    <a:pt x="1643" y="6360"/>
                    <a:pt x="1703" y="6263"/>
                  </a:cubicBezTo>
                  <a:lnTo>
                    <a:pt x="2060" y="5061"/>
                  </a:lnTo>
                  <a:lnTo>
                    <a:pt x="2251" y="4406"/>
                  </a:lnTo>
                  <a:lnTo>
                    <a:pt x="2394" y="4001"/>
                  </a:lnTo>
                  <a:lnTo>
                    <a:pt x="2560" y="3549"/>
                  </a:lnTo>
                  <a:cubicBezTo>
                    <a:pt x="2632" y="3334"/>
                    <a:pt x="2810" y="3192"/>
                    <a:pt x="3037" y="3156"/>
                  </a:cubicBezTo>
                  <a:lnTo>
                    <a:pt x="5275" y="2787"/>
                  </a:lnTo>
                  <a:lnTo>
                    <a:pt x="4799" y="1"/>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25"/>
            <p:cNvSpPr/>
            <p:nvPr/>
          </p:nvSpPr>
          <p:spPr>
            <a:xfrm>
              <a:off x="3354875" y="4762025"/>
              <a:ext cx="53600" cy="163400"/>
            </a:xfrm>
            <a:custGeom>
              <a:rect b="b" l="l" r="r" t="t"/>
              <a:pathLst>
                <a:path extrusionOk="0" h="6536" w="2144">
                  <a:moveTo>
                    <a:pt x="2143" y="0"/>
                  </a:moveTo>
                  <a:lnTo>
                    <a:pt x="881" y="131"/>
                  </a:lnTo>
                  <a:cubicBezTo>
                    <a:pt x="417" y="191"/>
                    <a:pt x="119" y="1453"/>
                    <a:pt x="108" y="1917"/>
                  </a:cubicBezTo>
                  <a:lnTo>
                    <a:pt x="0" y="4037"/>
                  </a:lnTo>
                  <a:cubicBezTo>
                    <a:pt x="0" y="4168"/>
                    <a:pt x="24" y="4953"/>
                    <a:pt x="36" y="5442"/>
                  </a:cubicBezTo>
                  <a:cubicBezTo>
                    <a:pt x="48" y="5739"/>
                    <a:pt x="131" y="6025"/>
                    <a:pt x="322" y="6251"/>
                  </a:cubicBezTo>
                  <a:lnTo>
                    <a:pt x="358" y="6299"/>
                  </a:lnTo>
                  <a:cubicBezTo>
                    <a:pt x="517" y="6458"/>
                    <a:pt x="728" y="6536"/>
                    <a:pt x="941" y="6536"/>
                  </a:cubicBezTo>
                  <a:cubicBezTo>
                    <a:pt x="1174" y="6536"/>
                    <a:pt x="1410" y="6443"/>
                    <a:pt x="1584" y="6263"/>
                  </a:cubicBezTo>
                  <a:cubicBezTo>
                    <a:pt x="1655" y="6180"/>
                    <a:pt x="1727" y="6085"/>
                    <a:pt x="1774" y="5989"/>
                  </a:cubicBezTo>
                  <a:lnTo>
                    <a:pt x="2132" y="4787"/>
                  </a:lnTo>
                  <a:lnTo>
                    <a:pt x="2132" y="4787"/>
                  </a:lnTo>
                  <a:cubicBezTo>
                    <a:pt x="2004" y="4859"/>
                    <a:pt x="1896" y="4893"/>
                    <a:pt x="1806" y="4893"/>
                  </a:cubicBezTo>
                  <a:cubicBezTo>
                    <a:pt x="775" y="4893"/>
                    <a:pt x="2089" y="482"/>
                    <a:pt x="21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25"/>
            <p:cNvSpPr/>
            <p:nvPr/>
          </p:nvSpPr>
          <p:spPr>
            <a:xfrm>
              <a:off x="3338200" y="4765300"/>
              <a:ext cx="38725" cy="46450"/>
            </a:xfrm>
            <a:custGeom>
              <a:rect b="b" l="l" r="r" t="t"/>
              <a:pathLst>
                <a:path extrusionOk="0" h="1858" w="1549">
                  <a:moveTo>
                    <a:pt x="1548" y="0"/>
                  </a:moveTo>
                  <a:lnTo>
                    <a:pt x="1" y="334"/>
                  </a:lnTo>
                  <a:lnTo>
                    <a:pt x="298" y="1858"/>
                  </a:lnTo>
                  <a:lnTo>
                    <a:pt x="775" y="1786"/>
                  </a:lnTo>
                  <a:lnTo>
                    <a:pt x="154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25"/>
            <p:cNvSpPr/>
            <p:nvPr/>
          </p:nvSpPr>
          <p:spPr>
            <a:xfrm>
              <a:off x="3553700" y="4757250"/>
              <a:ext cx="113425" cy="157900"/>
            </a:xfrm>
            <a:custGeom>
              <a:rect b="b" l="l" r="r" t="t"/>
              <a:pathLst>
                <a:path extrusionOk="0" h="6316" w="4537">
                  <a:moveTo>
                    <a:pt x="4061" y="1"/>
                  </a:moveTo>
                  <a:lnTo>
                    <a:pt x="1620" y="299"/>
                  </a:lnTo>
                  <a:lnTo>
                    <a:pt x="1441" y="311"/>
                  </a:lnTo>
                  <a:lnTo>
                    <a:pt x="465" y="430"/>
                  </a:lnTo>
                  <a:cubicBezTo>
                    <a:pt x="1" y="465"/>
                    <a:pt x="179" y="5811"/>
                    <a:pt x="179" y="5811"/>
                  </a:cubicBezTo>
                  <a:cubicBezTo>
                    <a:pt x="197" y="5980"/>
                    <a:pt x="912" y="6315"/>
                    <a:pt x="1363" y="6315"/>
                  </a:cubicBezTo>
                  <a:cubicBezTo>
                    <a:pt x="1515" y="6315"/>
                    <a:pt x="1637" y="6277"/>
                    <a:pt x="1691" y="6180"/>
                  </a:cubicBezTo>
                  <a:lnTo>
                    <a:pt x="2049" y="4978"/>
                  </a:lnTo>
                  <a:lnTo>
                    <a:pt x="2251" y="4323"/>
                  </a:lnTo>
                  <a:lnTo>
                    <a:pt x="2394" y="3918"/>
                  </a:lnTo>
                  <a:lnTo>
                    <a:pt x="2561" y="3466"/>
                  </a:lnTo>
                  <a:cubicBezTo>
                    <a:pt x="2632" y="3251"/>
                    <a:pt x="2811" y="3109"/>
                    <a:pt x="3037" y="3073"/>
                  </a:cubicBezTo>
                  <a:lnTo>
                    <a:pt x="4537" y="2775"/>
                  </a:lnTo>
                  <a:lnTo>
                    <a:pt x="4061" y="1"/>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25"/>
            <p:cNvSpPr/>
            <p:nvPr/>
          </p:nvSpPr>
          <p:spPr>
            <a:xfrm>
              <a:off x="3551025" y="4762025"/>
              <a:ext cx="53600" cy="163400"/>
            </a:xfrm>
            <a:custGeom>
              <a:rect b="b" l="l" r="r" t="t"/>
              <a:pathLst>
                <a:path extrusionOk="0" h="6536" w="2144">
                  <a:moveTo>
                    <a:pt x="2144" y="0"/>
                  </a:moveTo>
                  <a:lnTo>
                    <a:pt x="882" y="131"/>
                  </a:lnTo>
                  <a:cubicBezTo>
                    <a:pt x="417" y="191"/>
                    <a:pt x="120" y="1453"/>
                    <a:pt x="108" y="1917"/>
                  </a:cubicBezTo>
                  <a:lnTo>
                    <a:pt x="1" y="4037"/>
                  </a:lnTo>
                  <a:cubicBezTo>
                    <a:pt x="1" y="4168"/>
                    <a:pt x="12" y="4953"/>
                    <a:pt x="36" y="5442"/>
                  </a:cubicBezTo>
                  <a:cubicBezTo>
                    <a:pt x="48" y="5739"/>
                    <a:pt x="132" y="6025"/>
                    <a:pt x="310" y="6251"/>
                  </a:cubicBezTo>
                  <a:lnTo>
                    <a:pt x="358" y="6299"/>
                  </a:lnTo>
                  <a:cubicBezTo>
                    <a:pt x="517" y="6458"/>
                    <a:pt x="728" y="6536"/>
                    <a:pt x="942" y="6536"/>
                  </a:cubicBezTo>
                  <a:cubicBezTo>
                    <a:pt x="1175" y="6536"/>
                    <a:pt x="1410" y="6443"/>
                    <a:pt x="1584" y="6263"/>
                  </a:cubicBezTo>
                  <a:cubicBezTo>
                    <a:pt x="1656" y="6180"/>
                    <a:pt x="1727" y="6085"/>
                    <a:pt x="1775" y="5989"/>
                  </a:cubicBezTo>
                  <a:lnTo>
                    <a:pt x="2132" y="4787"/>
                  </a:lnTo>
                  <a:lnTo>
                    <a:pt x="2132" y="4787"/>
                  </a:lnTo>
                  <a:cubicBezTo>
                    <a:pt x="2004" y="4859"/>
                    <a:pt x="1896" y="4893"/>
                    <a:pt x="1806" y="4893"/>
                  </a:cubicBezTo>
                  <a:cubicBezTo>
                    <a:pt x="775" y="4893"/>
                    <a:pt x="2089" y="482"/>
                    <a:pt x="21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25"/>
            <p:cNvSpPr/>
            <p:nvPr/>
          </p:nvSpPr>
          <p:spPr>
            <a:xfrm>
              <a:off x="3534350" y="4765300"/>
              <a:ext cx="38725" cy="46450"/>
            </a:xfrm>
            <a:custGeom>
              <a:rect b="b" l="l" r="r" t="t"/>
              <a:pathLst>
                <a:path extrusionOk="0" h="1858" w="1549">
                  <a:moveTo>
                    <a:pt x="1549" y="0"/>
                  </a:moveTo>
                  <a:lnTo>
                    <a:pt x="1" y="334"/>
                  </a:lnTo>
                  <a:lnTo>
                    <a:pt x="298" y="1858"/>
                  </a:lnTo>
                  <a:lnTo>
                    <a:pt x="787" y="1786"/>
                  </a:lnTo>
                  <a:lnTo>
                    <a:pt x="1549" y="0"/>
                  </a:lnTo>
                  <a:close/>
                </a:path>
              </a:pathLst>
            </a:custGeom>
            <a:solidFill>
              <a:srgbClr val="FA56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25"/>
            <p:cNvSpPr/>
            <p:nvPr/>
          </p:nvSpPr>
          <p:spPr>
            <a:xfrm>
              <a:off x="3637350" y="4320000"/>
              <a:ext cx="287250" cy="528975"/>
            </a:xfrm>
            <a:custGeom>
              <a:rect b="b" l="l" r="r" t="t"/>
              <a:pathLst>
                <a:path extrusionOk="0" h="21159" w="11490">
                  <a:moveTo>
                    <a:pt x="6406" y="1"/>
                  </a:moveTo>
                  <a:lnTo>
                    <a:pt x="1251" y="191"/>
                  </a:lnTo>
                  <a:cubicBezTo>
                    <a:pt x="1251" y="191"/>
                    <a:pt x="1798" y="5049"/>
                    <a:pt x="2489" y="6549"/>
                  </a:cubicBezTo>
                  <a:cubicBezTo>
                    <a:pt x="3167" y="8049"/>
                    <a:pt x="5942" y="15765"/>
                    <a:pt x="5942" y="15765"/>
                  </a:cubicBezTo>
                  <a:lnTo>
                    <a:pt x="0" y="17336"/>
                  </a:lnTo>
                  <a:lnTo>
                    <a:pt x="941" y="21158"/>
                  </a:lnTo>
                  <a:cubicBezTo>
                    <a:pt x="941" y="21158"/>
                    <a:pt x="6251" y="20551"/>
                    <a:pt x="8740" y="20420"/>
                  </a:cubicBezTo>
                  <a:cubicBezTo>
                    <a:pt x="8740" y="20420"/>
                    <a:pt x="11073" y="20110"/>
                    <a:pt x="11288" y="17812"/>
                  </a:cubicBezTo>
                  <a:cubicBezTo>
                    <a:pt x="11490" y="15526"/>
                    <a:pt x="6406" y="1"/>
                    <a:pt x="64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25"/>
            <p:cNvSpPr/>
            <p:nvPr/>
          </p:nvSpPr>
          <p:spPr>
            <a:xfrm>
              <a:off x="3450125" y="4325075"/>
              <a:ext cx="301250" cy="515850"/>
            </a:xfrm>
            <a:custGeom>
              <a:rect b="b" l="l" r="r" t="t"/>
              <a:pathLst>
                <a:path extrusionOk="0" h="20634" w="12050">
                  <a:moveTo>
                    <a:pt x="9466" y="0"/>
                  </a:moveTo>
                  <a:lnTo>
                    <a:pt x="4501" y="36"/>
                  </a:lnTo>
                  <a:cubicBezTo>
                    <a:pt x="4501" y="36"/>
                    <a:pt x="3156" y="3715"/>
                    <a:pt x="3608" y="6763"/>
                  </a:cubicBezTo>
                  <a:cubicBezTo>
                    <a:pt x="3846" y="8394"/>
                    <a:pt x="6477" y="15478"/>
                    <a:pt x="6477" y="15478"/>
                  </a:cubicBezTo>
                  <a:lnTo>
                    <a:pt x="0" y="16943"/>
                  </a:lnTo>
                  <a:lnTo>
                    <a:pt x="584" y="20634"/>
                  </a:lnTo>
                  <a:cubicBezTo>
                    <a:pt x="584" y="20634"/>
                    <a:pt x="3633" y="20428"/>
                    <a:pt x="6208" y="20428"/>
                  </a:cubicBezTo>
                  <a:cubicBezTo>
                    <a:pt x="7081" y="20428"/>
                    <a:pt x="7899" y="20451"/>
                    <a:pt x="8525" y="20515"/>
                  </a:cubicBezTo>
                  <a:cubicBezTo>
                    <a:pt x="8525" y="20515"/>
                    <a:pt x="8531" y="20515"/>
                    <a:pt x="8543" y="20515"/>
                  </a:cubicBezTo>
                  <a:cubicBezTo>
                    <a:pt x="8761" y="20515"/>
                    <a:pt x="10912" y="20461"/>
                    <a:pt x="11466" y="18360"/>
                  </a:cubicBezTo>
                  <a:cubicBezTo>
                    <a:pt x="12049" y="16121"/>
                    <a:pt x="9466" y="0"/>
                    <a:pt x="94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25"/>
            <p:cNvSpPr/>
            <p:nvPr/>
          </p:nvSpPr>
          <p:spPr>
            <a:xfrm>
              <a:off x="3688850" y="4336375"/>
              <a:ext cx="14300" cy="11925"/>
            </a:xfrm>
            <a:custGeom>
              <a:rect b="b" l="l" r="r" t="t"/>
              <a:pathLst>
                <a:path extrusionOk="0" fill="none" h="477" w="572">
                  <a:moveTo>
                    <a:pt x="0" y="227"/>
                  </a:moveTo>
                  <a:cubicBezTo>
                    <a:pt x="72" y="84"/>
                    <a:pt x="238" y="1"/>
                    <a:pt x="381" y="60"/>
                  </a:cubicBezTo>
                  <a:cubicBezTo>
                    <a:pt x="536" y="120"/>
                    <a:pt x="572" y="346"/>
                    <a:pt x="453" y="429"/>
                  </a:cubicBezTo>
                  <a:cubicBezTo>
                    <a:pt x="393" y="477"/>
                    <a:pt x="310" y="477"/>
                    <a:pt x="238" y="429"/>
                  </a:cubicBez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25"/>
            <p:cNvSpPr/>
            <p:nvPr/>
          </p:nvSpPr>
          <p:spPr>
            <a:xfrm>
              <a:off x="3751650" y="4322975"/>
              <a:ext cx="77125" cy="92000"/>
            </a:xfrm>
            <a:custGeom>
              <a:rect b="b" l="l" r="r" t="t"/>
              <a:pathLst>
                <a:path extrusionOk="0" fill="none" h="3680" w="3085">
                  <a:moveTo>
                    <a:pt x="0" y="1"/>
                  </a:moveTo>
                  <a:cubicBezTo>
                    <a:pt x="0" y="1"/>
                    <a:pt x="441" y="2632"/>
                    <a:pt x="3084" y="3680"/>
                  </a:cubicBez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25"/>
            <p:cNvSpPr/>
            <p:nvPr/>
          </p:nvSpPr>
          <p:spPr>
            <a:xfrm>
              <a:off x="3540025" y="4325950"/>
              <a:ext cx="58050" cy="106000"/>
            </a:xfrm>
            <a:custGeom>
              <a:rect b="b" l="l" r="r" t="t"/>
              <a:pathLst>
                <a:path extrusionOk="0" fill="none" h="4240" w="2322">
                  <a:moveTo>
                    <a:pt x="2322" y="1"/>
                  </a:moveTo>
                  <a:cubicBezTo>
                    <a:pt x="2322" y="1"/>
                    <a:pt x="2119" y="4239"/>
                    <a:pt x="0" y="4132"/>
                  </a:cubicBez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25"/>
            <p:cNvSpPr/>
            <p:nvPr/>
          </p:nvSpPr>
          <p:spPr>
            <a:xfrm>
              <a:off x="3697475" y="4372400"/>
              <a:ext cx="17000" cy="148850"/>
            </a:xfrm>
            <a:custGeom>
              <a:rect b="b" l="l" r="r" t="t"/>
              <a:pathLst>
                <a:path extrusionOk="0" fill="none" h="5954" w="680">
                  <a:moveTo>
                    <a:pt x="0" y="0"/>
                  </a:moveTo>
                  <a:lnTo>
                    <a:pt x="679" y="5953"/>
                  </a:ln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125"/>
          <p:cNvGrpSpPr/>
          <p:nvPr/>
        </p:nvGrpSpPr>
        <p:grpSpPr>
          <a:xfrm>
            <a:off x="4722172" y="1466715"/>
            <a:ext cx="1359878" cy="2499364"/>
            <a:chOff x="4215400" y="3165700"/>
            <a:chExt cx="905800" cy="1664800"/>
          </a:xfrm>
        </p:grpSpPr>
        <p:sp>
          <p:nvSpPr>
            <p:cNvPr id="7767" name="Google Shape;7767;p125"/>
            <p:cNvSpPr/>
            <p:nvPr/>
          </p:nvSpPr>
          <p:spPr>
            <a:xfrm>
              <a:off x="4250825" y="4074750"/>
              <a:ext cx="175050" cy="183375"/>
            </a:xfrm>
            <a:custGeom>
              <a:rect b="b" l="l" r="r" t="t"/>
              <a:pathLst>
                <a:path extrusionOk="0" h="7335" w="7002">
                  <a:moveTo>
                    <a:pt x="2739" y="0"/>
                  </a:moveTo>
                  <a:lnTo>
                    <a:pt x="0" y="4882"/>
                  </a:lnTo>
                  <a:lnTo>
                    <a:pt x="405" y="5965"/>
                  </a:lnTo>
                  <a:lnTo>
                    <a:pt x="2405" y="7037"/>
                  </a:lnTo>
                  <a:lnTo>
                    <a:pt x="3191" y="7334"/>
                  </a:lnTo>
                  <a:lnTo>
                    <a:pt x="5953" y="3453"/>
                  </a:lnTo>
                  <a:cubicBezTo>
                    <a:pt x="6525" y="2667"/>
                    <a:pt x="6846" y="1536"/>
                    <a:pt x="6965" y="238"/>
                  </a:cubicBezTo>
                  <a:cubicBezTo>
                    <a:pt x="6965" y="167"/>
                    <a:pt x="6977" y="95"/>
                    <a:pt x="7001" y="12"/>
                  </a:cubicBezTo>
                  <a:lnTo>
                    <a:pt x="2739" y="12"/>
                  </a:lnTo>
                  <a:close/>
                </a:path>
              </a:pathLst>
            </a:custGeom>
            <a:solidFill>
              <a:srgbClr val="100C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25"/>
            <p:cNvSpPr/>
            <p:nvPr/>
          </p:nvSpPr>
          <p:spPr>
            <a:xfrm>
              <a:off x="4901800" y="4099450"/>
              <a:ext cx="188125" cy="158675"/>
            </a:xfrm>
            <a:custGeom>
              <a:rect b="b" l="l" r="r" t="t"/>
              <a:pathLst>
                <a:path extrusionOk="0" h="6347" w="7525">
                  <a:moveTo>
                    <a:pt x="6370" y="2346"/>
                  </a:moveTo>
                  <a:lnTo>
                    <a:pt x="7525" y="4227"/>
                  </a:lnTo>
                  <a:lnTo>
                    <a:pt x="7120" y="5310"/>
                  </a:lnTo>
                  <a:lnTo>
                    <a:pt x="5001" y="5596"/>
                  </a:lnTo>
                  <a:lnTo>
                    <a:pt x="3703" y="6346"/>
                  </a:lnTo>
                  <a:lnTo>
                    <a:pt x="1084" y="2465"/>
                  </a:lnTo>
                  <a:cubicBezTo>
                    <a:pt x="536" y="1667"/>
                    <a:pt x="143" y="1441"/>
                    <a:pt x="12" y="143"/>
                  </a:cubicBezTo>
                  <a:cubicBezTo>
                    <a:pt x="12" y="95"/>
                    <a:pt x="0" y="36"/>
                    <a:pt x="0" y="0"/>
                  </a:cubicBezTo>
                  <a:close/>
                </a:path>
              </a:pathLst>
            </a:custGeom>
            <a:solidFill>
              <a:srgbClr val="100C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25"/>
            <p:cNvSpPr/>
            <p:nvPr/>
          </p:nvSpPr>
          <p:spPr>
            <a:xfrm>
              <a:off x="4595200" y="3394600"/>
              <a:ext cx="142900" cy="487275"/>
            </a:xfrm>
            <a:custGeom>
              <a:rect b="b" l="l" r="r" t="t"/>
              <a:pathLst>
                <a:path extrusionOk="0" h="19491" w="5716">
                  <a:moveTo>
                    <a:pt x="2858" y="0"/>
                  </a:moveTo>
                  <a:lnTo>
                    <a:pt x="2858" y="0"/>
                  </a:lnTo>
                  <a:cubicBezTo>
                    <a:pt x="4418" y="0"/>
                    <a:pt x="5716" y="2501"/>
                    <a:pt x="5716" y="5549"/>
                  </a:cubicBezTo>
                  <a:lnTo>
                    <a:pt x="5716" y="13942"/>
                  </a:lnTo>
                  <a:cubicBezTo>
                    <a:pt x="5716" y="16990"/>
                    <a:pt x="4430" y="19491"/>
                    <a:pt x="2858" y="19491"/>
                  </a:cubicBezTo>
                  <a:lnTo>
                    <a:pt x="2858" y="19491"/>
                  </a:lnTo>
                  <a:cubicBezTo>
                    <a:pt x="1287" y="19491"/>
                    <a:pt x="1" y="16990"/>
                    <a:pt x="1" y="13942"/>
                  </a:cubicBezTo>
                  <a:lnTo>
                    <a:pt x="1" y="5549"/>
                  </a:lnTo>
                  <a:cubicBezTo>
                    <a:pt x="1" y="2501"/>
                    <a:pt x="1275" y="0"/>
                    <a:pt x="2858"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25"/>
            <p:cNvSpPr/>
            <p:nvPr/>
          </p:nvSpPr>
          <p:spPr>
            <a:xfrm>
              <a:off x="4251125" y="3714875"/>
              <a:ext cx="839100" cy="774525"/>
            </a:xfrm>
            <a:custGeom>
              <a:rect b="b" l="l" r="r" t="t"/>
              <a:pathLst>
                <a:path extrusionOk="0" h="30981" w="33564">
                  <a:moveTo>
                    <a:pt x="30444" y="14562"/>
                  </a:moveTo>
                  <a:cubicBezTo>
                    <a:pt x="30444" y="14562"/>
                    <a:pt x="30516" y="10680"/>
                    <a:pt x="30028" y="7061"/>
                  </a:cubicBezTo>
                  <a:cubicBezTo>
                    <a:pt x="29551" y="3441"/>
                    <a:pt x="26087" y="2024"/>
                    <a:pt x="26087" y="2024"/>
                  </a:cubicBezTo>
                  <a:lnTo>
                    <a:pt x="26087" y="2024"/>
                  </a:lnTo>
                  <a:lnTo>
                    <a:pt x="26087" y="2024"/>
                  </a:lnTo>
                  <a:lnTo>
                    <a:pt x="19919" y="84"/>
                  </a:lnTo>
                  <a:lnTo>
                    <a:pt x="19919" y="96"/>
                  </a:lnTo>
                  <a:lnTo>
                    <a:pt x="19907" y="84"/>
                  </a:lnTo>
                  <a:lnTo>
                    <a:pt x="19455" y="0"/>
                  </a:lnTo>
                  <a:cubicBezTo>
                    <a:pt x="19157" y="941"/>
                    <a:pt x="18002" y="1632"/>
                    <a:pt x="16597" y="1632"/>
                  </a:cubicBezTo>
                  <a:cubicBezTo>
                    <a:pt x="15204" y="1632"/>
                    <a:pt x="14038" y="929"/>
                    <a:pt x="13740" y="0"/>
                  </a:cubicBezTo>
                  <a:lnTo>
                    <a:pt x="13299" y="84"/>
                  </a:lnTo>
                  <a:lnTo>
                    <a:pt x="7132" y="2024"/>
                  </a:lnTo>
                  <a:cubicBezTo>
                    <a:pt x="7132" y="2024"/>
                    <a:pt x="3501" y="3441"/>
                    <a:pt x="3024" y="7061"/>
                  </a:cubicBezTo>
                  <a:cubicBezTo>
                    <a:pt x="2548" y="10692"/>
                    <a:pt x="2786" y="14288"/>
                    <a:pt x="2786" y="14288"/>
                  </a:cubicBezTo>
                  <a:lnTo>
                    <a:pt x="0" y="19277"/>
                  </a:lnTo>
                  <a:lnTo>
                    <a:pt x="405" y="20360"/>
                  </a:lnTo>
                  <a:lnTo>
                    <a:pt x="2405" y="21432"/>
                  </a:lnTo>
                  <a:lnTo>
                    <a:pt x="3191" y="21729"/>
                  </a:lnTo>
                  <a:lnTo>
                    <a:pt x="5953" y="17848"/>
                  </a:lnTo>
                  <a:cubicBezTo>
                    <a:pt x="6525" y="17062"/>
                    <a:pt x="6846" y="15931"/>
                    <a:pt x="6965" y="14633"/>
                  </a:cubicBezTo>
                  <a:cubicBezTo>
                    <a:pt x="7001" y="14276"/>
                    <a:pt x="7049" y="13919"/>
                    <a:pt x="7108" y="13538"/>
                  </a:cubicBezTo>
                  <a:cubicBezTo>
                    <a:pt x="7644" y="15169"/>
                    <a:pt x="8358" y="15990"/>
                    <a:pt x="8358" y="16360"/>
                  </a:cubicBezTo>
                  <a:cubicBezTo>
                    <a:pt x="8358" y="16812"/>
                    <a:pt x="7715" y="26968"/>
                    <a:pt x="7060" y="29087"/>
                  </a:cubicBezTo>
                  <a:cubicBezTo>
                    <a:pt x="9668" y="30266"/>
                    <a:pt x="12883" y="30957"/>
                    <a:pt x="16621" y="30873"/>
                  </a:cubicBezTo>
                  <a:cubicBezTo>
                    <a:pt x="20336" y="30980"/>
                    <a:pt x="23563" y="30278"/>
                    <a:pt x="26170" y="29087"/>
                  </a:cubicBezTo>
                  <a:cubicBezTo>
                    <a:pt x="25515" y="26956"/>
                    <a:pt x="24872" y="16812"/>
                    <a:pt x="24872" y="16360"/>
                  </a:cubicBezTo>
                  <a:cubicBezTo>
                    <a:pt x="24872" y="16014"/>
                    <a:pt x="25503" y="15288"/>
                    <a:pt x="26027" y="13871"/>
                  </a:cubicBezTo>
                  <a:cubicBezTo>
                    <a:pt x="26051" y="14145"/>
                    <a:pt x="26087" y="14395"/>
                    <a:pt x="26110" y="14633"/>
                  </a:cubicBezTo>
                  <a:cubicBezTo>
                    <a:pt x="26230" y="15919"/>
                    <a:pt x="26575" y="17050"/>
                    <a:pt x="27123" y="17848"/>
                  </a:cubicBezTo>
                  <a:lnTo>
                    <a:pt x="29742" y="21729"/>
                  </a:lnTo>
                  <a:lnTo>
                    <a:pt x="31040" y="20979"/>
                  </a:lnTo>
                  <a:lnTo>
                    <a:pt x="33159" y="20693"/>
                  </a:lnTo>
                  <a:lnTo>
                    <a:pt x="33564" y="1961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25"/>
            <p:cNvSpPr/>
            <p:nvPr/>
          </p:nvSpPr>
          <p:spPr>
            <a:xfrm>
              <a:off x="4436550" y="4074750"/>
              <a:ext cx="458425" cy="316725"/>
            </a:xfrm>
            <a:custGeom>
              <a:rect b="b" l="l" r="r" t="t"/>
              <a:pathLst>
                <a:path extrusionOk="0" h="12669" w="18337">
                  <a:moveTo>
                    <a:pt x="1" y="0"/>
                  </a:moveTo>
                  <a:cubicBezTo>
                    <a:pt x="465" y="1072"/>
                    <a:pt x="929" y="1655"/>
                    <a:pt x="929" y="1953"/>
                  </a:cubicBezTo>
                  <a:cubicBezTo>
                    <a:pt x="929" y="2298"/>
                    <a:pt x="536" y="8501"/>
                    <a:pt x="60" y="12252"/>
                  </a:cubicBezTo>
                  <a:cubicBezTo>
                    <a:pt x="5549" y="12478"/>
                    <a:pt x="12681" y="12668"/>
                    <a:pt x="18336" y="12549"/>
                  </a:cubicBezTo>
                  <a:cubicBezTo>
                    <a:pt x="17836" y="8846"/>
                    <a:pt x="17431" y="2310"/>
                    <a:pt x="17431" y="1953"/>
                  </a:cubicBezTo>
                  <a:cubicBezTo>
                    <a:pt x="17431" y="1679"/>
                    <a:pt x="17836" y="1143"/>
                    <a:pt x="18265" y="226"/>
                  </a:cubicBezTo>
                  <a:lnTo>
                    <a:pt x="16646" y="1845"/>
                  </a:lnTo>
                  <a:lnTo>
                    <a:pt x="10716" y="250"/>
                  </a:lnTo>
                  <a:lnTo>
                    <a:pt x="9895" y="3286"/>
                  </a:lnTo>
                  <a:lnTo>
                    <a:pt x="6609" y="0"/>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25"/>
            <p:cNvSpPr/>
            <p:nvPr/>
          </p:nvSpPr>
          <p:spPr>
            <a:xfrm>
              <a:off x="4565725" y="3714575"/>
              <a:ext cx="201550" cy="71450"/>
            </a:xfrm>
            <a:custGeom>
              <a:rect b="b" l="l" r="r" t="t"/>
              <a:pathLst>
                <a:path extrusionOk="0" h="2858" w="8062">
                  <a:moveTo>
                    <a:pt x="727" y="72"/>
                  </a:moveTo>
                  <a:lnTo>
                    <a:pt x="1" y="310"/>
                  </a:lnTo>
                  <a:lnTo>
                    <a:pt x="13" y="370"/>
                  </a:lnTo>
                  <a:cubicBezTo>
                    <a:pt x="537" y="2036"/>
                    <a:pt x="2394" y="2858"/>
                    <a:pt x="4025" y="2858"/>
                  </a:cubicBezTo>
                  <a:cubicBezTo>
                    <a:pt x="5668" y="2858"/>
                    <a:pt x="7514" y="2036"/>
                    <a:pt x="8050" y="370"/>
                  </a:cubicBezTo>
                  <a:lnTo>
                    <a:pt x="8062" y="310"/>
                  </a:lnTo>
                  <a:lnTo>
                    <a:pt x="7335" y="72"/>
                  </a:lnTo>
                  <a:lnTo>
                    <a:pt x="7335" y="96"/>
                  </a:lnTo>
                  <a:lnTo>
                    <a:pt x="7323" y="72"/>
                  </a:lnTo>
                  <a:lnTo>
                    <a:pt x="6871" y="0"/>
                  </a:lnTo>
                  <a:cubicBezTo>
                    <a:pt x="6573" y="941"/>
                    <a:pt x="5418" y="1620"/>
                    <a:pt x="4013" y="1620"/>
                  </a:cubicBezTo>
                  <a:cubicBezTo>
                    <a:pt x="2620" y="1620"/>
                    <a:pt x="1454" y="917"/>
                    <a:pt x="11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25"/>
            <p:cNvSpPr/>
            <p:nvPr/>
          </p:nvSpPr>
          <p:spPr>
            <a:xfrm>
              <a:off x="4423450" y="3759525"/>
              <a:ext cx="485200" cy="217000"/>
            </a:xfrm>
            <a:custGeom>
              <a:rect b="b" l="l" r="r" t="t"/>
              <a:pathLst>
                <a:path extrusionOk="0" h="8680" w="19408">
                  <a:moveTo>
                    <a:pt x="60" y="346"/>
                  </a:moveTo>
                  <a:cubicBezTo>
                    <a:pt x="1" y="238"/>
                    <a:pt x="37" y="119"/>
                    <a:pt x="144" y="60"/>
                  </a:cubicBezTo>
                  <a:cubicBezTo>
                    <a:pt x="239" y="0"/>
                    <a:pt x="358" y="36"/>
                    <a:pt x="418" y="143"/>
                  </a:cubicBezTo>
                  <a:cubicBezTo>
                    <a:pt x="418" y="143"/>
                    <a:pt x="1549" y="1989"/>
                    <a:pt x="1549" y="8478"/>
                  </a:cubicBezTo>
                  <a:cubicBezTo>
                    <a:pt x="1549" y="8597"/>
                    <a:pt x="1465" y="8680"/>
                    <a:pt x="1346" y="8680"/>
                  </a:cubicBezTo>
                  <a:cubicBezTo>
                    <a:pt x="1227" y="8680"/>
                    <a:pt x="1132" y="8597"/>
                    <a:pt x="1132" y="8478"/>
                  </a:cubicBezTo>
                  <a:cubicBezTo>
                    <a:pt x="1132" y="2084"/>
                    <a:pt x="84" y="346"/>
                    <a:pt x="60" y="346"/>
                  </a:cubicBezTo>
                  <a:close/>
                  <a:moveTo>
                    <a:pt x="19027" y="227"/>
                  </a:moveTo>
                  <a:cubicBezTo>
                    <a:pt x="19098" y="143"/>
                    <a:pt x="19217" y="119"/>
                    <a:pt x="19313" y="179"/>
                  </a:cubicBezTo>
                  <a:cubicBezTo>
                    <a:pt x="19396" y="262"/>
                    <a:pt x="19408" y="381"/>
                    <a:pt x="19348" y="465"/>
                  </a:cubicBezTo>
                  <a:cubicBezTo>
                    <a:pt x="19348" y="465"/>
                    <a:pt x="18063" y="2108"/>
                    <a:pt x="18063" y="8478"/>
                  </a:cubicBezTo>
                  <a:cubicBezTo>
                    <a:pt x="18063" y="8585"/>
                    <a:pt x="17967" y="8680"/>
                    <a:pt x="17848" y="8680"/>
                  </a:cubicBezTo>
                  <a:cubicBezTo>
                    <a:pt x="17729" y="8680"/>
                    <a:pt x="17634" y="8585"/>
                    <a:pt x="17634" y="8478"/>
                  </a:cubicBezTo>
                  <a:cubicBezTo>
                    <a:pt x="17658" y="1965"/>
                    <a:pt x="19027" y="227"/>
                    <a:pt x="19027" y="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25"/>
            <p:cNvSpPr/>
            <p:nvPr/>
          </p:nvSpPr>
          <p:spPr>
            <a:xfrm>
              <a:off x="4753550" y="3502050"/>
              <a:ext cx="81600" cy="81275"/>
            </a:xfrm>
            <a:custGeom>
              <a:rect b="b" l="l" r="r" t="t"/>
              <a:pathLst>
                <a:path extrusionOk="0" h="3251" w="3264">
                  <a:moveTo>
                    <a:pt x="1846" y="24"/>
                  </a:moveTo>
                  <a:cubicBezTo>
                    <a:pt x="1894" y="24"/>
                    <a:pt x="1918" y="36"/>
                    <a:pt x="1965" y="36"/>
                  </a:cubicBezTo>
                  <a:lnTo>
                    <a:pt x="1965" y="36"/>
                  </a:lnTo>
                  <a:lnTo>
                    <a:pt x="1965" y="36"/>
                  </a:lnTo>
                  <a:cubicBezTo>
                    <a:pt x="2680" y="203"/>
                    <a:pt x="3227" y="822"/>
                    <a:pt x="3239" y="1596"/>
                  </a:cubicBezTo>
                  <a:cubicBezTo>
                    <a:pt x="3263" y="2489"/>
                    <a:pt x="2549" y="3215"/>
                    <a:pt x="1632" y="3239"/>
                  </a:cubicBezTo>
                  <a:cubicBezTo>
                    <a:pt x="739" y="3251"/>
                    <a:pt x="13" y="2536"/>
                    <a:pt x="1" y="1632"/>
                  </a:cubicBezTo>
                  <a:cubicBezTo>
                    <a:pt x="1" y="1108"/>
                    <a:pt x="239" y="643"/>
                    <a:pt x="608" y="346"/>
                  </a:cubicBezTo>
                  <a:cubicBezTo>
                    <a:pt x="560" y="822"/>
                    <a:pt x="644" y="1417"/>
                    <a:pt x="1251" y="1477"/>
                  </a:cubicBezTo>
                  <a:lnTo>
                    <a:pt x="1239" y="536"/>
                  </a:lnTo>
                  <a:cubicBezTo>
                    <a:pt x="1239" y="179"/>
                    <a:pt x="1596" y="0"/>
                    <a:pt x="1846" y="24"/>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25"/>
            <p:cNvSpPr/>
            <p:nvPr/>
          </p:nvSpPr>
          <p:spPr>
            <a:xfrm>
              <a:off x="4496375" y="3502650"/>
              <a:ext cx="82175" cy="81275"/>
            </a:xfrm>
            <a:custGeom>
              <a:rect b="b" l="l" r="r" t="t"/>
              <a:pathLst>
                <a:path extrusionOk="0" h="3251" w="3287">
                  <a:moveTo>
                    <a:pt x="1453" y="0"/>
                  </a:moveTo>
                  <a:cubicBezTo>
                    <a:pt x="1406" y="0"/>
                    <a:pt x="1370" y="12"/>
                    <a:pt x="1334" y="12"/>
                  </a:cubicBezTo>
                  <a:lnTo>
                    <a:pt x="1334" y="12"/>
                  </a:lnTo>
                  <a:lnTo>
                    <a:pt x="1334" y="12"/>
                  </a:lnTo>
                  <a:cubicBezTo>
                    <a:pt x="596" y="155"/>
                    <a:pt x="48" y="786"/>
                    <a:pt x="37" y="1560"/>
                  </a:cubicBezTo>
                  <a:cubicBezTo>
                    <a:pt x="1" y="2453"/>
                    <a:pt x="715" y="3191"/>
                    <a:pt x="1608" y="3227"/>
                  </a:cubicBezTo>
                  <a:cubicBezTo>
                    <a:pt x="2501" y="3251"/>
                    <a:pt x="3251" y="2536"/>
                    <a:pt x="3275" y="1643"/>
                  </a:cubicBezTo>
                  <a:cubicBezTo>
                    <a:pt x="3287" y="1131"/>
                    <a:pt x="3061" y="667"/>
                    <a:pt x="2680" y="357"/>
                  </a:cubicBezTo>
                  <a:cubicBezTo>
                    <a:pt x="2727" y="834"/>
                    <a:pt x="2644" y="1429"/>
                    <a:pt x="2025" y="1489"/>
                  </a:cubicBezTo>
                  <a:lnTo>
                    <a:pt x="2061" y="548"/>
                  </a:lnTo>
                  <a:cubicBezTo>
                    <a:pt x="2061" y="155"/>
                    <a:pt x="1715" y="0"/>
                    <a:pt x="1453"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25"/>
            <p:cNvSpPr/>
            <p:nvPr/>
          </p:nvSpPr>
          <p:spPr>
            <a:xfrm>
              <a:off x="4527350" y="3302025"/>
              <a:ext cx="277425" cy="403650"/>
            </a:xfrm>
            <a:custGeom>
              <a:rect b="b" l="l" r="r" t="t"/>
              <a:pathLst>
                <a:path extrusionOk="0" h="16146" w="11097">
                  <a:moveTo>
                    <a:pt x="5548" y="16145"/>
                  </a:moveTo>
                  <a:cubicBezTo>
                    <a:pt x="2536" y="16145"/>
                    <a:pt x="0" y="12407"/>
                    <a:pt x="0" y="9466"/>
                  </a:cubicBezTo>
                  <a:lnTo>
                    <a:pt x="0" y="5549"/>
                  </a:lnTo>
                  <a:cubicBezTo>
                    <a:pt x="0" y="2501"/>
                    <a:pt x="2500" y="0"/>
                    <a:pt x="5548" y="0"/>
                  </a:cubicBezTo>
                  <a:lnTo>
                    <a:pt x="5548" y="0"/>
                  </a:lnTo>
                  <a:cubicBezTo>
                    <a:pt x="8596" y="0"/>
                    <a:pt x="11097" y="2501"/>
                    <a:pt x="11097" y="5549"/>
                  </a:cubicBezTo>
                  <a:lnTo>
                    <a:pt x="11097" y="9394"/>
                  </a:lnTo>
                  <a:cubicBezTo>
                    <a:pt x="11085" y="12609"/>
                    <a:pt x="8894" y="16145"/>
                    <a:pt x="5548" y="16145"/>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25"/>
            <p:cNvSpPr/>
            <p:nvPr/>
          </p:nvSpPr>
          <p:spPr>
            <a:xfrm>
              <a:off x="4577350" y="3475850"/>
              <a:ext cx="41100" cy="19975"/>
            </a:xfrm>
            <a:custGeom>
              <a:rect b="b" l="l" r="r" t="t"/>
              <a:pathLst>
                <a:path extrusionOk="0" h="799" w="1644">
                  <a:moveTo>
                    <a:pt x="1512" y="334"/>
                  </a:moveTo>
                  <a:cubicBezTo>
                    <a:pt x="1608" y="382"/>
                    <a:pt x="1643" y="489"/>
                    <a:pt x="1608" y="572"/>
                  </a:cubicBezTo>
                  <a:cubicBezTo>
                    <a:pt x="1560" y="667"/>
                    <a:pt x="1453" y="715"/>
                    <a:pt x="1370" y="667"/>
                  </a:cubicBezTo>
                  <a:cubicBezTo>
                    <a:pt x="1370" y="667"/>
                    <a:pt x="834" y="417"/>
                    <a:pt x="310" y="739"/>
                  </a:cubicBezTo>
                  <a:cubicBezTo>
                    <a:pt x="215" y="798"/>
                    <a:pt x="119" y="775"/>
                    <a:pt x="60" y="679"/>
                  </a:cubicBezTo>
                  <a:cubicBezTo>
                    <a:pt x="0" y="596"/>
                    <a:pt x="24" y="489"/>
                    <a:pt x="119" y="429"/>
                  </a:cubicBezTo>
                  <a:cubicBezTo>
                    <a:pt x="798" y="1"/>
                    <a:pt x="1512" y="334"/>
                    <a:pt x="1512" y="33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25"/>
            <p:cNvSpPr/>
            <p:nvPr/>
          </p:nvSpPr>
          <p:spPr>
            <a:xfrm>
              <a:off x="4713675" y="3476450"/>
              <a:ext cx="40800" cy="19075"/>
            </a:xfrm>
            <a:custGeom>
              <a:rect b="b" l="l" r="r" t="t"/>
              <a:pathLst>
                <a:path extrusionOk="0" h="763" w="1632">
                  <a:moveTo>
                    <a:pt x="1512" y="405"/>
                  </a:moveTo>
                  <a:cubicBezTo>
                    <a:pt x="1596" y="453"/>
                    <a:pt x="1632" y="572"/>
                    <a:pt x="1584" y="643"/>
                  </a:cubicBezTo>
                  <a:cubicBezTo>
                    <a:pt x="1536" y="727"/>
                    <a:pt x="1417" y="763"/>
                    <a:pt x="1346" y="715"/>
                  </a:cubicBezTo>
                  <a:cubicBezTo>
                    <a:pt x="1346" y="715"/>
                    <a:pt x="822" y="417"/>
                    <a:pt x="286" y="703"/>
                  </a:cubicBezTo>
                  <a:cubicBezTo>
                    <a:pt x="203" y="751"/>
                    <a:pt x="96" y="715"/>
                    <a:pt x="48" y="632"/>
                  </a:cubicBezTo>
                  <a:cubicBezTo>
                    <a:pt x="0" y="536"/>
                    <a:pt x="36" y="429"/>
                    <a:pt x="119" y="393"/>
                  </a:cubicBezTo>
                  <a:cubicBezTo>
                    <a:pt x="822" y="1"/>
                    <a:pt x="1512" y="393"/>
                    <a:pt x="1512" y="40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25"/>
            <p:cNvSpPr/>
            <p:nvPr/>
          </p:nvSpPr>
          <p:spPr>
            <a:xfrm>
              <a:off x="4653850" y="3544900"/>
              <a:ext cx="23225" cy="36950"/>
            </a:xfrm>
            <a:custGeom>
              <a:rect b="b" l="l" r="r" t="t"/>
              <a:pathLst>
                <a:path extrusionOk="0" h="1478" w="929">
                  <a:moveTo>
                    <a:pt x="643" y="370"/>
                  </a:moveTo>
                  <a:cubicBezTo>
                    <a:pt x="750" y="656"/>
                    <a:pt x="929" y="1168"/>
                    <a:pt x="905" y="1251"/>
                  </a:cubicBezTo>
                  <a:cubicBezTo>
                    <a:pt x="893" y="1370"/>
                    <a:pt x="262" y="1477"/>
                    <a:pt x="107" y="1323"/>
                  </a:cubicBezTo>
                  <a:cubicBezTo>
                    <a:pt x="0" y="1227"/>
                    <a:pt x="131" y="763"/>
                    <a:pt x="250" y="453"/>
                  </a:cubicBezTo>
                  <a:cubicBezTo>
                    <a:pt x="405" y="37"/>
                    <a:pt x="488" y="1"/>
                    <a:pt x="643" y="37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25"/>
            <p:cNvSpPr/>
            <p:nvPr/>
          </p:nvSpPr>
          <p:spPr>
            <a:xfrm>
              <a:off x="4637175" y="3594025"/>
              <a:ext cx="58075" cy="34550"/>
            </a:xfrm>
            <a:custGeom>
              <a:rect b="b" l="l" r="r" t="t"/>
              <a:pathLst>
                <a:path extrusionOk="0" h="1382" w="2323">
                  <a:moveTo>
                    <a:pt x="2322" y="227"/>
                  </a:moveTo>
                  <a:cubicBezTo>
                    <a:pt x="2322" y="870"/>
                    <a:pt x="1798" y="1382"/>
                    <a:pt x="1155" y="1382"/>
                  </a:cubicBezTo>
                  <a:cubicBezTo>
                    <a:pt x="524" y="1382"/>
                    <a:pt x="0" y="870"/>
                    <a:pt x="0" y="227"/>
                  </a:cubicBezTo>
                  <a:cubicBezTo>
                    <a:pt x="0" y="108"/>
                    <a:pt x="84" y="12"/>
                    <a:pt x="203" y="12"/>
                  </a:cubicBezTo>
                  <a:lnTo>
                    <a:pt x="2108" y="12"/>
                  </a:lnTo>
                  <a:cubicBezTo>
                    <a:pt x="2215" y="0"/>
                    <a:pt x="2322" y="108"/>
                    <a:pt x="2322" y="2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25"/>
            <p:cNvSpPr/>
            <p:nvPr/>
          </p:nvSpPr>
          <p:spPr>
            <a:xfrm>
              <a:off x="4644925" y="3594025"/>
              <a:ext cx="41975" cy="9550"/>
            </a:xfrm>
            <a:custGeom>
              <a:rect b="b" l="l" r="r" t="t"/>
              <a:pathLst>
                <a:path extrusionOk="0" h="382" w="1679">
                  <a:moveTo>
                    <a:pt x="12" y="0"/>
                  </a:moveTo>
                  <a:lnTo>
                    <a:pt x="1679" y="0"/>
                  </a:lnTo>
                  <a:lnTo>
                    <a:pt x="1679" y="191"/>
                  </a:lnTo>
                  <a:cubicBezTo>
                    <a:pt x="1679" y="298"/>
                    <a:pt x="1595" y="381"/>
                    <a:pt x="1488" y="381"/>
                  </a:cubicBezTo>
                  <a:lnTo>
                    <a:pt x="191" y="381"/>
                  </a:lnTo>
                  <a:cubicBezTo>
                    <a:pt x="95" y="381"/>
                    <a:pt x="0" y="298"/>
                    <a:pt x="0" y="191"/>
                  </a:cubicBez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25"/>
            <p:cNvSpPr/>
            <p:nvPr/>
          </p:nvSpPr>
          <p:spPr>
            <a:xfrm>
              <a:off x="4644625" y="3610400"/>
              <a:ext cx="42275" cy="18175"/>
            </a:xfrm>
            <a:custGeom>
              <a:rect b="b" l="l" r="r" t="t"/>
              <a:pathLst>
                <a:path extrusionOk="0" h="727" w="1691">
                  <a:moveTo>
                    <a:pt x="1691" y="369"/>
                  </a:moveTo>
                  <a:cubicBezTo>
                    <a:pt x="1488" y="596"/>
                    <a:pt x="1191" y="727"/>
                    <a:pt x="845" y="727"/>
                  </a:cubicBezTo>
                  <a:cubicBezTo>
                    <a:pt x="524" y="727"/>
                    <a:pt x="203" y="596"/>
                    <a:pt x="0" y="369"/>
                  </a:cubicBezTo>
                  <a:cubicBezTo>
                    <a:pt x="203" y="155"/>
                    <a:pt x="500" y="12"/>
                    <a:pt x="845" y="12"/>
                  </a:cubicBezTo>
                  <a:cubicBezTo>
                    <a:pt x="1191" y="0"/>
                    <a:pt x="1488" y="155"/>
                    <a:pt x="1691" y="36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25"/>
            <p:cNvSpPr/>
            <p:nvPr/>
          </p:nvSpPr>
          <p:spPr>
            <a:xfrm>
              <a:off x="4711600" y="3515150"/>
              <a:ext cx="44650" cy="28000"/>
            </a:xfrm>
            <a:custGeom>
              <a:rect b="b" l="l" r="r" t="t"/>
              <a:pathLst>
                <a:path extrusionOk="0" h="1120" w="1786">
                  <a:moveTo>
                    <a:pt x="1786" y="893"/>
                  </a:moveTo>
                  <a:cubicBezTo>
                    <a:pt x="1786" y="1012"/>
                    <a:pt x="1679" y="1119"/>
                    <a:pt x="1560" y="1119"/>
                  </a:cubicBezTo>
                  <a:cubicBezTo>
                    <a:pt x="1441" y="1119"/>
                    <a:pt x="1334" y="1012"/>
                    <a:pt x="1334" y="893"/>
                  </a:cubicBezTo>
                  <a:cubicBezTo>
                    <a:pt x="1334" y="774"/>
                    <a:pt x="1298" y="655"/>
                    <a:pt x="1203" y="584"/>
                  </a:cubicBezTo>
                  <a:lnTo>
                    <a:pt x="1191" y="572"/>
                  </a:lnTo>
                  <a:cubicBezTo>
                    <a:pt x="1119" y="488"/>
                    <a:pt x="1012" y="453"/>
                    <a:pt x="893" y="453"/>
                  </a:cubicBezTo>
                  <a:cubicBezTo>
                    <a:pt x="774" y="453"/>
                    <a:pt x="655" y="488"/>
                    <a:pt x="583" y="584"/>
                  </a:cubicBezTo>
                  <a:lnTo>
                    <a:pt x="583" y="584"/>
                  </a:lnTo>
                  <a:cubicBezTo>
                    <a:pt x="500" y="655"/>
                    <a:pt x="441" y="774"/>
                    <a:pt x="441" y="893"/>
                  </a:cubicBezTo>
                  <a:cubicBezTo>
                    <a:pt x="441" y="1012"/>
                    <a:pt x="333" y="1119"/>
                    <a:pt x="226" y="1119"/>
                  </a:cubicBezTo>
                  <a:cubicBezTo>
                    <a:pt x="107" y="1119"/>
                    <a:pt x="0" y="1012"/>
                    <a:pt x="0" y="893"/>
                  </a:cubicBezTo>
                  <a:cubicBezTo>
                    <a:pt x="0" y="643"/>
                    <a:pt x="107" y="417"/>
                    <a:pt x="262" y="274"/>
                  </a:cubicBezTo>
                  <a:lnTo>
                    <a:pt x="262" y="274"/>
                  </a:lnTo>
                  <a:cubicBezTo>
                    <a:pt x="429" y="107"/>
                    <a:pt x="655" y="0"/>
                    <a:pt x="893" y="0"/>
                  </a:cubicBezTo>
                  <a:cubicBezTo>
                    <a:pt x="1131" y="0"/>
                    <a:pt x="1345" y="96"/>
                    <a:pt x="1500" y="250"/>
                  </a:cubicBezTo>
                  <a:lnTo>
                    <a:pt x="1512" y="274"/>
                  </a:lnTo>
                  <a:cubicBezTo>
                    <a:pt x="1679" y="417"/>
                    <a:pt x="1786" y="643"/>
                    <a:pt x="1786" y="89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25"/>
            <p:cNvSpPr/>
            <p:nvPr/>
          </p:nvSpPr>
          <p:spPr>
            <a:xfrm>
              <a:off x="4575850" y="3515150"/>
              <a:ext cx="44675" cy="28000"/>
            </a:xfrm>
            <a:custGeom>
              <a:rect b="b" l="l" r="r" t="t"/>
              <a:pathLst>
                <a:path extrusionOk="0" h="1120" w="1787">
                  <a:moveTo>
                    <a:pt x="1787" y="893"/>
                  </a:moveTo>
                  <a:cubicBezTo>
                    <a:pt x="1787" y="1012"/>
                    <a:pt x="1680" y="1119"/>
                    <a:pt x="1561" y="1119"/>
                  </a:cubicBezTo>
                  <a:cubicBezTo>
                    <a:pt x="1441" y="1119"/>
                    <a:pt x="1334" y="1012"/>
                    <a:pt x="1334" y="893"/>
                  </a:cubicBezTo>
                  <a:cubicBezTo>
                    <a:pt x="1334" y="774"/>
                    <a:pt x="1287" y="655"/>
                    <a:pt x="1203" y="584"/>
                  </a:cubicBezTo>
                  <a:lnTo>
                    <a:pt x="1191" y="572"/>
                  </a:lnTo>
                  <a:cubicBezTo>
                    <a:pt x="1108" y="488"/>
                    <a:pt x="989" y="453"/>
                    <a:pt x="894" y="453"/>
                  </a:cubicBezTo>
                  <a:cubicBezTo>
                    <a:pt x="775" y="453"/>
                    <a:pt x="656" y="488"/>
                    <a:pt x="572" y="584"/>
                  </a:cubicBezTo>
                  <a:lnTo>
                    <a:pt x="572" y="584"/>
                  </a:lnTo>
                  <a:cubicBezTo>
                    <a:pt x="501" y="655"/>
                    <a:pt x="441" y="774"/>
                    <a:pt x="441" y="893"/>
                  </a:cubicBezTo>
                  <a:cubicBezTo>
                    <a:pt x="441" y="1012"/>
                    <a:pt x="334" y="1119"/>
                    <a:pt x="215" y="1119"/>
                  </a:cubicBezTo>
                  <a:cubicBezTo>
                    <a:pt x="96" y="1119"/>
                    <a:pt x="1" y="1012"/>
                    <a:pt x="1" y="893"/>
                  </a:cubicBezTo>
                  <a:cubicBezTo>
                    <a:pt x="1" y="643"/>
                    <a:pt x="96" y="417"/>
                    <a:pt x="263" y="274"/>
                  </a:cubicBezTo>
                  <a:lnTo>
                    <a:pt x="263" y="274"/>
                  </a:lnTo>
                  <a:cubicBezTo>
                    <a:pt x="429" y="107"/>
                    <a:pt x="644" y="0"/>
                    <a:pt x="894" y="0"/>
                  </a:cubicBezTo>
                  <a:cubicBezTo>
                    <a:pt x="1120" y="0"/>
                    <a:pt x="1346" y="96"/>
                    <a:pt x="1501" y="250"/>
                  </a:cubicBezTo>
                  <a:lnTo>
                    <a:pt x="1513" y="274"/>
                  </a:lnTo>
                  <a:cubicBezTo>
                    <a:pt x="1680" y="417"/>
                    <a:pt x="1787" y="643"/>
                    <a:pt x="1787" y="89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25"/>
            <p:cNvSpPr/>
            <p:nvPr/>
          </p:nvSpPr>
          <p:spPr>
            <a:xfrm>
              <a:off x="4444000" y="3165700"/>
              <a:ext cx="428350" cy="369700"/>
            </a:xfrm>
            <a:custGeom>
              <a:rect b="b" l="l" r="r" t="t"/>
              <a:pathLst>
                <a:path extrusionOk="0" h="14788" w="17134">
                  <a:moveTo>
                    <a:pt x="12097" y="9906"/>
                  </a:moveTo>
                  <a:cubicBezTo>
                    <a:pt x="12097" y="9906"/>
                    <a:pt x="11942" y="9668"/>
                    <a:pt x="11728" y="9859"/>
                  </a:cubicBezTo>
                  <a:cubicBezTo>
                    <a:pt x="9835" y="11823"/>
                    <a:pt x="6442" y="11240"/>
                    <a:pt x="5120" y="10656"/>
                  </a:cubicBezTo>
                  <a:cubicBezTo>
                    <a:pt x="4953" y="11776"/>
                    <a:pt x="4013" y="12526"/>
                    <a:pt x="3894" y="12621"/>
                  </a:cubicBezTo>
                  <a:lnTo>
                    <a:pt x="3370" y="14788"/>
                  </a:lnTo>
                  <a:lnTo>
                    <a:pt x="3263" y="14764"/>
                  </a:lnTo>
                  <a:cubicBezTo>
                    <a:pt x="3263" y="14764"/>
                    <a:pt x="3215" y="13597"/>
                    <a:pt x="2691" y="13919"/>
                  </a:cubicBezTo>
                  <a:lnTo>
                    <a:pt x="2632" y="13954"/>
                  </a:lnTo>
                  <a:lnTo>
                    <a:pt x="2620" y="13871"/>
                  </a:lnTo>
                  <a:cubicBezTo>
                    <a:pt x="2620" y="13871"/>
                    <a:pt x="2036" y="11669"/>
                    <a:pt x="1798" y="10025"/>
                  </a:cubicBezTo>
                  <a:cubicBezTo>
                    <a:pt x="1762" y="9680"/>
                    <a:pt x="1739" y="9371"/>
                    <a:pt x="1774" y="9097"/>
                  </a:cubicBezTo>
                  <a:cubicBezTo>
                    <a:pt x="0" y="5180"/>
                    <a:pt x="3846" y="0"/>
                    <a:pt x="6954" y="4156"/>
                  </a:cubicBezTo>
                  <a:cubicBezTo>
                    <a:pt x="6965" y="4168"/>
                    <a:pt x="6954" y="4227"/>
                    <a:pt x="6977" y="4227"/>
                  </a:cubicBezTo>
                  <a:cubicBezTo>
                    <a:pt x="7013" y="4227"/>
                    <a:pt x="7025" y="4191"/>
                    <a:pt x="7061" y="4168"/>
                  </a:cubicBezTo>
                  <a:cubicBezTo>
                    <a:pt x="10668" y="1465"/>
                    <a:pt x="17133" y="3537"/>
                    <a:pt x="15395" y="7894"/>
                  </a:cubicBezTo>
                  <a:cubicBezTo>
                    <a:pt x="15371" y="7930"/>
                    <a:pt x="15359" y="8001"/>
                    <a:pt x="15324" y="8061"/>
                  </a:cubicBezTo>
                  <a:cubicBezTo>
                    <a:pt x="15407" y="8097"/>
                    <a:pt x="15467" y="8144"/>
                    <a:pt x="15526" y="8204"/>
                  </a:cubicBezTo>
                  <a:cubicBezTo>
                    <a:pt x="15919" y="8561"/>
                    <a:pt x="16026" y="9168"/>
                    <a:pt x="15907" y="10025"/>
                  </a:cubicBezTo>
                  <a:cubicBezTo>
                    <a:pt x="15669" y="11669"/>
                    <a:pt x="15086" y="13871"/>
                    <a:pt x="15086" y="13871"/>
                  </a:cubicBezTo>
                  <a:lnTo>
                    <a:pt x="15074" y="13954"/>
                  </a:lnTo>
                  <a:lnTo>
                    <a:pt x="15014" y="13919"/>
                  </a:lnTo>
                  <a:cubicBezTo>
                    <a:pt x="14478" y="13585"/>
                    <a:pt x="14455" y="14764"/>
                    <a:pt x="14455" y="14764"/>
                  </a:cubicBezTo>
                  <a:lnTo>
                    <a:pt x="14347" y="14788"/>
                  </a:lnTo>
                  <a:lnTo>
                    <a:pt x="13871" y="12847"/>
                  </a:lnTo>
                  <a:cubicBezTo>
                    <a:pt x="12073" y="12145"/>
                    <a:pt x="12371" y="10883"/>
                    <a:pt x="12097" y="99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25"/>
            <p:cNvSpPr/>
            <p:nvPr/>
          </p:nvSpPr>
          <p:spPr>
            <a:xfrm>
              <a:off x="4251125" y="4231600"/>
              <a:ext cx="55675" cy="36925"/>
            </a:xfrm>
            <a:custGeom>
              <a:rect b="b" l="l" r="r" t="t"/>
              <a:pathLst>
                <a:path extrusionOk="0" h="1477" w="2227">
                  <a:moveTo>
                    <a:pt x="0" y="1"/>
                  </a:moveTo>
                  <a:lnTo>
                    <a:pt x="2227" y="1"/>
                  </a:lnTo>
                  <a:lnTo>
                    <a:pt x="2227" y="1477"/>
                  </a:lnTo>
                  <a:lnTo>
                    <a:pt x="0" y="147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25"/>
            <p:cNvSpPr/>
            <p:nvPr/>
          </p:nvSpPr>
          <p:spPr>
            <a:xfrm>
              <a:off x="4360350" y="4439075"/>
              <a:ext cx="609325" cy="391425"/>
            </a:xfrm>
            <a:custGeom>
              <a:rect b="b" l="l" r="r" t="t"/>
              <a:pathLst>
                <a:path extrusionOk="0" h="15657" w="24373">
                  <a:moveTo>
                    <a:pt x="24373" y="15657"/>
                  </a:moveTo>
                  <a:lnTo>
                    <a:pt x="13526" y="15657"/>
                  </a:lnTo>
                  <a:lnTo>
                    <a:pt x="13062" y="13383"/>
                  </a:lnTo>
                  <a:cubicBezTo>
                    <a:pt x="13062" y="13383"/>
                    <a:pt x="12752" y="12145"/>
                    <a:pt x="12193" y="12145"/>
                  </a:cubicBezTo>
                  <a:cubicBezTo>
                    <a:pt x="11609" y="12145"/>
                    <a:pt x="11312" y="13383"/>
                    <a:pt x="11312" y="13383"/>
                  </a:cubicBezTo>
                  <a:lnTo>
                    <a:pt x="10847" y="15657"/>
                  </a:lnTo>
                  <a:lnTo>
                    <a:pt x="1" y="15657"/>
                  </a:lnTo>
                  <a:cubicBezTo>
                    <a:pt x="1" y="15657"/>
                    <a:pt x="251" y="13097"/>
                    <a:pt x="965" y="8299"/>
                  </a:cubicBezTo>
                  <a:cubicBezTo>
                    <a:pt x="1679" y="3513"/>
                    <a:pt x="3061" y="0"/>
                    <a:pt x="3061" y="0"/>
                  </a:cubicBezTo>
                  <a:lnTo>
                    <a:pt x="5609" y="405"/>
                  </a:lnTo>
                  <a:lnTo>
                    <a:pt x="12169" y="1000"/>
                  </a:lnTo>
                  <a:lnTo>
                    <a:pt x="18729" y="405"/>
                  </a:lnTo>
                  <a:lnTo>
                    <a:pt x="21277" y="0"/>
                  </a:lnTo>
                  <a:cubicBezTo>
                    <a:pt x="21277" y="0"/>
                    <a:pt x="22658" y="3513"/>
                    <a:pt x="23373" y="8299"/>
                  </a:cubicBezTo>
                  <a:cubicBezTo>
                    <a:pt x="24111" y="13097"/>
                    <a:pt x="24373" y="15657"/>
                    <a:pt x="24373" y="1565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25"/>
            <p:cNvSpPr/>
            <p:nvPr/>
          </p:nvSpPr>
          <p:spPr>
            <a:xfrm>
              <a:off x="4427325" y="4406325"/>
              <a:ext cx="475075" cy="101825"/>
            </a:xfrm>
            <a:custGeom>
              <a:rect b="b" l="l" r="r" t="t"/>
              <a:pathLst>
                <a:path extrusionOk="0" h="4073" w="19003">
                  <a:moveTo>
                    <a:pt x="19003" y="1417"/>
                  </a:moveTo>
                  <a:cubicBezTo>
                    <a:pt x="18872" y="977"/>
                    <a:pt x="18717" y="501"/>
                    <a:pt x="18574" y="1"/>
                  </a:cubicBezTo>
                  <a:cubicBezTo>
                    <a:pt x="10311" y="2632"/>
                    <a:pt x="2525" y="703"/>
                    <a:pt x="417" y="72"/>
                  </a:cubicBezTo>
                  <a:cubicBezTo>
                    <a:pt x="263" y="548"/>
                    <a:pt x="132" y="1013"/>
                    <a:pt x="1" y="1417"/>
                  </a:cubicBezTo>
                  <a:cubicBezTo>
                    <a:pt x="4608" y="3501"/>
                    <a:pt x="11157" y="4072"/>
                    <a:pt x="19003" y="14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25"/>
            <p:cNvSpPr/>
            <p:nvPr/>
          </p:nvSpPr>
          <p:spPr>
            <a:xfrm>
              <a:off x="4876800" y="4402750"/>
              <a:ext cx="19650" cy="19075"/>
            </a:xfrm>
            <a:custGeom>
              <a:rect b="b" l="l" r="r" t="t"/>
              <a:pathLst>
                <a:path extrusionOk="0" h="763" w="786">
                  <a:moveTo>
                    <a:pt x="786" y="763"/>
                  </a:moveTo>
                  <a:lnTo>
                    <a:pt x="786" y="763"/>
                  </a:lnTo>
                  <a:lnTo>
                    <a:pt x="774" y="739"/>
                  </a:lnTo>
                  <a:lnTo>
                    <a:pt x="774" y="703"/>
                  </a:lnTo>
                  <a:lnTo>
                    <a:pt x="774" y="679"/>
                  </a:lnTo>
                  <a:lnTo>
                    <a:pt x="774" y="656"/>
                  </a:lnTo>
                  <a:lnTo>
                    <a:pt x="774" y="656"/>
                  </a:lnTo>
                  <a:lnTo>
                    <a:pt x="774" y="632"/>
                  </a:lnTo>
                  <a:lnTo>
                    <a:pt x="774" y="596"/>
                  </a:lnTo>
                  <a:lnTo>
                    <a:pt x="774" y="572"/>
                  </a:lnTo>
                  <a:lnTo>
                    <a:pt x="774" y="536"/>
                  </a:lnTo>
                  <a:lnTo>
                    <a:pt x="774" y="536"/>
                  </a:lnTo>
                  <a:lnTo>
                    <a:pt x="774" y="513"/>
                  </a:lnTo>
                  <a:lnTo>
                    <a:pt x="774" y="477"/>
                  </a:lnTo>
                  <a:lnTo>
                    <a:pt x="774" y="453"/>
                  </a:lnTo>
                  <a:lnTo>
                    <a:pt x="774" y="417"/>
                  </a:lnTo>
                  <a:lnTo>
                    <a:pt x="774" y="417"/>
                  </a:lnTo>
                  <a:lnTo>
                    <a:pt x="774" y="405"/>
                  </a:lnTo>
                  <a:lnTo>
                    <a:pt x="774" y="382"/>
                  </a:lnTo>
                  <a:lnTo>
                    <a:pt x="774" y="346"/>
                  </a:lnTo>
                  <a:lnTo>
                    <a:pt x="774" y="322"/>
                  </a:lnTo>
                  <a:lnTo>
                    <a:pt x="774" y="298"/>
                  </a:lnTo>
                  <a:lnTo>
                    <a:pt x="774" y="286"/>
                  </a:lnTo>
                  <a:lnTo>
                    <a:pt x="774" y="263"/>
                  </a:lnTo>
                  <a:lnTo>
                    <a:pt x="774" y="227"/>
                  </a:lnTo>
                  <a:lnTo>
                    <a:pt x="774" y="203"/>
                  </a:lnTo>
                  <a:lnTo>
                    <a:pt x="774" y="179"/>
                  </a:lnTo>
                  <a:lnTo>
                    <a:pt x="774" y="167"/>
                  </a:lnTo>
                  <a:lnTo>
                    <a:pt x="774" y="144"/>
                  </a:lnTo>
                  <a:lnTo>
                    <a:pt x="774" y="108"/>
                  </a:lnTo>
                  <a:lnTo>
                    <a:pt x="774" y="84"/>
                  </a:lnTo>
                  <a:lnTo>
                    <a:pt x="774" y="60"/>
                  </a:lnTo>
                  <a:lnTo>
                    <a:pt x="774" y="60"/>
                  </a:lnTo>
                  <a:lnTo>
                    <a:pt x="774" y="36"/>
                  </a:lnTo>
                  <a:lnTo>
                    <a:pt x="774" y="1"/>
                  </a:lnTo>
                  <a:cubicBezTo>
                    <a:pt x="524" y="96"/>
                    <a:pt x="262" y="167"/>
                    <a:pt x="0" y="239"/>
                  </a:cubicBezTo>
                  <a:cubicBezTo>
                    <a:pt x="167" y="501"/>
                    <a:pt x="488" y="632"/>
                    <a:pt x="786" y="763"/>
                  </a:cubicBezTo>
                  <a:close/>
                </a:path>
              </a:pathLst>
            </a:custGeom>
            <a:solidFill>
              <a:srgbClr val="CBDA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25"/>
            <p:cNvSpPr/>
            <p:nvPr/>
          </p:nvSpPr>
          <p:spPr>
            <a:xfrm>
              <a:off x="5029775" y="4231600"/>
              <a:ext cx="55400" cy="36925"/>
            </a:xfrm>
            <a:custGeom>
              <a:rect b="b" l="l" r="r" t="t"/>
              <a:pathLst>
                <a:path extrusionOk="0" h="1477" w="2216">
                  <a:moveTo>
                    <a:pt x="1" y="1"/>
                  </a:moveTo>
                  <a:lnTo>
                    <a:pt x="2215" y="1"/>
                  </a:lnTo>
                  <a:lnTo>
                    <a:pt x="2215" y="1477"/>
                  </a:lnTo>
                  <a:lnTo>
                    <a:pt x="1" y="147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25"/>
            <p:cNvSpPr/>
            <p:nvPr/>
          </p:nvSpPr>
          <p:spPr>
            <a:xfrm>
              <a:off x="5005375" y="4192025"/>
              <a:ext cx="115825" cy="139900"/>
            </a:xfrm>
            <a:custGeom>
              <a:rect b="b" l="l" r="r" t="t"/>
              <a:pathLst>
                <a:path extrusionOk="0" h="5596" w="4633">
                  <a:moveTo>
                    <a:pt x="2537" y="119"/>
                  </a:moveTo>
                  <a:lnTo>
                    <a:pt x="2834" y="0"/>
                  </a:lnTo>
                  <a:cubicBezTo>
                    <a:pt x="2834" y="0"/>
                    <a:pt x="3656" y="703"/>
                    <a:pt x="3799" y="1000"/>
                  </a:cubicBezTo>
                  <a:cubicBezTo>
                    <a:pt x="3953" y="1298"/>
                    <a:pt x="4406" y="2203"/>
                    <a:pt x="4453" y="2346"/>
                  </a:cubicBezTo>
                  <a:cubicBezTo>
                    <a:pt x="4489" y="2512"/>
                    <a:pt x="4632" y="2846"/>
                    <a:pt x="4108" y="3286"/>
                  </a:cubicBezTo>
                  <a:cubicBezTo>
                    <a:pt x="4108" y="3286"/>
                    <a:pt x="4501" y="3929"/>
                    <a:pt x="3799" y="4310"/>
                  </a:cubicBezTo>
                  <a:cubicBezTo>
                    <a:pt x="3799" y="4310"/>
                    <a:pt x="3858" y="4715"/>
                    <a:pt x="3203" y="5001"/>
                  </a:cubicBezTo>
                  <a:cubicBezTo>
                    <a:pt x="3203" y="5001"/>
                    <a:pt x="3132" y="5310"/>
                    <a:pt x="2894" y="5417"/>
                  </a:cubicBezTo>
                  <a:cubicBezTo>
                    <a:pt x="2656" y="5501"/>
                    <a:pt x="1834" y="5536"/>
                    <a:pt x="1596" y="5560"/>
                  </a:cubicBezTo>
                  <a:cubicBezTo>
                    <a:pt x="1358" y="5596"/>
                    <a:pt x="453" y="5263"/>
                    <a:pt x="322" y="5108"/>
                  </a:cubicBezTo>
                  <a:cubicBezTo>
                    <a:pt x="179" y="4941"/>
                    <a:pt x="1" y="2191"/>
                    <a:pt x="1" y="2191"/>
                  </a:cubicBezTo>
                  <a:lnTo>
                    <a:pt x="691" y="1965"/>
                  </a:lnTo>
                  <a:lnTo>
                    <a:pt x="2108" y="2619"/>
                  </a:lnTo>
                  <a:cubicBezTo>
                    <a:pt x="2108" y="2619"/>
                    <a:pt x="2322" y="2298"/>
                    <a:pt x="2548" y="2203"/>
                  </a:cubicBezTo>
                  <a:cubicBezTo>
                    <a:pt x="2548" y="2203"/>
                    <a:pt x="2144" y="1988"/>
                    <a:pt x="2132" y="1572"/>
                  </a:cubicBezTo>
                  <a:cubicBezTo>
                    <a:pt x="2084" y="1155"/>
                    <a:pt x="2537" y="119"/>
                    <a:pt x="2537" y="119"/>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25"/>
            <p:cNvSpPr/>
            <p:nvPr/>
          </p:nvSpPr>
          <p:spPr>
            <a:xfrm>
              <a:off x="5015800" y="4270900"/>
              <a:ext cx="91700" cy="53300"/>
            </a:xfrm>
            <a:custGeom>
              <a:rect b="b" l="l" r="r" t="t"/>
              <a:pathLst>
                <a:path extrusionOk="0" fill="none" h="2132" w="3668">
                  <a:moveTo>
                    <a:pt x="2774" y="1846"/>
                  </a:moveTo>
                  <a:lnTo>
                    <a:pt x="1405" y="2072"/>
                  </a:lnTo>
                  <a:cubicBezTo>
                    <a:pt x="1405" y="2072"/>
                    <a:pt x="1119" y="2131"/>
                    <a:pt x="893" y="2024"/>
                  </a:cubicBezTo>
                  <a:cubicBezTo>
                    <a:pt x="667" y="1917"/>
                    <a:pt x="0" y="1572"/>
                    <a:pt x="0" y="1572"/>
                  </a:cubicBezTo>
                  <a:moveTo>
                    <a:pt x="3667" y="131"/>
                  </a:moveTo>
                  <a:cubicBezTo>
                    <a:pt x="3667" y="131"/>
                    <a:pt x="2381" y="822"/>
                    <a:pt x="2286" y="893"/>
                  </a:cubicBezTo>
                  <a:cubicBezTo>
                    <a:pt x="2191" y="965"/>
                    <a:pt x="1929" y="977"/>
                    <a:pt x="1417" y="738"/>
                  </a:cubicBezTo>
                  <a:cubicBezTo>
                    <a:pt x="929" y="500"/>
                    <a:pt x="84" y="0"/>
                    <a:pt x="84" y="0"/>
                  </a:cubicBezTo>
                  <a:moveTo>
                    <a:pt x="3370" y="1155"/>
                  </a:moveTo>
                  <a:cubicBezTo>
                    <a:pt x="3370" y="1155"/>
                    <a:pt x="2131" y="1560"/>
                    <a:pt x="1822" y="1572"/>
                  </a:cubicBezTo>
                  <a:cubicBezTo>
                    <a:pt x="1512" y="1596"/>
                    <a:pt x="1405" y="1608"/>
                    <a:pt x="1084" y="1429"/>
                  </a:cubicBezTo>
                  <a:cubicBezTo>
                    <a:pt x="774" y="1250"/>
                    <a:pt x="72" y="834"/>
                    <a:pt x="72" y="834"/>
                  </a:cubicBezTo>
                </a:path>
              </a:pathLst>
            </a:custGeom>
            <a:noFill/>
            <a:ln cap="rnd" cmpd="sng" w="53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25"/>
            <p:cNvSpPr/>
            <p:nvPr/>
          </p:nvSpPr>
          <p:spPr>
            <a:xfrm>
              <a:off x="4439525" y="3964900"/>
              <a:ext cx="179825" cy="449475"/>
            </a:xfrm>
            <a:custGeom>
              <a:rect b="b" l="l" r="r" t="t"/>
              <a:pathLst>
                <a:path extrusionOk="0" h="17979" w="7193">
                  <a:moveTo>
                    <a:pt x="7002" y="5347"/>
                  </a:moveTo>
                  <a:cubicBezTo>
                    <a:pt x="6859" y="6216"/>
                    <a:pt x="6430" y="8835"/>
                    <a:pt x="6287" y="9680"/>
                  </a:cubicBezTo>
                  <a:cubicBezTo>
                    <a:pt x="6144" y="10526"/>
                    <a:pt x="5168" y="16467"/>
                    <a:pt x="5049" y="17229"/>
                  </a:cubicBezTo>
                  <a:cubicBezTo>
                    <a:pt x="4930" y="17979"/>
                    <a:pt x="4406" y="17896"/>
                    <a:pt x="4406" y="17896"/>
                  </a:cubicBezTo>
                  <a:lnTo>
                    <a:pt x="2453" y="17562"/>
                  </a:lnTo>
                  <a:lnTo>
                    <a:pt x="513" y="17241"/>
                  </a:lnTo>
                  <a:cubicBezTo>
                    <a:pt x="513" y="17241"/>
                    <a:pt x="1" y="17146"/>
                    <a:pt x="120" y="16395"/>
                  </a:cubicBezTo>
                  <a:cubicBezTo>
                    <a:pt x="239" y="15633"/>
                    <a:pt x="1227" y="9692"/>
                    <a:pt x="1358" y="8847"/>
                  </a:cubicBezTo>
                  <a:cubicBezTo>
                    <a:pt x="1489" y="7990"/>
                    <a:pt x="1918" y="5358"/>
                    <a:pt x="2072" y="4513"/>
                  </a:cubicBezTo>
                  <a:cubicBezTo>
                    <a:pt x="2430" y="2846"/>
                    <a:pt x="3918" y="3275"/>
                    <a:pt x="4025" y="2680"/>
                  </a:cubicBezTo>
                  <a:cubicBezTo>
                    <a:pt x="4120" y="2084"/>
                    <a:pt x="4347" y="667"/>
                    <a:pt x="4347" y="667"/>
                  </a:cubicBezTo>
                  <a:lnTo>
                    <a:pt x="5347" y="1"/>
                  </a:lnTo>
                  <a:lnTo>
                    <a:pt x="6073" y="953"/>
                  </a:lnTo>
                  <a:cubicBezTo>
                    <a:pt x="6073" y="953"/>
                    <a:pt x="5835" y="2370"/>
                    <a:pt x="5751" y="2965"/>
                  </a:cubicBezTo>
                  <a:cubicBezTo>
                    <a:pt x="5632" y="3596"/>
                    <a:pt x="7192" y="3656"/>
                    <a:pt x="7002" y="534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25"/>
            <p:cNvSpPr/>
            <p:nvPr/>
          </p:nvSpPr>
          <p:spPr>
            <a:xfrm>
              <a:off x="4543700" y="3941100"/>
              <a:ext cx="58375" cy="48525"/>
            </a:xfrm>
            <a:custGeom>
              <a:rect b="b" l="l" r="r" t="t"/>
              <a:pathLst>
                <a:path extrusionOk="0" h="1941" w="2335">
                  <a:moveTo>
                    <a:pt x="453" y="24"/>
                  </a:moveTo>
                  <a:lnTo>
                    <a:pt x="2156" y="298"/>
                  </a:lnTo>
                  <a:cubicBezTo>
                    <a:pt x="2263" y="322"/>
                    <a:pt x="2335" y="417"/>
                    <a:pt x="2323" y="524"/>
                  </a:cubicBezTo>
                  <a:lnTo>
                    <a:pt x="2108" y="1762"/>
                  </a:lnTo>
                  <a:cubicBezTo>
                    <a:pt x="2096" y="1869"/>
                    <a:pt x="1989" y="1941"/>
                    <a:pt x="1894" y="1917"/>
                  </a:cubicBezTo>
                  <a:lnTo>
                    <a:pt x="180" y="1643"/>
                  </a:lnTo>
                  <a:cubicBezTo>
                    <a:pt x="72" y="1619"/>
                    <a:pt x="1" y="1524"/>
                    <a:pt x="13" y="1417"/>
                  </a:cubicBezTo>
                  <a:lnTo>
                    <a:pt x="227" y="179"/>
                  </a:lnTo>
                  <a:cubicBezTo>
                    <a:pt x="239" y="83"/>
                    <a:pt x="346" y="0"/>
                    <a:pt x="453" y="2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25"/>
            <p:cNvSpPr/>
            <p:nvPr/>
          </p:nvSpPr>
          <p:spPr>
            <a:xfrm>
              <a:off x="4765475" y="3826500"/>
              <a:ext cx="174450" cy="449175"/>
            </a:xfrm>
            <a:custGeom>
              <a:rect b="b" l="l" r="r" t="t"/>
              <a:pathLst>
                <a:path extrusionOk="0" h="17967" w="6978">
                  <a:moveTo>
                    <a:pt x="6799" y="5287"/>
                  </a:moveTo>
                  <a:cubicBezTo>
                    <a:pt x="6679" y="6156"/>
                    <a:pt x="6298" y="8787"/>
                    <a:pt x="6168" y="9632"/>
                  </a:cubicBezTo>
                  <a:cubicBezTo>
                    <a:pt x="6048" y="10478"/>
                    <a:pt x="5167" y="16455"/>
                    <a:pt x="5060" y="17205"/>
                  </a:cubicBezTo>
                  <a:cubicBezTo>
                    <a:pt x="4953" y="17967"/>
                    <a:pt x="4429" y="17895"/>
                    <a:pt x="4429" y="17895"/>
                  </a:cubicBezTo>
                  <a:lnTo>
                    <a:pt x="2465" y="17610"/>
                  </a:lnTo>
                  <a:lnTo>
                    <a:pt x="500" y="17324"/>
                  </a:lnTo>
                  <a:cubicBezTo>
                    <a:pt x="500" y="17324"/>
                    <a:pt x="0" y="17252"/>
                    <a:pt x="107" y="16490"/>
                  </a:cubicBezTo>
                  <a:cubicBezTo>
                    <a:pt x="202" y="15740"/>
                    <a:pt x="1084" y="9787"/>
                    <a:pt x="1203" y="8918"/>
                  </a:cubicBezTo>
                  <a:cubicBezTo>
                    <a:pt x="1322" y="8073"/>
                    <a:pt x="1715" y="5441"/>
                    <a:pt x="1846" y="4572"/>
                  </a:cubicBezTo>
                  <a:cubicBezTo>
                    <a:pt x="2167" y="2893"/>
                    <a:pt x="3679" y="3310"/>
                    <a:pt x="3762" y="2715"/>
                  </a:cubicBezTo>
                  <a:cubicBezTo>
                    <a:pt x="3858" y="2120"/>
                    <a:pt x="4060" y="703"/>
                    <a:pt x="4060" y="703"/>
                  </a:cubicBezTo>
                  <a:lnTo>
                    <a:pt x="5048" y="0"/>
                  </a:lnTo>
                  <a:lnTo>
                    <a:pt x="5787" y="941"/>
                  </a:lnTo>
                  <a:cubicBezTo>
                    <a:pt x="5787" y="941"/>
                    <a:pt x="5584" y="2358"/>
                    <a:pt x="5489" y="2953"/>
                  </a:cubicBezTo>
                  <a:cubicBezTo>
                    <a:pt x="5417" y="3548"/>
                    <a:pt x="6977" y="3596"/>
                    <a:pt x="6799" y="528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125"/>
            <p:cNvSpPr/>
            <p:nvPr/>
          </p:nvSpPr>
          <p:spPr>
            <a:xfrm>
              <a:off x="4791075" y="3964900"/>
              <a:ext cx="141400" cy="136050"/>
            </a:xfrm>
            <a:custGeom>
              <a:rect b="b" l="l" r="r" t="t"/>
              <a:pathLst>
                <a:path extrusionOk="0" h="5442" w="5656">
                  <a:moveTo>
                    <a:pt x="5655" y="584"/>
                  </a:moveTo>
                  <a:lnTo>
                    <a:pt x="5155" y="4096"/>
                  </a:lnTo>
                  <a:lnTo>
                    <a:pt x="4965" y="5442"/>
                  </a:lnTo>
                  <a:lnTo>
                    <a:pt x="0" y="4858"/>
                  </a:lnTo>
                  <a:lnTo>
                    <a:pt x="214" y="3382"/>
                  </a:lnTo>
                  <a:lnTo>
                    <a:pt x="7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25"/>
            <p:cNvSpPr/>
            <p:nvPr/>
          </p:nvSpPr>
          <p:spPr>
            <a:xfrm>
              <a:off x="4901800" y="3978900"/>
              <a:ext cx="30675" cy="122350"/>
            </a:xfrm>
            <a:custGeom>
              <a:rect b="b" l="l" r="r" t="t"/>
              <a:pathLst>
                <a:path extrusionOk="0" h="4894" w="1227">
                  <a:moveTo>
                    <a:pt x="1226" y="24"/>
                  </a:moveTo>
                  <a:lnTo>
                    <a:pt x="1191" y="322"/>
                  </a:lnTo>
                  <a:lnTo>
                    <a:pt x="1191" y="357"/>
                  </a:lnTo>
                  <a:lnTo>
                    <a:pt x="1096" y="977"/>
                  </a:lnTo>
                  <a:lnTo>
                    <a:pt x="1072" y="1191"/>
                  </a:lnTo>
                  <a:lnTo>
                    <a:pt x="1024" y="1453"/>
                  </a:lnTo>
                  <a:lnTo>
                    <a:pt x="1024" y="1453"/>
                  </a:lnTo>
                  <a:lnTo>
                    <a:pt x="929" y="2084"/>
                  </a:lnTo>
                  <a:lnTo>
                    <a:pt x="929" y="2108"/>
                  </a:lnTo>
                  <a:lnTo>
                    <a:pt x="905" y="2322"/>
                  </a:lnTo>
                  <a:lnTo>
                    <a:pt x="893" y="2441"/>
                  </a:lnTo>
                  <a:lnTo>
                    <a:pt x="857" y="2679"/>
                  </a:lnTo>
                  <a:lnTo>
                    <a:pt x="845" y="2739"/>
                  </a:lnTo>
                  <a:lnTo>
                    <a:pt x="750" y="3358"/>
                  </a:lnTo>
                  <a:lnTo>
                    <a:pt x="738" y="3489"/>
                  </a:lnTo>
                  <a:lnTo>
                    <a:pt x="726" y="3548"/>
                  </a:lnTo>
                  <a:lnTo>
                    <a:pt x="536" y="4894"/>
                  </a:lnTo>
                  <a:lnTo>
                    <a:pt x="0" y="4834"/>
                  </a:lnTo>
                  <a:cubicBezTo>
                    <a:pt x="119" y="4084"/>
                    <a:pt x="512" y="1584"/>
                    <a:pt x="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25"/>
            <p:cNvSpPr/>
            <p:nvPr/>
          </p:nvSpPr>
          <p:spPr>
            <a:xfrm>
              <a:off x="4862800" y="3802375"/>
              <a:ext cx="58075" cy="47650"/>
            </a:xfrm>
            <a:custGeom>
              <a:rect b="b" l="l" r="r" t="t"/>
              <a:pathLst>
                <a:path extrusionOk="0" h="1906" w="2323">
                  <a:moveTo>
                    <a:pt x="429" y="13"/>
                  </a:moveTo>
                  <a:lnTo>
                    <a:pt x="2144" y="275"/>
                  </a:lnTo>
                  <a:cubicBezTo>
                    <a:pt x="2251" y="287"/>
                    <a:pt x="2322" y="394"/>
                    <a:pt x="2310" y="489"/>
                  </a:cubicBezTo>
                  <a:lnTo>
                    <a:pt x="2132" y="1727"/>
                  </a:lnTo>
                  <a:cubicBezTo>
                    <a:pt x="2120" y="1834"/>
                    <a:pt x="2013" y="1906"/>
                    <a:pt x="1905" y="1894"/>
                  </a:cubicBezTo>
                  <a:lnTo>
                    <a:pt x="179" y="1644"/>
                  </a:lnTo>
                  <a:cubicBezTo>
                    <a:pt x="84" y="1620"/>
                    <a:pt x="0" y="1525"/>
                    <a:pt x="24" y="1418"/>
                  </a:cubicBezTo>
                  <a:lnTo>
                    <a:pt x="203" y="179"/>
                  </a:lnTo>
                  <a:cubicBezTo>
                    <a:pt x="215" y="72"/>
                    <a:pt x="322" y="1"/>
                    <a:pt x="429" y="1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25"/>
            <p:cNvSpPr/>
            <p:nvPr/>
          </p:nvSpPr>
          <p:spPr>
            <a:xfrm>
              <a:off x="4899100" y="4104500"/>
              <a:ext cx="85175" cy="137550"/>
            </a:xfrm>
            <a:custGeom>
              <a:rect b="b" l="l" r="r" t="t"/>
              <a:pathLst>
                <a:path extrusionOk="0" h="5502" w="3407">
                  <a:moveTo>
                    <a:pt x="1192" y="1"/>
                  </a:moveTo>
                  <a:cubicBezTo>
                    <a:pt x="1192" y="1"/>
                    <a:pt x="1930" y="346"/>
                    <a:pt x="2347" y="1108"/>
                  </a:cubicBezTo>
                  <a:cubicBezTo>
                    <a:pt x="2763" y="1858"/>
                    <a:pt x="3382" y="3977"/>
                    <a:pt x="3394" y="4346"/>
                  </a:cubicBezTo>
                  <a:cubicBezTo>
                    <a:pt x="3406" y="4716"/>
                    <a:pt x="3323" y="5251"/>
                    <a:pt x="3168" y="5394"/>
                  </a:cubicBezTo>
                  <a:cubicBezTo>
                    <a:pt x="3025" y="5501"/>
                    <a:pt x="2025" y="5108"/>
                    <a:pt x="2025" y="5108"/>
                  </a:cubicBezTo>
                  <a:lnTo>
                    <a:pt x="370" y="2930"/>
                  </a:lnTo>
                  <a:cubicBezTo>
                    <a:pt x="358" y="2930"/>
                    <a:pt x="1" y="513"/>
                    <a:pt x="11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25"/>
            <p:cNvSpPr/>
            <p:nvPr/>
          </p:nvSpPr>
          <p:spPr>
            <a:xfrm>
              <a:off x="4800000" y="4103325"/>
              <a:ext cx="175625" cy="148850"/>
            </a:xfrm>
            <a:custGeom>
              <a:rect b="b" l="l" r="r" t="t"/>
              <a:pathLst>
                <a:path extrusionOk="0" h="5954" w="7025">
                  <a:moveTo>
                    <a:pt x="4644" y="0"/>
                  </a:moveTo>
                  <a:lnTo>
                    <a:pt x="3120" y="1929"/>
                  </a:lnTo>
                  <a:cubicBezTo>
                    <a:pt x="3120" y="1929"/>
                    <a:pt x="2727" y="1762"/>
                    <a:pt x="2620" y="2167"/>
                  </a:cubicBezTo>
                  <a:lnTo>
                    <a:pt x="465" y="2322"/>
                  </a:lnTo>
                  <a:cubicBezTo>
                    <a:pt x="465" y="2322"/>
                    <a:pt x="60" y="2286"/>
                    <a:pt x="36" y="2727"/>
                  </a:cubicBezTo>
                  <a:cubicBezTo>
                    <a:pt x="0" y="3179"/>
                    <a:pt x="0" y="5417"/>
                    <a:pt x="0" y="5417"/>
                  </a:cubicBezTo>
                  <a:cubicBezTo>
                    <a:pt x="0" y="5417"/>
                    <a:pt x="12" y="5775"/>
                    <a:pt x="369" y="5870"/>
                  </a:cubicBezTo>
                  <a:cubicBezTo>
                    <a:pt x="738" y="5953"/>
                    <a:pt x="1548" y="5953"/>
                    <a:pt x="1548" y="5953"/>
                  </a:cubicBezTo>
                  <a:cubicBezTo>
                    <a:pt x="1548" y="5953"/>
                    <a:pt x="2000" y="5941"/>
                    <a:pt x="2084" y="5501"/>
                  </a:cubicBezTo>
                  <a:lnTo>
                    <a:pt x="7025" y="5739"/>
                  </a:lnTo>
                  <a:lnTo>
                    <a:pt x="6275" y="4965"/>
                  </a:lnTo>
                  <a:lnTo>
                    <a:pt x="5418" y="3417"/>
                  </a:lnTo>
                  <a:lnTo>
                    <a:pt x="4834" y="177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25"/>
            <p:cNvSpPr/>
            <p:nvPr/>
          </p:nvSpPr>
          <p:spPr>
            <a:xfrm>
              <a:off x="4832150" y="4157475"/>
              <a:ext cx="33350" cy="45275"/>
            </a:xfrm>
            <a:custGeom>
              <a:rect b="b" l="l" r="r" t="t"/>
              <a:pathLst>
                <a:path extrusionOk="0" h="1811" w="1334">
                  <a:moveTo>
                    <a:pt x="1334" y="1"/>
                  </a:moveTo>
                  <a:lnTo>
                    <a:pt x="0" y="96"/>
                  </a:lnTo>
                  <a:cubicBezTo>
                    <a:pt x="774" y="477"/>
                    <a:pt x="845" y="1811"/>
                    <a:pt x="845" y="18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25"/>
            <p:cNvSpPr/>
            <p:nvPr/>
          </p:nvSpPr>
          <p:spPr>
            <a:xfrm>
              <a:off x="4817850" y="4218800"/>
              <a:ext cx="34250" cy="33075"/>
            </a:xfrm>
            <a:custGeom>
              <a:rect b="b" l="l" r="r" t="t"/>
              <a:pathLst>
                <a:path extrusionOk="0" h="1323" w="1370">
                  <a:moveTo>
                    <a:pt x="1" y="1298"/>
                  </a:moveTo>
                  <a:cubicBezTo>
                    <a:pt x="393" y="1322"/>
                    <a:pt x="834" y="1322"/>
                    <a:pt x="834" y="1322"/>
                  </a:cubicBezTo>
                  <a:cubicBezTo>
                    <a:pt x="834" y="1322"/>
                    <a:pt x="1286" y="1310"/>
                    <a:pt x="1370" y="858"/>
                  </a:cubicBezTo>
                  <a:lnTo>
                    <a:pt x="1346" y="1"/>
                  </a:lnTo>
                  <a:cubicBezTo>
                    <a:pt x="1334" y="13"/>
                    <a:pt x="929" y="953"/>
                    <a:pt x="1" y="1298"/>
                  </a:cubicBezTo>
                  <a:close/>
                </a:path>
              </a:pathLst>
            </a:custGeom>
            <a:solidFill>
              <a:srgbClr val="AA26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25"/>
            <p:cNvSpPr/>
            <p:nvPr/>
          </p:nvSpPr>
          <p:spPr>
            <a:xfrm>
              <a:off x="4904775" y="4159575"/>
              <a:ext cx="70850" cy="87225"/>
            </a:xfrm>
            <a:custGeom>
              <a:rect b="b" l="l" r="r" t="t"/>
              <a:pathLst>
                <a:path extrusionOk="0" h="3489" w="2834">
                  <a:moveTo>
                    <a:pt x="0" y="3346"/>
                  </a:moveTo>
                  <a:lnTo>
                    <a:pt x="2834" y="3489"/>
                  </a:lnTo>
                  <a:lnTo>
                    <a:pt x="2084" y="2703"/>
                  </a:lnTo>
                  <a:lnTo>
                    <a:pt x="1227" y="1167"/>
                  </a:lnTo>
                  <a:lnTo>
                    <a:pt x="893" y="215"/>
                  </a:lnTo>
                  <a:lnTo>
                    <a:pt x="655" y="0"/>
                  </a:lnTo>
                  <a:lnTo>
                    <a:pt x="441" y="2691"/>
                  </a:lnTo>
                  <a:cubicBezTo>
                    <a:pt x="453" y="2691"/>
                    <a:pt x="381" y="3072"/>
                    <a:pt x="0" y="334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25"/>
            <p:cNvSpPr/>
            <p:nvPr/>
          </p:nvSpPr>
          <p:spPr>
            <a:xfrm>
              <a:off x="4897625" y="4079500"/>
              <a:ext cx="109275" cy="192600"/>
            </a:xfrm>
            <a:custGeom>
              <a:rect b="b" l="l" r="r" t="t"/>
              <a:pathLst>
                <a:path extrusionOk="0" h="7704" w="4371">
                  <a:moveTo>
                    <a:pt x="2382" y="2537"/>
                  </a:moveTo>
                  <a:cubicBezTo>
                    <a:pt x="2501" y="2763"/>
                    <a:pt x="2620" y="3013"/>
                    <a:pt x="2715" y="3263"/>
                  </a:cubicBezTo>
                  <a:cubicBezTo>
                    <a:pt x="2822" y="3525"/>
                    <a:pt x="2917" y="3799"/>
                    <a:pt x="2989" y="4049"/>
                  </a:cubicBezTo>
                  <a:cubicBezTo>
                    <a:pt x="3751" y="6942"/>
                    <a:pt x="2810" y="6656"/>
                    <a:pt x="1858" y="4239"/>
                  </a:cubicBezTo>
                  <a:cubicBezTo>
                    <a:pt x="1751" y="3989"/>
                    <a:pt x="1644" y="3691"/>
                    <a:pt x="1548" y="3406"/>
                  </a:cubicBezTo>
                  <a:cubicBezTo>
                    <a:pt x="1453" y="3156"/>
                    <a:pt x="1370" y="2906"/>
                    <a:pt x="1310" y="2679"/>
                  </a:cubicBezTo>
                  <a:cubicBezTo>
                    <a:pt x="620" y="393"/>
                    <a:pt x="1620" y="1179"/>
                    <a:pt x="2382" y="2537"/>
                  </a:cubicBezTo>
                  <a:close/>
                  <a:moveTo>
                    <a:pt x="3203" y="3084"/>
                  </a:moveTo>
                  <a:cubicBezTo>
                    <a:pt x="3096" y="2822"/>
                    <a:pt x="2965" y="2548"/>
                    <a:pt x="2822" y="2298"/>
                  </a:cubicBezTo>
                  <a:cubicBezTo>
                    <a:pt x="1691" y="262"/>
                    <a:pt x="0" y="1"/>
                    <a:pt x="834" y="2822"/>
                  </a:cubicBezTo>
                  <a:cubicBezTo>
                    <a:pt x="905" y="3084"/>
                    <a:pt x="989" y="3334"/>
                    <a:pt x="1084" y="3572"/>
                  </a:cubicBezTo>
                  <a:cubicBezTo>
                    <a:pt x="1191" y="3870"/>
                    <a:pt x="1298" y="4168"/>
                    <a:pt x="1393" y="4430"/>
                  </a:cubicBezTo>
                  <a:cubicBezTo>
                    <a:pt x="2691" y="7704"/>
                    <a:pt x="4370" y="7287"/>
                    <a:pt x="3477" y="3918"/>
                  </a:cubicBezTo>
                  <a:cubicBezTo>
                    <a:pt x="3394" y="3632"/>
                    <a:pt x="3298" y="3358"/>
                    <a:pt x="3203" y="308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25"/>
            <p:cNvSpPr/>
            <p:nvPr/>
          </p:nvSpPr>
          <p:spPr>
            <a:xfrm>
              <a:off x="4924125" y="4098550"/>
              <a:ext cx="60150" cy="141700"/>
            </a:xfrm>
            <a:custGeom>
              <a:rect b="b" l="l" r="r" t="t"/>
              <a:pathLst>
                <a:path extrusionOk="0" h="5668" w="2406">
                  <a:moveTo>
                    <a:pt x="1226" y="2715"/>
                  </a:moveTo>
                  <a:cubicBezTo>
                    <a:pt x="1131" y="2453"/>
                    <a:pt x="1012" y="2203"/>
                    <a:pt x="893" y="1977"/>
                  </a:cubicBezTo>
                  <a:cubicBezTo>
                    <a:pt x="595" y="1465"/>
                    <a:pt x="274" y="1024"/>
                    <a:pt x="12" y="810"/>
                  </a:cubicBezTo>
                  <a:cubicBezTo>
                    <a:pt x="0" y="1"/>
                    <a:pt x="726" y="715"/>
                    <a:pt x="1322" y="1775"/>
                  </a:cubicBezTo>
                  <a:cubicBezTo>
                    <a:pt x="1441" y="2001"/>
                    <a:pt x="1560" y="2251"/>
                    <a:pt x="1655" y="2501"/>
                  </a:cubicBezTo>
                  <a:cubicBezTo>
                    <a:pt x="1762" y="2775"/>
                    <a:pt x="1857" y="3037"/>
                    <a:pt x="1929" y="3287"/>
                  </a:cubicBezTo>
                  <a:cubicBezTo>
                    <a:pt x="2405" y="5108"/>
                    <a:pt x="2215" y="5668"/>
                    <a:pt x="1762" y="5239"/>
                  </a:cubicBezTo>
                  <a:cubicBezTo>
                    <a:pt x="1798" y="4918"/>
                    <a:pt x="1727" y="4334"/>
                    <a:pt x="1500" y="3501"/>
                  </a:cubicBezTo>
                  <a:cubicBezTo>
                    <a:pt x="1429" y="3251"/>
                    <a:pt x="1334" y="2977"/>
                    <a:pt x="1226" y="271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25"/>
            <p:cNvSpPr/>
            <p:nvPr/>
          </p:nvSpPr>
          <p:spPr>
            <a:xfrm>
              <a:off x="4639550" y="4071750"/>
              <a:ext cx="195600" cy="209875"/>
            </a:xfrm>
            <a:custGeom>
              <a:rect b="b" l="l" r="r" t="t"/>
              <a:pathLst>
                <a:path extrusionOk="0" h="8395" w="7824">
                  <a:moveTo>
                    <a:pt x="918" y="406"/>
                  </a:moveTo>
                  <a:lnTo>
                    <a:pt x="584" y="882"/>
                  </a:lnTo>
                  <a:lnTo>
                    <a:pt x="84" y="2085"/>
                  </a:lnTo>
                  <a:cubicBezTo>
                    <a:pt x="84" y="2085"/>
                    <a:pt x="1" y="2299"/>
                    <a:pt x="239" y="2513"/>
                  </a:cubicBezTo>
                  <a:cubicBezTo>
                    <a:pt x="477" y="2739"/>
                    <a:pt x="1108" y="3144"/>
                    <a:pt x="1108" y="3144"/>
                  </a:cubicBezTo>
                  <a:lnTo>
                    <a:pt x="1168" y="5240"/>
                  </a:lnTo>
                  <a:cubicBezTo>
                    <a:pt x="1168" y="5240"/>
                    <a:pt x="1215" y="5514"/>
                    <a:pt x="1489" y="5549"/>
                  </a:cubicBezTo>
                  <a:cubicBezTo>
                    <a:pt x="1775" y="5597"/>
                    <a:pt x="2132" y="5573"/>
                    <a:pt x="2132" y="5573"/>
                  </a:cubicBezTo>
                  <a:lnTo>
                    <a:pt x="4680" y="8145"/>
                  </a:lnTo>
                  <a:cubicBezTo>
                    <a:pt x="4680" y="8145"/>
                    <a:pt x="4918" y="8395"/>
                    <a:pt x="5216" y="7978"/>
                  </a:cubicBezTo>
                  <a:cubicBezTo>
                    <a:pt x="5525" y="7549"/>
                    <a:pt x="7680" y="4025"/>
                    <a:pt x="7680" y="4025"/>
                  </a:cubicBezTo>
                  <a:cubicBezTo>
                    <a:pt x="7680" y="4025"/>
                    <a:pt x="7823" y="3799"/>
                    <a:pt x="7561" y="3644"/>
                  </a:cubicBezTo>
                  <a:cubicBezTo>
                    <a:pt x="7299" y="3501"/>
                    <a:pt x="4347" y="2608"/>
                    <a:pt x="4347" y="2608"/>
                  </a:cubicBezTo>
                  <a:cubicBezTo>
                    <a:pt x="4347" y="2608"/>
                    <a:pt x="4204" y="2573"/>
                    <a:pt x="4227" y="2358"/>
                  </a:cubicBezTo>
                  <a:cubicBezTo>
                    <a:pt x="4263" y="2144"/>
                    <a:pt x="4382" y="1561"/>
                    <a:pt x="4382" y="1561"/>
                  </a:cubicBezTo>
                  <a:cubicBezTo>
                    <a:pt x="4382" y="1561"/>
                    <a:pt x="4394" y="1299"/>
                    <a:pt x="4144" y="1180"/>
                  </a:cubicBezTo>
                  <a:cubicBezTo>
                    <a:pt x="3894" y="1061"/>
                    <a:pt x="3620" y="1013"/>
                    <a:pt x="3620" y="1013"/>
                  </a:cubicBezTo>
                  <a:cubicBezTo>
                    <a:pt x="3620" y="1013"/>
                    <a:pt x="3513" y="989"/>
                    <a:pt x="3537" y="822"/>
                  </a:cubicBezTo>
                  <a:cubicBezTo>
                    <a:pt x="3561" y="656"/>
                    <a:pt x="3692" y="1"/>
                    <a:pt x="36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25"/>
            <p:cNvSpPr/>
            <p:nvPr/>
          </p:nvSpPr>
          <p:spPr>
            <a:xfrm>
              <a:off x="4641350" y="4126525"/>
              <a:ext cx="39600" cy="23850"/>
            </a:xfrm>
            <a:custGeom>
              <a:rect b="b" l="l" r="r" t="t"/>
              <a:pathLst>
                <a:path extrusionOk="0" h="954" w="1584">
                  <a:moveTo>
                    <a:pt x="0" y="1"/>
                  </a:moveTo>
                  <a:cubicBezTo>
                    <a:pt x="0" y="72"/>
                    <a:pt x="24" y="203"/>
                    <a:pt x="179" y="322"/>
                  </a:cubicBezTo>
                  <a:cubicBezTo>
                    <a:pt x="417" y="548"/>
                    <a:pt x="1036" y="953"/>
                    <a:pt x="1036" y="953"/>
                  </a:cubicBezTo>
                  <a:lnTo>
                    <a:pt x="1500" y="382"/>
                  </a:lnTo>
                  <a:cubicBezTo>
                    <a:pt x="1500" y="382"/>
                    <a:pt x="1584" y="263"/>
                    <a:pt x="1429" y="203"/>
                  </a:cubicBezTo>
                  <a:cubicBezTo>
                    <a:pt x="1262" y="167"/>
                    <a:pt x="12" y="382"/>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25"/>
            <p:cNvSpPr/>
            <p:nvPr/>
          </p:nvSpPr>
          <p:spPr>
            <a:xfrm>
              <a:off x="4652650" y="4071750"/>
              <a:ext cx="97075" cy="92600"/>
            </a:xfrm>
            <a:custGeom>
              <a:rect b="b" l="l" r="r" t="t"/>
              <a:pathLst>
                <a:path extrusionOk="0" h="3704" w="3883">
                  <a:moveTo>
                    <a:pt x="394" y="406"/>
                  </a:moveTo>
                  <a:lnTo>
                    <a:pt x="60" y="882"/>
                  </a:lnTo>
                  <a:lnTo>
                    <a:pt x="1" y="1013"/>
                  </a:lnTo>
                  <a:cubicBezTo>
                    <a:pt x="489" y="906"/>
                    <a:pt x="2299" y="489"/>
                    <a:pt x="2489" y="477"/>
                  </a:cubicBezTo>
                  <a:cubicBezTo>
                    <a:pt x="2715" y="453"/>
                    <a:pt x="2799" y="632"/>
                    <a:pt x="2632" y="834"/>
                  </a:cubicBezTo>
                  <a:cubicBezTo>
                    <a:pt x="2477" y="1049"/>
                    <a:pt x="1787" y="1823"/>
                    <a:pt x="1787" y="1918"/>
                  </a:cubicBezTo>
                  <a:cubicBezTo>
                    <a:pt x="1787" y="2025"/>
                    <a:pt x="1906" y="2001"/>
                    <a:pt x="1906" y="2001"/>
                  </a:cubicBezTo>
                  <a:cubicBezTo>
                    <a:pt x="1906" y="2001"/>
                    <a:pt x="2715" y="1584"/>
                    <a:pt x="2846" y="1549"/>
                  </a:cubicBezTo>
                  <a:cubicBezTo>
                    <a:pt x="2977" y="1501"/>
                    <a:pt x="3013" y="1668"/>
                    <a:pt x="3013" y="1668"/>
                  </a:cubicBezTo>
                  <a:cubicBezTo>
                    <a:pt x="3013" y="1668"/>
                    <a:pt x="3275" y="2966"/>
                    <a:pt x="3334" y="3239"/>
                  </a:cubicBezTo>
                  <a:cubicBezTo>
                    <a:pt x="3394" y="3525"/>
                    <a:pt x="3442" y="3704"/>
                    <a:pt x="3513" y="3704"/>
                  </a:cubicBezTo>
                  <a:cubicBezTo>
                    <a:pt x="3584" y="3704"/>
                    <a:pt x="3608" y="3620"/>
                    <a:pt x="3608" y="3620"/>
                  </a:cubicBezTo>
                  <a:lnTo>
                    <a:pt x="3727" y="2382"/>
                  </a:lnTo>
                  <a:lnTo>
                    <a:pt x="3727" y="2346"/>
                  </a:lnTo>
                  <a:cubicBezTo>
                    <a:pt x="3751" y="2144"/>
                    <a:pt x="3870" y="1561"/>
                    <a:pt x="3870" y="1561"/>
                  </a:cubicBezTo>
                  <a:cubicBezTo>
                    <a:pt x="3870" y="1561"/>
                    <a:pt x="3882" y="1299"/>
                    <a:pt x="3632" y="1180"/>
                  </a:cubicBezTo>
                  <a:cubicBezTo>
                    <a:pt x="3382" y="1061"/>
                    <a:pt x="3108" y="1013"/>
                    <a:pt x="3108" y="1013"/>
                  </a:cubicBezTo>
                  <a:cubicBezTo>
                    <a:pt x="3108" y="1013"/>
                    <a:pt x="3013" y="977"/>
                    <a:pt x="3025" y="822"/>
                  </a:cubicBezTo>
                  <a:cubicBezTo>
                    <a:pt x="3049" y="656"/>
                    <a:pt x="3191" y="1"/>
                    <a:pt x="31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25"/>
            <p:cNvSpPr/>
            <p:nvPr/>
          </p:nvSpPr>
          <p:spPr>
            <a:xfrm>
              <a:off x="4669025" y="4159575"/>
              <a:ext cx="53000" cy="52100"/>
            </a:xfrm>
            <a:custGeom>
              <a:rect b="b" l="l" r="r" t="t"/>
              <a:pathLst>
                <a:path extrusionOk="0" h="2084" w="2120">
                  <a:moveTo>
                    <a:pt x="0" y="1774"/>
                  </a:moveTo>
                  <a:cubicBezTo>
                    <a:pt x="36" y="1846"/>
                    <a:pt x="108" y="2012"/>
                    <a:pt x="322" y="2036"/>
                  </a:cubicBezTo>
                  <a:cubicBezTo>
                    <a:pt x="596" y="2084"/>
                    <a:pt x="953" y="2060"/>
                    <a:pt x="953" y="2060"/>
                  </a:cubicBezTo>
                  <a:lnTo>
                    <a:pt x="2072" y="119"/>
                  </a:lnTo>
                  <a:cubicBezTo>
                    <a:pt x="2072" y="119"/>
                    <a:pt x="2120" y="24"/>
                    <a:pt x="2036" y="12"/>
                  </a:cubicBezTo>
                  <a:cubicBezTo>
                    <a:pt x="1965" y="0"/>
                    <a:pt x="1882" y="72"/>
                    <a:pt x="1727" y="203"/>
                  </a:cubicBezTo>
                  <a:cubicBezTo>
                    <a:pt x="1584" y="346"/>
                    <a:pt x="239" y="1715"/>
                    <a:pt x="239" y="1715"/>
                  </a:cubicBezTo>
                  <a:cubicBezTo>
                    <a:pt x="239" y="1715"/>
                    <a:pt x="108" y="1834"/>
                    <a:pt x="0" y="177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25"/>
            <p:cNvSpPr/>
            <p:nvPr/>
          </p:nvSpPr>
          <p:spPr>
            <a:xfrm>
              <a:off x="4753550" y="4159275"/>
              <a:ext cx="81600" cy="122050"/>
            </a:xfrm>
            <a:custGeom>
              <a:rect b="b" l="l" r="r" t="t"/>
              <a:pathLst>
                <a:path extrusionOk="0" h="4882" w="3264">
                  <a:moveTo>
                    <a:pt x="1" y="4513"/>
                  </a:moveTo>
                  <a:lnTo>
                    <a:pt x="120" y="4632"/>
                  </a:lnTo>
                  <a:cubicBezTo>
                    <a:pt x="120" y="4632"/>
                    <a:pt x="358" y="4882"/>
                    <a:pt x="656" y="4465"/>
                  </a:cubicBezTo>
                  <a:cubicBezTo>
                    <a:pt x="965" y="4037"/>
                    <a:pt x="3120" y="500"/>
                    <a:pt x="3120" y="500"/>
                  </a:cubicBezTo>
                  <a:cubicBezTo>
                    <a:pt x="3120" y="500"/>
                    <a:pt x="3263" y="286"/>
                    <a:pt x="3001" y="131"/>
                  </a:cubicBezTo>
                  <a:cubicBezTo>
                    <a:pt x="2965" y="96"/>
                    <a:pt x="2823" y="60"/>
                    <a:pt x="2644" y="0"/>
                  </a:cubicBezTo>
                  <a:cubicBezTo>
                    <a:pt x="2763" y="143"/>
                    <a:pt x="2692" y="250"/>
                    <a:pt x="2692" y="250"/>
                  </a:cubicBezTo>
                  <a:cubicBezTo>
                    <a:pt x="2692" y="250"/>
                    <a:pt x="382" y="4072"/>
                    <a:pt x="251" y="4287"/>
                  </a:cubicBezTo>
                  <a:cubicBezTo>
                    <a:pt x="108" y="4477"/>
                    <a:pt x="1" y="4513"/>
                    <a:pt x="1" y="45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25"/>
            <p:cNvSpPr/>
            <p:nvPr/>
          </p:nvSpPr>
          <p:spPr>
            <a:xfrm>
              <a:off x="4636875" y="4030375"/>
              <a:ext cx="98850" cy="64625"/>
            </a:xfrm>
            <a:custGeom>
              <a:rect b="b" l="l" r="r" t="t"/>
              <a:pathLst>
                <a:path extrusionOk="0" h="2585" w="3954">
                  <a:moveTo>
                    <a:pt x="179" y="942"/>
                  </a:moveTo>
                  <a:lnTo>
                    <a:pt x="3311" y="37"/>
                  </a:lnTo>
                  <a:cubicBezTo>
                    <a:pt x="3430" y="1"/>
                    <a:pt x="3549" y="61"/>
                    <a:pt x="3584" y="180"/>
                  </a:cubicBezTo>
                  <a:lnTo>
                    <a:pt x="3918" y="1370"/>
                  </a:lnTo>
                  <a:cubicBezTo>
                    <a:pt x="3953" y="1489"/>
                    <a:pt x="3894" y="1608"/>
                    <a:pt x="3775" y="1644"/>
                  </a:cubicBezTo>
                  <a:lnTo>
                    <a:pt x="632" y="2549"/>
                  </a:lnTo>
                  <a:cubicBezTo>
                    <a:pt x="513" y="2585"/>
                    <a:pt x="393" y="2513"/>
                    <a:pt x="370" y="2406"/>
                  </a:cubicBezTo>
                  <a:lnTo>
                    <a:pt x="24" y="1215"/>
                  </a:lnTo>
                  <a:cubicBezTo>
                    <a:pt x="1" y="1108"/>
                    <a:pt x="72" y="977"/>
                    <a:pt x="179" y="94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25"/>
            <p:cNvSpPr/>
            <p:nvPr/>
          </p:nvSpPr>
          <p:spPr>
            <a:xfrm>
              <a:off x="4680325" y="4164925"/>
              <a:ext cx="22350" cy="64325"/>
            </a:xfrm>
            <a:custGeom>
              <a:rect b="b" l="l" r="r" t="t"/>
              <a:pathLst>
                <a:path extrusionOk="0" h="2573" w="894">
                  <a:moveTo>
                    <a:pt x="203" y="2572"/>
                  </a:moveTo>
                  <a:lnTo>
                    <a:pt x="680" y="2572"/>
                  </a:lnTo>
                  <a:cubicBezTo>
                    <a:pt x="799" y="2572"/>
                    <a:pt x="894" y="2477"/>
                    <a:pt x="894" y="2358"/>
                  </a:cubicBezTo>
                  <a:lnTo>
                    <a:pt x="894" y="203"/>
                  </a:lnTo>
                  <a:cubicBezTo>
                    <a:pt x="894" y="84"/>
                    <a:pt x="799" y="1"/>
                    <a:pt x="680" y="1"/>
                  </a:cubicBezTo>
                  <a:lnTo>
                    <a:pt x="203" y="1"/>
                  </a:lnTo>
                  <a:cubicBezTo>
                    <a:pt x="84" y="1"/>
                    <a:pt x="1" y="84"/>
                    <a:pt x="1" y="203"/>
                  </a:cubicBezTo>
                  <a:lnTo>
                    <a:pt x="1" y="2358"/>
                  </a:lnTo>
                  <a:cubicBezTo>
                    <a:pt x="1" y="2477"/>
                    <a:pt x="84" y="2572"/>
                    <a:pt x="203" y="257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25"/>
            <p:cNvSpPr/>
            <p:nvPr/>
          </p:nvSpPr>
          <p:spPr>
            <a:xfrm>
              <a:off x="4537150" y="4128625"/>
              <a:ext cx="49450" cy="64900"/>
            </a:xfrm>
            <a:custGeom>
              <a:rect b="b" l="l" r="r" t="t"/>
              <a:pathLst>
                <a:path extrusionOk="0" h="2596" w="1978">
                  <a:moveTo>
                    <a:pt x="132" y="2298"/>
                  </a:moveTo>
                  <a:lnTo>
                    <a:pt x="549" y="2536"/>
                  </a:lnTo>
                  <a:cubicBezTo>
                    <a:pt x="656" y="2596"/>
                    <a:pt x="763" y="2560"/>
                    <a:pt x="834" y="2465"/>
                  </a:cubicBezTo>
                  <a:lnTo>
                    <a:pt x="1918" y="583"/>
                  </a:lnTo>
                  <a:cubicBezTo>
                    <a:pt x="1977" y="476"/>
                    <a:pt x="1942" y="357"/>
                    <a:pt x="1846" y="298"/>
                  </a:cubicBezTo>
                  <a:lnTo>
                    <a:pt x="1430" y="60"/>
                  </a:lnTo>
                  <a:cubicBezTo>
                    <a:pt x="1323" y="0"/>
                    <a:pt x="1204" y="36"/>
                    <a:pt x="1144" y="143"/>
                  </a:cubicBezTo>
                  <a:lnTo>
                    <a:pt x="61" y="2012"/>
                  </a:lnTo>
                  <a:cubicBezTo>
                    <a:pt x="1" y="2119"/>
                    <a:pt x="25" y="2250"/>
                    <a:pt x="132" y="229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25"/>
            <p:cNvSpPr/>
            <p:nvPr/>
          </p:nvSpPr>
          <p:spPr>
            <a:xfrm>
              <a:off x="4541025" y="4124150"/>
              <a:ext cx="150350" cy="119075"/>
            </a:xfrm>
            <a:custGeom>
              <a:rect b="b" l="l" r="r" t="t"/>
              <a:pathLst>
                <a:path extrusionOk="0" h="4763" w="6014">
                  <a:moveTo>
                    <a:pt x="5585" y="1072"/>
                  </a:moveTo>
                  <a:lnTo>
                    <a:pt x="3787" y="1072"/>
                  </a:lnTo>
                  <a:lnTo>
                    <a:pt x="2132" y="120"/>
                  </a:lnTo>
                  <a:cubicBezTo>
                    <a:pt x="1930" y="0"/>
                    <a:pt x="1644" y="84"/>
                    <a:pt x="1525" y="286"/>
                  </a:cubicBezTo>
                  <a:lnTo>
                    <a:pt x="120" y="2703"/>
                  </a:lnTo>
                  <a:cubicBezTo>
                    <a:pt x="1" y="2906"/>
                    <a:pt x="84" y="3191"/>
                    <a:pt x="287" y="3310"/>
                  </a:cubicBezTo>
                  <a:lnTo>
                    <a:pt x="2715" y="4703"/>
                  </a:lnTo>
                  <a:lnTo>
                    <a:pt x="2715" y="4703"/>
                  </a:lnTo>
                  <a:lnTo>
                    <a:pt x="2715" y="4703"/>
                  </a:lnTo>
                  <a:cubicBezTo>
                    <a:pt x="2775" y="4751"/>
                    <a:pt x="2846" y="4763"/>
                    <a:pt x="2942" y="4763"/>
                  </a:cubicBezTo>
                  <a:lnTo>
                    <a:pt x="5597" y="4763"/>
                  </a:lnTo>
                  <a:cubicBezTo>
                    <a:pt x="5835" y="4763"/>
                    <a:pt x="6013" y="4572"/>
                    <a:pt x="6013" y="4346"/>
                  </a:cubicBezTo>
                  <a:lnTo>
                    <a:pt x="6013" y="1524"/>
                  </a:lnTo>
                  <a:cubicBezTo>
                    <a:pt x="6013" y="1274"/>
                    <a:pt x="5823" y="1072"/>
                    <a:pt x="5585" y="107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25"/>
            <p:cNvSpPr/>
            <p:nvPr/>
          </p:nvSpPr>
          <p:spPr>
            <a:xfrm>
              <a:off x="4611575" y="4137250"/>
              <a:ext cx="46450" cy="62225"/>
            </a:xfrm>
            <a:custGeom>
              <a:rect b="b" l="l" r="r" t="t"/>
              <a:pathLst>
                <a:path extrusionOk="0" h="2489" w="1858">
                  <a:moveTo>
                    <a:pt x="1858" y="548"/>
                  </a:moveTo>
                  <a:lnTo>
                    <a:pt x="965" y="548"/>
                  </a:lnTo>
                  <a:lnTo>
                    <a:pt x="1" y="0"/>
                  </a:lnTo>
                  <a:cubicBezTo>
                    <a:pt x="143" y="941"/>
                    <a:pt x="393" y="2489"/>
                    <a:pt x="477" y="2417"/>
                  </a:cubicBezTo>
                  <a:cubicBezTo>
                    <a:pt x="548" y="2334"/>
                    <a:pt x="1358" y="1227"/>
                    <a:pt x="1858" y="548"/>
                  </a:cubicBezTo>
                  <a:close/>
                </a:path>
              </a:pathLst>
            </a:custGeom>
            <a:solidFill>
              <a:srgbClr val="477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25"/>
            <p:cNvSpPr/>
            <p:nvPr/>
          </p:nvSpPr>
          <p:spPr>
            <a:xfrm>
              <a:off x="4541025" y="4174750"/>
              <a:ext cx="150350" cy="68200"/>
            </a:xfrm>
            <a:custGeom>
              <a:rect b="b" l="l" r="r" t="t"/>
              <a:pathLst>
                <a:path extrusionOk="0" h="2728" w="6014">
                  <a:moveTo>
                    <a:pt x="715" y="524"/>
                  </a:moveTo>
                  <a:lnTo>
                    <a:pt x="3132" y="1906"/>
                  </a:lnTo>
                  <a:lnTo>
                    <a:pt x="3132" y="1906"/>
                  </a:lnTo>
                  <a:cubicBezTo>
                    <a:pt x="3192" y="1953"/>
                    <a:pt x="3263" y="1965"/>
                    <a:pt x="3358" y="1965"/>
                  </a:cubicBezTo>
                  <a:lnTo>
                    <a:pt x="5573" y="1965"/>
                  </a:lnTo>
                  <a:lnTo>
                    <a:pt x="6013" y="1965"/>
                  </a:lnTo>
                  <a:lnTo>
                    <a:pt x="6013" y="1965"/>
                  </a:lnTo>
                  <a:lnTo>
                    <a:pt x="6013" y="2179"/>
                  </a:lnTo>
                  <a:lnTo>
                    <a:pt x="6013" y="2310"/>
                  </a:lnTo>
                  <a:cubicBezTo>
                    <a:pt x="6013" y="2548"/>
                    <a:pt x="5823" y="2727"/>
                    <a:pt x="5597" y="2727"/>
                  </a:cubicBezTo>
                  <a:lnTo>
                    <a:pt x="2942" y="2727"/>
                  </a:lnTo>
                  <a:cubicBezTo>
                    <a:pt x="2858" y="2727"/>
                    <a:pt x="2787" y="2715"/>
                    <a:pt x="2715" y="2667"/>
                  </a:cubicBezTo>
                  <a:lnTo>
                    <a:pt x="2715" y="2667"/>
                  </a:lnTo>
                  <a:lnTo>
                    <a:pt x="287" y="1263"/>
                  </a:lnTo>
                  <a:cubicBezTo>
                    <a:pt x="84" y="1155"/>
                    <a:pt x="1" y="870"/>
                    <a:pt x="120" y="655"/>
                  </a:cubicBezTo>
                  <a:lnTo>
                    <a:pt x="179" y="572"/>
                  </a:lnTo>
                  <a:lnTo>
                    <a:pt x="513" y="1"/>
                  </a:lnTo>
                  <a:cubicBezTo>
                    <a:pt x="453" y="215"/>
                    <a:pt x="525" y="417"/>
                    <a:pt x="715" y="524"/>
                  </a:cubicBezTo>
                  <a:close/>
                </a:path>
              </a:pathLst>
            </a:custGeom>
            <a:solidFill>
              <a:srgbClr val="477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25"/>
            <p:cNvSpPr/>
            <p:nvPr/>
          </p:nvSpPr>
          <p:spPr>
            <a:xfrm>
              <a:off x="4215400" y="4192025"/>
              <a:ext cx="115800" cy="139900"/>
            </a:xfrm>
            <a:custGeom>
              <a:rect b="b" l="l" r="r" t="t"/>
              <a:pathLst>
                <a:path extrusionOk="0" h="5596" w="4632">
                  <a:moveTo>
                    <a:pt x="2108" y="119"/>
                  </a:moveTo>
                  <a:lnTo>
                    <a:pt x="1810" y="0"/>
                  </a:lnTo>
                  <a:cubicBezTo>
                    <a:pt x="1810" y="0"/>
                    <a:pt x="989" y="703"/>
                    <a:pt x="834" y="1000"/>
                  </a:cubicBezTo>
                  <a:cubicBezTo>
                    <a:pt x="691" y="1298"/>
                    <a:pt x="227" y="2203"/>
                    <a:pt x="179" y="2346"/>
                  </a:cubicBezTo>
                  <a:cubicBezTo>
                    <a:pt x="155" y="2512"/>
                    <a:pt x="0" y="2846"/>
                    <a:pt x="524" y="3286"/>
                  </a:cubicBezTo>
                  <a:cubicBezTo>
                    <a:pt x="524" y="3286"/>
                    <a:pt x="143" y="3929"/>
                    <a:pt x="834" y="4310"/>
                  </a:cubicBezTo>
                  <a:cubicBezTo>
                    <a:pt x="834" y="4310"/>
                    <a:pt x="774" y="4715"/>
                    <a:pt x="1429" y="5001"/>
                  </a:cubicBezTo>
                  <a:cubicBezTo>
                    <a:pt x="1429" y="5001"/>
                    <a:pt x="1512" y="5310"/>
                    <a:pt x="1751" y="5417"/>
                  </a:cubicBezTo>
                  <a:cubicBezTo>
                    <a:pt x="1989" y="5501"/>
                    <a:pt x="2798" y="5536"/>
                    <a:pt x="3036" y="5560"/>
                  </a:cubicBezTo>
                  <a:cubicBezTo>
                    <a:pt x="3275" y="5596"/>
                    <a:pt x="4191" y="5263"/>
                    <a:pt x="4322" y="5108"/>
                  </a:cubicBezTo>
                  <a:cubicBezTo>
                    <a:pt x="4453" y="4941"/>
                    <a:pt x="4632" y="2191"/>
                    <a:pt x="4632" y="2191"/>
                  </a:cubicBezTo>
                  <a:lnTo>
                    <a:pt x="3953" y="1965"/>
                  </a:lnTo>
                  <a:lnTo>
                    <a:pt x="2548" y="2619"/>
                  </a:lnTo>
                  <a:cubicBezTo>
                    <a:pt x="2548" y="2619"/>
                    <a:pt x="2322" y="2298"/>
                    <a:pt x="2108" y="2203"/>
                  </a:cubicBezTo>
                  <a:cubicBezTo>
                    <a:pt x="2108" y="2203"/>
                    <a:pt x="2501" y="1988"/>
                    <a:pt x="2524" y="1572"/>
                  </a:cubicBezTo>
                  <a:cubicBezTo>
                    <a:pt x="2536" y="1155"/>
                    <a:pt x="2108" y="119"/>
                    <a:pt x="2108" y="119"/>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25"/>
            <p:cNvSpPr/>
            <p:nvPr/>
          </p:nvSpPr>
          <p:spPr>
            <a:xfrm>
              <a:off x="4273725" y="3917875"/>
              <a:ext cx="201250" cy="447400"/>
            </a:xfrm>
            <a:custGeom>
              <a:rect b="b" l="l" r="r" t="t"/>
              <a:pathLst>
                <a:path extrusionOk="0" h="17896" w="8050">
                  <a:moveTo>
                    <a:pt x="5180" y="4287"/>
                  </a:moveTo>
                  <a:cubicBezTo>
                    <a:pt x="5371" y="5132"/>
                    <a:pt x="5966" y="7716"/>
                    <a:pt x="6156" y="8573"/>
                  </a:cubicBezTo>
                  <a:cubicBezTo>
                    <a:pt x="6347" y="9418"/>
                    <a:pt x="7704" y="15276"/>
                    <a:pt x="7871" y="16026"/>
                  </a:cubicBezTo>
                  <a:cubicBezTo>
                    <a:pt x="8050" y="16764"/>
                    <a:pt x="7538" y="16883"/>
                    <a:pt x="7538" y="16883"/>
                  </a:cubicBezTo>
                  <a:lnTo>
                    <a:pt x="5609" y="17336"/>
                  </a:lnTo>
                  <a:lnTo>
                    <a:pt x="3668" y="17776"/>
                  </a:lnTo>
                  <a:cubicBezTo>
                    <a:pt x="3668" y="17776"/>
                    <a:pt x="3168" y="17895"/>
                    <a:pt x="3001" y="17145"/>
                  </a:cubicBezTo>
                  <a:cubicBezTo>
                    <a:pt x="2823" y="16395"/>
                    <a:pt x="1477" y="10514"/>
                    <a:pt x="1287" y="9680"/>
                  </a:cubicBezTo>
                  <a:cubicBezTo>
                    <a:pt x="1096" y="8835"/>
                    <a:pt x="501" y="6251"/>
                    <a:pt x="311" y="5394"/>
                  </a:cubicBezTo>
                  <a:cubicBezTo>
                    <a:pt x="1" y="3715"/>
                    <a:pt x="1561" y="3548"/>
                    <a:pt x="1430" y="2977"/>
                  </a:cubicBezTo>
                  <a:cubicBezTo>
                    <a:pt x="1287" y="2382"/>
                    <a:pt x="965" y="989"/>
                    <a:pt x="965" y="989"/>
                  </a:cubicBezTo>
                  <a:lnTo>
                    <a:pt x="1620" y="0"/>
                  </a:lnTo>
                  <a:lnTo>
                    <a:pt x="2644" y="608"/>
                  </a:lnTo>
                  <a:cubicBezTo>
                    <a:pt x="2644" y="608"/>
                    <a:pt x="2978" y="2001"/>
                    <a:pt x="3108" y="2584"/>
                  </a:cubicBezTo>
                  <a:cubicBezTo>
                    <a:pt x="3239" y="3167"/>
                    <a:pt x="4716" y="2632"/>
                    <a:pt x="5180" y="4287"/>
                  </a:cubicBez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25"/>
            <p:cNvSpPr/>
            <p:nvPr/>
          </p:nvSpPr>
          <p:spPr>
            <a:xfrm>
              <a:off x="4287725" y="4043775"/>
              <a:ext cx="142000" cy="134575"/>
            </a:xfrm>
            <a:custGeom>
              <a:rect b="b" l="l" r="r" t="t"/>
              <a:pathLst>
                <a:path extrusionOk="0" h="5383" w="5680">
                  <a:moveTo>
                    <a:pt x="4787" y="1"/>
                  </a:moveTo>
                  <a:lnTo>
                    <a:pt x="5596" y="3513"/>
                  </a:lnTo>
                  <a:lnTo>
                    <a:pt x="5680" y="3954"/>
                  </a:lnTo>
                  <a:lnTo>
                    <a:pt x="894" y="5382"/>
                  </a:lnTo>
                  <a:lnTo>
                    <a:pt x="727" y="4644"/>
                  </a:lnTo>
                  <a:lnTo>
                    <a:pt x="1" y="143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25"/>
            <p:cNvSpPr/>
            <p:nvPr/>
          </p:nvSpPr>
          <p:spPr>
            <a:xfrm>
              <a:off x="4288925" y="4076225"/>
              <a:ext cx="67000" cy="103900"/>
            </a:xfrm>
            <a:custGeom>
              <a:rect b="b" l="l" r="r" t="t"/>
              <a:pathLst>
                <a:path extrusionOk="0" h="4156" w="2680">
                  <a:moveTo>
                    <a:pt x="679" y="3346"/>
                  </a:moveTo>
                  <a:lnTo>
                    <a:pt x="667" y="3310"/>
                  </a:lnTo>
                  <a:lnTo>
                    <a:pt x="655" y="3263"/>
                  </a:lnTo>
                  <a:lnTo>
                    <a:pt x="643" y="3215"/>
                  </a:lnTo>
                  <a:lnTo>
                    <a:pt x="619" y="3168"/>
                  </a:lnTo>
                  <a:lnTo>
                    <a:pt x="607" y="3132"/>
                  </a:lnTo>
                  <a:lnTo>
                    <a:pt x="595" y="3072"/>
                  </a:lnTo>
                  <a:lnTo>
                    <a:pt x="584" y="3013"/>
                  </a:lnTo>
                  <a:lnTo>
                    <a:pt x="560" y="2953"/>
                  </a:lnTo>
                  <a:lnTo>
                    <a:pt x="548" y="2894"/>
                  </a:lnTo>
                  <a:lnTo>
                    <a:pt x="536" y="2834"/>
                  </a:lnTo>
                  <a:lnTo>
                    <a:pt x="524" y="2775"/>
                  </a:lnTo>
                  <a:lnTo>
                    <a:pt x="500" y="2715"/>
                  </a:lnTo>
                  <a:lnTo>
                    <a:pt x="488" y="2656"/>
                  </a:lnTo>
                  <a:lnTo>
                    <a:pt x="476" y="2572"/>
                  </a:lnTo>
                  <a:lnTo>
                    <a:pt x="465" y="2501"/>
                  </a:lnTo>
                  <a:lnTo>
                    <a:pt x="441" y="2429"/>
                  </a:lnTo>
                  <a:lnTo>
                    <a:pt x="429" y="2358"/>
                  </a:lnTo>
                  <a:lnTo>
                    <a:pt x="417" y="2275"/>
                  </a:lnTo>
                  <a:lnTo>
                    <a:pt x="405" y="2203"/>
                  </a:lnTo>
                  <a:lnTo>
                    <a:pt x="381" y="2132"/>
                  </a:lnTo>
                  <a:lnTo>
                    <a:pt x="369" y="2060"/>
                  </a:lnTo>
                  <a:lnTo>
                    <a:pt x="357" y="1977"/>
                  </a:lnTo>
                  <a:lnTo>
                    <a:pt x="345" y="1906"/>
                  </a:lnTo>
                  <a:lnTo>
                    <a:pt x="322" y="1834"/>
                  </a:lnTo>
                  <a:lnTo>
                    <a:pt x="310" y="1763"/>
                  </a:lnTo>
                  <a:lnTo>
                    <a:pt x="298" y="1679"/>
                  </a:lnTo>
                  <a:lnTo>
                    <a:pt x="286" y="1608"/>
                  </a:lnTo>
                  <a:lnTo>
                    <a:pt x="262" y="1536"/>
                  </a:lnTo>
                  <a:lnTo>
                    <a:pt x="250" y="1465"/>
                  </a:lnTo>
                  <a:lnTo>
                    <a:pt x="238" y="1382"/>
                  </a:lnTo>
                  <a:lnTo>
                    <a:pt x="226" y="1310"/>
                  </a:lnTo>
                  <a:lnTo>
                    <a:pt x="203" y="1239"/>
                  </a:lnTo>
                  <a:lnTo>
                    <a:pt x="191" y="1167"/>
                  </a:lnTo>
                  <a:lnTo>
                    <a:pt x="179" y="1084"/>
                  </a:lnTo>
                  <a:lnTo>
                    <a:pt x="167" y="1013"/>
                  </a:lnTo>
                  <a:lnTo>
                    <a:pt x="143" y="941"/>
                  </a:lnTo>
                  <a:lnTo>
                    <a:pt x="131" y="870"/>
                  </a:lnTo>
                  <a:lnTo>
                    <a:pt x="119" y="786"/>
                  </a:lnTo>
                  <a:lnTo>
                    <a:pt x="107" y="715"/>
                  </a:lnTo>
                  <a:lnTo>
                    <a:pt x="84" y="643"/>
                  </a:lnTo>
                  <a:lnTo>
                    <a:pt x="72" y="572"/>
                  </a:lnTo>
                  <a:lnTo>
                    <a:pt x="60" y="489"/>
                  </a:lnTo>
                  <a:lnTo>
                    <a:pt x="48" y="417"/>
                  </a:lnTo>
                  <a:lnTo>
                    <a:pt x="24" y="346"/>
                  </a:lnTo>
                  <a:lnTo>
                    <a:pt x="12" y="274"/>
                  </a:lnTo>
                  <a:lnTo>
                    <a:pt x="0" y="227"/>
                  </a:lnTo>
                  <a:lnTo>
                    <a:pt x="738" y="1"/>
                  </a:lnTo>
                  <a:cubicBezTo>
                    <a:pt x="941" y="822"/>
                    <a:pt x="1155" y="1739"/>
                    <a:pt x="1274" y="2215"/>
                  </a:cubicBezTo>
                  <a:cubicBezTo>
                    <a:pt x="1512" y="3108"/>
                    <a:pt x="2024" y="3489"/>
                    <a:pt x="2620" y="3620"/>
                  </a:cubicBezTo>
                  <a:cubicBezTo>
                    <a:pt x="2631" y="3620"/>
                    <a:pt x="2667" y="3632"/>
                    <a:pt x="2679" y="3632"/>
                  </a:cubicBezTo>
                  <a:lnTo>
                    <a:pt x="905" y="415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25"/>
            <p:cNvSpPr/>
            <p:nvPr/>
          </p:nvSpPr>
          <p:spPr>
            <a:xfrm>
              <a:off x="4284150" y="3891675"/>
              <a:ext cx="60450" cy="51525"/>
            </a:xfrm>
            <a:custGeom>
              <a:rect b="b" l="l" r="r" t="t"/>
              <a:pathLst>
                <a:path extrusionOk="0" h="2061" w="2418">
                  <a:moveTo>
                    <a:pt x="167" y="417"/>
                  </a:moveTo>
                  <a:lnTo>
                    <a:pt x="1870" y="36"/>
                  </a:lnTo>
                  <a:cubicBezTo>
                    <a:pt x="1977" y="1"/>
                    <a:pt x="2084" y="72"/>
                    <a:pt x="2108" y="179"/>
                  </a:cubicBezTo>
                  <a:lnTo>
                    <a:pt x="2394" y="1406"/>
                  </a:lnTo>
                  <a:cubicBezTo>
                    <a:pt x="2418" y="1501"/>
                    <a:pt x="2346" y="1608"/>
                    <a:pt x="2239" y="1644"/>
                  </a:cubicBezTo>
                  <a:lnTo>
                    <a:pt x="548" y="2025"/>
                  </a:lnTo>
                  <a:cubicBezTo>
                    <a:pt x="441" y="2060"/>
                    <a:pt x="334" y="1977"/>
                    <a:pt x="310" y="1882"/>
                  </a:cubicBezTo>
                  <a:lnTo>
                    <a:pt x="24" y="656"/>
                  </a:lnTo>
                  <a:cubicBezTo>
                    <a:pt x="1" y="548"/>
                    <a:pt x="72" y="453"/>
                    <a:pt x="167" y="41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25"/>
            <p:cNvSpPr/>
            <p:nvPr/>
          </p:nvSpPr>
          <p:spPr>
            <a:xfrm>
              <a:off x="4326425" y="4004500"/>
              <a:ext cx="212250" cy="288750"/>
            </a:xfrm>
            <a:custGeom>
              <a:rect b="b" l="l" r="r" t="t"/>
              <a:pathLst>
                <a:path extrusionOk="0" h="11550" w="8490">
                  <a:moveTo>
                    <a:pt x="5061" y="24"/>
                  </a:moveTo>
                  <a:lnTo>
                    <a:pt x="4501" y="0"/>
                  </a:lnTo>
                  <a:lnTo>
                    <a:pt x="3525" y="548"/>
                  </a:lnTo>
                  <a:cubicBezTo>
                    <a:pt x="3525" y="548"/>
                    <a:pt x="3096" y="845"/>
                    <a:pt x="3036" y="1441"/>
                  </a:cubicBezTo>
                  <a:cubicBezTo>
                    <a:pt x="2977" y="2036"/>
                    <a:pt x="3084" y="3560"/>
                    <a:pt x="3084" y="3560"/>
                  </a:cubicBezTo>
                  <a:cubicBezTo>
                    <a:pt x="3084" y="3560"/>
                    <a:pt x="3167" y="4120"/>
                    <a:pt x="3918" y="4465"/>
                  </a:cubicBezTo>
                  <a:lnTo>
                    <a:pt x="3239" y="4763"/>
                  </a:lnTo>
                  <a:cubicBezTo>
                    <a:pt x="3239" y="4763"/>
                    <a:pt x="2727" y="5001"/>
                    <a:pt x="2870" y="5596"/>
                  </a:cubicBezTo>
                  <a:cubicBezTo>
                    <a:pt x="3025" y="6191"/>
                    <a:pt x="3084" y="6977"/>
                    <a:pt x="3084" y="6977"/>
                  </a:cubicBezTo>
                  <a:cubicBezTo>
                    <a:pt x="3084" y="6977"/>
                    <a:pt x="2596" y="6930"/>
                    <a:pt x="2453" y="6989"/>
                  </a:cubicBezTo>
                  <a:cubicBezTo>
                    <a:pt x="2322" y="7072"/>
                    <a:pt x="369" y="8954"/>
                    <a:pt x="369" y="8954"/>
                  </a:cubicBezTo>
                  <a:cubicBezTo>
                    <a:pt x="369" y="8954"/>
                    <a:pt x="0" y="9299"/>
                    <a:pt x="369" y="9608"/>
                  </a:cubicBezTo>
                  <a:cubicBezTo>
                    <a:pt x="750" y="9930"/>
                    <a:pt x="1905" y="11156"/>
                    <a:pt x="3787" y="11513"/>
                  </a:cubicBezTo>
                  <a:cubicBezTo>
                    <a:pt x="4334" y="11549"/>
                    <a:pt x="4477" y="11454"/>
                    <a:pt x="4751" y="11097"/>
                  </a:cubicBezTo>
                  <a:cubicBezTo>
                    <a:pt x="5215" y="10478"/>
                    <a:pt x="6049" y="8870"/>
                    <a:pt x="6049" y="8870"/>
                  </a:cubicBezTo>
                  <a:cubicBezTo>
                    <a:pt x="6049" y="8870"/>
                    <a:pt x="6227" y="8596"/>
                    <a:pt x="5942" y="8346"/>
                  </a:cubicBezTo>
                  <a:lnTo>
                    <a:pt x="7692" y="6799"/>
                  </a:lnTo>
                  <a:cubicBezTo>
                    <a:pt x="7692" y="6799"/>
                    <a:pt x="8275" y="6441"/>
                    <a:pt x="8073" y="5834"/>
                  </a:cubicBezTo>
                  <a:cubicBezTo>
                    <a:pt x="7847" y="5239"/>
                    <a:pt x="7394" y="4513"/>
                    <a:pt x="7394" y="4513"/>
                  </a:cubicBezTo>
                  <a:lnTo>
                    <a:pt x="8228" y="1834"/>
                  </a:lnTo>
                  <a:cubicBezTo>
                    <a:pt x="8228" y="1834"/>
                    <a:pt x="8490" y="1024"/>
                    <a:pt x="7180" y="560"/>
                  </a:cubicBezTo>
                  <a:cubicBezTo>
                    <a:pt x="5846" y="131"/>
                    <a:pt x="5061" y="24"/>
                    <a:pt x="5061" y="24"/>
                  </a:cubicBezTo>
                  <a:close/>
                </a:path>
              </a:pathLst>
            </a:custGeom>
            <a:solidFill>
              <a:srgbClr val="25B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25"/>
            <p:cNvSpPr/>
            <p:nvPr/>
          </p:nvSpPr>
          <p:spPr>
            <a:xfrm>
              <a:off x="4468100" y="4008950"/>
              <a:ext cx="63725" cy="34550"/>
            </a:xfrm>
            <a:custGeom>
              <a:rect b="b" l="l" r="r" t="t"/>
              <a:pathLst>
                <a:path extrusionOk="0" h="1382" w="2549">
                  <a:moveTo>
                    <a:pt x="2549" y="1382"/>
                  </a:moveTo>
                  <a:cubicBezTo>
                    <a:pt x="2501" y="1120"/>
                    <a:pt x="2287" y="703"/>
                    <a:pt x="1489" y="417"/>
                  </a:cubicBezTo>
                  <a:cubicBezTo>
                    <a:pt x="953" y="227"/>
                    <a:pt x="501" y="84"/>
                    <a:pt x="156" y="1"/>
                  </a:cubicBezTo>
                  <a:lnTo>
                    <a:pt x="1" y="370"/>
                  </a:lnTo>
                  <a:close/>
                </a:path>
              </a:pathLst>
            </a:custGeom>
            <a:solidFill>
              <a:srgbClr val="477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25"/>
            <p:cNvSpPr/>
            <p:nvPr/>
          </p:nvSpPr>
          <p:spPr>
            <a:xfrm>
              <a:off x="4399050" y="4116100"/>
              <a:ext cx="73550" cy="16400"/>
            </a:xfrm>
            <a:custGeom>
              <a:rect b="b" l="l" r="r" t="t"/>
              <a:pathLst>
                <a:path extrusionOk="0" h="656" w="2942">
                  <a:moveTo>
                    <a:pt x="1013" y="1"/>
                  </a:moveTo>
                  <a:lnTo>
                    <a:pt x="334" y="299"/>
                  </a:lnTo>
                  <a:cubicBezTo>
                    <a:pt x="334" y="299"/>
                    <a:pt x="108" y="406"/>
                    <a:pt x="0" y="656"/>
                  </a:cubicBezTo>
                  <a:cubicBezTo>
                    <a:pt x="786" y="382"/>
                    <a:pt x="1977" y="382"/>
                    <a:pt x="2941" y="132"/>
                  </a:cubicBezTo>
                  <a:cubicBezTo>
                    <a:pt x="1917" y="287"/>
                    <a:pt x="1013" y="1"/>
                    <a:pt x="1013" y="1"/>
                  </a:cubicBezTo>
                  <a:close/>
                </a:path>
              </a:pathLst>
            </a:custGeom>
            <a:solidFill>
              <a:srgbClr val="477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25"/>
            <p:cNvSpPr/>
            <p:nvPr/>
          </p:nvSpPr>
          <p:spPr>
            <a:xfrm>
              <a:off x="4387450" y="4177725"/>
              <a:ext cx="43475" cy="24725"/>
            </a:xfrm>
            <a:custGeom>
              <a:rect b="b" l="l" r="r" t="t"/>
              <a:pathLst>
                <a:path extrusionOk="0" h="989" w="1739">
                  <a:moveTo>
                    <a:pt x="631" y="48"/>
                  </a:moveTo>
                  <a:cubicBezTo>
                    <a:pt x="631" y="48"/>
                    <a:pt x="131" y="1"/>
                    <a:pt x="0" y="60"/>
                  </a:cubicBezTo>
                  <a:lnTo>
                    <a:pt x="1738" y="989"/>
                  </a:lnTo>
                  <a:close/>
                </a:path>
              </a:pathLst>
            </a:custGeom>
            <a:solidFill>
              <a:srgbClr val="477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25"/>
            <p:cNvSpPr/>
            <p:nvPr/>
          </p:nvSpPr>
          <p:spPr>
            <a:xfrm>
              <a:off x="4446375" y="4174750"/>
              <a:ext cx="72050" cy="38725"/>
            </a:xfrm>
            <a:custGeom>
              <a:rect b="b" l="l" r="r" t="t"/>
              <a:pathLst>
                <a:path extrusionOk="0" h="1549" w="2882">
                  <a:moveTo>
                    <a:pt x="1120" y="1548"/>
                  </a:moveTo>
                  <a:lnTo>
                    <a:pt x="2882" y="1"/>
                  </a:lnTo>
                  <a:lnTo>
                    <a:pt x="1" y="1358"/>
                  </a:lnTo>
                  <a:close/>
                </a:path>
              </a:pathLst>
            </a:custGeom>
            <a:solidFill>
              <a:srgbClr val="477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25"/>
            <p:cNvSpPr/>
            <p:nvPr/>
          </p:nvSpPr>
          <p:spPr>
            <a:xfrm>
              <a:off x="4490125" y="4063125"/>
              <a:ext cx="37525" cy="54800"/>
            </a:xfrm>
            <a:custGeom>
              <a:rect b="b" l="l" r="r" t="t"/>
              <a:pathLst>
                <a:path extrusionOk="0" h="2192" w="1501">
                  <a:moveTo>
                    <a:pt x="834" y="2191"/>
                  </a:moveTo>
                  <a:lnTo>
                    <a:pt x="1501" y="1"/>
                  </a:lnTo>
                  <a:cubicBezTo>
                    <a:pt x="1168" y="227"/>
                    <a:pt x="632" y="584"/>
                    <a:pt x="394" y="751"/>
                  </a:cubicBezTo>
                  <a:cubicBezTo>
                    <a:pt x="1" y="1001"/>
                    <a:pt x="227" y="1287"/>
                    <a:pt x="227" y="1287"/>
                  </a:cubicBezTo>
                  <a:close/>
                </a:path>
              </a:pathLst>
            </a:custGeom>
            <a:solidFill>
              <a:srgbClr val="477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25"/>
            <p:cNvSpPr/>
            <p:nvPr/>
          </p:nvSpPr>
          <p:spPr>
            <a:xfrm>
              <a:off x="4437150" y="3975325"/>
              <a:ext cx="78000" cy="47650"/>
            </a:xfrm>
            <a:custGeom>
              <a:rect b="b" l="l" r="r" t="t"/>
              <a:pathLst>
                <a:path extrusionOk="0" h="1906" w="3120">
                  <a:moveTo>
                    <a:pt x="2810" y="1691"/>
                  </a:moveTo>
                  <a:cubicBezTo>
                    <a:pt x="2751" y="1882"/>
                    <a:pt x="2096" y="1905"/>
                    <a:pt x="1334" y="1751"/>
                  </a:cubicBezTo>
                  <a:cubicBezTo>
                    <a:pt x="572" y="1584"/>
                    <a:pt x="0" y="1286"/>
                    <a:pt x="72" y="1096"/>
                  </a:cubicBezTo>
                  <a:lnTo>
                    <a:pt x="381" y="0"/>
                  </a:lnTo>
                  <a:lnTo>
                    <a:pt x="3120" y="596"/>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25"/>
            <p:cNvSpPr/>
            <p:nvPr/>
          </p:nvSpPr>
          <p:spPr>
            <a:xfrm>
              <a:off x="4444600" y="3969975"/>
              <a:ext cx="71750" cy="25900"/>
            </a:xfrm>
            <a:custGeom>
              <a:rect b="b" l="l" r="r" t="t"/>
              <a:pathLst>
                <a:path extrusionOk="0" h="1036" w="2870">
                  <a:moveTo>
                    <a:pt x="72" y="214"/>
                  </a:moveTo>
                  <a:cubicBezTo>
                    <a:pt x="131" y="24"/>
                    <a:pt x="786" y="0"/>
                    <a:pt x="1536" y="155"/>
                  </a:cubicBezTo>
                  <a:cubicBezTo>
                    <a:pt x="2298" y="321"/>
                    <a:pt x="2870" y="619"/>
                    <a:pt x="2810" y="810"/>
                  </a:cubicBezTo>
                  <a:cubicBezTo>
                    <a:pt x="2750" y="1012"/>
                    <a:pt x="2096" y="1036"/>
                    <a:pt x="1334" y="869"/>
                  </a:cubicBezTo>
                  <a:cubicBezTo>
                    <a:pt x="584" y="714"/>
                    <a:pt x="0" y="417"/>
                    <a:pt x="72" y="21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25"/>
            <p:cNvSpPr/>
            <p:nvPr/>
          </p:nvSpPr>
          <p:spPr>
            <a:xfrm>
              <a:off x="4314525" y="4233675"/>
              <a:ext cx="702475" cy="542075"/>
            </a:xfrm>
            <a:custGeom>
              <a:rect b="b" l="l" r="r" t="t"/>
              <a:pathLst>
                <a:path extrusionOk="0" h="21683" w="28099">
                  <a:moveTo>
                    <a:pt x="929" y="120"/>
                  </a:moveTo>
                  <a:lnTo>
                    <a:pt x="0" y="596"/>
                  </a:lnTo>
                  <a:lnTo>
                    <a:pt x="1107" y="20242"/>
                  </a:lnTo>
                  <a:cubicBezTo>
                    <a:pt x="1107" y="20242"/>
                    <a:pt x="988" y="21682"/>
                    <a:pt x="2572" y="21682"/>
                  </a:cubicBezTo>
                  <a:lnTo>
                    <a:pt x="14049" y="21682"/>
                  </a:lnTo>
                  <a:lnTo>
                    <a:pt x="25527" y="21682"/>
                  </a:lnTo>
                  <a:cubicBezTo>
                    <a:pt x="27123" y="21682"/>
                    <a:pt x="27003" y="20242"/>
                    <a:pt x="27003" y="20242"/>
                  </a:cubicBezTo>
                  <a:lnTo>
                    <a:pt x="28099" y="596"/>
                  </a:lnTo>
                  <a:lnTo>
                    <a:pt x="27182" y="120"/>
                  </a:lnTo>
                  <a:lnTo>
                    <a:pt x="140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25"/>
            <p:cNvSpPr/>
            <p:nvPr/>
          </p:nvSpPr>
          <p:spPr>
            <a:xfrm>
              <a:off x="4314525" y="4233675"/>
              <a:ext cx="703075" cy="71175"/>
            </a:xfrm>
            <a:custGeom>
              <a:rect b="b" l="l" r="r" t="t"/>
              <a:pathLst>
                <a:path extrusionOk="0" h="2847" w="28123">
                  <a:moveTo>
                    <a:pt x="929" y="120"/>
                  </a:moveTo>
                  <a:lnTo>
                    <a:pt x="0" y="596"/>
                  </a:lnTo>
                  <a:lnTo>
                    <a:pt x="36" y="1037"/>
                  </a:lnTo>
                  <a:lnTo>
                    <a:pt x="26265" y="1894"/>
                  </a:lnTo>
                  <a:cubicBezTo>
                    <a:pt x="26265" y="1894"/>
                    <a:pt x="27515" y="2037"/>
                    <a:pt x="28016" y="2847"/>
                  </a:cubicBezTo>
                  <a:lnTo>
                    <a:pt x="28123" y="596"/>
                  </a:lnTo>
                  <a:lnTo>
                    <a:pt x="27206" y="120"/>
                  </a:lnTo>
                  <a:lnTo>
                    <a:pt x="14061" y="1"/>
                  </a:lnTo>
                  <a:close/>
                </a:path>
              </a:pathLst>
            </a:custGeom>
            <a:solidFill>
              <a:srgbClr val="477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25"/>
            <p:cNvSpPr/>
            <p:nvPr/>
          </p:nvSpPr>
          <p:spPr>
            <a:xfrm>
              <a:off x="4283250" y="4220875"/>
              <a:ext cx="763225" cy="27725"/>
            </a:xfrm>
            <a:custGeom>
              <a:rect b="b" l="l" r="r" t="t"/>
              <a:pathLst>
                <a:path extrusionOk="0" h="1109" w="30529">
                  <a:moveTo>
                    <a:pt x="549" y="1"/>
                  </a:moveTo>
                  <a:lnTo>
                    <a:pt x="29981" y="1"/>
                  </a:lnTo>
                  <a:cubicBezTo>
                    <a:pt x="30290" y="1"/>
                    <a:pt x="30529" y="263"/>
                    <a:pt x="30529" y="561"/>
                  </a:cubicBezTo>
                  <a:lnTo>
                    <a:pt x="30529" y="561"/>
                  </a:lnTo>
                  <a:cubicBezTo>
                    <a:pt x="30529" y="870"/>
                    <a:pt x="30279" y="1108"/>
                    <a:pt x="29981" y="1108"/>
                  </a:cubicBezTo>
                  <a:lnTo>
                    <a:pt x="549" y="1108"/>
                  </a:lnTo>
                  <a:cubicBezTo>
                    <a:pt x="239" y="1108"/>
                    <a:pt x="1" y="858"/>
                    <a:pt x="1" y="561"/>
                  </a:cubicBezTo>
                  <a:lnTo>
                    <a:pt x="1" y="561"/>
                  </a:lnTo>
                  <a:cubicBezTo>
                    <a:pt x="1" y="263"/>
                    <a:pt x="251" y="1"/>
                    <a:pt x="5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25"/>
            <p:cNvSpPr/>
            <p:nvPr/>
          </p:nvSpPr>
          <p:spPr>
            <a:xfrm>
              <a:off x="4228800" y="4272375"/>
              <a:ext cx="89900" cy="51825"/>
            </a:xfrm>
            <a:custGeom>
              <a:rect b="b" l="l" r="r" t="t"/>
              <a:pathLst>
                <a:path extrusionOk="0" fill="none" h="2073" w="3596">
                  <a:moveTo>
                    <a:pt x="917" y="1787"/>
                  </a:moveTo>
                  <a:lnTo>
                    <a:pt x="2286" y="2013"/>
                  </a:lnTo>
                  <a:cubicBezTo>
                    <a:pt x="2286" y="2013"/>
                    <a:pt x="2572" y="2072"/>
                    <a:pt x="2786" y="1965"/>
                  </a:cubicBezTo>
                  <a:cubicBezTo>
                    <a:pt x="2965" y="1894"/>
                    <a:pt x="3405" y="1668"/>
                    <a:pt x="3596" y="1560"/>
                  </a:cubicBezTo>
                  <a:moveTo>
                    <a:pt x="0" y="72"/>
                  </a:moveTo>
                  <a:cubicBezTo>
                    <a:pt x="0" y="72"/>
                    <a:pt x="1286" y="763"/>
                    <a:pt x="1381" y="834"/>
                  </a:cubicBezTo>
                  <a:cubicBezTo>
                    <a:pt x="1465" y="906"/>
                    <a:pt x="1738" y="918"/>
                    <a:pt x="2238" y="679"/>
                  </a:cubicBezTo>
                  <a:cubicBezTo>
                    <a:pt x="2643" y="489"/>
                    <a:pt x="3251" y="132"/>
                    <a:pt x="3489" y="1"/>
                  </a:cubicBezTo>
                  <a:moveTo>
                    <a:pt x="322" y="1096"/>
                  </a:moveTo>
                  <a:cubicBezTo>
                    <a:pt x="322" y="1096"/>
                    <a:pt x="1560" y="1501"/>
                    <a:pt x="1869" y="1513"/>
                  </a:cubicBezTo>
                  <a:cubicBezTo>
                    <a:pt x="2179" y="1537"/>
                    <a:pt x="2286" y="1549"/>
                    <a:pt x="2596" y="1370"/>
                  </a:cubicBezTo>
                  <a:cubicBezTo>
                    <a:pt x="2846" y="1239"/>
                    <a:pt x="3322" y="941"/>
                    <a:pt x="3524" y="822"/>
                  </a:cubicBezTo>
                </a:path>
              </a:pathLst>
            </a:custGeom>
            <a:noFill/>
            <a:ln cap="rnd" cmpd="sng" w="53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25"/>
            <p:cNvSpPr/>
            <p:nvPr/>
          </p:nvSpPr>
          <p:spPr>
            <a:xfrm>
              <a:off x="4570800" y="4346500"/>
              <a:ext cx="95275" cy="127425"/>
            </a:xfrm>
            <a:custGeom>
              <a:rect b="b" l="l" r="r" t="t"/>
              <a:pathLst>
                <a:path extrusionOk="0" h="5097" w="3811">
                  <a:moveTo>
                    <a:pt x="2465" y="4965"/>
                  </a:moveTo>
                  <a:lnTo>
                    <a:pt x="3775" y="2822"/>
                  </a:lnTo>
                  <a:cubicBezTo>
                    <a:pt x="3798" y="2751"/>
                    <a:pt x="3810" y="2596"/>
                    <a:pt x="3727" y="2441"/>
                  </a:cubicBezTo>
                  <a:lnTo>
                    <a:pt x="2310" y="143"/>
                  </a:lnTo>
                  <a:lnTo>
                    <a:pt x="2310" y="143"/>
                  </a:lnTo>
                  <a:cubicBezTo>
                    <a:pt x="2310" y="131"/>
                    <a:pt x="2203" y="0"/>
                    <a:pt x="2120" y="143"/>
                  </a:cubicBezTo>
                  <a:lnTo>
                    <a:pt x="60" y="3477"/>
                  </a:lnTo>
                  <a:cubicBezTo>
                    <a:pt x="0" y="3584"/>
                    <a:pt x="36" y="3715"/>
                    <a:pt x="143" y="3787"/>
                  </a:cubicBezTo>
                  <a:lnTo>
                    <a:pt x="2144" y="5025"/>
                  </a:lnTo>
                  <a:cubicBezTo>
                    <a:pt x="2263" y="5096"/>
                    <a:pt x="2394" y="5072"/>
                    <a:pt x="2465" y="496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25"/>
            <p:cNvSpPr/>
            <p:nvPr/>
          </p:nvSpPr>
          <p:spPr>
            <a:xfrm>
              <a:off x="4632400" y="4325075"/>
              <a:ext cx="142325" cy="141700"/>
            </a:xfrm>
            <a:custGeom>
              <a:rect b="b" l="l" r="r" t="t"/>
              <a:pathLst>
                <a:path extrusionOk="0" h="5668" w="5693">
                  <a:moveTo>
                    <a:pt x="2335" y="4405"/>
                  </a:moveTo>
                  <a:lnTo>
                    <a:pt x="25" y="655"/>
                  </a:lnTo>
                  <a:cubicBezTo>
                    <a:pt x="1" y="595"/>
                    <a:pt x="13" y="524"/>
                    <a:pt x="72" y="500"/>
                  </a:cubicBezTo>
                  <a:lnTo>
                    <a:pt x="2585" y="36"/>
                  </a:lnTo>
                  <a:cubicBezTo>
                    <a:pt x="2739" y="0"/>
                    <a:pt x="2930" y="0"/>
                    <a:pt x="2989" y="72"/>
                  </a:cubicBezTo>
                  <a:lnTo>
                    <a:pt x="4740" y="2917"/>
                  </a:lnTo>
                  <a:cubicBezTo>
                    <a:pt x="4799" y="3012"/>
                    <a:pt x="4894" y="3024"/>
                    <a:pt x="4978" y="2965"/>
                  </a:cubicBezTo>
                  <a:cubicBezTo>
                    <a:pt x="5156" y="2858"/>
                    <a:pt x="5335" y="2739"/>
                    <a:pt x="5502" y="2631"/>
                  </a:cubicBezTo>
                  <a:cubicBezTo>
                    <a:pt x="5549" y="2608"/>
                    <a:pt x="5585" y="2608"/>
                    <a:pt x="5633" y="2655"/>
                  </a:cubicBezTo>
                  <a:cubicBezTo>
                    <a:pt x="5680" y="2679"/>
                    <a:pt x="5692" y="2739"/>
                    <a:pt x="5680" y="2786"/>
                  </a:cubicBezTo>
                  <a:lnTo>
                    <a:pt x="4859" y="5167"/>
                  </a:lnTo>
                  <a:cubicBezTo>
                    <a:pt x="4680" y="5668"/>
                    <a:pt x="4799" y="5584"/>
                    <a:pt x="4287" y="5513"/>
                  </a:cubicBezTo>
                  <a:lnTo>
                    <a:pt x="1811" y="5167"/>
                  </a:lnTo>
                  <a:cubicBezTo>
                    <a:pt x="1763" y="5167"/>
                    <a:pt x="1727" y="5120"/>
                    <a:pt x="1704" y="5072"/>
                  </a:cubicBezTo>
                  <a:cubicBezTo>
                    <a:pt x="1692" y="5036"/>
                    <a:pt x="1715" y="4977"/>
                    <a:pt x="1763" y="4953"/>
                  </a:cubicBezTo>
                  <a:cubicBezTo>
                    <a:pt x="1942" y="4858"/>
                    <a:pt x="2120" y="4739"/>
                    <a:pt x="2287" y="4632"/>
                  </a:cubicBezTo>
                  <a:cubicBezTo>
                    <a:pt x="2347" y="4584"/>
                    <a:pt x="2382" y="4501"/>
                    <a:pt x="2335" y="440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25"/>
            <p:cNvSpPr/>
            <p:nvPr/>
          </p:nvSpPr>
          <p:spPr>
            <a:xfrm>
              <a:off x="4725575" y="4455150"/>
              <a:ext cx="109575" cy="96150"/>
            </a:xfrm>
            <a:custGeom>
              <a:rect b="b" l="l" r="r" t="t"/>
              <a:pathLst>
                <a:path extrusionOk="0" h="3846" w="4383">
                  <a:moveTo>
                    <a:pt x="60" y="1381"/>
                  </a:moveTo>
                  <a:lnTo>
                    <a:pt x="1156" y="3643"/>
                  </a:lnTo>
                  <a:cubicBezTo>
                    <a:pt x="1191" y="3703"/>
                    <a:pt x="1310" y="3810"/>
                    <a:pt x="1513" y="3810"/>
                  </a:cubicBezTo>
                  <a:lnTo>
                    <a:pt x="4204" y="3846"/>
                  </a:lnTo>
                  <a:lnTo>
                    <a:pt x="4204" y="3846"/>
                  </a:lnTo>
                  <a:cubicBezTo>
                    <a:pt x="4215" y="3846"/>
                    <a:pt x="4382" y="3846"/>
                    <a:pt x="4311" y="3691"/>
                  </a:cubicBezTo>
                  <a:lnTo>
                    <a:pt x="2596" y="155"/>
                  </a:lnTo>
                  <a:cubicBezTo>
                    <a:pt x="2537" y="60"/>
                    <a:pt x="2406" y="0"/>
                    <a:pt x="2299" y="60"/>
                  </a:cubicBezTo>
                  <a:lnTo>
                    <a:pt x="167" y="1084"/>
                  </a:lnTo>
                  <a:cubicBezTo>
                    <a:pt x="60" y="1143"/>
                    <a:pt x="1" y="1274"/>
                    <a:pt x="60" y="138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25"/>
            <p:cNvSpPr/>
            <p:nvPr/>
          </p:nvSpPr>
          <p:spPr>
            <a:xfrm>
              <a:off x="4665750" y="4532825"/>
              <a:ext cx="171175" cy="116700"/>
            </a:xfrm>
            <a:custGeom>
              <a:rect b="b" l="l" r="r" t="t"/>
              <a:pathLst>
                <a:path extrusionOk="0" h="4668" w="6847">
                  <a:moveTo>
                    <a:pt x="2334" y="941"/>
                  </a:moveTo>
                  <a:lnTo>
                    <a:pt x="6728" y="1013"/>
                  </a:lnTo>
                  <a:cubicBezTo>
                    <a:pt x="6787" y="1013"/>
                    <a:pt x="6847" y="1072"/>
                    <a:pt x="6847" y="1132"/>
                  </a:cubicBezTo>
                  <a:lnTo>
                    <a:pt x="5882" y="3501"/>
                  </a:lnTo>
                  <a:cubicBezTo>
                    <a:pt x="5823" y="3632"/>
                    <a:pt x="5715" y="3811"/>
                    <a:pt x="5632" y="3811"/>
                  </a:cubicBezTo>
                  <a:lnTo>
                    <a:pt x="2286" y="3751"/>
                  </a:lnTo>
                  <a:cubicBezTo>
                    <a:pt x="2191" y="3751"/>
                    <a:pt x="2132" y="3823"/>
                    <a:pt x="2108" y="3930"/>
                  </a:cubicBezTo>
                  <a:cubicBezTo>
                    <a:pt x="2108" y="4132"/>
                    <a:pt x="2108" y="4346"/>
                    <a:pt x="2096" y="4549"/>
                  </a:cubicBezTo>
                  <a:cubicBezTo>
                    <a:pt x="2096" y="4596"/>
                    <a:pt x="2072" y="4644"/>
                    <a:pt x="2025" y="4656"/>
                  </a:cubicBezTo>
                  <a:cubicBezTo>
                    <a:pt x="1977" y="4668"/>
                    <a:pt x="1917" y="4656"/>
                    <a:pt x="1894" y="4608"/>
                  </a:cubicBezTo>
                  <a:lnTo>
                    <a:pt x="322" y="2632"/>
                  </a:lnTo>
                  <a:cubicBezTo>
                    <a:pt x="0" y="2215"/>
                    <a:pt x="12" y="2370"/>
                    <a:pt x="358" y="1965"/>
                  </a:cubicBezTo>
                  <a:lnTo>
                    <a:pt x="1977" y="60"/>
                  </a:lnTo>
                  <a:cubicBezTo>
                    <a:pt x="2013" y="13"/>
                    <a:pt x="2072" y="1"/>
                    <a:pt x="2120" y="25"/>
                  </a:cubicBezTo>
                  <a:cubicBezTo>
                    <a:pt x="2156" y="48"/>
                    <a:pt x="2191" y="84"/>
                    <a:pt x="2191" y="144"/>
                  </a:cubicBezTo>
                  <a:cubicBezTo>
                    <a:pt x="2191" y="358"/>
                    <a:pt x="2191" y="560"/>
                    <a:pt x="2179" y="775"/>
                  </a:cubicBezTo>
                  <a:cubicBezTo>
                    <a:pt x="2167" y="858"/>
                    <a:pt x="2251" y="941"/>
                    <a:pt x="2334" y="94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25"/>
            <p:cNvSpPr/>
            <p:nvPr/>
          </p:nvSpPr>
          <p:spPr>
            <a:xfrm>
              <a:off x="4551450" y="4553675"/>
              <a:ext cx="110150" cy="71750"/>
            </a:xfrm>
            <a:custGeom>
              <a:rect b="b" l="l" r="r" t="t"/>
              <a:pathLst>
                <a:path extrusionOk="0" h="2870" w="4406">
                  <a:moveTo>
                    <a:pt x="4191" y="72"/>
                  </a:moveTo>
                  <a:lnTo>
                    <a:pt x="1691" y="0"/>
                  </a:lnTo>
                  <a:cubicBezTo>
                    <a:pt x="1608" y="12"/>
                    <a:pt x="1465" y="60"/>
                    <a:pt x="1370" y="238"/>
                  </a:cubicBezTo>
                  <a:lnTo>
                    <a:pt x="96" y="2608"/>
                  </a:lnTo>
                  <a:lnTo>
                    <a:pt x="96" y="2608"/>
                  </a:lnTo>
                  <a:cubicBezTo>
                    <a:pt x="96" y="2619"/>
                    <a:pt x="0" y="2762"/>
                    <a:pt x="203" y="2762"/>
                  </a:cubicBezTo>
                  <a:lnTo>
                    <a:pt x="4108" y="2870"/>
                  </a:lnTo>
                  <a:cubicBezTo>
                    <a:pt x="4227" y="2870"/>
                    <a:pt x="4334" y="2786"/>
                    <a:pt x="4334" y="2667"/>
                  </a:cubicBezTo>
                  <a:lnTo>
                    <a:pt x="4406" y="298"/>
                  </a:lnTo>
                  <a:cubicBezTo>
                    <a:pt x="4406" y="179"/>
                    <a:pt x="4311" y="72"/>
                    <a:pt x="4191" y="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25"/>
            <p:cNvSpPr/>
            <p:nvPr/>
          </p:nvSpPr>
          <p:spPr>
            <a:xfrm>
              <a:off x="4494300" y="4454250"/>
              <a:ext cx="126825" cy="167000"/>
            </a:xfrm>
            <a:custGeom>
              <a:rect b="b" l="l" r="r" t="t"/>
              <a:pathLst>
                <a:path extrusionOk="0" h="6680" w="5073">
                  <a:moveTo>
                    <a:pt x="4120" y="2739"/>
                  </a:moveTo>
                  <a:lnTo>
                    <a:pt x="2025" y="6608"/>
                  </a:lnTo>
                  <a:cubicBezTo>
                    <a:pt x="1989" y="6668"/>
                    <a:pt x="1917" y="6680"/>
                    <a:pt x="1858" y="6656"/>
                  </a:cubicBezTo>
                  <a:lnTo>
                    <a:pt x="203" y="4703"/>
                  </a:lnTo>
                  <a:cubicBezTo>
                    <a:pt x="120" y="4596"/>
                    <a:pt x="0" y="4418"/>
                    <a:pt x="60" y="4334"/>
                  </a:cubicBezTo>
                  <a:lnTo>
                    <a:pt x="1655" y="1405"/>
                  </a:lnTo>
                  <a:cubicBezTo>
                    <a:pt x="1691" y="1310"/>
                    <a:pt x="1667" y="1227"/>
                    <a:pt x="1572" y="1167"/>
                  </a:cubicBezTo>
                  <a:cubicBezTo>
                    <a:pt x="1394" y="1060"/>
                    <a:pt x="1215" y="965"/>
                    <a:pt x="1024" y="870"/>
                  </a:cubicBezTo>
                  <a:cubicBezTo>
                    <a:pt x="977" y="834"/>
                    <a:pt x="953" y="786"/>
                    <a:pt x="965" y="751"/>
                  </a:cubicBezTo>
                  <a:cubicBezTo>
                    <a:pt x="977" y="703"/>
                    <a:pt x="1013" y="655"/>
                    <a:pt x="1048" y="643"/>
                  </a:cubicBezTo>
                  <a:lnTo>
                    <a:pt x="3537" y="167"/>
                  </a:lnTo>
                  <a:cubicBezTo>
                    <a:pt x="4061" y="60"/>
                    <a:pt x="3930" y="0"/>
                    <a:pt x="4120" y="489"/>
                  </a:cubicBezTo>
                  <a:lnTo>
                    <a:pt x="5061" y="2810"/>
                  </a:lnTo>
                  <a:cubicBezTo>
                    <a:pt x="5073" y="2858"/>
                    <a:pt x="5061" y="2917"/>
                    <a:pt x="5025" y="2953"/>
                  </a:cubicBezTo>
                  <a:cubicBezTo>
                    <a:pt x="4977" y="2977"/>
                    <a:pt x="4942" y="2989"/>
                    <a:pt x="4894" y="2965"/>
                  </a:cubicBezTo>
                  <a:cubicBezTo>
                    <a:pt x="4715" y="2858"/>
                    <a:pt x="4537" y="2775"/>
                    <a:pt x="4346" y="2667"/>
                  </a:cubicBezTo>
                  <a:cubicBezTo>
                    <a:pt x="4263" y="2632"/>
                    <a:pt x="4180" y="2667"/>
                    <a:pt x="4120" y="273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25"/>
            <p:cNvSpPr/>
            <p:nvPr/>
          </p:nvSpPr>
          <p:spPr>
            <a:xfrm>
              <a:off x="4258250" y="4170875"/>
              <a:ext cx="56300" cy="81000"/>
            </a:xfrm>
            <a:custGeom>
              <a:rect b="b" l="l" r="r" t="t"/>
              <a:pathLst>
                <a:path extrusionOk="0" h="3240" w="2252">
                  <a:moveTo>
                    <a:pt x="2025" y="1501"/>
                  </a:moveTo>
                  <a:cubicBezTo>
                    <a:pt x="1953" y="953"/>
                    <a:pt x="1787" y="382"/>
                    <a:pt x="1501" y="275"/>
                  </a:cubicBezTo>
                  <a:cubicBezTo>
                    <a:pt x="799" y="1"/>
                    <a:pt x="132" y="667"/>
                    <a:pt x="48" y="929"/>
                  </a:cubicBezTo>
                  <a:cubicBezTo>
                    <a:pt x="1" y="1084"/>
                    <a:pt x="382" y="2120"/>
                    <a:pt x="560" y="2608"/>
                  </a:cubicBezTo>
                  <a:cubicBezTo>
                    <a:pt x="810" y="3239"/>
                    <a:pt x="2251" y="3239"/>
                    <a:pt x="2025" y="150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25"/>
            <p:cNvSpPr/>
            <p:nvPr/>
          </p:nvSpPr>
          <p:spPr>
            <a:xfrm>
              <a:off x="4242175" y="4192025"/>
              <a:ext cx="32775" cy="50925"/>
            </a:xfrm>
            <a:custGeom>
              <a:rect b="b" l="l" r="r" t="t"/>
              <a:pathLst>
                <a:path extrusionOk="0" h="2037" w="1311">
                  <a:moveTo>
                    <a:pt x="739" y="0"/>
                  </a:moveTo>
                  <a:cubicBezTo>
                    <a:pt x="739" y="0"/>
                    <a:pt x="299" y="369"/>
                    <a:pt x="1" y="679"/>
                  </a:cubicBezTo>
                  <a:cubicBezTo>
                    <a:pt x="287" y="857"/>
                    <a:pt x="620" y="1143"/>
                    <a:pt x="941" y="1595"/>
                  </a:cubicBezTo>
                  <a:cubicBezTo>
                    <a:pt x="1049" y="1726"/>
                    <a:pt x="1132" y="1869"/>
                    <a:pt x="1239" y="2036"/>
                  </a:cubicBezTo>
                  <a:cubicBezTo>
                    <a:pt x="1275" y="2012"/>
                    <a:pt x="1299" y="1976"/>
                    <a:pt x="1311" y="1953"/>
                  </a:cubicBezTo>
                  <a:cubicBezTo>
                    <a:pt x="1275" y="1893"/>
                    <a:pt x="1227" y="1834"/>
                    <a:pt x="1192" y="1774"/>
                  </a:cubicBezTo>
                  <a:cubicBezTo>
                    <a:pt x="1180" y="1726"/>
                    <a:pt x="1156" y="1667"/>
                    <a:pt x="1132" y="1607"/>
                  </a:cubicBezTo>
                  <a:cubicBezTo>
                    <a:pt x="941" y="1084"/>
                    <a:pt x="644" y="226"/>
                    <a:pt x="691" y="107"/>
                  </a:cubicBezTo>
                  <a:cubicBezTo>
                    <a:pt x="703" y="60"/>
                    <a:pt x="727" y="24"/>
                    <a:pt x="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125"/>
            <p:cNvSpPr/>
            <p:nvPr/>
          </p:nvSpPr>
          <p:spPr>
            <a:xfrm>
              <a:off x="5022350" y="4170875"/>
              <a:ext cx="55675" cy="81000"/>
            </a:xfrm>
            <a:custGeom>
              <a:rect b="b" l="l" r="r" t="t"/>
              <a:pathLst>
                <a:path extrusionOk="0" h="3240" w="2227">
                  <a:moveTo>
                    <a:pt x="203" y="1501"/>
                  </a:moveTo>
                  <a:cubicBezTo>
                    <a:pt x="274" y="953"/>
                    <a:pt x="441" y="382"/>
                    <a:pt x="726" y="275"/>
                  </a:cubicBezTo>
                  <a:cubicBezTo>
                    <a:pt x="1441" y="1"/>
                    <a:pt x="2096" y="667"/>
                    <a:pt x="2179" y="929"/>
                  </a:cubicBezTo>
                  <a:cubicBezTo>
                    <a:pt x="2227" y="1084"/>
                    <a:pt x="1858" y="2120"/>
                    <a:pt x="1679" y="2608"/>
                  </a:cubicBezTo>
                  <a:cubicBezTo>
                    <a:pt x="1441" y="3239"/>
                    <a:pt x="0" y="3239"/>
                    <a:pt x="203" y="150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3" name="Google Shape;7843;p125"/>
          <p:cNvSpPr/>
          <p:nvPr/>
        </p:nvSpPr>
        <p:spPr>
          <a:xfrm>
            <a:off x="7501845" y="1720482"/>
            <a:ext cx="971428" cy="2245503"/>
          </a:xfrm>
          <a:custGeom>
            <a:rect b="b" l="l" r="r" t="t"/>
            <a:pathLst>
              <a:path extrusionOk="0" h="72081" w="31183">
                <a:moveTo>
                  <a:pt x="465" y="1"/>
                </a:moveTo>
                <a:cubicBezTo>
                  <a:pt x="465" y="1"/>
                  <a:pt x="0" y="5489"/>
                  <a:pt x="5358" y="6192"/>
                </a:cubicBezTo>
                <a:cubicBezTo>
                  <a:pt x="6823" y="8002"/>
                  <a:pt x="8156" y="9847"/>
                  <a:pt x="9394" y="11716"/>
                </a:cubicBezTo>
                <a:cubicBezTo>
                  <a:pt x="8712" y="11034"/>
                  <a:pt x="7443" y="10053"/>
                  <a:pt x="5788" y="10053"/>
                </a:cubicBezTo>
                <a:cubicBezTo>
                  <a:pt x="5015" y="10053"/>
                  <a:pt x="4159" y="10267"/>
                  <a:pt x="3239" y="10823"/>
                </a:cubicBezTo>
                <a:cubicBezTo>
                  <a:pt x="4329" y="12707"/>
                  <a:pt x="5747" y="13239"/>
                  <a:pt x="7000" y="13239"/>
                </a:cubicBezTo>
                <a:cubicBezTo>
                  <a:pt x="8360" y="13239"/>
                  <a:pt x="9524" y="12612"/>
                  <a:pt x="9859" y="12407"/>
                </a:cubicBezTo>
                <a:cubicBezTo>
                  <a:pt x="11133" y="14360"/>
                  <a:pt x="12288" y="16324"/>
                  <a:pt x="13323" y="18289"/>
                </a:cubicBezTo>
                <a:cubicBezTo>
                  <a:pt x="12669" y="17618"/>
                  <a:pt x="11565" y="16889"/>
                  <a:pt x="9826" y="16889"/>
                </a:cubicBezTo>
                <a:cubicBezTo>
                  <a:pt x="9066" y="16889"/>
                  <a:pt x="8185" y="17028"/>
                  <a:pt x="7168" y="17372"/>
                </a:cubicBezTo>
                <a:cubicBezTo>
                  <a:pt x="8474" y="19643"/>
                  <a:pt x="10046" y="20254"/>
                  <a:pt x="11364" y="20254"/>
                </a:cubicBezTo>
                <a:cubicBezTo>
                  <a:pt x="12582" y="20254"/>
                  <a:pt x="13583" y="19732"/>
                  <a:pt x="13954" y="19515"/>
                </a:cubicBezTo>
                <a:cubicBezTo>
                  <a:pt x="14990" y="21599"/>
                  <a:pt x="15895" y="23682"/>
                  <a:pt x="16669" y="25778"/>
                </a:cubicBezTo>
                <a:cubicBezTo>
                  <a:pt x="15962" y="24901"/>
                  <a:pt x="13814" y="22701"/>
                  <a:pt x="10288" y="22701"/>
                </a:cubicBezTo>
                <a:cubicBezTo>
                  <a:pt x="9598" y="22701"/>
                  <a:pt x="8856" y="22785"/>
                  <a:pt x="8061" y="22980"/>
                </a:cubicBezTo>
                <a:cubicBezTo>
                  <a:pt x="9596" y="26009"/>
                  <a:pt x="11956" y="26729"/>
                  <a:pt x="13857" y="26729"/>
                </a:cubicBezTo>
                <a:cubicBezTo>
                  <a:pt x="15289" y="26729"/>
                  <a:pt x="16461" y="26321"/>
                  <a:pt x="16824" y="26182"/>
                </a:cubicBezTo>
                <a:cubicBezTo>
                  <a:pt x="17407" y="27802"/>
                  <a:pt x="17919" y="29433"/>
                  <a:pt x="18336" y="31076"/>
                </a:cubicBezTo>
                <a:cubicBezTo>
                  <a:pt x="18503" y="31719"/>
                  <a:pt x="18669" y="32350"/>
                  <a:pt x="18800" y="32993"/>
                </a:cubicBezTo>
                <a:cubicBezTo>
                  <a:pt x="18111" y="31835"/>
                  <a:pt x="16652" y="30174"/>
                  <a:pt x="13853" y="30174"/>
                </a:cubicBezTo>
                <a:cubicBezTo>
                  <a:pt x="13315" y="30174"/>
                  <a:pt x="12727" y="30235"/>
                  <a:pt x="12085" y="30373"/>
                </a:cubicBezTo>
                <a:cubicBezTo>
                  <a:pt x="13885" y="33808"/>
                  <a:pt x="15958" y="34551"/>
                  <a:pt x="17417" y="34551"/>
                </a:cubicBezTo>
                <a:cubicBezTo>
                  <a:pt x="18158" y="34551"/>
                  <a:pt x="18741" y="34359"/>
                  <a:pt x="19050" y="34231"/>
                </a:cubicBezTo>
                <a:cubicBezTo>
                  <a:pt x="19812" y="38053"/>
                  <a:pt x="20122" y="41899"/>
                  <a:pt x="20027" y="45721"/>
                </a:cubicBezTo>
                <a:cubicBezTo>
                  <a:pt x="19705" y="45649"/>
                  <a:pt x="16288" y="44816"/>
                  <a:pt x="12442" y="41161"/>
                </a:cubicBezTo>
                <a:cubicBezTo>
                  <a:pt x="15216" y="38029"/>
                  <a:pt x="11930" y="34600"/>
                  <a:pt x="11930" y="34600"/>
                </a:cubicBezTo>
                <a:cubicBezTo>
                  <a:pt x="11930" y="34600"/>
                  <a:pt x="9728" y="37327"/>
                  <a:pt x="11168" y="39875"/>
                </a:cubicBezTo>
                <a:cubicBezTo>
                  <a:pt x="9692" y="38243"/>
                  <a:pt x="8204" y="36208"/>
                  <a:pt x="6846" y="33600"/>
                </a:cubicBezTo>
                <a:cubicBezTo>
                  <a:pt x="7656" y="32862"/>
                  <a:pt x="9561" y="30624"/>
                  <a:pt x="7561" y="27433"/>
                </a:cubicBezTo>
                <a:lnTo>
                  <a:pt x="7561" y="27433"/>
                </a:lnTo>
                <a:cubicBezTo>
                  <a:pt x="6096" y="28814"/>
                  <a:pt x="5763" y="30302"/>
                  <a:pt x="5834" y="31505"/>
                </a:cubicBezTo>
                <a:cubicBezTo>
                  <a:pt x="5537" y="30850"/>
                  <a:pt x="5263" y="30171"/>
                  <a:pt x="4989" y="29457"/>
                </a:cubicBezTo>
                <a:cubicBezTo>
                  <a:pt x="5334" y="28445"/>
                  <a:pt x="5775" y="25980"/>
                  <a:pt x="2893" y="24158"/>
                </a:cubicBezTo>
                <a:lnTo>
                  <a:pt x="2893" y="24158"/>
                </a:lnTo>
                <a:cubicBezTo>
                  <a:pt x="1631" y="28349"/>
                  <a:pt x="3929" y="29588"/>
                  <a:pt x="4620" y="29850"/>
                </a:cubicBezTo>
                <a:cubicBezTo>
                  <a:pt x="5322" y="31659"/>
                  <a:pt x="6072" y="33267"/>
                  <a:pt x="6882" y="34672"/>
                </a:cubicBezTo>
                <a:cubicBezTo>
                  <a:pt x="6224" y="34098"/>
                  <a:pt x="5298" y="33608"/>
                  <a:pt x="4030" y="33608"/>
                </a:cubicBezTo>
                <a:cubicBezTo>
                  <a:pt x="3508" y="33608"/>
                  <a:pt x="2929" y="33691"/>
                  <a:pt x="2286" y="33886"/>
                </a:cubicBezTo>
                <a:cubicBezTo>
                  <a:pt x="3548" y="36282"/>
                  <a:pt x="5556" y="36730"/>
                  <a:pt x="6886" y="36730"/>
                </a:cubicBezTo>
                <a:cubicBezTo>
                  <a:pt x="7413" y="36730"/>
                  <a:pt x="7834" y="36660"/>
                  <a:pt x="8061" y="36612"/>
                </a:cubicBezTo>
                <a:cubicBezTo>
                  <a:pt x="9454" y="38755"/>
                  <a:pt x="10918" y="40410"/>
                  <a:pt x="12240" y="41672"/>
                </a:cubicBezTo>
                <a:cubicBezTo>
                  <a:pt x="11580" y="41285"/>
                  <a:pt x="10592" y="40904"/>
                  <a:pt x="9242" y="40904"/>
                </a:cubicBezTo>
                <a:cubicBezTo>
                  <a:pt x="7935" y="40904"/>
                  <a:pt x="6289" y="41261"/>
                  <a:pt x="4275" y="42315"/>
                </a:cubicBezTo>
                <a:cubicBezTo>
                  <a:pt x="6062" y="43864"/>
                  <a:pt x="7676" y="44374"/>
                  <a:pt x="9026" y="44374"/>
                </a:cubicBezTo>
                <a:cubicBezTo>
                  <a:pt x="11393" y="44374"/>
                  <a:pt x="12951" y="42810"/>
                  <a:pt x="13216" y="42530"/>
                </a:cubicBezTo>
                <a:cubicBezTo>
                  <a:pt x="13490" y="42756"/>
                  <a:pt x="13740" y="42970"/>
                  <a:pt x="13990" y="43161"/>
                </a:cubicBezTo>
                <a:cubicBezTo>
                  <a:pt x="17288" y="45673"/>
                  <a:pt x="19860" y="46197"/>
                  <a:pt x="19967" y="46209"/>
                </a:cubicBezTo>
                <a:lnTo>
                  <a:pt x="20003" y="46209"/>
                </a:lnTo>
                <a:cubicBezTo>
                  <a:pt x="19931" y="48209"/>
                  <a:pt x="19729" y="50185"/>
                  <a:pt x="19407" y="52162"/>
                </a:cubicBezTo>
                <a:cubicBezTo>
                  <a:pt x="19324" y="52757"/>
                  <a:pt x="19217" y="53341"/>
                  <a:pt x="19098" y="53900"/>
                </a:cubicBezTo>
                <a:cubicBezTo>
                  <a:pt x="19026" y="52352"/>
                  <a:pt x="18241" y="48102"/>
                  <a:pt x="11942" y="45625"/>
                </a:cubicBezTo>
                <a:lnTo>
                  <a:pt x="11942" y="45625"/>
                </a:lnTo>
                <a:cubicBezTo>
                  <a:pt x="11907" y="53210"/>
                  <a:pt x="18074" y="54365"/>
                  <a:pt x="18979" y="54484"/>
                </a:cubicBezTo>
                <a:cubicBezTo>
                  <a:pt x="18479" y="56924"/>
                  <a:pt x="17824" y="59139"/>
                  <a:pt x="17121" y="61127"/>
                </a:cubicBezTo>
                <a:cubicBezTo>
                  <a:pt x="17193" y="60199"/>
                  <a:pt x="17264" y="55567"/>
                  <a:pt x="10978" y="54543"/>
                </a:cubicBezTo>
                <a:lnTo>
                  <a:pt x="10978" y="54543"/>
                </a:lnTo>
                <a:cubicBezTo>
                  <a:pt x="11687" y="60860"/>
                  <a:pt x="15795" y="61289"/>
                  <a:pt x="16853" y="61289"/>
                </a:cubicBezTo>
                <a:cubicBezTo>
                  <a:pt x="16950" y="61289"/>
                  <a:pt x="17021" y="61285"/>
                  <a:pt x="17062" y="61282"/>
                </a:cubicBezTo>
                <a:lnTo>
                  <a:pt x="17062" y="61282"/>
                </a:lnTo>
                <a:cubicBezTo>
                  <a:pt x="16038" y="64140"/>
                  <a:pt x="14919" y="66485"/>
                  <a:pt x="13978" y="68211"/>
                </a:cubicBezTo>
                <a:cubicBezTo>
                  <a:pt x="14038" y="66580"/>
                  <a:pt x="13573" y="62282"/>
                  <a:pt x="7716" y="58413"/>
                </a:cubicBezTo>
                <a:lnTo>
                  <a:pt x="7716" y="58413"/>
                </a:lnTo>
                <a:cubicBezTo>
                  <a:pt x="6632" y="67402"/>
                  <a:pt x="12252" y="68688"/>
                  <a:pt x="13621" y="68866"/>
                </a:cubicBezTo>
                <a:cubicBezTo>
                  <a:pt x="12597" y="70664"/>
                  <a:pt x="11871" y="71640"/>
                  <a:pt x="11847" y="71676"/>
                </a:cubicBezTo>
                <a:cubicBezTo>
                  <a:pt x="11764" y="71783"/>
                  <a:pt x="11787" y="71938"/>
                  <a:pt x="11895" y="72033"/>
                </a:cubicBezTo>
                <a:cubicBezTo>
                  <a:pt x="11942" y="72057"/>
                  <a:pt x="12002" y="72081"/>
                  <a:pt x="12049" y="72081"/>
                </a:cubicBezTo>
                <a:cubicBezTo>
                  <a:pt x="12121" y="72081"/>
                  <a:pt x="12192" y="72045"/>
                  <a:pt x="12240" y="71974"/>
                </a:cubicBezTo>
                <a:cubicBezTo>
                  <a:pt x="12264" y="71926"/>
                  <a:pt x="14133" y="69438"/>
                  <a:pt x="16074" y="65080"/>
                </a:cubicBezTo>
                <a:cubicBezTo>
                  <a:pt x="16707" y="65347"/>
                  <a:pt x="18383" y="65964"/>
                  <a:pt x="20255" y="65964"/>
                </a:cubicBezTo>
                <a:cubicBezTo>
                  <a:pt x="22395" y="65964"/>
                  <a:pt x="24791" y="65158"/>
                  <a:pt x="26182" y="62104"/>
                </a:cubicBezTo>
                <a:cubicBezTo>
                  <a:pt x="24889" y="61397"/>
                  <a:pt x="23678" y="61119"/>
                  <a:pt x="22572" y="61119"/>
                </a:cubicBezTo>
                <a:cubicBezTo>
                  <a:pt x="19688" y="61119"/>
                  <a:pt x="17523" y="63012"/>
                  <a:pt x="16490" y="64140"/>
                </a:cubicBezTo>
                <a:cubicBezTo>
                  <a:pt x="17193" y="62496"/>
                  <a:pt x="17883" y="60615"/>
                  <a:pt x="18491" y="58532"/>
                </a:cubicBezTo>
                <a:cubicBezTo>
                  <a:pt x="18800" y="58594"/>
                  <a:pt x="19539" y="58718"/>
                  <a:pt x="20463" y="58718"/>
                </a:cubicBezTo>
                <a:cubicBezTo>
                  <a:pt x="22700" y="58718"/>
                  <a:pt x="26026" y="57993"/>
                  <a:pt x="27004" y="53924"/>
                </a:cubicBezTo>
                <a:cubicBezTo>
                  <a:pt x="26471" y="53835"/>
                  <a:pt x="25966" y="53794"/>
                  <a:pt x="25488" y="53794"/>
                </a:cubicBezTo>
                <a:cubicBezTo>
                  <a:pt x="21575" y="53794"/>
                  <a:pt x="19466" y="56535"/>
                  <a:pt x="18681" y="57829"/>
                </a:cubicBezTo>
                <a:cubicBezTo>
                  <a:pt x="19157" y="56103"/>
                  <a:pt x="19586" y="54234"/>
                  <a:pt x="19908" y="52257"/>
                </a:cubicBezTo>
                <a:cubicBezTo>
                  <a:pt x="20038" y="51448"/>
                  <a:pt x="20146" y="50614"/>
                  <a:pt x="20241" y="49781"/>
                </a:cubicBezTo>
                <a:cubicBezTo>
                  <a:pt x="20652" y="49924"/>
                  <a:pt x="21824" y="50275"/>
                  <a:pt x="23306" y="50275"/>
                </a:cubicBezTo>
                <a:cubicBezTo>
                  <a:pt x="25771" y="50275"/>
                  <a:pt x="29093" y="49302"/>
                  <a:pt x="31183" y="44780"/>
                </a:cubicBezTo>
                <a:cubicBezTo>
                  <a:pt x="30217" y="44540"/>
                  <a:pt x="29321" y="44435"/>
                  <a:pt x="28492" y="44435"/>
                </a:cubicBezTo>
                <a:cubicBezTo>
                  <a:pt x="23554" y="44435"/>
                  <a:pt x="20992" y="48159"/>
                  <a:pt x="20289" y="49352"/>
                </a:cubicBezTo>
                <a:cubicBezTo>
                  <a:pt x="20503" y="47257"/>
                  <a:pt x="20586" y="45137"/>
                  <a:pt x="20539" y="43030"/>
                </a:cubicBezTo>
                <a:lnTo>
                  <a:pt x="20539" y="43030"/>
                </a:lnTo>
                <a:cubicBezTo>
                  <a:pt x="20575" y="43030"/>
                  <a:pt x="20614" y="43031"/>
                  <a:pt x="20655" y="43031"/>
                </a:cubicBezTo>
                <a:cubicBezTo>
                  <a:pt x="22136" y="43031"/>
                  <a:pt x="26589" y="42551"/>
                  <a:pt x="27087" y="36910"/>
                </a:cubicBezTo>
                <a:cubicBezTo>
                  <a:pt x="26864" y="36889"/>
                  <a:pt x="26648" y="36879"/>
                  <a:pt x="26438" y="36879"/>
                </a:cubicBezTo>
                <a:cubicBezTo>
                  <a:pt x="22712" y="36879"/>
                  <a:pt x="21100" y="40058"/>
                  <a:pt x="20491" y="41839"/>
                </a:cubicBezTo>
                <a:cubicBezTo>
                  <a:pt x="20419" y="40184"/>
                  <a:pt x="20265" y="38529"/>
                  <a:pt x="20027" y="36898"/>
                </a:cubicBezTo>
                <a:cubicBezTo>
                  <a:pt x="21074" y="36577"/>
                  <a:pt x="25956" y="34767"/>
                  <a:pt x="25384" y="27957"/>
                </a:cubicBezTo>
                <a:lnTo>
                  <a:pt x="25384" y="27957"/>
                </a:lnTo>
                <a:cubicBezTo>
                  <a:pt x="20812" y="29469"/>
                  <a:pt x="19824" y="32802"/>
                  <a:pt x="19705" y="34957"/>
                </a:cubicBezTo>
                <a:cubicBezTo>
                  <a:pt x="19467" y="33636"/>
                  <a:pt x="19169" y="32314"/>
                  <a:pt x="18836" y="30993"/>
                </a:cubicBezTo>
                <a:cubicBezTo>
                  <a:pt x="18610" y="30123"/>
                  <a:pt x="18360" y="29266"/>
                  <a:pt x="18086" y="28397"/>
                </a:cubicBezTo>
                <a:cubicBezTo>
                  <a:pt x="18574" y="28171"/>
                  <a:pt x="20098" y="27361"/>
                  <a:pt x="21420" y="25575"/>
                </a:cubicBezTo>
                <a:cubicBezTo>
                  <a:pt x="21598" y="25337"/>
                  <a:pt x="21765" y="25075"/>
                  <a:pt x="21908" y="24837"/>
                </a:cubicBezTo>
                <a:cubicBezTo>
                  <a:pt x="23080" y="25394"/>
                  <a:pt x="24077" y="25604"/>
                  <a:pt x="24915" y="25604"/>
                </a:cubicBezTo>
                <a:cubicBezTo>
                  <a:pt x="27482" y="25604"/>
                  <a:pt x="28551" y="23635"/>
                  <a:pt x="28551" y="23635"/>
                </a:cubicBezTo>
                <a:cubicBezTo>
                  <a:pt x="28551" y="23635"/>
                  <a:pt x="27392" y="22566"/>
                  <a:pt x="25653" y="22566"/>
                </a:cubicBezTo>
                <a:cubicBezTo>
                  <a:pt x="24726" y="22566"/>
                  <a:pt x="23635" y="22870"/>
                  <a:pt x="22467" y="23801"/>
                </a:cubicBezTo>
                <a:cubicBezTo>
                  <a:pt x="23003" y="22634"/>
                  <a:pt x="23301" y="21432"/>
                  <a:pt x="23432" y="20229"/>
                </a:cubicBezTo>
                <a:cubicBezTo>
                  <a:pt x="28325" y="19622"/>
                  <a:pt x="28242" y="15681"/>
                  <a:pt x="28242" y="15681"/>
                </a:cubicBezTo>
                <a:cubicBezTo>
                  <a:pt x="28242" y="15681"/>
                  <a:pt x="28183" y="15677"/>
                  <a:pt x="28078" y="15677"/>
                </a:cubicBezTo>
                <a:cubicBezTo>
                  <a:pt x="27387" y="15677"/>
                  <a:pt x="24703" y="15856"/>
                  <a:pt x="23515" y="18563"/>
                </a:cubicBezTo>
                <a:cubicBezTo>
                  <a:pt x="23515" y="17574"/>
                  <a:pt x="23432" y="16646"/>
                  <a:pt x="23277" y="15765"/>
                </a:cubicBezTo>
                <a:cubicBezTo>
                  <a:pt x="23848" y="14836"/>
                  <a:pt x="25349" y="11693"/>
                  <a:pt x="21598" y="8716"/>
                </a:cubicBezTo>
                <a:lnTo>
                  <a:pt x="21598" y="8716"/>
                </a:lnTo>
                <a:cubicBezTo>
                  <a:pt x="19491" y="13109"/>
                  <a:pt x="21884" y="15241"/>
                  <a:pt x="22789" y="15836"/>
                </a:cubicBezTo>
                <a:cubicBezTo>
                  <a:pt x="23372" y="19336"/>
                  <a:pt x="22848" y="21908"/>
                  <a:pt x="21955" y="23754"/>
                </a:cubicBezTo>
                <a:cubicBezTo>
                  <a:pt x="22134" y="22408"/>
                  <a:pt x="21824" y="20253"/>
                  <a:pt x="18776" y="18336"/>
                </a:cubicBezTo>
                <a:lnTo>
                  <a:pt x="18776" y="18336"/>
                </a:lnTo>
                <a:cubicBezTo>
                  <a:pt x="17538" y="23158"/>
                  <a:pt x="20336" y="24587"/>
                  <a:pt x="21289" y="24909"/>
                </a:cubicBezTo>
                <a:cubicBezTo>
                  <a:pt x="20038" y="26778"/>
                  <a:pt x="18491" y="27635"/>
                  <a:pt x="17943" y="27909"/>
                </a:cubicBezTo>
                <a:cubicBezTo>
                  <a:pt x="16669" y="23980"/>
                  <a:pt x="14943" y="20087"/>
                  <a:pt x="12776" y="16241"/>
                </a:cubicBezTo>
                <a:cubicBezTo>
                  <a:pt x="16693" y="14014"/>
                  <a:pt x="14133" y="9240"/>
                  <a:pt x="14133" y="9240"/>
                </a:cubicBezTo>
                <a:lnTo>
                  <a:pt x="14133" y="9240"/>
                </a:lnTo>
                <a:cubicBezTo>
                  <a:pt x="14133" y="9240"/>
                  <a:pt x="11073" y="11145"/>
                  <a:pt x="12014" y="14931"/>
                </a:cubicBezTo>
                <a:cubicBezTo>
                  <a:pt x="10918" y="13086"/>
                  <a:pt x="9728" y="11252"/>
                  <a:pt x="8430" y="9430"/>
                </a:cubicBezTo>
                <a:cubicBezTo>
                  <a:pt x="13014" y="7335"/>
                  <a:pt x="11692" y="3585"/>
                  <a:pt x="11692" y="3584"/>
                </a:cubicBezTo>
                <a:lnTo>
                  <a:pt x="11692" y="3584"/>
                </a:lnTo>
                <a:cubicBezTo>
                  <a:pt x="11692" y="3585"/>
                  <a:pt x="7680" y="4597"/>
                  <a:pt x="8085" y="8954"/>
                </a:cubicBezTo>
                <a:cubicBezTo>
                  <a:pt x="7358" y="7942"/>
                  <a:pt x="6596" y="6954"/>
                  <a:pt x="5811" y="5954"/>
                </a:cubicBezTo>
                <a:cubicBezTo>
                  <a:pt x="5715" y="441"/>
                  <a:pt x="465" y="1"/>
                  <a:pt x="4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4" name="Google Shape;7844;p125"/>
          <p:cNvGrpSpPr/>
          <p:nvPr/>
        </p:nvGrpSpPr>
        <p:grpSpPr>
          <a:xfrm>
            <a:off x="6082055" y="1621552"/>
            <a:ext cx="1356504" cy="2313229"/>
            <a:chOff x="6426675" y="968225"/>
            <a:chExt cx="1088600" cy="1856375"/>
          </a:xfrm>
        </p:grpSpPr>
        <p:sp>
          <p:nvSpPr>
            <p:cNvPr id="7845" name="Google Shape;7845;p125"/>
            <p:cNvSpPr/>
            <p:nvPr/>
          </p:nvSpPr>
          <p:spPr>
            <a:xfrm>
              <a:off x="6504075" y="1074050"/>
              <a:ext cx="934375" cy="1750550"/>
            </a:xfrm>
            <a:custGeom>
              <a:rect b="b" l="l" r="r" t="t"/>
              <a:pathLst>
                <a:path extrusionOk="0" h="70022" w="37375">
                  <a:moveTo>
                    <a:pt x="3048" y="0"/>
                  </a:moveTo>
                  <a:cubicBezTo>
                    <a:pt x="2991" y="0"/>
                    <a:pt x="2935" y="19"/>
                    <a:pt x="2894" y="61"/>
                  </a:cubicBezTo>
                  <a:cubicBezTo>
                    <a:pt x="2787" y="144"/>
                    <a:pt x="2775" y="311"/>
                    <a:pt x="2858" y="418"/>
                  </a:cubicBezTo>
                  <a:cubicBezTo>
                    <a:pt x="4632" y="2514"/>
                    <a:pt x="6263" y="4609"/>
                    <a:pt x="7775" y="6705"/>
                  </a:cubicBezTo>
                  <a:cubicBezTo>
                    <a:pt x="7353" y="7119"/>
                    <a:pt x="6201" y="8050"/>
                    <a:pt x="4279" y="8050"/>
                  </a:cubicBezTo>
                  <a:cubicBezTo>
                    <a:pt x="3223" y="8050"/>
                    <a:pt x="1934" y="7769"/>
                    <a:pt x="405" y="6966"/>
                  </a:cubicBezTo>
                  <a:cubicBezTo>
                    <a:pt x="371" y="6949"/>
                    <a:pt x="333" y="6941"/>
                    <a:pt x="295" y="6941"/>
                  </a:cubicBezTo>
                  <a:cubicBezTo>
                    <a:pt x="203" y="6941"/>
                    <a:pt x="111" y="6989"/>
                    <a:pt x="60" y="7074"/>
                  </a:cubicBezTo>
                  <a:cubicBezTo>
                    <a:pt x="0" y="7193"/>
                    <a:pt x="48" y="7336"/>
                    <a:pt x="167" y="7407"/>
                  </a:cubicBezTo>
                  <a:cubicBezTo>
                    <a:pt x="1763" y="8240"/>
                    <a:pt x="3108" y="8538"/>
                    <a:pt x="4251" y="8538"/>
                  </a:cubicBezTo>
                  <a:cubicBezTo>
                    <a:pt x="6251" y="8538"/>
                    <a:pt x="7537" y="7598"/>
                    <a:pt x="8049" y="7121"/>
                  </a:cubicBezTo>
                  <a:cubicBezTo>
                    <a:pt x="10347" y="10348"/>
                    <a:pt x="12335" y="13539"/>
                    <a:pt x="14097" y="16694"/>
                  </a:cubicBezTo>
                  <a:cubicBezTo>
                    <a:pt x="13702" y="16516"/>
                    <a:pt x="13169" y="16340"/>
                    <a:pt x="12602" y="16340"/>
                  </a:cubicBezTo>
                  <a:cubicBezTo>
                    <a:pt x="11957" y="16340"/>
                    <a:pt x="11269" y="16567"/>
                    <a:pt x="10692" y="17277"/>
                  </a:cubicBezTo>
                  <a:cubicBezTo>
                    <a:pt x="11640" y="17873"/>
                    <a:pt x="12393" y="18076"/>
                    <a:pt x="12982" y="18076"/>
                  </a:cubicBezTo>
                  <a:cubicBezTo>
                    <a:pt x="13747" y="18076"/>
                    <a:pt x="14233" y="17732"/>
                    <a:pt x="14502" y="17456"/>
                  </a:cubicBezTo>
                  <a:cubicBezTo>
                    <a:pt x="16050" y="20301"/>
                    <a:pt x="17384" y="23111"/>
                    <a:pt x="18550" y="25838"/>
                  </a:cubicBezTo>
                  <a:cubicBezTo>
                    <a:pt x="18131" y="25911"/>
                    <a:pt x="17166" y="26086"/>
                    <a:pt x="15885" y="26086"/>
                  </a:cubicBezTo>
                  <a:cubicBezTo>
                    <a:pt x="15711" y="26086"/>
                    <a:pt x="15532" y="26083"/>
                    <a:pt x="15348" y="26076"/>
                  </a:cubicBezTo>
                  <a:cubicBezTo>
                    <a:pt x="15371" y="25385"/>
                    <a:pt x="15276" y="22576"/>
                    <a:pt x="12014" y="22326"/>
                  </a:cubicBezTo>
                  <a:lnTo>
                    <a:pt x="12014" y="22326"/>
                  </a:lnTo>
                  <a:cubicBezTo>
                    <a:pt x="12133" y="24707"/>
                    <a:pt x="13276" y="25624"/>
                    <a:pt x="14205" y="25981"/>
                  </a:cubicBezTo>
                  <a:cubicBezTo>
                    <a:pt x="13050" y="25850"/>
                    <a:pt x="11776" y="25564"/>
                    <a:pt x="10466" y="25028"/>
                  </a:cubicBezTo>
                  <a:cubicBezTo>
                    <a:pt x="10585" y="24290"/>
                    <a:pt x="11169" y="19361"/>
                    <a:pt x="6501" y="14372"/>
                  </a:cubicBezTo>
                  <a:cubicBezTo>
                    <a:pt x="6458" y="14323"/>
                    <a:pt x="6393" y="14299"/>
                    <a:pt x="6325" y="14299"/>
                  </a:cubicBezTo>
                  <a:cubicBezTo>
                    <a:pt x="6262" y="14299"/>
                    <a:pt x="6196" y="14320"/>
                    <a:pt x="6144" y="14360"/>
                  </a:cubicBezTo>
                  <a:cubicBezTo>
                    <a:pt x="6049" y="14444"/>
                    <a:pt x="6049" y="14610"/>
                    <a:pt x="6132" y="14717"/>
                  </a:cubicBezTo>
                  <a:cubicBezTo>
                    <a:pt x="10371" y="19254"/>
                    <a:pt x="10109" y="23826"/>
                    <a:pt x="9990" y="24826"/>
                  </a:cubicBezTo>
                  <a:cubicBezTo>
                    <a:pt x="8025" y="23921"/>
                    <a:pt x="6037" y="22373"/>
                    <a:pt x="4382" y="19837"/>
                  </a:cubicBezTo>
                  <a:cubicBezTo>
                    <a:pt x="4330" y="19763"/>
                    <a:pt x="4255" y="19726"/>
                    <a:pt x="4176" y="19726"/>
                  </a:cubicBezTo>
                  <a:cubicBezTo>
                    <a:pt x="4129" y="19726"/>
                    <a:pt x="4081" y="19739"/>
                    <a:pt x="4037" y="19766"/>
                  </a:cubicBezTo>
                  <a:cubicBezTo>
                    <a:pt x="3918" y="19837"/>
                    <a:pt x="3882" y="19992"/>
                    <a:pt x="3965" y="20111"/>
                  </a:cubicBezTo>
                  <a:cubicBezTo>
                    <a:pt x="5061" y="21790"/>
                    <a:pt x="6311" y="23052"/>
                    <a:pt x="7609" y="23992"/>
                  </a:cubicBezTo>
                  <a:cubicBezTo>
                    <a:pt x="7238" y="23887"/>
                    <a:pt x="6724" y="23784"/>
                    <a:pt x="6128" y="23784"/>
                  </a:cubicBezTo>
                  <a:cubicBezTo>
                    <a:pt x="4980" y="23784"/>
                    <a:pt x="3532" y="24166"/>
                    <a:pt x="2239" y="25647"/>
                  </a:cubicBezTo>
                  <a:cubicBezTo>
                    <a:pt x="2921" y="26038"/>
                    <a:pt x="3590" y="26191"/>
                    <a:pt x="4219" y="26191"/>
                  </a:cubicBezTo>
                  <a:cubicBezTo>
                    <a:pt x="6139" y="26191"/>
                    <a:pt x="7690" y="24768"/>
                    <a:pt x="8121" y="24338"/>
                  </a:cubicBezTo>
                  <a:cubicBezTo>
                    <a:pt x="10883" y="26147"/>
                    <a:pt x="13788" y="26564"/>
                    <a:pt x="15895" y="26564"/>
                  </a:cubicBezTo>
                  <a:cubicBezTo>
                    <a:pt x="17348" y="26564"/>
                    <a:pt x="18396" y="26374"/>
                    <a:pt x="18765" y="26278"/>
                  </a:cubicBezTo>
                  <a:cubicBezTo>
                    <a:pt x="19729" y="28564"/>
                    <a:pt x="20551" y="30791"/>
                    <a:pt x="21289" y="32946"/>
                  </a:cubicBezTo>
                  <a:cubicBezTo>
                    <a:pt x="20424" y="31963"/>
                    <a:pt x="18460" y="30186"/>
                    <a:pt x="15417" y="30186"/>
                  </a:cubicBezTo>
                  <a:cubicBezTo>
                    <a:pt x="14480" y="30186"/>
                    <a:pt x="13441" y="30355"/>
                    <a:pt x="12300" y="30767"/>
                  </a:cubicBezTo>
                  <a:cubicBezTo>
                    <a:pt x="14008" y="33505"/>
                    <a:pt x="16514" y="34160"/>
                    <a:pt x="18524" y="34160"/>
                  </a:cubicBezTo>
                  <a:cubicBezTo>
                    <a:pt x="19904" y="34160"/>
                    <a:pt x="21049" y="33851"/>
                    <a:pt x="21539" y="33696"/>
                  </a:cubicBezTo>
                  <a:cubicBezTo>
                    <a:pt x="22515" y="36673"/>
                    <a:pt x="23289" y="39518"/>
                    <a:pt x="23884" y="42161"/>
                  </a:cubicBezTo>
                  <a:cubicBezTo>
                    <a:pt x="22801" y="40387"/>
                    <a:pt x="20277" y="36911"/>
                    <a:pt x="16860" y="36708"/>
                  </a:cubicBezTo>
                  <a:lnTo>
                    <a:pt x="16860" y="36708"/>
                  </a:lnTo>
                  <a:cubicBezTo>
                    <a:pt x="17681" y="42661"/>
                    <a:pt x="22741" y="43173"/>
                    <a:pt x="24111" y="43185"/>
                  </a:cubicBezTo>
                  <a:cubicBezTo>
                    <a:pt x="24456" y="44745"/>
                    <a:pt x="24742" y="46257"/>
                    <a:pt x="24980" y="47674"/>
                  </a:cubicBezTo>
                  <a:cubicBezTo>
                    <a:pt x="25313" y="49734"/>
                    <a:pt x="25587" y="51722"/>
                    <a:pt x="25766" y="53567"/>
                  </a:cubicBezTo>
                  <a:cubicBezTo>
                    <a:pt x="25158" y="52615"/>
                    <a:pt x="23980" y="51103"/>
                    <a:pt x="22087" y="50091"/>
                  </a:cubicBezTo>
                  <a:cubicBezTo>
                    <a:pt x="22360" y="49293"/>
                    <a:pt x="23146" y="46102"/>
                    <a:pt x="20217" y="43173"/>
                  </a:cubicBezTo>
                  <a:lnTo>
                    <a:pt x="20217" y="43173"/>
                  </a:lnTo>
                  <a:cubicBezTo>
                    <a:pt x="19086" y="46674"/>
                    <a:pt x="20610" y="48888"/>
                    <a:pt x="21491" y="49793"/>
                  </a:cubicBezTo>
                  <a:cubicBezTo>
                    <a:pt x="20777" y="49484"/>
                    <a:pt x="19979" y="49246"/>
                    <a:pt x="19086" y="49126"/>
                  </a:cubicBezTo>
                  <a:cubicBezTo>
                    <a:pt x="18908" y="48771"/>
                    <a:pt x="17672" y="46372"/>
                    <a:pt x="15515" y="46372"/>
                  </a:cubicBezTo>
                  <a:cubicBezTo>
                    <a:pt x="15218" y="46372"/>
                    <a:pt x="14905" y="46417"/>
                    <a:pt x="14574" y="46519"/>
                  </a:cubicBezTo>
                  <a:cubicBezTo>
                    <a:pt x="15181" y="48162"/>
                    <a:pt x="16383" y="48805"/>
                    <a:pt x="17396" y="49055"/>
                  </a:cubicBezTo>
                  <a:cubicBezTo>
                    <a:pt x="16288" y="49103"/>
                    <a:pt x="15050" y="49317"/>
                    <a:pt x="13681" y="49781"/>
                  </a:cubicBezTo>
                  <a:cubicBezTo>
                    <a:pt x="13550" y="49829"/>
                    <a:pt x="13490" y="49972"/>
                    <a:pt x="13526" y="50091"/>
                  </a:cubicBezTo>
                  <a:cubicBezTo>
                    <a:pt x="13563" y="50201"/>
                    <a:pt x="13663" y="50262"/>
                    <a:pt x="13762" y="50262"/>
                  </a:cubicBezTo>
                  <a:cubicBezTo>
                    <a:pt x="13791" y="50262"/>
                    <a:pt x="13820" y="50256"/>
                    <a:pt x="13847" y="50246"/>
                  </a:cubicBezTo>
                  <a:cubicBezTo>
                    <a:pt x="15344" y="49732"/>
                    <a:pt x="16677" y="49518"/>
                    <a:pt x="17859" y="49518"/>
                  </a:cubicBezTo>
                  <a:cubicBezTo>
                    <a:pt x="23494" y="49518"/>
                    <a:pt x="25695" y="54369"/>
                    <a:pt x="25813" y="54615"/>
                  </a:cubicBezTo>
                  <a:cubicBezTo>
                    <a:pt x="25825" y="54663"/>
                    <a:pt x="25849" y="54699"/>
                    <a:pt x="25885" y="54710"/>
                  </a:cubicBezTo>
                  <a:cubicBezTo>
                    <a:pt x="26301" y="59461"/>
                    <a:pt x="26266" y="63331"/>
                    <a:pt x="26147" y="65962"/>
                  </a:cubicBezTo>
                  <a:cubicBezTo>
                    <a:pt x="25480" y="62485"/>
                    <a:pt x="23253" y="55663"/>
                    <a:pt x="15943" y="52936"/>
                  </a:cubicBezTo>
                  <a:lnTo>
                    <a:pt x="15943" y="52936"/>
                  </a:lnTo>
                  <a:cubicBezTo>
                    <a:pt x="15586" y="65783"/>
                    <a:pt x="24027" y="67712"/>
                    <a:pt x="26016" y="67998"/>
                  </a:cubicBezTo>
                  <a:cubicBezTo>
                    <a:pt x="25932" y="69105"/>
                    <a:pt x="25837" y="69712"/>
                    <a:pt x="25837" y="69736"/>
                  </a:cubicBezTo>
                  <a:cubicBezTo>
                    <a:pt x="25825" y="69879"/>
                    <a:pt x="25908" y="70010"/>
                    <a:pt x="26051" y="70022"/>
                  </a:cubicBezTo>
                  <a:lnTo>
                    <a:pt x="26087" y="70022"/>
                  </a:lnTo>
                  <a:cubicBezTo>
                    <a:pt x="26206" y="70022"/>
                    <a:pt x="26313" y="69939"/>
                    <a:pt x="26349" y="69819"/>
                  </a:cubicBezTo>
                  <a:cubicBezTo>
                    <a:pt x="26349" y="69784"/>
                    <a:pt x="26504" y="68700"/>
                    <a:pt x="26623" y="66748"/>
                  </a:cubicBezTo>
                  <a:cubicBezTo>
                    <a:pt x="27337" y="66581"/>
                    <a:pt x="36422" y="64247"/>
                    <a:pt x="32981" y="51662"/>
                  </a:cubicBezTo>
                  <a:lnTo>
                    <a:pt x="32981" y="51662"/>
                  </a:lnTo>
                  <a:cubicBezTo>
                    <a:pt x="28671" y="54996"/>
                    <a:pt x="27218" y="59663"/>
                    <a:pt x="26742" y="62926"/>
                  </a:cubicBezTo>
                  <a:cubicBezTo>
                    <a:pt x="26778" y="59580"/>
                    <a:pt x="26587" y="55139"/>
                    <a:pt x="25873" y="49996"/>
                  </a:cubicBezTo>
                  <a:cubicBezTo>
                    <a:pt x="25897" y="49960"/>
                    <a:pt x="25932" y="49912"/>
                    <a:pt x="25932" y="49877"/>
                  </a:cubicBezTo>
                  <a:cubicBezTo>
                    <a:pt x="25944" y="49793"/>
                    <a:pt x="26849" y="44423"/>
                    <a:pt x="30278" y="41364"/>
                  </a:cubicBezTo>
                  <a:cubicBezTo>
                    <a:pt x="30780" y="41865"/>
                    <a:pt x="32483" y="43374"/>
                    <a:pt x="34712" y="43374"/>
                  </a:cubicBezTo>
                  <a:cubicBezTo>
                    <a:pt x="35181" y="43374"/>
                    <a:pt x="35674" y="43307"/>
                    <a:pt x="36184" y="43150"/>
                  </a:cubicBezTo>
                  <a:cubicBezTo>
                    <a:pt x="34896" y="41373"/>
                    <a:pt x="33006" y="41021"/>
                    <a:pt x="31678" y="41021"/>
                  </a:cubicBezTo>
                  <a:cubicBezTo>
                    <a:pt x="31226" y="41021"/>
                    <a:pt x="30839" y="41062"/>
                    <a:pt x="30564" y="41102"/>
                  </a:cubicBezTo>
                  <a:cubicBezTo>
                    <a:pt x="31887" y="40007"/>
                    <a:pt x="33585" y="39262"/>
                    <a:pt x="35719" y="39262"/>
                  </a:cubicBezTo>
                  <a:cubicBezTo>
                    <a:pt x="36138" y="39262"/>
                    <a:pt x="36575" y="39291"/>
                    <a:pt x="37029" y="39351"/>
                  </a:cubicBezTo>
                  <a:cubicBezTo>
                    <a:pt x="37038" y="39352"/>
                    <a:pt x="37047" y="39353"/>
                    <a:pt x="37056" y="39353"/>
                  </a:cubicBezTo>
                  <a:cubicBezTo>
                    <a:pt x="37188" y="39353"/>
                    <a:pt x="37304" y="39271"/>
                    <a:pt x="37315" y="39137"/>
                  </a:cubicBezTo>
                  <a:cubicBezTo>
                    <a:pt x="37374" y="39030"/>
                    <a:pt x="37267" y="38923"/>
                    <a:pt x="37136" y="38899"/>
                  </a:cubicBezTo>
                  <a:cubicBezTo>
                    <a:pt x="36655" y="38836"/>
                    <a:pt x="36193" y="38806"/>
                    <a:pt x="35750" y="38806"/>
                  </a:cubicBezTo>
                  <a:cubicBezTo>
                    <a:pt x="32694" y="38806"/>
                    <a:pt x="30516" y="40237"/>
                    <a:pt x="28956" y="42078"/>
                  </a:cubicBezTo>
                  <a:cubicBezTo>
                    <a:pt x="29266" y="41006"/>
                    <a:pt x="29552" y="38828"/>
                    <a:pt x="27921" y="36363"/>
                  </a:cubicBezTo>
                  <a:lnTo>
                    <a:pt x="27921" y="36363"/>
                  </a:lnTo>
                  <a:cubicBezTo>
                    <a:pt x="25980" y="40244"/>
                    <a:pt x="27861" y="42149"/>
                    <a:pt x="28504" y="42638"/>
                  </a:cubicBezTo>
                  <a:cubicBezTo>
                    <a:pt x="26897" y="44793"/>
                    <a:pt x="26063" y="47329"/>
                    <a:pt x="25706" y="48722"/>
                  </a:cubicBezTo>
                  <a:lnTo>
                    <a:pt x="25527" y="47614"/>
                  </a:lnTo>
                  <a:cubicBezTo>
                    <a:pt x="25087" y="44947"/>
                    <a:pt x="24468" y="41995"/>
                    <a:pt x="23622" y="38816"/>
                  </a:cubicBezTo>
                  <a:cubicBezTo>
                    <a:pt x="24158" y="38304"/>
                    <a:pt x="28099" y="34267"/>
                    <a:pt x="25206" y="28088"/>
                  </a:cubicBezTo>
                  <a:lnTo>
                    <a:pt x="25206" y="28088"/>
                  </a:lnTo>
                  <a:cubicBezTo>
                    <a:pt x="22753" y="30672"/>
                    <a:pt x="22527" y="33708"/>
                    <a:pt x="22789" y="35911"/>
                  </a:cubicBezTo>
                  <a:cubicBezTo>
                    <a:pt x="22122" y="33660"/>
                    <a:pt x="21336" y="31327"/>
                    <a:pt x="20396" y="28910"/>
                  </a:cubicBezTo>
                  <a:cubicBezTo>
                    <a:pt x="20420" y="28898"/>
                    <a:pt x="20444" y="28886"/>
                    <a:pt x="20467" y="28850"/>
                  </a:cubicBezTo>
                  <a:cubicBezTo>
                    <a:pt x="20503" y="28826"/>
                    <a:pt x="21825" y="27231"/>
                    <a:pt x="22837" y="24516"/>
                  </a:cubicBezTo>
                  <a:cubicBezTo>
                    <a:pt x="22913" y="24543"/>
                    <a:pt x="23273" y="24662"/>
                    <a:pt x="23761" y="24662"/>
                  </a:cubicBezTo>
                  <a:cubicBezTo>
                    <a:pt x="24573" y="24662"/>
                    <a:pt x="25739" y="24332"/>
                    <a:pt x="26528" y="22695"/>
                  </a:cubicBezTo>
                  <a:cubicBezTo>
                    <a:pt x="26264" y="22648"/>
                    <a:pt x="26016" y="22627"/>
                    <a:pt x="25785" y="22627"/>
                  </a:cubicBezTo>
                  <a:cubicBezTo>
                    <a:pt x="23991" y="22627"/>
                    <a:pt x="23149" y="23884"/>
                    <a:pt x="22896" y="24338"/>
                  </a:cubicBezTo>
                  <a:cubicBezTo>
                    <a:pt x="23087" y="23802"/>
                    <a:pt x="23265" y="23218"/>
                    <a:pt x="23432" y="22587"/>
                  </a:cubicBezTo>
                  <a:cubicBezTo>
                    <a:pt x="23468" y="22564"/>
                    <a:pt x="23503" y="22516"/>
                    <a:pt x="23515" y="22456"/>
                  </a:cubicBezTo>
                  <a:cubicBezTo>
                    <a:pt x="23527" y="22397"/>
                    <a:pt x="23527" y="22326"/>
                    <a:pt x="23503" y="22266"/>
                  </a:cubicBezTo>
                  <a:cubicBezTo>
                    <a:pt x="23789" y="21075"/>
                    <a:pt x="23980" y="19730"/>
                    <a:pt x="23992" y="18289"/>
                  </a:cubicBezTo>
                  <a:cubicBezTo>
                    <a:pt x="24646" y="18182"/>
                    <a:pt x="27302" y="17563"/>
                    <a:pt x="26706" y="14217"/>
                  </a:cubicBezTo>
                  <a:lnTo>
                    <a:pt x="26706" y="14217"/>
                  </a:lnTo>
                  <a:cubicBezTo>
                    <a:pt x="24920" y="14539"/>
                    <a:pt x="24230" y="16396"/>
                    <a:pt x="23980" y="17504"/>
                  </a:cubicBezTo>
                  <a:cubicBezTo>
                    <a:pt x="23932" y="15968"/>
                    <a:pt x="23694" y="14313"/>
                    <a:pt x="23170" y="12562"/>
                  </a:cubicBezTo>
                  <a:cubicBezTo>
                    <a:pt x="23141" y="12457"/>
                    <a:pt x="23043" y="12382"/>
                    <a:pt x="22937" y="12382"/>
                  </a:cubicBezTo>
                  <a:cubicBezTo>
                    <a:pt x="22912" y="12382"/>
                    <a:pt x="22886" y="12387"/>
                    <a:pt x="22860" y="12396"/>
                  </a:cubicBezTo>
                  <a:cubicBezTo>
                    <a:pt x="22730" y="12443"/>
                    <a:pt x="22658" y="12574"/>
                    <a:pt x="22706" y="12705"/>
                  </a:cubicBezTo>
                  <a:cubicBezTo>
                    <a:pt x="23777" y="16313"/>
                    <a:pt x="23634" y="19480"/>
                    <a:pt x="23063" y="22016"/>
                  </a:cubicBezTo>
                  <a:cubicBezTo>
                    <a:pt x="22325" y="21635"/>
                    <a:pt x="20479" y="20361"/>
                    <a:pt x="19289" y="16872"/>
                  </a:cubicBezTo>
                  <a:cubicBezTo>
                    <a:pt x="19260" y="16769"/>
                    <a:pt x="19158" y="16703"/>
                    <a:pt x="19058" y="16703"/>
                  </a:cubicBezTo>
                  <a:cubicBezTo>
                    <a:pt x="19031" y="16703"/>
                    <a:pt x="19004" y="16708"/>
                    <a:pt x="18979" y="16718"/>
                  </a:cubicBezTo>
                  <a:cubicBezTo>
                    <a:pt x="18848" y="16753"/>
                    <a:pt x="18777" y="16908"/>
                    <a:pt x="18812" y="17027"/>
                  </a:cubicBezTo>
                  <a:cubicBezTo>
                    <a:pt x="20122" y="20861"/>
                    <a:pt x="22182" y="22159"/>
                    <a:pt x="22920" y="22504"/>
                  </a:cubicBezTo>
                  <a:cubicBezTo>
                    <a:pt x="22087" y="25731"/>
                    <a:pt x="20586" y="27826"/>
                    <a:pt x="20170" y="28386"/>
                  </a:cubicBezTo>
                  <a:cubicBezTo>
                    <a:pt x="18015" y="22849"/>
                    <a:pt x="15121" y="16968"/>
                    <a:pt x="11300" y="10979"/>
                  </a:cubicBezTo>
                  <a:cubicBezTo>
                    <a:pt x="11716" y="10610"/>
                    <a:pt x="13014" y="9312"/>
                    <a:pt x="13955" y="7217"/>
                  </a:cubicBezTo>
                  <a:cubicBezTo>
                    <a:pt x="14111" y="7244"/>
                    <a:pt x="14354" y="7276"/>
                    <a:pt x="14647" y="7276"/>
                  </a:cubicBezTo>
                  <a:cubicBezTo>
                    <a:pt x="15627" y="7276"/>
                    <a:pt x="17161" y="6914"/>
                    <a:pt x="17848" y="4788"/>
                  </a:cubicBezTo>
                  <a:cubicBezTo>
                    <a:pt x="17658" y="4765"/>
                    <a:pt x="17476" y="4754"/>
                    <a:pt x="17302" y="4754"/>
                  </a:cubicBezTo>
                  <a:cubicBezTo>
                    <a:pt x="15835" y="4754"/>
                    <a:pt x="14903" y="5510"/>
                    <a:pt x="14371" y="6181"/>
                  </a:cubicBezTo>
                  <a:cubicBezTo>
                    <a:pt x="14729" y="5133"/>
                    <a:pt x="14967" y="3942"/>
                    <a:pt x="14979" y="2609"/>
                  </a:cubicBezTo>
                  <a:cubicBezTo>
                    <a:pt x="14979" y="2466"/>
                    <a:pt x="14871" y="2347"/>
                    <a:pt x="14729" y="2347"/>
                  </a:cubicBezTo>
                  <a:cubicBezTo>
                    <a:pt x="14586" y="2347"/>
                    <a:pt x="14467" y="2454"/>
                    <a:pt x="14467" y="2609"/>
                  </a:cubicBezTo>
                  <a:cubicBezTo>
                    <a:pt x="14395" y="7038"/>
                    <a:pt x="11716" y="9884"/>
                    <a:pt x="11014" y="10550"/>
                  </a:cubicBezTo>
                  <a:cubicBezTo>
                    <a:pt x="10538" y="9812"/>
                    <a:pt x="10037" y="9062"/>
                    <a:pt x="9525" y="8324"/>
                  </a:cubicBezTo>
                  <a:cubicBezTo>
                    <a:pt x="9811" y="7728"/>
                    <a:pt x="11109" y="4526"/>
                    <a:pt x="7668" y="1954"/>
                  </a:cubicBezTo>
                  <a:cubicBezTo>
                    <a:pt x="7287" y="3466"/>
                    <a:pt x="7359" y="4692"/>
                    <a:pt x="7620" y="5645"/>
                  </a:cubicBezTo>
                  <a:cubicBezTo>
                    <a:pt x="6275" y="3799"/>
                    <a:pt x="4811" y="1930"/>
                    <a:pt x="3251" y="85"/>
                  </a:cubicBezTo>
                  <a:cubicBezTo>
                    <a:pt x="3197" y="31"/>
                    <a:pt x="3121" y="0"/>
                    <a:pt x="30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25"/>
            <p:cNvSpPr/>
            <p:nvPr/>
          </p:nvSpPr>
          <p:spPr>
            <a:xfrm>
              <a:off x="6755475" y="2287975"/>
              <a:ext cx="126650" cy="113050"/>
            </a:xfrm>
            <a:custGeom>
              <a:rect b="b" l="l" r="r" t="t"/>
              <a:pathLst>
                <a:path extrusionOk="0" h="4522" w="5066">
                  <a:moveTo>
                    <a:pt x="2943" y="0"/>
                  </a:moveTo>
                  <a:cubicBezTo>
                    <a:pt x="2128" y="0"/>
                    <a:pt x="1281" y="359"/>
                    <a:pt x="863" y="1034"/>
                  </a:cubicBezTo>
                  <a:cubicBezTo>
                    <a:pt x="0" y="2454"/>
                    <a:pt x="1195" y="4522"/>
                    <a:pt x="2738" y="4522"/>
                  </a:cubicBezTo>
                  <a:cubicBezTo>
                    <a:pt x="3006" y="4522"/>
                    <a:pt x="3285" y="4459"/>
                    <a:pt x="3565" y="4320"/>
                  </a:cubicBezTo>
                  <a:cubicBezTo>
                    <a:pt x="4530" y="3844"/>
                    <a:pt x="5065" y="2665"/>
                    <a:pt x="4946" y="1593"/>
                  </a:cubicBezTo>
                  <a:cubicBezTo>
                    <a:pt x="4836" y="507"/>
                    <a:pt x="3912" y="0"/>
                    <a:pt x="2943"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125"/>
            <p:cNvSpPr/>
            <p:nvPr/>
          </p:nvSpPr>
          <p:spPr>
            <a:xfrm>
              <a:off x="6800700" y="2324800"/>
              <a:ext cx="44225" cy="39550"/>
            </a:xfrm>
            <a:custGeom>
              <a:rect b="b" l="l" r="r" t="t"/>
              <a:pathLst>
                <a:path extrusionOk="0" h="1582" w="1769">
                  <a:moveTo>
                    <a:pt x="1036" y="1"/>
                  </a:moveTo>
                  <a:cubicBezTo>
                    <a:pt x="751" y="1"/>
                    <a:pt x="457" y="125"/>
                    <a:pt x="316" y="359"/>
                  </a:cubicBezTo>
                  <a:cubicBezTo>
                    <a:pt x="0" y="857"/>
                    <a:pt x="415" y="1581"/>
                    <a:pt x="966" y="1581"/>
                  </a:cubicBezTo>
                  <a:cubicBezTo>
                    <a:pt x="1059" y="1581"/>
                    <a:pt x="1157" y="1560"/>
                    <a:pt x="1256" y="1513"/>
                  </a:cubicBezTo>
                  <a:cubicBezTo>
                    <a:pt x="1590" y="1347"/>
                    <a:pt x="1768" y="930"/>
                    <a:pt x="1744" y="561"/>
                  </a:cubicBezTo>
                  <a:cubicBezTo>
                    <a:pt x="1705" y="178"/>
                    <a:pt x="1377" y="1"/>
                    <a:pt x="10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25"/>
            <p:cNvSpPr/>
            <p:nvPr/>
          </p:nvSpPr>
          <p:spPr>
            <a:xfrm>
              <a:off x="7382300" y="1975075"/>
              <a:ext cx="132975" cy="111850"/>
            </a:xfrm>
            <a:custGeom>
              <a:rect b="b" l="l" r="r" t="t"/>
              <a:pathLst>
                <a:path extrusionOk="0" h="4474" w="5319">
                  <a:moveTo>
                    <a:pt x="2628" y="0"/>
                  </a:moveTo>
                  <a:cubicBezTo>
                    <a:pt x="1333" y="0"/>
                    <a:pt x="0" y="1003"/>
                    <a:pt x="316" y="2441"/>
                  </a:cubicBezTo>
                  <a:cubicBezTo>
                    <a:pt x="531" y="3501"/>
                    <a:pt x="1543" y="4311"/>
                    <a:pt x="2614" y="4453"/>
                  </a:cubicBezTo>
                  <a:cubicBezTo>
                    <a:pt x="2708" y="4467"/>
                    <a:pt x="2799" y="4473"/>
                    <a:pt x="2888" y="4473"/>
                  </a:cubicBezTo>
                  <a:cubicBezTo>
                    <a:pt x="4682" y="4473"/>
                    <a:pt x="5319" y="1811"/>
                    <a:pt x="4150" y="608"/>
                  </a:cubicBezTo>
                  <a:cubicBezTo>
                    <a:pt x="3741" y="187"/>
                    <a:pt x="3188" y="0"/>
                    <a:pt x="2628"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25"/>
            <p:cNvSpPr/>
            <p:nvPr/>
          </p:nvSpPr>
          <p:spPr>
            <a:xfrm>
              <a:off x="7415025" y="2003225"/>
              <a:ext cx="63250" cy="53350"/>
            </a:xfrm>
            <a:custGeom>
              <a:rect b="b" l="l" r="r" t="t"/>
              <a:pathLst>
                <a:path extrusionOk="0" h="2134" w="2530">
                  <a:moveTo>
                    <a:pt x="1260" y="1"/>
                  </a:moveTo>
                  <a:cubicBezTo>
                    <a:pt x="641" y="1"/>
                    <a:pt x="1" y="482"/>
                    <a:pt x="150" y="1172"/>
                  </a:cubicBezTo>
                  <a:cubicBezTo>
                    <a:pt x="258" y="1672"/>
                    <a:pt x="746" y="2042"/>
                    <a:pt x="1246" y="2125"/>
                  </a:cubicBezTo>
                  <a:cubicBezTo>
                    <a:pt x="1289" y="2131"/>
                    <a:pt x="1331" y="2134"/>
                    <a:pt x="1371" y="2134"/>
                  </a:cubicBezTo>
                  <a:cubicBezTo>
                    <a:pt x="2229" y="2134"/>
                    <a:pt x="2530" y="860"/>
                    <a:pt x="1984" y="291"/>
                  </a:cubicBezTo>
                  <a:cubicBezTo>
                    <a:pt x="1790" y="90"/>
                    <a:pt x="1527" y="1"/>
                    <a:pt x="12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25"/>
            <p:cNvSpPr/>
            <p:nvPr/>
          </p:nvSpPr>
          <p:spPr>
            <a:xfrm>
              <a:off x="7005975" y="1306650"/>
              <a:ext cx="120825" cy="94625"/>
            </a:xfrm>
            <a:custGeom>
              <a:rect b="b" l="l" r="r" t="t"/>
              <a:pathLst>
                <a:path extrusionOk="0" h="3785" w="4833">
                  <a:moveTo>
                    <a:pt x="2675" y="0"/>
                  </a:moveTo>
                  <a:cubicBezTo>
                    <a:pt x="1818" y="0"/>
                    <a:pt x="997" y="583"/>
                    <a:pt x="618" y="1365"/>
                  </a:cubicBezTo>
                  <a:cubicBezTo>
                    <a:pt x="0" y="2639"/>
                    <a:pt x="1335" y="3784"/>
                    <a:pt x="2577" y="3784"/>
                  </a:cubicBezTo>
                  <a:cubicBezTo>
                    <a:pt x="2844" y="3784"/>
                    <a:pt x="3106" y="3731"/>
                    <a:pt x="3344" y="3616"/>
                  </a:cubicBezTo>
                  <a:cubicBezTo>
                    <a:pt x="4832" y="2866"/>
                    <a:pt x="4654" y="187"/>
                    <a:pt x="2844" y="8"/>
                  </a:cubicBezTo>
                  <a:cubicBezTo>
                    <a:pt x="2788" y="3"/>
                    <a:pt x="2731" y="0"/>
                    <a:pt x="2675"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25"/>
            <p:cNvSpPr/>
            <p:nvPr/>
          </p:nvSpPr>
          <p:spPr>
            <a:xfrm>
              <a:off x="7038500" y="1330875"/>
              <a:ext cx="57925" cy="45075"/>
            </a:xfrm>
            <a:custGeom>
              <a:rect b="b" l="l" r="r" t="t"/>
              <a:pathLst>
                <a:path extrusionOk="0" h="1803" w="2317">
                  <a:moveTo>
                    <a:pt x="1292" y="1"/>
                  </a:moveTo>
                  <a:cubicBezTo>
                    <a:pt x="878" y="1"/>
                    <a:pt x="484" y="286"/>
                    <a:pt x="293" y="646"/>
                  </a:cubicBezTo>
                  <a:cubicBezTo>
                    <a:pt x="0" y="1260"/>
                    <a:pt x="642" y="1803"/>
                    <a:pt x="1224" y="1803"/>
                  </a:cubicBezTo>
                  <a:cubicBezTo>
                    <a:pt x="1352" y="1803"/>
                    <a:pt x="1478" y="1776"/>
                    <a:pt x="1591" y="1718"/>
                  </a:cubicBezTo>
                  <a:cubicBezTo>
                    <a:pt x="2317" y="1385"/>
                    <a:pt x="2234" y="99"/>
                    <a:pt x="1364" y="3"/>
                  </a:cubicBezTo>
                  <a:cubicBezTo>
                    <a:pt x="1340" y="1"/>
                    <a:pt x="1316" y="1"/>
                    <a:pt x="12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25"/>
            <p:cNvSpPr/>
            <p:nvPr/>
          </p:nvSpPr>
          <p:spPr>
            <a:xfrm>
              <a:off x="6910550" y="1413425"/>
              <a:ext cx="116625" cy="94950"/>
            </a:xfrm>
            <a:custGeom>
              <a:rect b="b" l="l" r="r" t="t"/>
              <a:pathLst>
                <a:path extrusionOk="0" h="3798" w="4665">
                  <a:moveTo>
                    <a:pt x="2396" y="1"/>
                  </a:moveTo>
                  <a:cubicBezTo>
                    <a:pt x="1217" y="1"/>
                    <a:pt x="0" y="1037"/>
                    <a:pt x="446" y="2321"/>
                  </a:cubicBezTo>
                  <a:cubicBezTo>
                    <a:pt x="744" y="3202"/>
                    <a:pt x="1684" y="3762"/>
                    <a:pt x="2601" y="3798"/>
                  </a:cubicBezTo>
                  <a:cubicBezTo>
                    <a:pt x="2613" y="3798"/>
                    <a:pt x="2625" y="3798"/>
                    <a:pt x="2637" y="3798"/>
                  </a:cubicBezTo>
                  <a:cubicBezTo>
                    <a:pt x="4332" y="3798"/>
                    <a:pt x="4664" y="1314"/>
                    <a:pt x="3506" y="380"/>
                  </a:cubicBezTo>
                  <a:cubicBezTo>
                    <a:pt x="3183" y="117"/>
                    <a:pt x="2791" y="1"/>
                    <a:pt x="2396"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25"/>
            <p:cNvSpPr/>
            <p:nvPr/>
          </p:nvSpPr>
          <p:spPr>
            <a:xfrm>
              <a:off x="6952700" y="1447700"/>
              <a:ext cx="29900" cy="24375"/>
            </a:xfrm>
            <a:custGeom>
              <a:rect b="b" l="l" r="r" t="t"/>
              <a:pathLst>
                <a:path extrusionOk="0" h="975" w="1196">
                  <a:moveTo>
                    <a:pt x="625" y="0"/>
                  </a:moveTo>
                  <a:cubicBezTo>
                    <a:pt x="318" y="0"/>
                    <a:pt x="0" y="272"/>
                    <a:pt x="117" y="605"/>
                  </a:cubicBezTo>
                  <a:cubicBezTo>
                    <a:pt x="189" y="831"/>
                    <a:pt x="427" y="974"/>
                    <a:pt x="665" y="974"/>
                  </a:cubicBezTo>
                  <a:cubicBezTo>
                    <a:pt x="673" y="974"/>
                    <a:pt x="680" y="975"/>
                    <a:pt x="688" y="975"/>
                  </a:cubicBezTo>
                  <a:cubicBezTo>
                    <a:pt x="1109" y="975"/>
                    <a:pt x="1196" y="327"/>
                    <a:pt x="903" y="93"/>
                  </a:cubicBezTo>
                  <a:cubicBezTo>
                    <a:pt x="822" y="29"/>
                    <a:pt x="724" y="0"/>
                    <a:pt x="6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25"/>
            <p:cNvSpPr/>
            <p:nvPr/>
          </p:nvSpPr>
          <p:spPr>
            <a:xfrm>
              <a:off x="6539825" y="1509600"/>
              <a:ext cx="120550" cy="94375"/>
            </a:xfrm>
            <a:custGeom>
              <a:rect b="b" l="l" r="r" t="t"/>
              <a:pathLst>
                <a:path extrusionOk="0" h="3775" w="4822">
                  <a:moveTo>
                    <a:pt x="2654" y="0"/>
                  </a:moveTo>
                  <a:cubicBezTo>
                    <a:pt x="1803" y="0"/>
                    <a:pt x="984" y="580"/>
                    <a:pt x="618" y="1355"/>
                  </a:cubicBezTo>
                  <a:cubicBezTo>
                    <a:pt x="1" y="2629"/>
                    <a:pt x="1336" y="3774"/>
                    <a:pt x="2571" y="3774"/>
                  </a:cubicBezTo>
                  <a:cubicBezTo>
                    <a:pt x="2836" y="3774"/>
                    <a:pt x="3097" y="3722"/>
                    <a:pt x="3333" y="3606"/>
                  </a:cubicBezTo>
                  <a:cubicBezTo>
                    <a:pt x="4821" y="2868"/>
                    <a:pt x="4643" y="189"/>
                    <a:pt x="2845" y="10"/>
                  </a:cubicBezTo>
                  <a:cubicBezTo>
                    <a:pt x="2781" y="3"/>
                    <a:pt x="2718" y="0"/>
                    <a:pt x="2654"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25"/>
            <p:cNvSpPr/>
            <p:nvPr/>
          </p:nvSpPr>
          <p:spPr>
            <a:xfrm>
              <a:off x="6576325" y="1536800"/>
              <a:ext cx="50700" cy="39550"/>
            </a:xfrm>
            <a:custGeom>
              <a:rect b="b" l="l" r="r" t="t"/>
              <a:pathLst>
                <a:path extrusionOk="0" h="1582" w="2028">
                  <a:moveTo>
                    <a:pt x="1105" y="0"/>
                  </a:moveTo>
                  <a:cubicBezTo>
                    <a:pt x="744" y="0"/>
                    <a:pt x="408" y="257"/>
                    <a:pt x="254" y="565"/>
                  </a:cubicBezTo>
                  <a:cubicBezTo>
                    <a:pt x="0" y="1101"/>
                    <a:pt x="553" y="1581"/>
                    <a:pt x="1068" y="1581"/>
                  </a:cubicBezTo>
                  <a:cubicBezTo>
                    <a:pt x="1183" y="1581"/>
                    <a:pt x="1295" y="1558"/>
                    <a:pt x="1397" y="1506"/>
                  </a:cubicBezTo>
                  <a:cubicBezTo>
                    <a:pt x="2028" y="1196"/>
                    <a:pt x="1933" y="77"/>
                    <a:pt x="1194" y="6"/>
                  </a:cubicBezTo>
                  <a:cubicBezTo>
                    <a:pt x="1164" y="2"/>
                    <a:pt x="1134" y="0"/>
                    <a:pt x="11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25"/>
            <p:cNvSpPr/>
            <p:nvPr/>
          </p:nvSpPr>
          <p:spPr>
            <a:xfrm>
              <a:off x="6484650" y="968225"/>
              <a:ext cx="137025" cy="134325"/>
            </a:xfrm>
            <a:custGeom>
              <a:rect b="b" l="l" r="r" t="t"/>
              <a:pathLst>
                <a:path extrusionOk="0" h="5373" w="5481">
                  <a:moveTo>
                    <a:pt x="2886" y="0"/>
                  </a:moveTo>
                  <a:cubicBezTo>
                    <a:pt x="1478" y="0"/>
                    <a:pt x="0" y="1437"/>
                    <a:pt x="87" y="2925"/>
                  </a:cubicBezTo>
                  <a:cubicBezTo>
                    <a:pt x="170" y="4363"/>
                    <a:pt x="1586" y="5372"/>
                    <a:pt x="2917" y="5372"/>
                  </a:cubicBezTo>
                  <a:cubicBezTo>
                    <a:pt x="3690" y="5372"/>
                    <a:pt x="4436" y="5031"/>
                    <a:pt x="4873" y="4234"/>
                  </a:cubicBezTo>
                  <a:cubicBezTo>
                    <a:pt x="5480" y="3115"/>
                    <a:pt x="5207" y="1663"/>
                    <a:pt x="4361" y="686"/>
                  </a:cubicBezTo>
                  <a:cubicBezTo>
                    <a:pt x="3938" y="204"/>
                    <a:pt x="3417" y="0"/>
                    <a:pt x="2886"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25"/>
            <p:cNvSpPr/>
            <p:nvPr/>
          </p:nvSpPr>
          <p:spPr>
            <a:xfrm>
              <a:off x="6524275" y="1008675"/>
              <a:ext cx="57225" cy="56550"/>
            </a:xfrm>
            <a:custGeom>
              <a:rect b="b" l="l" r="r" t="t"/>
              <a:pathLst>
                <a:path extrusionOk="0" h="2262" w="2289">
                  <a:moveTo>
                    <a:pt x="1210" y="1"/>
                  </a:moveTo>
                  <a:cubicBezTo>
                    <a:pt x="618" y="1"/>
                    <a:pt x="0" y="605"/>
                    <a:pt x="26" y="1235"/>
                  </a:cubicBezTo>
                  <a:cubicBezTo>
                    <a:pt x="63" y="1843"/>
                    <a:pt x="654" y="2262"/>
                    <a:pt x="1211" y="2262"/>
                  </a:cubicBezTo>
                  <a:cubicBezTo>
                    <a:pt x="1538" y="2262"/>
                    <a:pt x="1853" y="2118"/>
                    <a:pt x="2038" y="1783"/>
                  </a:cubicBezTo>
                  <a:cubicBezTo>
                    <a:pt x="2288" y="1319"/>
                    <a:pt x="2169" y="699"/>
                    <a:pt x="1836" y="295"/>
                  </a:cubicBezTo>
                  <a:cubicBezTo>
                    <a:pt x="1655" y="88"/>
                    <a:pt x="1434"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25"/>
            <p:cNvSpPr/>
            <p:nvPr/>
          </p:nvSpPr>
          <p:spPr>
            <a:xfrm>
              <a:off x="6426675" y="1169000"/>
              <a:ext cx="145675" cy="133300"/>
            </a:xfrm>
            <a:custGeom>
              <a:rect b="b" l="l" r="r" t="t"/>
              <a:pathLst>
                <a:path extrusionOk="0" h="5332" w="5827">
                  <a:moveTo>
                    <a:pt x="2640" y="0"/>
                  </a:moveTo>
                  <a:cubicBezTo>
                    <a:pt x="1517" y="0"/>
                    <a:pt x="426" y="613"/>
                    <a:pt x="215" y="1883"/>
                  </a:cubicBezTo>
                  <a:cubicBezTo>
                    <a:pt x="1" y="3133"/>
                    <a:pt x="763" y="4431"/>
                    <a:pt x="1870" y="5062"/>
                  </a:cubicBezTo>
                  <a:cubicBezTo>
                    <a:pt x="2201" y="5248"/>
                    <a:pt x="2533" y="5332"/>
                    <a:pt x="2851" y="5332"/>
                  </a:cubicBezTo>
                  <a:cubicBezTo>
                    <a:pt x="4503" y="5332"/>
                    <a:pt x="5827" y="3102"/>
                    <a:pt x="5168" y="1525"/>
                  </a:cubicBezTo>
                  <a:cubicBezTo>
                    <a:pt x="4740" y="520"/>
                    <a:pt x="3676" y="0"/>
                    <a:pt x="2640"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25"/>
            <p:cNvSpPr/>
            <p:nvPr/>
          </p:nvSpPr>
          <p:spPr>
            <a:xfrm>
              <a:off x="6472525" y="1211375"/>
              <a:ext cx="48050" cy="43950"/>
            </a:xfrm>
            <a:custGeom>
              <a:rect b="b" l="l" r="r" t="t"/>
              <a:pathLst>
                <a:path extrusionOk="0" h="1758" w="1922">
                  <a:moveTo>
                    <a:pt x="866" y="1"/>
                  </a:moveTo>
                  <a:cubicBezTo>
                    <a:pt x="491" y="1"/>
                    <a:pt x="128" y="206"/>
                    <a:pt x="60" y="628"/>
                  </a:cubicBezTo>
                  <a:cubicBezTo>
                    <a:pt x="0" y="1045"/>
                    <a:pt x="239" y="1462"/>
                    <a:pt x="608" y="1664"/>
                  </a:cubicBezTo>
                  <a:cubicBezTo>
                    <a:pt x="720" y="1729"/>
                    <a:pt x="832" y="1758"/>
                    <a:pt x="940" y="1758"/>
                  </a:cubicBezTo>
                  <a:cubicBezTo>
                    <a:pt x="1485" y="1758"/>
                    <a:pt x="1922" y="1026"/>
                    <a:pt x="1703" y="509"/>
                  </a:cubicBezTo>
                  <a:cubicBezTo>
                    <a:pt x="1561" y="173"/>
                    <a:pt x="1209" y="1"/>
                    <a:pt x="8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25"/>
            <p:cNvSpPr/>
            <p:nvPr/>
          </p:nvSpPr>
          <p:spPr>
            <a:xfrm>
              <a:off x="6555700" y="1343125"/>
              <a:ext cx="177600" cy="139150"/>
            </a:xfrm>
            <a:custGeom>
              <a:rect b="b" l="l" r="r" t="t"/>
              <a:pathLst>
                <a:path extrusionOk="0" h="5566" w="7104">
                  <a:moveTo>
                    <a:pt x="3925" y="1"/>
                  </a:moveTo>
                  <a:cubicBezTo>
                    <a:pt x="2670" y="1"/>
                    <a:pt x="1457" y="866"/>
                    <a:pt x="900" y="2002"/>
                  </a:cubicBezTo>
                  <a:cubicBezTo>
                    <a:pt x="0" y="3880"/>
                    <a:pt x="1970" y="5565"/>
                    <a:pt x="3777" y="5565"/>
                  </a:cubicBezTo>
                  <a:cubicBezTo>
                    <a:pt x="4170" y="5565"/>
                    <a:pt x="4554" y="5486"/>
                    <a:pt x="4901" y="5312"/>
                  </a:cubicBezTo>
                  <a:cubicBezTo>
                    <a:pt x="7103" y="4204"/>
                    <a:pt x="6829" y="264"/>
                    <a:pt x="4186" y="13"/>
                  </a:cubicBezTo>
                  <a:cubicBezTo>
                    <a:pt x="4099" y="5"/>
                    <a:pt x="4012" y="1"/>
                    <a:pt x="3925"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25"/>
            <p:cNvSpPr/>
            <p:nvPr/>
          </p:nvSpPr>
          <p:spPr>
            <a:xfrm>
              <a:off x="6617625" y="1389450"/>
              <a:ext cx="58225" cy="45025"/>
            </a:xfrm>
            <a:custGeom>
              <a:rect b="b" l="l" r="r" t="t"/>
              <a:pathLst>
                <a:path extrusionOk="0" h="1801" w="2329">
                  <a:moveTo>
                    <a:pt x="1280" y="1"/>
                  </a:moveTo>
                  <a:cubicBezTo>
                    <a:pt x="864" y="1"/>
                    <a:pt x="481" y="284"/>
                    <a:pt x="304" y="649"/>
                  </a:cubicBezTo>
                  <a:cubicBezTo>
                    <a:pt x="0" y="1257"/>
                    <a:pt x="649" y="1800"/>
                    <a:pt x="1233" y="1800"/>
                  </a:cubicBezTo>
                  <a:cubicBezTo>
                    <a:pt x="1359" y="1800"/>
                    <a:pt x="1481" y="1775"/>
                    <a:pt x="1590" y="1720"/>
                  </a:cubicBezTo>
                  <a:cubicBezTo>
                    <a:pt x="2328" y="1363"/>
                    <a:pt x="2221" y="89"/>
                    <a:pt x="1376" y="6"/>
                  </a:cubicBezTo>
                  <a:cubicBezTo>
                    <a:pt x="1344" y="3"/>
                    <a:pt x="1312" y="1"/>
                    <a:pt x="1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25"/>
            <p:cNvSpPr/>
            <p:nvPr/>
          </p:nvSpPr>
          <p:spPr>
            <a:xfrm>
              <a:off x="6796250" y="1035100"/>
              <a:ext cx="142425" cy="111800"/>
            </a:xfrm>
            <a:custGeom>
              <a:rect b="b" l="l" r="r" t="t"/>
              <a:pathLst>
                <a:path extrusionOk="0" h="4472" w="5697">
                  <a:moveTo>
                    <a:pt x="3147" y="1"/>
                  </a:moveTo>
                  <a:cubicBezTo>
                    <a:pt x="2139" y="1"/>
                    <a:pt x="1176" y="685"/>
                    <a:pt x="732" y="1619"/>
                  </a:cubicBezTo>
                  <a:cubicBezTo>
                    <a:pt x="0" y="3121"/>
                    <a:pt x="1563" y="4472"/>
                    <a:pt x="3022" y="4472"/>
                  </a:cubicBezTo>
                  <a:cubicBezTo>
                    <a:pt x="3344" y="4472"/>
                    <a:pt x="3660" y="4406"/>
                    <a:pt x="3946" y="4262"/>
                  </a:cubicBezTo>
                  <a:cubicBezTo>
                    <a:pt x="5697" y="3369"/>
                    <a:pt x="5482" y="214"/>
                    <a:pt x="3363" y="12"/>
                  </a:cubicBezTo>
                  <a:cubicBezTo>
                    <a:pt x="3291" y="4"/>
                    <a:pt x="3219" y="1"/>
                    <a:pt x="3147"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25"/>
            <p:cNvSpPr/>
            <p:nvPr/>
          </p:nvSpPr>
          <p:spPr>
            <a:xfrm>
              <a:off x="6846150" y="1072200"/>
              <a:ext cx="46100" cy="36225"/>
            </a:xfrm>
            <a:custGeom>
              <a:rect b="b" l="l" r="r" t="t"/>
              <a:pathLst>
                <a:path extrusionOk="0" h="1449" w="1844">
                  <a:moveTo>
                    <a:pt x="1007" y="0"/>
                  </a:moveTo>
                  <a:cubicBezTo>
                    <a:pt x="678" y="0"/>
                    <a:pt x="380" y="217"/>
                    <a:pt x="236" y="516"/>
                  </a:cubicBezTo>
                  <a:cubicBezTo>
                    <a:pt x="0" y="1007"/>
                    <a:pt x="517" y="1449"/>
                    <a:pt x="993" y="1449"/>
                  </a:cubicBezTo>
                  <a:cubicBezTo>
                    <a:pt x="1094" y="1449"/>
                    <a:pt x="1194" y="1429"/>
                    <a:pt x="1284" y="1385"/>
                  </a:cubicBezTo>
                  <a:cubicBezTo>
                    <a:pt x="1843" y="1099"/>
                    <a:pt x="1772" y="75"/>
                    <a:pt x="1081" y="4"/>
                  </a:cubicBezTo>
                  <a:cubicBezTo>
                    <a:pt x="1056" y="1"/>
                    <a:pt x="1032" y="0"/>
                    <a:pt x="10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67" name="Shape 7867"/>
        <p:cNvGrpSpPr/>
        <p:nvPr/>
      </p:nvGrpSpPr>
      <p:grpSpPr>
        <a:xfrm>
          <a:off x="0" y="0"/>
          <a:ext cx="0" cy="0"/>
          <a:chOff x="0" y="0"/>
          <a:chExt cx="0" cy="0"/>
        </a:xfrm>
      </p:grpSpPr>
      <p:sp>
        <p:nvSpPr>
          <p:cNvPr id="7868" name="Google Shape;7868;p126"/>
          <p:cNvSpPr/>
          <p:nvPr/>
        </p:nvSpPr>
        <p:spPr>
          <a:xfrm>
            <a:off x="3382375" y="1496050"/>
            <a:ext cx="2379300" cy="2379300"/>
          </a:xfrm>
          <a:prstGeom prst="ellipse">
            <a:avLst/>
          </a:prstGeom>
          <a:no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26"/>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INFOGRAPHICS</a:t>
            </a:r>
            <a:endParaRPr/>
          </a:p>
        </p:txBody>
      </p:sp>
      <p:grpSp>
        <p:nvGrpSpPr>
          <p:cNvPr id="7870" name="Google Shape;7870;p126"/>
          <p:cNvGrpSpPr/>
          <p:nvPr/>
        </p:nvGrpSpPr>
        <p:grpSpPr>
          <a:xfrm>
            <a:off x="4131475" y="1167400"/>
            <a:ext cx="1494959" cy="3173127"/>
            <a:chOff x="1767825" y="1430975"/>
            <a:chExt cx="1494959" cy="3173127"/>
          </a:xfrm>
        </p:grpSpPr>
        <p:sp>
          <p:nvSpPr>
            <p:cNvPr id="7871" name="Google Shape;7871;p126"/>
            <p:cNvSpPr/>
            <p:nvPr/>
          </p:nvSpPr>
          <p:spPr>
            <a:xfrm>
              <a:off x="1775333" y="4541051"/>
              <a:ext cx="850912" cy="63051"/>
            </a:xfrm>
            <a:custGeom>
              <a:rect b="b" l="l" r="r" t="t"/>
              <a:pathLst>
                <a:path extrusionOk="0" h="1394" w="18813">
                  <a:moveTo>
                    <a:pt x="9407" y="0"/>
                  </a:moveTo>
                  <a:cubicBezTo>
                    <a:pt x="4216" y="0"/>
                    <a:pt x="1" y="310"/>
                    <a:pt x="1" y="703"/>
                  </a:cubicBezTo>
                  <a:cubicBezTo>
                    <a:pt x="1" y="1084"/>
                    <a:pt x="4216" y="1393"/>
                    <a:pt x="9407" y="1393"/>
                  </a:cubicBezTo>
                  <a:cubicBezTo>
                    <a:pt x="14610" y="1393"/>
                    <a:pt x="18813" y="1084"/>
                    <a:pt x="18813" y="703"/>
                  </a:cubicBezTo>
                  <a:cubicBezTo>
                    <a:pt x="18813" y="322"/>
                    <a:pt x="14610" y="12"/>
                    <a:pt x="94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26"/>
            <p:cNvSpPr/>
            <p:nvPr/>
          </p:nvSpPr>
          <p:spPr>
            <a:xfrm>
              <a:off x="2189991" y="4272301"/>
              <a:ext cx="127684" cy="148173"/>
            </a:xfrm>
            <a:custGeom>
              <a:rect b="b" l="l" r="r" t="t"/>
              <a:pathLst>
                <a:path extrusionOk="0" h="3276" w="2823">
                  <a:moveTo>
                    <a:pt x="37" y="1"/>
                  </a:moveTo>
                  <a:lnTo>
                    <a:pt x="1" y="3263"/>
                  </a:lnTo>
                  <a:lnTo>
                    <a:pt x="2477" y="3275"/>
                  </a:lnTo>
                  <a:lnTo>
                    <a:pt x="2823" y="60"/>
                  </a:lnTo>
                  <a:lnTo>
                    <a:pt x="37" y="1"/>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26"/>
            <p:cNvSpPr/>
            <p:nvPr/>
          </p:nvSpPr>
          <p:spPr>
            <a:xfrm>
              <a:off x="2159869" y="4386775"/>
              <a:ext cx="410915" cy="195755"/>
            </a:xfrm>
            <a:custGeom>
              <a:rect b="b" l="l" r="r" t="t"/>
              <a:pathLst>
                <a:path extrusionOk="0" h="4328" w="9085">
                  <a:moveTo>
                    <a:pt x="3152" y="0"/>
                  </a:moveTo>
                  <a:cubicBezTo>
                    <a:pt x="2735" y="0"/>
                    <a:pt x="2204" y="406"/>
                    <a:pt x="1663" y="406"/>
                  </a:cubicBezTo>
                  <a:cubicBezTo>
                    <a:pt x="1425" y="406"/>
                    <a:pt x="1185" y="327"/>
                    <a:pt x="953" y="101"/>
                  </a:cubicBezTo>
                  <a:cubicBezTo>
                    <a:pt x="953" y="101"/>
                    <a:pt x="922" y="96"/>
                    <a:pt x="875" y="96"/>
                  </a:cubicBezTo>
                  <a:cubicBezTo>
                    <a:pt x="727" y="96"/>
                    <a:pt x="417" y="151"/>
                    <a:pt x="417" y="613"/>
                  </a:cubicBezTo>
                  <a:cubicBezTo>
                    <a:pt x="417" y="696"/>
                    <a:pt x="405" y="804"/>
                    <a:pt x="381" y="923"/>
                  </a:cubicBezTo>
                  <a:cubicBezTo>
                    <a:pt x="381" y="994"/>
                    <a:pt x="369" y="1077"/>
                    <a:pt x="357" y="1161"/>
                  </a:cubicBezTo>
                  <a:cubicBezTo>
                    <a:pt x="238" y="1911"/>
                    <a:pt x="0" y="3101"/>
                    <a:pt x="60" y="3840"/>
                  </a:cubicBezTo>
                  <a:cubicBezTo>
                    <a:pt x="71" y="4054"/>
                    <a:pt x="119" y="4209"/>
                    <a:pt x="179" y="4328"/>
                  </a:cubicBezTo>
                  <a:lnTo>
                    <a:pt x="8965" y="4304"/>
                  </a:lnTo>
                  <a:cubicBezTo>
                    <a:pt x="8965" y="4304"/>
                    <a:pt x="9085" y="4114"/>
                    <a:pt x="9049" y="3816"/>
                  </a:cubicBezTo>
                  <a:cubicBezTo>
                    <a:pt x="8977" y="3435"/>
                    <a:pt x="8596" y="2887"/>
                    <a:pt x="7287" y="2351"/>
                  </a:cubicBezTo>
                  <a:cubicBezTo>
                    <a:pt x="6275" y="1935"/>
                    <a:pt x="5084" y="1518"/>
                    <a:pt x="4393" y="899"/>
                  </a:cubicBezTo>
                  <a:cubicBezTo>
                    <a:pt x="3691" y="268"/>
                    <a:pt x="3441" y="89"/>
                    <a:pt x="3441" y="89"/>
                  </a:cubicBezTo>
                  <a:cubicBezTo>
                    <a:pt x="3353" y="26"/>
                    <a:pt x="3256" y="0"/>
                    <a:pt x="31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26"/>
            <p:cNvSpPr/>
            <p:nvPr/>
          </p:nvSpPr>
          <p:spPr>
            <a:xfrm>
              <a:off x="2162537" y="4559323"/>
              <a:ext cx="408246" cy="23203"/>
            </a:xfrm>
            <a:custGeom>
              <a:rect b="b" l="l" r="r" t="t"/>
              <a:pathLst>
                <a:path extrusionOk="0" h="513" w="9026">
                  <a:moveTo>
                    <a:pt x="8978" y="1"/>
                  </a:moveTo>
                  <a:lnTo>
                    <a:pt x="1" y="25"/>
                  </a:lnTo>
                  <a:cubicBezTo>
                    <a:pt x="12" y="239"/>
                    <a:pt x="60" y="394"/>
                    <a:pt x="120" y="513"/>
                  </a:cubicBezTo>
                  <a:lnTo>
                    <a:pt x="8906" y="489"/>
                  </a:lnTo>
                  <a:cubicBezTo>
                    <a:pt x="8906" y="489"/>
                    <a:pt x="9026" y="299"/>
                    <a:pt x="89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26"/>
            <p:cNvSpPr/>
            <p:nvPr/>
          </p:nvSpPr>
          <p:spPr>
            <a:xfrm>
              <a:off x="2174387" y="4427933"/>
              <a:ext cx="54457" cy="154053"/>
            </a:xfrm>
            <a:custGeom>
              <a:rect b="b" l="l" r="r" t="t"/>
              <a:pathLst>
                <a:path extrusionOk="0" h="3406" w="1204">
                  <a:moveTo>
                    <a:pt x="36" y="1"/>
                  </a:moveTo>
                  <a:cubicBezTo>
                    <a:pt x="36" y="72"/>
                    <a:pt x="24" y="144"/>
                    <a:pt x="1" y="239"/>
                  </a:cubicBezTo>
                  <a:cubicBezTo>
                    <a:pt x="358" y="537"/>
                    <a:pt x="882" y="1132"/>
                    <a:pt x="929" y="1989"/>
                  </a:cubicBezTo>
                  <a:cubicBezTo>
                    <a:pt x="977" y="2644"/>
                    <a:pt x="715" y="3108"/>
                    <a:pt x="465" y="3406"/>
                  </a:cubicBezTo>
                  <a:lnTo>
                    <a:pt x="739" y="3406"/>
                  </a:lnTo>
                  <a:cubicBezTo>
                    <a:pt x="989" y="3084"/>
                    <a:pt x="1203" y="2620"/>
                    <a:pt x="1132" y="1989"/>
                  </a:cubicBezTo>
                  <a:cubicBezTo>
                    <a:pt x="1096" y="953"/>
                    <a:pt x="417" y="298"/>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26"/>
            <p:cNvSpPr/>
            <p:nvPr/>
          </p:nvSpPr>
          <p:spPr>
            <a:xfrm>
              <a:off x="2344538" y="4431642"/>
              <a:ext cx="38853" cy="18951"/>
            </a:xfrm>
            <a:custGeom>
              <a:rect b="b" l="l" r="r" t="t"/>
              <a:pathLst>
                <a:path extrusionOk="0" h="419" w="859">
                  <a:moveTo>
                    <a:pt x="690" y="0"/>
                  </a:moveTo>
                  <a:cubicBezTo>
                    <a:pt x="682" y="0"/>
                    <a:pt x="675" y="1"/>
                    <a:pt x="668" y="2"/>
                  </a:cubicBezTo>
                  <a:lnTo>
                    <a:pt x="108" y="133"/>
                  </a:lnTo>
                  <a:cubicBezTo>
                    <a:pt x="37" y="169"/>
                    <a:pt x="1" y="240"/>
                    <a:pt x="13" y="312"/>
                  </a:cubicBezTo>
                  <a:cubicBezTo>
                    <a:pt x="25" y="383"/>
                    <a:pt x="84" y="419"/>
                    <a:pt x="144" y="419"/>
                  </a:cubicBezTo>
                  <a:lnTo>
                    <a:pt x="191" y="419"/>
                  </a:lnTo>
                  <a:lnTo>
                    <a:pt x="739" y="288"/>
                  </a:lnTo>
                  <a:cubicBezTo>
                    <a:pt x="811" y="276"/>
                    <a:pt x="858" y="181"/>
                    <a:pt x="846" y="109"/>
                  </a:cubicBezTo>
                  <a:cubicBezTo>
                    <a:pt x="814" y="45"/>
                    <a:pt x="753" y="0"/>
                    <a:pt x="6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26"/>
            <p:cNvSpPr/>
            <p:nvPr/>
          </p:nvSpPr>
          <p:spPr>
            <a:xfrm>
              <a:off x="2316542" y="4410113"/>
              <a:ext cx="39350" cy="18951"/>
            </a:xfrm>
            <a:custGeom>
              <a:rect b="b" l="l" r="r" t="t"/>
              <a:pathLst>
                <a:path extrusionOk="0" h="419" w="870">
                  <a:moveTo>
                    <a:pt x="693" y="0"/>
                  </a:moveTo>
                  <a:cubicBezTo>
                    <a:pt x="685" y="0"/>
                    <a:pt x="676" y="1"/>
                    <a:pt x="668" y="2"/>
                  </a:cubicBezTo>
                  <a:lnTo>
                    <a:pt x="120" y="145"/>
                  </a:lnTo>
                  <a:cubicBezTo>
                    <a:pt x="48" y="169"/>
                    <a:pt x="1" y="240"/>
                    <a:pt x="25" y="323"/>
                  </a:cubicBezTo>
                  <a:cubicBezTo>
                    <a:pt x="36" y="383"/>
                    <a:pt x="96" y="419"/>
                    <a:pt x="156" y="419"/>
                  </a:cubicBezTo>
                  <a:lnTo>
                    <a:pt x="191" y="419"/>
                  </a:lnTo>
                  <a:lnTo>
                    <a:pt x="751" y="288"/>
                  </a:lnTo>
                  <a:cubicBezTo>
                    <a:pt x="822" y="276"/>
                    <a:pt x="870" y="180"/>
                    <a:pt x="846" y="109"/>
                  </a:cubicBezTo>
                  <a:cubicBezTo>
                    <a:pt x="825" y="45"/>
                    <a:pt x="765" y="0"/>
                    <a:pt x="6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26"/>
            <p:cNvSpPr/>
            <p:nvPr/>
          </p:nvSpPr>
          <p:spPr>
            <a:xfrm>
              <a:off x="2369324" y="4445618"/>
              <a:ext cx="38807" cy="19539"/>
            </a:xfrm>
            <a:custGeom>
              <a:rect b="b" l="l" r="r" t="t"/>
              <a:pathLst>
                <a:path extrusionOk="0" h="432" w="858">
                  <a:moveTo>
                    <a:pt x="689" y="1"/>
                  </a:moveTo>
                  <a:cubicBezTo>
                    <a:pt x="682" y="1"/>
                    <a:pt x="675" y="1"/>
                    <a:pt x="667" y="3"/>
                  </a:cubicBezTo>
                  <a:lnTo>
                    <a:pt x="120" y="146"/>
                  </a:lnTo>
                  <a:cubicBezTo>
                    <a:pt x="36" y="169"/>
                    <a:pt x="1" y="253"/>
                    <a:pt x="12" y="324"/>
                  </a:cubicBezTo>
                  <a:cubicBezTo>
                    <a:pt x="24" y="384"/>
                    <a:pt x="84" y="431"/>
                    <a:pt x="143" y="431"/>
                  </a:cubicBezTo>
                  <a:lnTo>
                    <a:pt x="191" y="431"/>
                  </a:lnTo>
                  <a:lnTo>
                    <a:pt x="739" y="288"/>
                  </a:lnTo>
                  <a:cubicBezTo>
                    <a:pt x="810" y="277"/>
                    <a:pt x="858" y="181"/>
                    <a:pt x="846" y="110"/>
                  </a:cubicBezTo>
                  <a:cubicBezTo>
                    <a:pt x="814" y="46"/>
                    <a:pt x="753" y="1"/>
                    <a:pt x="6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26"/>
            <p:cNvSpPr/>
            <p:nvPr/>
          </p:nvSpPr>
          <p:spPr>
            <a:xfrm>
              <a:off x="2394109" y="4459955"/>
              <a:ext cx="38807" cy="19178"/>
            </a:xfrm>
            <a:custGeom>
              <a:rect b="b" l="l" r="r" t="t"/>
              <a:pathLst>
                <a:path extrusionOk="0" h="424" w="858">
                  <a:moveTo>
                    <a:pt x="706" y="1"/>
                  </a:moveTo>
                  <a:cubicBezTo>
                    <a:pt x="693" y="1"/>
                    <a:pt x="680" y="3"/>
                    <a:pt x="667" y="7"/>
                  </a:cubicBezTo>
                  <a:lnTo>
                    <a:pt x="119" y="138"/>
                  </a:lnTo>
                  <a:cubicBezTo>
                    <a:pt x="48" y="162"/>
                    <a:pt x="0" y="245"/>
                    <a:pt x="12" y="317"/>
                  </a:cubicBezTo>
                  <a:cubicBezTo>
                    <a:pt x="36" y="376"/>
                    <a:pt x="96" y="424"/>
                    <a:pt x="155" y="424"/>
                  </a:cubicBezTo>
                  <a:lnTo>
                    <a:pt x="191" y="424"/>
                  </a:lnTo>
                  <a:lnTo>
                    <a:pt x="738" y="281"/>
                  </a:lnTo>
                  <a:cubicBezTo>
                    <a:pt x="822" y="257"/>
                    <a:pt x="858" y="186"/>
                    <a:pt x="846" y="102"/>
                  </a:cubicBezTo>
                  <a:cubicBezTo>
                    <a:pt x="826" y="44"/>
                    <a:pt x="766" y="1"/>
                    <a:pt x="7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26"/>
            <p:cNvSpPr/>
            <p:nvPr/>
          </p:nvSpPr>
          <p:spPr>
            <a:xfrm>
              <a:off x="2421020" y="4472574"/>
              <a:ext cx="38807" cy="19494"/>
            </a:xfrm>
            <a:custGeom>
              <a:rect b="b" l="l" r="r" t="t"/>
              <a:pathLst>
                <a:path extrusionOk="0" h="431" w="858">
                  <a:moveTo>
                    <a:pt x="690" y="0"/>
                  </a:moveTo>
                  <a:cubicBezTo>
                    <a:pt x="682" y="0"/>
                    <a:pt x="675" y="1"/>
                    <a:pt x="667" y="2"/>
                  </a:cubicBezTo>
                  <a:lnTo>
                    <a:pt x="120" y="145"/>
                  </a:lnTo>
                  <a:cubicBezTo>
                    <a:pt x="48" y="169"/>
                    <a:pt x="1" y="252"/>
                    <a:pt x="12" y="323"/>
                  </a:cubicBezTo>
                  <a:cubicBezTo>
                    <a:pt x="36" y="383"/>
                    <a:pt x="96" y="431"/>
                    <a:pt x="155" y="431"/>
                  </a:cubicBezTo>
                  <a:lnTo>
                    <a:pt x="191" y="431"/>
                  </a:lnTo>
                  <a:lnTo>
                    <a:pt x="739" y="288"/>
                  </a:lnTo>
                  <a:cubicBezTo>
                    <a:pt x="822" y="264"/>
                    <a:pt x="858" y="181"/>
                    <a:pt x="846" y="109"/>
                  </a:cubicBezTo>
                  <a:cubicBezTo>
                    <a:pt x="835" y="45"/>
                    <a:pt x="758" y="0"/>
                    <a:pt x="6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26"/>
            <p:cNvSpPr/>
            <p:nvPr/>
          </p:nvSpPr>
          <p:spPr>
            <a:xfrm>
              <a:off x="2450645" y="4483339"/>
              <a:ext cx="38807" cy="19494"/>
            </a:xfrm>
            <a:custGeom>
              <a:rect b="b" l="l" r="r" t="t"/>
              <a:pathLst>
                <a:path extrusionOk="0" h="431" w="858">
                  <a:moveTo>
                    <a:pt x="690" y="0"/>
                  </a:moveTo>
                  <a:cubicBezTo>
                    <a:pt x="682" y="0"/>
                    <a:pt x="675" y="1"/>
                    <a:pt x="667" y="2"/>
                  </a:cubicBezTo>
                  <a:lnTo>
                    <a:pt x="119" y="145"/>
                  </a:lnTo>
                  <a:cubicBezTo>
                    <a:pt x="48" y="169"/>
                    <a:pt x="0" y="240"/>
                    <a:pt x="12" y="324"/>
                  </a:cubicBezTo>
                  <a:cubicBezTo>
                    <a:pt x="36" y="383"/>
                    <a:pt x="96" y="431"/>
                    <a:pt x="155" y="431"/>
                  </a:cubicBezTo>
                  <a:lnTo>
                    <a:pt x="191" y="431"/>
                  </a:lnTo>
                  <a:lnTo>
                    <a:pt x="739" y="288"/>
                  </a:lnTo>
                  <a:cubicBezTo>
                    <a:pt x="822" y="264"/>
                    <a:pt x="858" y="181"/>
                    <a:pt x="846" y="109"/>
                  </a:cubicBezTo>
                  <a:cubicBezTo>
                    <a:pt x="824" y="45"/>
                    <a:pt x="755" y="0"/>
                    <a:pt x="6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26"/>
            <p:cNvSpPr/>
            <p:nvPr/>
          </p:nvSpPr>
          <p:spPr>
            <a:xfrm>
              <a:off x="2088769" y="2643924"/>
              <a:ext cx="343612" cy="1705488"/>
            </a:xfrm>
            <a:custGeom>
              <a:rect b="b" l="l" r="r" t="t"/>
              <a:pathLst>
                <a:path extrusionOk="0" h="37707" w="7597">
                  <a:moveTo>
                    <a:pt x="3067" y="1"/>
                  </a:moveTo>
                  <a:cubicBezTo>
                    <a:pt x="1549" y="1"/>
                    <a:pt x="0" y="392"/>
                    <a:pt x="0" y="392"/>
                  </a:cubicBezTo>
                  <a:cubicBezTo>
                    <a:pt x="0" y="392"/>
                    <a:pt x="1132" y="10275"/>
                    <a:pt x="1751" y="12953"/>
                  </a:cubicBezTo>
                  <a:cubicBezTo>
                    <a:pt x="2536" y="16478"/>
                    <a:pt x="2084" y="17228"/>
                    <a:pt x="2084" y="17228"/>
                  </a:cubicBezTo>
                  <a:cubicBezTo>
                    <a:pt x="2084" y="17228"/>
                    <a:pt x="1251" y="19859"/>
                    <a:pt x="1679" y="24550"/>
                  </a:cubicBezTo>
                  <a:cubicBezTo>
                    <a:pt x="2001" y="28062"/>
                    <a:pt x="2036" y="32944"/>
                    <a:pt x="2036" y="35147"/>
                  </a:cubicBezTo>
                  <a:lnTo>
                    <a:pt x="2036" y="35337"/>
                  </a:lnTo>
                  <a:lnTo>
                    <a:pt x="2036" y="35956"/>
                  </a:lnTo>
                  <a:lnTo>
                    <a:pt x="2036" y="36147"/>
                  </a:lnTo>
                  <a:lnTo>
                    <a:pt x="2036" y="37373"/>
                  </a:lnTo>
                  <a:lnTo>
                    <a:pt x="5323" y="37706"/>
                  </a:lnTo>
                  <a:cubicBezTo>
                    <a:pt x="5323" y="37706"/>
                    <a:pt x="5382" y="37171"/>
                    <a:pt x="5442" y="36611"/>
                  </a:cubicBezTo>
                  <a:cubicBezTo>
                    <a:pt x="5442" y="36552"/>
                    <a:pt x="5453" y="36480"/>
                    <a:pt x="5453" y="36421"/>
                  </a:cubicBezTo>
                  <a:cubicBezTo>
                    <a:pt x="5489" y="36194"/>
                    <a:pt x="5501" y="35992"/>
                    <a:pt x="5537" y="35813"/>
                  </a:cubicBezTo>
                  <a:cubicBezTo>
                    <a:pt x="5549" y="35754"/>
                    <a:pt x="5549" y="35694"/>
                    <a:pt x="5561" y="35623"/>
                  </a:cubicBezTo>
                  <a:cubicBezTo>
                    <a:pt x="6073" y="31706"/>
                    <a:pt x="7585" y="20419"/>
                    <a:pt x="7597" y="17109"/>
                  </a:cubicBezTo>
                  <a:lnTo>
                    <a:pt x="7597" y="16823"/>
                  </a:lnTo>
                  <a:lnTo>
                    <a:pt x="7597" y="16787"/>
                  </a:lnTo>
                  <a:cubicBezTo>
                    <a:pt x="7513" y="14573"/>
                    <a:pt x="6716" y="4571"/>
                    <a:pt x="5906" y="1345"/>
                  </a:cubicBezTo>
                  <a:cubicBezTo>
                    <a:pt x="5637" y="286"/>
                    <a:pt x="4363" y="1"/>
                    <a:pt x="30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26"/>
            <p:cNvSpPr/>
            <p:nvPr/>
          </p:nvSpPr>
          <p:spPr>
            <a:xfrm>
              <a:off x="2313873" y="3403091"/>
              <a:ext cx="118503" cy="18454"/>
            </a:xfrm>
            <a:custGeom>
              <a:rect b="b" l="l" r="r" t="t"/>
              <a:pathLst>
                <a:path extrusionOk="0" h="408" w="2620">
                  <a:moveTo>
                    <a:pt x="181" y="1"/>
                  </a:moveTo>
                  <a:cubicBezTo>
                    <a:pt x="107" y="1"/>
                    <a:pt x="47" y="56"/>
                    <a:pt x="36" y="121"/>
                  </a:cubicBezTo>
                  <a:cubicBezTo>
                    <a:pt x="0" y="205"/>
                    <a:pt x="60" y="276"/>
                    <a:pt x="143" y="288"/>
                  </a:cubicBezTo>
                  <a:cubicBezTo>
                    <a:pt x="179" y="300"/>
                    <a:pt x="881" y="407"/>
                    <a:pt x="1667" y="407"/>
                  </a:cubicBezTo>
                  <a:cubicBezTo>
                    <a:pt x="1989" y="407"/>
                    <a:pt x="2310" y="395"/>
                    <a:pt x="2620" y="336"/>
                  </a:cubicBezTo>
                  <a:lnTo>
                    <a:pt x="2620" y="50"/>
                  </a:lnTo>
                  <a:cubicBezTo>
                    <a:pt x="2323" y="100"/>
                    <a:pt x="2002" y="118"/>
                    <a:pt x="1693" y="118"/>
                  </a:cubicBezTo>
                  <a:cubicBezTo>
                    <a:pt x="911" y="118"/>
                    <a:pt x="211" y="2"/>
                    <a:pt x="203" y="2"/>
                  </a:cubicBezTo>
                  <a:cubicBezTo>
                    <a:pt x="195" y="1"/>
                    <a:pt x="188" y="1"/>
                    <a:pt x="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26"/>
            <p:cNvSpPr/>
            <p:nvPr/>
          </p:nvSpPr>
          <p:spPr>
            <a:xfrm>
              <a:off x="2180312" y="4271260"/>
              <a:ext cx="155139" cy="29626"/>
            </a:xfrm>
            <a:custGeom>
              <a:rect b="b" l="l" r="r" t="t"/>
              <a:pathLst>
                <a:path extrusionOk="0" h="655" w="3430">
                  <a:moveTo>
                    <a:pt x="0" y="0"/>
                  </a:moveTo>
                  <a:lnTo>
                    <a:pt x="0" y="0"/>
                  </a:lnTo>
                  <a:cubicBezTo>
                    <a:pt x="12" y="60"/>
                    <a:pt x="12" y="119"/>
                    <a:pt x="12" y="191"/>
                  </a:cubicBezTo>
                  <a:lnTo>
                    <a:pt x="3418" y="655"/>
                  </a:lnTo>
                  <a:cubicBezTo>
                    <a:pt x="3418" y="583"/>
                    <a:pt x="3429" y="512"/>
                    <a:pt x="3429" y="452"/>
                  </a:cubicBez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26"/>
            <p:cNvSpPr/>
            <p:nvPr/>
          </p:nvSpPr>
          <p:spPr>
            <a:xfrm>
              <a:off x="2121063" y="2800823"/>
              <a:ext cx="111537" cy="1476940"/>
            </a:xfrm>
            <a:custGeom>
              <a:rect b="b" l="l" r="r" t="t"/>
              <a:pathLst>
                <a:path extrusionOk="0" h="32654" w="2466">
                  <a:moveTo>
                    <a:pt x="115" y="1"/>
                  </a:moveTo>
                  <a:cubicBezTo>
                    <a:pt x="105" y="1"/>
                    <a:pt x="95" y="3"/>
                    <a:pt x="84" y="7"/>
                  </a:cubicBezTo>
                  <a:cubicBezTo>
                    <a:pt x="37" y="7"/>
                    <a:pt x="1" y="67"/>
                    <a:pt x="13" y="126"/>
                  </a:cubicBezTo>
                  <a:cubicBezTo>
                    <a:pt x="25" y="221"/>
                    <a:pt x="1632" y="9961"/>
                    <a:pt x="2275" y="12413"/>
                  </a:cubicBezTo>
                  <a:cubicBezTo>
                    <a:pt x="2227" y="12723"/>
                    <a:pt x="1680" y="16104"/>
                    <a:pt x="1763" y="18474"/>
                  </a:cubicBezTo>
                  <a:cubicBezTo>
                    <a:pt x="1834" y="20819"/>
                    <a:pt x="1906" y="31690"/>
                    <a:pt x="1906" y="32654"/>
                  </a:cubicBezTo>
                  <a:lnTo>
                    <a:pt x="2096" y="32654"/>
                  </a:lnTo>
                  <a:cubicBezTo>
                    <a:pt x="2084" y="31737"/>
                    <a:pt x="2037" y="20819"/>
                    <a:pt x="1965" y="18462"/>
                  </a:cubicBezTo>
                  <a:cubicBezTo>
                    <a:pt x="1870" y="15997"/>
                    <a:pt x="2465" y="12461"/>
                    <a:pt x="2465" y="12425"/>
                  </a:cubicBezTo>
                  <a:lnTo>
                    <a:pt x="2465" y="12390"/>
                  </a:lnTo>
                  <a:cubicBezTo>
                    <a:pt x="1822" y="9973"/>
                    <a:pt x="215" y="198"/>
                    <a:pt x="203" y="90"/>
                  </a:cubicBezTo>
                  <a:cubicBezTo>
                    <a:pt x="193" y="42"/>
                    <a:pt x="160" y="1"/>
                    <a:pt x="1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26"/>
            <p:cNvSpPr/>
            <p:nvPr/>
          </p:nvSpPr>
          <p:spPr>
            <a:xfrm>
              <a:off x="1860996" y="4285779"/>
              <a:ext cx="128725" cy="134695"/>
            </a:xfrm>
            <a:custGeom>
              <a:rect b="b" l="l" r="r" t="t"/>
              <a:pathLst>
                <a:path extrusionOk="0" h="2978" w="2846">
                  <a:moveTo>
                    <a:pt x="0" y="1"/>
                  </a:moveTo>
                  <a:lnTo>
                    <a:pt x="0" y="2977"/>
                  </a:lnTo>
                  <a:lnTo>
                    <a:pt x="2727" y="2787"/>
                  </a:lnTo>
                  <a:lnTo>
                    <a:pt x="2846" y="1"/>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26"/>
            <p:cNvSpPr/>
            <p:nvPr/>
          </p:nvSpPr>
          <p:spPr>
            <a:xfrm>
              <a:off x="1827030" y="4364387"/>
              <a:ext cx="251569" cy="217602"/>
            </a:xfrm>
            <a:custGeom>
              <a:rect b="b" l="l" r="r" t="t"/>
              <a:pathLst>
                <a:path extrusionOk="0" h="4811" w="5562">
                  <a:moveTo>
                    <a:pt x="2156" y="1"/>
                  </a:moveTo>
                  <a:cubicBezTo>
                    <a:pt x="834" y="1"/>
                    <a:pt x="739" y="644"/>
                    <a:pt x="584" y="977"/>
                  </a:cubicBezTo>
                  <a:cubicBezTo>
                    <a:pt x="525" y="1108"/>
                    <a:pt x="453" y="1406"/>
                    <a:pt x="370" y="1751"/>
                  </a:cubicBezTo>
                  <a:cubicBezTo>
                    <a:pt x="334" y="1882"/>
                    <a:pt x="299" y="2025"/>
                    <a:pt x="263" y="2180"/>
                  </a:cubicBezTo>
                  <a:cubicBezTo>
                    <a:pt x="191" y="2549"/>
                    <a:pt x="108" y="2954"/>
                    <a:pt x="49" y="3263"/>
                  </a:cubicBezTo>
                  <a:cubicBezTo>
                    <a:pt x="25" y="3608"/>
                    <a:pt x="1" y="3954"/>
                    <a:pt x="1" y="4228"/>
                  </a:cubicBezTo>
                  <a:lnTo>
                    <a:pt x="1" y="4287"/>
                  </a:lnTo>
                  <a:cubicBezTo>
                    <a:pt x="1" y="4394"/>
                    <a:pt x="1" y="4466"/>
                    <a:pt x="25" y="4549"/>
                  </a:cubicBezTo>
                  <a:cubicBezTo>
                    <a:pt x="37" y="4704"/>
                    <a:pt x="37" y="4811"/>
                    <a:pt x="37" y="4811"/>
                  </a:cubicBezTo>
                  <a:lnTo>
                    <a:pt x="5525" y="4811"/>
                  </a:lnTo>
                  <a:cubicBezTo>
                    <a:pt x="5525" y="4811"/>
                    <a:pt x="5561" y="4609"/>
                    <a:pt x="5525" y="4287"/>
                  </a:cubicBezTo>
                  <a:cubicBezTo>
                    <a:pt x="5502" y="3727"/>
                    <a:pt x="5299" y="2846"/>
                    <a:pt x="4549" y="2263"/>
                  </a:cubicBezTo>
                  <a:cubicBezTo>
                    <a:pt x="3501" y="1465"/>
                    <a:pt x="3906" y="1632"/>
                    <a:pt x="3704" y="1275"/>
                  </a:cubicBezTo>
                  <a:cubicBezTo>
                    <a:pt x="3668" y="1227"/>
                    <a:pt x="3490" y="620"/>
                    <a:pt x="3478" y="572"/>
                  </a:cubicBezTo>
                  <a:cubicBezTo>
                    <a:pt x="3299" y="179"/>
                    <a:pt x="3132" y="1"/>
                    <a:pt x="21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26"/>
            <p:cNvSpPr/>
            <p:nvPr/>
          </p:nvSpPr>
          <p:spPr>
            <a:xfrm>
              <a:off x="1827030" y="4441954"/>
              <a:ext cx="42064" cy="128182"/>
            </a:xfrm>
            <a:custGeom>
              <a:rect b="b" l="l" r="r" t="t"/>
              <a:pathLst>
                <a:path extrusionOk="0" h="2834" w="930">
                  <a:moveTo>
                    <a:pt x="370" y="0"/>
                  </a:moveTo>
                  <a:cubicBezTo>
                    <a:pt x="334" y="131"/>
                    <a:pt x="299" y="286"/>
                    <a:pt x="263" y="429"/>
                  </a:cubicBezTo>
                  <a:cubicBezTo>
                    <a:pt x="382" y="810"/>
                    <a:pt x="525" y="1441"/>
                    <a:pt x="334" y="1977"/>
                  </a:cubicBezTo>
                  <a:cubicBezTo>
                    <a:pt x="275" y="2203"/>
                    <a:pt x="156" y="2370"/>
                    <a:pt x="1" y="2513"/>
                  </a:cubicBezTo>
                  <a:lnTo>
                    <a:pt x="1" y="2572"/>
                  </a:lnTo>
                  <a:cubicBezTo>
                    <a:pt x="1" y="2679"/>
                    <a:pt x="1" y="2751"/>
                    <a:pt x="25" y="2834"/>
                  </a:cubicBezTo>
                  <a:cubicBezTo>
                    <a:pt x="287" y="2632"/>
                    <a:pt x="477" y="2393"/>
                    <a:pt x="584" y="2084"/>
                  </a:cubicBezTo>
                  <a:cubicBezTo>
                    <a:pt x="930" y="1167"/>
                    <a:pt x="406" y="48"/>
                    <a:pt x="3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26"/>
            <p:cNvSpPr/>
            <p:nvPr/>
          </p:nvSpPr>
          <p:spPr>
            <a:xfrm>
              <a:off x="1827030" y="4558283"/>
              <a:ext cx="251569" cy="23701"/>
            </a:xfrm>
            <a:custGeom>
              <a:rect b="b" l="l" r="r" t="t"/>
              <a:pathLst>
                <a:path extrusionOk="0" h="524" w="5562">
                  <a:moveTo>
                    <a:pt x="1" y="0"/>
                  </a:moveTo>
                  <a:cubicBezTo>
                    <a:pt x="1" y="310"/>
                    <a:pt x="37" y="524"/>
                    <a:pt x="37" y="524"/>
                  </a:cubicBezTo>
                  <a:lnTo>
                    <a:pt x="5525" y="524"/>
                  </a:lnTo>
                  <a:cubicBezTo>
                    <a:pt x="5525" y="524"/>
                    <a:pt x="5561" y="310"/>
                    <a:pt x="55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26"/>
            <p:cNvSpPr/>
            <p:nvPr/>
          </p:nvSpPr>
          <p:spPr>
            <a:xfrm>
              <a:off x="1908894" y="4421963"/>
              <a:ext cx="76529" cy="17866"/>
            </a:xfrm>
            <a:custGeom>
              <a:rect b="b" l="l" r="r" t="t"/>
              <a:pathLst>
                <a:path extrusionOk="0" h="395" w="1692">
                  <a:moveTo>
                    <a:pt x="893" y="0"/>
                  </a:moveTo>
                  <a:cubicBezTo>
                    <a:pt x="673" y="0"/>
                    <a:pt x="412" y="24"/>
                    <a:pt x="132" y="97"/>
                  </a:cubicBezTo>
                  <a:cubicBezTo>
                    <a:pt x="48" y="109"/>
                    <a:pt x="1" y="204"/>
                    <a:pt x="13" y="299"/>
                  </a:cubicBezTo>
                  <a:cubicBezTo>
                    <a:pt x="25" y="359"/>
                    <a:pt x="84" y="395"/>
                    <a:pt x="167" y="395"/>
                  </a:cubicBezTo>
                  <a:lnTo>
                    <a:pt x="203" y="395"/>
                  </a:lnTo>
                  <a:cubicBezTo>
                    <a:pt x="460" y="329"/>
                    <a:pt x="700" y="309"/>
                    <a:pt x="900" y="309"/>
                  </a:cubicBezTo>
                  <a:cubicBezTo>
                    <a:pt x="1247" y="309"/>
                    <a:pt x="1477" y="371"/>
                    <a:pt x="1477" y="371"/>
                  </a:cubicBezTo>
                  <a:cubicBezTo>
                    <a:pt x="1490" y="375"/>
                    <a:pt x="1502" y="376"/>
                    <a:pt x="1514" y="376"/>
                  </a:cubicBezTo>
                  <a:cubicBezTo>
                    <a:pt x="1581" y="376"/>
                    <a:pt x="1637" y="324"/>
                    <a:pt x="1668" y="264"/>
                  </a:cubicBezTo>
                  <a:cubicBezTo>
                    <a:pt x="1691" y="180"/>
                    <a:pt x="1632" y="97"/>
                    <a:pt x="1560" y="73"/>
                  </a:cubicBezTo>
                  <a:cubicBezTo>
                    <a:pt x="1545" y="73"/>
                    <a:pt x="1283" y="0"/>
                    <a:pt x="8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26"/>
            <p:cNvSpPr/>
            <p:nvPr/>
          </p:nvSpPr>
          <p:spPr>
            <a:xfrm>
              <a:off x="1900843" y="4396771"/>
              <a:ext cx="76484" cy="18273"/>
            </a:xfrm>
            <a:custGeom>
              <a:rect b="b" l="l" r="r" t="t"/>
              <a:pathLst>
                <a:path extrusionOk="0" h="404" w="1691">
                  <a:moveTo>
                    <a:pt x="917" y="1"/>
                  </a:moveTo>
                  <a:cubicBezTo>
                    <a:pt x="691" y="1"/>
                    <a:pt x="421" y="26"/>
                    <a:pt x="131" y="106"/>
                  </a:cubicBezTo>
                  <a:cubicBezTo>
                    <a:pt x="48" y="118"/>
                    <a:pt x="0" y="214"/>
                    <a:pt x="12" y="297"/>
                  </a:cubicBezTo>
                  <a:cubicBezTo>
                    <a:pt x="24" y="356"/>
                    <a:pt x="107" y="404"/>
                    <a:pt x="155" y="404"/>
                  </a:cubicBezTo>
                  <a:lnTo>
                    <a:pt x="203" y="404"/>
                  </a:lnTo>
                  <a:cubicBezTo>
                    <a:pt x="473" y="335"/>
                    <a:pt x="724" y="314"/>
                    <a:pt x="930" y="314"/>
                  </a:cubicBezTo>
                  <a:cubicBezTo>
                    <a:pt x="1260" y="314"/>
                    <a:pt x="1477" y="368"/>
                    <a:pt x="1477" y="368"/>
                  </a:cubicBezTo>
                  <a:cubicBezTo>
                    <a:pt x="1494" y="376"/>
                    <a:pt x="1510" y="379"/>
                    <a:pt x="1526" y="379"/>
                  </a:cubicBezTo>
                  <a:cubicBezTo>
                    <a:pt x="1588" y="379"/>
                    <a:pt x="1639" y="330"/>
                    <a:pt x="1667" y="273"/>
                  </a:cubicBezTo>
                  <a:cubicBezTo>
                    <a:pt x="1691" y="178"/>
                    <a:pt x="1631" y="106"/>
                    <a:pt x="1560" y="71"/>
                  </a:cubicBezTo>
                  <a:cubicBezTo>
                    <a:pt x="1545" y="71"/>
                    <a:pt x="1293" y="1"/>
                    <a:pt x="9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26"/>
            <p:cNvSpPr/>
            <p:nvPr/>
          </p:nvSpPr>
          <p:spPr>
            <a:xfrm>
              <a:off x="1919658" y="4446206"/>
              <a:ext cx="76529" cy="17866"/>
            </a:xfrm>
            <a:custGeom>
              <a:rect b="b" l="l" r="r" t="t"/>
              <a:pathLst>
                <a:path extrusionOk="0" h="395" w="1692">
                  <a:moveTo>
                    <a:pt x="894" y="0"/>
                  </a:moveTo>
                  <a:cubicBezTo>
                    <a:pt x="673" y="0"/>
                    <a:pt x="412" y="24"/>
                    <a:pt x="132" y="97"/>
                  </a:cubicBezTo>
                  <a:cubicBezTo>
                    <a:pt x="48" y="109"/>
                    <a:pt x="1" y="204"/>
                    <a:pt x="13" y="287"/>
                  </a:cubicBezTo>
                  <a:cubicBezTo>
                    <a:pt x="25" y="359"/>
                    <a:pt x="84" y="394"/>
                    <a:pt x="168" y="394"/>
                  </a:cubicBezTo>
                  <a:lnTo>
                    <a:pt x="203" y="394"/>
                  </a:lnTo>
                  <a:cubicBezTo>
                    <a:pt x="460" y="329"/>
                    <a:pt x="700" y="308"/>
                    <a:pt x="900" y="308"/>
                  </a:cubicBezTo>
                  <a:cubicBezTo>
                    <a:pt x="1247" y="308"/>
                    <a:pt x="1477" y="371"/>
                    <a:pt x="1477" y="371"/>
                  </a:cubicBezTo>
                  <a:cubicBezTo>
                    <a:pt x="1490" y="374"/>
                    <a:pt x="1502" y="376"/>
                    <a:pt x="1515" y="376"/>
                  </a:cubicBezTo>
                  <a:cubicBezTo>
                    <a:pt x="1582" y="376"/>
                    <a:pt x="1637" y="324"/>
                    <a:pt x="1668" y="264"/>
                  </a:cubicBezTo>
                  <a:cubicBezTo>
                    <a:pt x="1692" y="168"/>
                    <a:pt x="1632" y="97"/>
                    <a:pt x="1561" y="73"/>
                  </a:cubicBezTo>
                  <a:cubicBezTo>
                    <a:pt x="1545" y="73"/>
                    <a:pt x="1283" y="0"/>
                    <a:pt x="8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26"/>
            <p:cNvSpPr/>
            <p:nvPr/>
          </p:nvSpPr>
          <p:spPr>
            <a:xfrm>
              <a:off x="1931508" y="4471625"/>
              <a:ext cx="77072" cy="18273"/>
            </a:xfrm>
            <a:custGeom>
              <a:rect b="b" l="l" r="r" t="t"/>
              <a:pathLst>
                <a:path extrusionOk="0" h="404" w="1704">
                  <a:moveTo>
                    <a:pt x="926" y="1"/>
                  </a:moveTo>
                  <a:cubicBezTo>
                    <a:pt x="702" y="1"/>
                    <a:pt x="434" y="26"/>
                    <a:pt x="144" y="106"/>
                  </a:cubicBezTo>
                  <a:cubicBezTo>
                    <a:pt x="48" y="118"/>
                    <a:pt x="1" y="213"/>
                    <a:pt x="25" y="297"/>
                  </a:cubicBezTo>
                  <a:cubicBezTo>
                    <a:pt x="37" y="344"/>
                    <a:pt x="96" y="404"/>
                    <a:pt x="167" y="404"/>
                  </a:cubicBezTo>
                  <a:lnTo>
                    <a:pt x="215" y="404"/>
                  </a:lnTo>
                  <a:cubicBezTo>
                    <a:pt x="485" y="335"/>
                    <a:pt x="734" y="314"/>
                    <a:pt x="939" y="314"/>
                  </a:cubicBezTo>
                  <a:cubicBezTo>
                    <a:pt x="1265" y="314"/>
                    <a:pt x="1477" y="368"/>
                    <a:pt x="1477" y="368"/>
                  </a:cubicBezTo>
                  <a:cubicBezTo>
                    <a:pt x="1497" y="376"/>
                    <a:pt x="1515" y="379"/>
                    <a:pt x="1533" y="379"/>
                  </a:cubicBezTo>
                  <a:cubicBezTo>
                    <a:pt x="1600" y="379"/>
                    <a:pt x="1649" y="330"/>
                    <a:pt x="1668" y="273"/>
                  </a:cubicBezTo>
                  <a:cubicBezTo>
                    <a:pt x="1703" y="178"/>
                    <a:pt x="1644" y="106"/>
                    <a:pt x="1572" y="71"/>
                  </a:cubicBezTo>
                  <a:cubicBezTo>
                    <a:pt x="1550" y="71"/>
                    <a:pt x="1300" y="1"/>
                    <a:pt x="9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26"/>
            <p:cNvSpPr/>
            <p:nvPr/>
          </p:nvSpPr>
          <p:spPr>
            <a:xfrm>
              <a:off x="1783429" y="2533475"/>
              <a:ext cx="581115" cy="355236"/>
            </a:xfrm>
            <a:custGeom>
              <a:rect b="b" l="l" r="r" t="t"/>
              <a:pathLst>
                <a:path extrusionOk="0" h="7854" w="12848">
                  <a:moveTo>
                    <a:pt x="11026" y="1"/>
                  </a:moveTo>
                  <a:lnTo>
                    <a:pt x="655" y="1167"/>
                  </a:lnTo>
                  <a:cubicBezTo>
                    <a:pt x="655" y="1167"/>
                    <a:pt x="1" y="2299"/>
                    <a:pt x="179" y="4930"/>
                  </a:cubicBezTo>
                  <a:cubicBezTo>
                    <a:pt x="203" y="5204"/>
                    <a:pt x="298" y="5466"/>
                    <a:pt x="370" y="5716"/>
                  </a:cubicBezTo>
                  <a:cubicBezTo>
                    <a:pt x="655" y="6668"/>
                    <a:pt x="1108" y="7525"/>
                    <a:pt x="1798" y="7680"/>
                  </a:cubicBezTo>
                  <a:cubicBezTo>
                    <a:pt x="2306" y="7800"/>
                    <a:pt x="2891" y="7853"/>
                    <a:pt x="3520" y="7853"/>
                  </a:cubicBezTo>
                  <a:cubicBezTo>
                    <a:pt x="4646" y="7853"/>
                    <a:pt x="5915" y="7681"/>
                    <a:pt x="7144" y="7406"/>
                  </a:cubicBezTo>
                  <a:cubicBezTo>
                    <a:pt x="7299" y="7371"/>
                    <a:pt x="7442" y="7335"/>
                    <a:pt x="7597" y="7299"/>
                  </a:cubicBezTo>
                  <a:cubicBezTo>
                    <a:pt x="10383" y="6597"/>
                    <a:pt x="12847" y="5382"/>
                    <a:pt x="12752" y="4430"/>
                  </a:cubicBezTo>
                  <a:cubicBezTo>
                    <a:pt x="12740" y="4132"/>
                    <a:pt x="12657" y="3775"/>
                    <a:pt x="12538" y="3394"/>
                  </a:cubicBezTo>
                  <a:cubicBezTo>
                    <a:pt x="12335" y="2763"/>
                    <a:pt x="12038" y="2060"/>
                    <a:pt x="11764" y="1465"/>
                  </a:cubicBezTo>
                  <a:cubicBezTo>
                    <a:pt x="11371" y="644"/>
                    <a:pt x="11026" y="1"/>
                    <a:pt x="11026" y="1"/>
                  </a:cubicBezTo>
                  <a:close/>
                </a:path>
              </a:pathLst>
            </a:custGeom>
            <a:solidFill>
              <a:srgbClr val="DC4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26"/>
            <p:cNvSpPr/>
            <p:nvPr/>
          </p:nvSpPr>
          <p:spPr>
            <a:xfrm>
              <a:off x="1791525" y="2728864"/>
              <a:ext cx="344155" cy="1586080"/>
            </a:xfrm>
            <a:custGeom>
              <a:rect b="b" l="l" r="r" t="t"/>
              <a:pathLst>
                <a:path extrusionOk="0" h="35067" w="7609">
                  <a:moveTo>
                    <a:pt x="3924" y="1"/>
                  </a:moveTo>
                  <a:cubicBezTo>
                    <a:pt x="2087" y="1"/>
                    <a:pt x="0" y="586"/>
                    <a:pt x="0" y="586"/>
                  </a:cubicBezTo>
                  <a:cubicBezTo>
                    <a:pt x="0" y="586"/>
                    <a:pt x="48" y="860"/>
                    <a:pt x="107" y="1360"/>
                  </a:cubicBezTo>
                  <a:cubicBezTo>
                    <a:pt x="417" y="3801"/>
                    <a:pt x="1215" y="11063"/>
                    <a:pt x="1429" y="13338"/>
                  </a:cubicBezTo>
                  <a:cubicBezTo>
                    <a:pt x="1703" y="16088"/>
                    <a:pt x="1346" y="17148"/>
                    <a:pt x="1346" y="17148"/>
                  </a:cubicBezTo>
                  <a:cubicBezTo>
                    <a:pt x="1346" y="17148"/>
                    <a:pt x="738" y="19826"/>
                    <a:pt x="893" y="24529"/>
                  </a:cubicBezTo>
                  <a:cubicBezTo>
                    <a:pt x="1012" y="28018"/>
                    <a:pt x="1179" y="32018"/>
                    <a:pt x="1250" y="33840"/>
                  </a:cubicBezTo>
                  <a:cubicBezTo>
                    <a:pt x="1250" y="33923"/>
                    <a:pt x="1250" y="33983"/>
                    <a:pt x="1274" y="34043"/>
                  </a:cubicBezTo>
                  <a:cubicBezTo>
                    <a:pt x="1286" y="34543"/>
                    <a:pt x="1298" y="34840"/>
                    <a:pt x="1298" y="34840"/>
                  </a:cubicBezTo>
                  <a:lnTo>
                    <a:pt x="4548" y="35066"/>
                  </a:lnTo>
                  <a:cubicBezTo>
                    <a:pt x="4548" y="35066"/>
                    <a:pt x="4608" y="34781"/>
                    <a:pt x="4691" y="34293"/>
                  </a:cubicBezTo>
                  <a:cubicBezTo>
                    <a:pt x="4703" y="34233"/>
                    <a:pt x="4727" y="34173"/>
                    <a:pt x="4727" y="34102"/>
                  </a:cubicBezTo>
                  <a:cubicBezTo>
                    <a:pt x="5334" y="30733"/>
                    <a:pt x="7334" y="19541"/>
                    <a:pt x="7489" y="16671"/>
                  </a:cubicBezTo>
                  <a:cubicBezTo>
                    <a:pt x="7501" y="16505"/>
                    <a:pt x="7501" y="16338"/>
                    <a:pt x="7501" y="16147"/>
                  </a:cubicBezTo>
                  <a:cubicBezTo>
                    <a:pt x="7501" y="16064"/>
                    <a:pt x="7501" y="15957"/>
                    <a:pt x="7513" y="15850"/>
                  </a:cubicBezTo>
                  <a:cubicBezTo>
                    <a:pt x="7608" y="12683"/>
                    <a:pt x="7418" y="6456"/>
                    <a:pt x="6953" y="3063"/>
                  </a:cubicBezTo>
                  <a:cubicBezTo>
                    <a:pt x="6834" y="2253"/>
                    <a:pt x="6715" y="1610"/>
                    <a:pt x="6596" y="1193"/>
                  </a:cubicBezTo>
                  <a:cubicBezTo>
                    <a:pt x="6549" y="1027"/>
                    <a:pt x="6465" y="884"/>
                    <a:pt x="6370" y="765"/>
                  </a:cubicBezTo>
                  <a:cubicBezTo>
                    <a:pt x="5911" y="186"/>
                    <a:pt x="4957" y="1"/>
                    <a:pt x="39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26"/>
            <p:cNvSpPr/>
            <p:nvPr/>
          </p:nvSpPr>
          <p:spPr>
            <a:xfrm>
              <a:off x="1824904" y="2850575"/>
              <a:ext cx="89420" cy="1419679"/>
            </a:xfrm>
            <a:custGeom>
              <a:rect b="b" l="l" r="r" t="t"/>
              <a:pathLst>
                <a:path extrusionOk="0" h="31388" w="1977">
                  <a:moveTo>
                    <a:pt x="138" y="1"/>
                  </a:moveTo>
                  <a:cubicBezTo>
                    <a:pt x="132" y="1"/>
                    <a:pt x="126" y="1"/>
                    <a:pt x="119" y="2"/>
                  </a:cubicBezTo>
                  <a:cubicBezTo>
                    <a:pt x="36" y="2"/>
                    <a:pt x="0" y="74"/>
                    <a:pt x="12" y="133"/>
                  </a:cubicBezTo>
                  <a:cubicBezTo>
                    <a:pt x="24" y="252"/>
                    <a:pt x="1727" y="12659"/>
                    <a:pt x="1489" y="13945"/>
                  </a:cubicBezTo>
                  <a:cubicBezTo>
                    <a:pt x="643" y="18445"/>
                    <a:pt x="750" y="24934"/>
                    <a:pt x="989" y="31268"/>
                  </a:cubicBezTo>
                  <a:cubicBezTo>
                    <a:pt x="989" y="31352"/>
                    <a:pt x="1048" y="31387"/>
                    <a:pt x="1108" y="31387"/>
                  </a:cubicBezTo>
                  <a:cubicBezTo>
                    <a:pt x="1191" y="31387"/>
                    <a:pt x="1227" y="31328"/>
                    <a:pt x="1251" y="31256"/>
                  </a:cubicBezTo>
                  <a:cubicBezTo>
                    <a:pt x="1012" y="24934"/>
                    <a:pt x="905" y="18469"/>
                    <a:pt x="1727" y="13992"/>
                  </a:cubicBezTo>
                  <a:cubicBezTo>
                    <a:pt x="1977" y="12659"/>
                    <a:pt x="322" y="610"/>
                    <a:pt x="250" y="110"/>
                  </a:cubicBezTo>
                  <a:cubicBezTo>
                    <a:pt x="250" y="46"/>
                    <a:pt x="193" y="1"/>
                    <a:pt x="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26"/>
            <p:cNvSpPr/>
            <p:nvPr/>
          </p:nvSpPr>
          <p:spPr>
            <a:xfrm>
              <a:off x="2014458" y="3444385"/>
              <a:ext cx="118503" cy="18047"/>
            </a:xfrm>
            <a:custGeom>
              <a:rect b="b" l="l" r="r" t="t"/>
              <a:pathLst>
                <a:path extrusionOk="0" h="399" w="2620">
                  <a:moveTo>
                    <a:pt x="159" y="1"/>
                  </a:moveTo>
                  <a:cubicBezTo>
                    <a:pt x="99" y="1"/>
                    <a:pt x="46" y="54"/>
                    <a:pt x="36" y="125"/>
                  </a:cubicBezTo>
                  <a:cubicBezTo>
                    <a:pt x="0" y="196"/>
                    <a:pt x="60" y="268"/>
                    <a:pt x="131" y="280"/>
                  </a:cubicBezTo>
                  <a:cubicBezTo>
                    <a:pt x="179" y="304"/>
                    <a:pt x="881" y="399"/>
                    <a:pt x="1667" y="399"/>
                  </a:cubicBezTo>
                  <a:cubicBezTo>
                    <a:pt x="1977" y="399"/>
                    <a:pt x="2298" y="387"/>
                    <a:pt x="2608" y="339"/>
                  </a:cubicBezTo>
                  <a:cubicBezTo>
                    <a:pt x="2608" y="256"/>
                    <a:pt x="2608" y="149"/>
                    <a:pt x="2620" y="42"/>
                  </a:cubicBezTo>
                  <a:lnTo>
                    <a:pt x="2620" y="42"/>
                  </a:lnTo>
                  <a:cubicBezTo>
                    <a:pt x="2308" y="94"/>
                    <a:pt x="1972" y="113"/>
                    <a:pt x="1651" y="113"/>
                  </a:cubicBezTo>
                  <a:cubicBezTo>
                    <a:pt x="883" y="113"/>
                    <a:pt x="208" y="6"/>
                    <a:pt x="191" y="6"/>
                  </a:cubicBezTo>
                  <a:cubicBezTo>
                    <a:pt x="180" y="2"/>
                    <a:pt x="169" y="1"/>
                    <a:pt x="1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26"/>
            <p:cNvSpPr/>
            <p:nvPr/>
          </p:nvSpPr>
          <p:spPr>
            <a:xfrm>
              <a:off x="1849147" y="4259410"/>
              <a:ext cx="156722" cy="20489"/>
            </a:xfrm>
            <a:custGeom>
              <a:rect b="b" l="l" r="r" t="t"/>
              <a:pathLst>
                <a:path extrusionOk="0" h="453" w="3465">
                  <a:moveTo>
                    <a:pt x="0" y="0"/>
                  </a:moveTo>
                  <a:cubicBezTo>
                    <a:pt x="0" y="83"/>
                    <a:pt x="0" y="143"/>
                    <a:pt x="12" y="203"/>
                  </a:cubicBezTo>
                  <a:lnTo>
                    <a:pt x="214" y="214"/>
                  </a:lnTo>
                  <a:lnTo>
                    <a:pt x="393" y="226"/>
                  </a:lnTo>
                  <a:lnTo>
                    <a:pt x="3429" y="453"/>
                  </a:lnTo>
                  <a:cubicBezTo>
                    <a:pt x="3453" y="393"/>
                    <a:pt x="3465" y="333"/>
                    <a:pt x="3465" y="250"/>
                  </a:cubicBezTo>
                  <a:lnTo>
                    <a:pt x="429" y="36"/>
                  </a:lnTo>
                  <a:lnTo>
                    <a:pt x="214" y="24"/>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26"/>
            <p:cNvSpPr/>
            <p:nvPr/>
          </p:nvSpPr>
          <p:spPr>
            <a:xfrm>
              <a:off x="2283706" y="1964405"/>
              <a:ext cx="697944" cy="661172"/>
            </a:xfrm>
            <a:custGeom>
              <a:rect b="b" l="l" r="r" t="t"/>
              <a:pathLst>
                <a:path extrusionOk="0" h="14618" w="15431">
                  <a:moveTo>
                    <a:pt x="2239" y="1"/>
                  </a:moveTo>
                  <a:cubicBezTo>
                    <a:pt x="2141" y="1"/>
                    <a:pt x="2041" y="8"/>
                    <a:pt x="1941" y="22"/>
                  </a:cubicBezTo>
                  <a:cubicBezTo>
                    <a:pt x="786" y="200"/>
                    <a:pt x="0" y="1260"/>
                    <a:pt x="179" y="2403"/>
                  </a:cubicBezTo>
                  <a:lnTo>
                    <a:pt x="203" y="2570"/>
                  </a:lnTo>
                  <a:lnTo>
                    <a:pt x="239" y="2724"/>
                  </a:lnTo>
                  <a:lnTo>
                    <a:pt x="286" y="3022"/>
                  </a:lnTo>
                  <a:cubicBezTo>
                    <a:pt x="322" y="3224"/>
                    <a:pt x="358" y="3415"/>
                    <a:pt x="405" y="3617"/>
                  </a:cubicBezTo>
                  <a:cubicBezTo>
                    <a:pt x="477" y="3998"/>
                    <a:pt x="560" y="4391"/>
                    <a:pt x="655" y="4772"/>
                  </a:cubicBezTo>
                  <a:cubicBezTo>
                    <a:pt x="739" y="5153"/>
                    <a:pt x="846" y="5546"/>
                    <a:pt x="953" y="5927"/>
                  </a:cubicBezTo>
                  <a:cubicBezTo>
                    <a:pt x="1060" y="6320"/>
                    <a:pt x="1179" y="6701"/>
                    <a:pt x="1298" y="7094"/>
                  </a:cubicBezTo>
                  <a:cubicBezTo>
                    <a:pt x="1417" y="7475"/>
                    <a:pt x="1548" y="7868"/>
                    <a:pt x="1691" y="8249"/>
                  </a:cubicBezTo>
                  <a:cubicBezTo>
                    <a:pt x="1846" y="8642"/>
                    <a:pt x="2013" y="9023"/>
                    <a:pt x="2167" y="9416"/>
                  </a:cubicBezTo>
                  <a:cubicBezTo>
                    <a:pt x="2346" y="9785"/>
                    <a:pt x="2525" y="10178"/>
                    <a:pt x="2739" y="10559"/>
                  </a:cubicBezTo>
                  <a:cubicBezTo>
                    <a:pt x="2941" y="10928"/>
                    <a:pt x="3168" y="11321"/>
                    <a:pt x="3441" y="11702"/>
                  </a:cubicBezTo>
                  <a:cubicBezTo>
                    <a:pt x="3572" y="11880"/>
                    <a:pt x="3703" y="12083"/>
                    <a:pt x="3858" y="12273"/>
                  </a:cubicBezTo>
                  <a:cubicBezTo>
                    <a:pt x="4001" y="12464"/>
                    <a:pt x="4168" y="12642"/>
                    <a:pt x="4346" y="12833"/>
                  </a:cubicBezTo>
                  <a:cubicBezTo>
                    <a:pt x="4525" y="13035"/>
                    <a:pt x="4715" y="13214"/>
                    <a:pt x="4930" y="13392"/>
                  </a:cubicBezTo>
                  <a:cubicBezTo>
                    <a:pt x="5132" y="13571"/>
                    <a:pt x="5370" y="13726"/>
                    <a:pt x="5620" y="13892"/>
                  </a:cubicBezTo>
                  <a:cubicBezTo>
                    <a:pt x="5882" y="14059"/>
                    <a:pt x="6156" y="14190"/>
                    <a:pt x="6477" y="14309"/>
                  </a:cubicBezTo>
                  <a:cubicBezTo>
                    <a:pt x="6775" y="14428"/>
                    <a:pt x="7097" y="14523"/>
                    <a:pt x="7442" y="14559"/>
                  </a:cubicBezTo>
                  <a:lnTo>
                    <a:pt x="7573" y="14583"/>
                  </a:lnTo>
                  <a:lnTo>
                    <a:pt x="7644" y="14583"/>
                  </a:lnTo>
                  <a:lnTo>
                    <a:pt x="7799" y="14595"/>
                  </a:lnTo>
                  <a:cubicBezTo>
                    <a:pt x="8001" y="14610"/>
                    <a:pt x="8257" y="14617"/>
                    <a:pt x="8550" y="14617"/>
                  </a:cubicBezTo>
                  <a:cubicBezTo>
                    <a:pt x="10492" y="14617"/>
                    <a:pt x="14083" y="14319"/>
                    <a:pt x="14538" y="14309"/>
                  </a:cubicBezTo>
                  <a:cubicBezTo>
                    <a:pt x="15431" y="14285"/>
                    <a:pt x="14657" y="13726"/>
                    <a:pt x="14752" y="13285"/>
                  </a:cubicBezTo>
                  <a:cubicBezTo>
                    <a:pt x="14895" y="12559"/>
                    <a:pt x="15110" y="11630"/>
                    <a:pt x="14383" y="11606"/>
                  </a:cubicBezTo>
                  <a:cubicBezTo>
                    <a:pt x="13502" y="11571"/>
                    <a:pt x="9621" y="10844"/>
                    <a:pt x="9621" y="10844"/>
                  </a:cubicBezTo>
                  <a:lnTo>
                    <a:pt x="9085" y="10749"/>
                  </a:lnTo>
                  <a:lnTo>
                    <a:pt x="8549" y="10666"/>
                  </a:lnTo>
                  <a:lnTo>
                    <a:pt x="8275" y="10618"/>
                  </a:lnTo>
                  <a:lnTo>
                    <a:pt x="8144" y="10594"/>
                  </a:lnTo>
                  <a:lnTo>
                    <a:pt x="8085" y="10571"/>
                  </a:lnTo>
                  <a:lnTo>
                    <a:pt x="8061" y="10571"/>
                  </a:lnTo>
                  <a:cubicBezTo>
                    <a:pt x="8025" y="10559"/>
                    <a:pt x="7990" y="10547"/>
                    <a:pt x="7942" y="10535"/>
                  </a:cubicBezTo>
                  <a:cubicBezTo>
                    <a:pt x="7906" y="10511"/>
                    <a:pt x="7847" y="10487"/>
                    <a:pt x="7787" y="10440"/>
                  </a:cubicBezTo>
                  <a:cubicBezTo>
                    <a:pt x="7668" y="10356"/>
                    <a:pt x="7513" y="10213"/>
                    <a:pt x="7347" y="10035"/>
                  </a:cubicBezTo>
                  <a:cubicBezTo>
                    <a:pt x="7192" y="9856"/>
                    <a:pt x="7025" y="9642"/>
                    <a:pt x="6870" y="9404"/>
                  </a:cubicBezTo>
                  <a:cubicBezTo>
                    <a:pt x="6728" y="9166"/>
                    <a:pt x="6573" y="8892"/>
                    <a:pt x="6430" y="8606"/>
                  </a:cubicBezTo>
                  <a:cubicBezTo>
                    <a:pt x="6299" y="8332"/>
                    <a:pt x="6168" y="8046"/>
                    <a:pt x="6025" y="7737"/>
                  </a:cubicBezTo>
                  <a:cubicBezTo>
                    <a:pt x="5894" y="7439"/>
                    <a:pt x="5775" y="7130"/>
                    <a:pt x="5656" y="6796"/>
                  </a:cubicBezTo>
                  <a:cubicBezTo>
                    <a:pt x="5537" y="6475"/>
                    <a:pt x="5430" y="6141"/>
                    <a:pt x="5334" y="5820"/>
                  </a:cubicBezTo>
                  <a:cubicBezTo>
                    <a:pt x="5227" y="5475"/>
                    <a:pt x="5120" y="5141"/>
                    <a:pt x="5037" y="4808"/>
                  </a:cubicBezTo>
                  <a:lnTo>
                    <a:pt x="4763" y="3772"/>
                  </a:lnTo>
                  <a:cubicBezTo>
                    <a:pt x="4692" y="3439"/>
                    <a:pt x="4596" y="3093"/>
                    <a:pt x="4525" y="2748"/>
                  </a:cubicBezTo>
                  <a:lnTo>
                    <a:pt x="4418" y="2224"/>
                  </a:lnTo>
                  <a:lnTo>
                    <a:pt x="4382" y="1974"/>
                  </a:lnTo>
                  <a:lnTo>
                    <a:pt x="4334" y="1736"/>
                  </a:lnTo>
                  <a:lnTo>
                    <a:pt x="4299" y="1677"/>
                  </a:lnTo>
                  <a:cubicBezTo>
                    <a:pt x="4104" y="691"/>
                    <a:pt x="3229" y="1"/>
                    <a:pt x="2239"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26"/>
            <p:cNvSpPr/>
            <p:nvPr/>
          </p:nvSpPr>
          <p:spPr>
            <a:xfrm>
              <a:off x="2571497" y="2436504"/>
              <a:ext cx="64272" cy="40209"/>
            </a:xfrm>
            <a:custGeom>
              <a:rect b="b" l="l" r="r" t="t"/>
              <a:pathLst>
                <a:path extrusionOk="0" h="889" w="1421">
                  <a:moveTo>
                    <a:pt x="1304" y="1"/>
                  </a:moveTo>
                  <a:cubicBezTo>
                    <a:pt x="1300" y="1"/>
                    <a:pt x="1297" y="1"/>
                    <a:pt x="1293" y="2"/>
                  </a:cubicBezTo>
                  <a:cubicBezTo>
                    <a:pt x="793" y="144"/>
                    <a:pt x="341" y="347"/>
                    <a:pt x="43" y="775"/>
                  </a:cubicBezTo>
                  <a:cubicBezTo>
                    <a:pt x="1" y="835"/>
                    <a:pt x="55" y="888"/>
                    <a:pt x="111" y="888"/>
                  </a:cubicBezTo>
                  <a:cubicBezTo>
                    <a:pt x="134" y="888"/>
                    <a:pt x="157" y="879"/>
                    <a:pt x="174" y="859"/>
                  </a:cubicBezTo>
                  <a:cubicBezTo>
                    <a:pt x="460" y="454"/>
                    <a:pt x="888" y="275"/>
                    <a:pt x="1329" y="156"/>
                  </a:cubicBezTo>
                  <a:cubicBezTo>
                    <a:pt x="1420" y="122"/>
                    <a:pt x="1380" y="1"/>
                    <a:pt x="1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26"/>
            <p:cNvSpPr/>
            <p:nvPr/>
          </p:nvSpPr>
          <p:spPr>
            <a:xfrm>
              <a:off x="2563130" y="2436866"/>
              <a:ext cx="52015" cy="12257"/>
            </a:xfrm>
            <a:custGeom>
              <a:rect b="b" l="l" r="r" t="t"/>
              <a:pathLst>
                <a:path extrusionOk="0" h="271" w="1150">
                  <a:moveTo>
                    <a:pt x="498" y="1"/>
                  </a:moveTo>
                  <a:cubicBezTo>
                    <a:pt x="346" y="1"/>
                    <a:pt x="196" y="27"/>
                    <a:pt x="61" y="89"/>
                  </a:cubicBezTo>
                  <a:cubicBezTo>
                    <a:pt x="1" y="129"/>
                    <a:pt x="52" y="230"/>
                    <a:pt x="112" y="230"/>
                  </a:cubicBezTo>
                  <a:cubicBezTo>
                    <a:pt x="123" y="230"/>
                    <a:pt x="134" y="227"/>
                    <a:pt x="145" y="220"/>
                  </a:cubicBezTo>
                  <a:cubicBezTo>
                    <a:pt x="247" y="175"/>
                    <a:pt x="363" y="157"/>
                    <a:pt x="480" y="157"/>
                  </a:cubicBezTo>
                  <a:cubicBezTo>
                    <a:pt x="678" y="157"/>
                    <a:pt x="881" y="208"/>
                    <a:pt x="1038" y="267"/>
                  </a:cubicBezTo>
                  <a:cubicBezTo>
                    <a:pt x="1045" y="269"/>
                    <a:pt x="1053" y="270"/>
                    <a:pt x="1060" y="270"/>
                  </a:cubicBezTo>
                  <a:cubicBezTo>
                    <a:pt x="1136" y="270"/>
                    <a:pt x="1150" y="156"/>
                    <a:pt x="1073" y="113"/>
                  </a:cubicBezTo>
                  <a:cubicBezTo>
                    <a:pt x="898" y="45"/>
                    <a:pt x="696" y="1"/>
                    <a:pt x="4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26"/>
            <p:cNvSpPr/>
            <p:nvPr/>
          </p:nvSpPr>
          <p:spPr>
            <a:xfrm>
              <a:off x="2262719" y="1946585"/>
              <a:ext cx="305890" cy="432942"/>
            </a:xfrm>
            <a:custGeom>
              <a:rect b="b" l="l" r="r" t="t"/>
              <a:pathLst>
                <a:path extrusionOk="0" h="9572" w="6763">
                  <a:moveTo>
                    <a:pt x="2043" y="0"/>
                  </a:moveTo>
                  <a:cubicBezTo>
                    <a:pt x="1836" y="0"/>
                    <a:pt x="1635" y="33"/>
                    <a:pt x="1453" y="118"/>
                  </a:cubicBezTo>
                  <a:cubicBezTo>
                    <a:pt x="131" y="749"/>
                    <a:pt x="0" y="2190"/>
                    <a:pt x="24" y="2892"/>
                  </a:cubicBezTo>
                  <a:cubicBezTo>
                    <a:pt x="24" y="3118"/>
                    <a:pt x="60" y="3333"/>
                    <a:pt x="119" y="3559"/>
                  </a:cubicBezTo>
                  <a:cubicBezTo>
                    <a:pt x="405" y="4547"/>
                    <a:pt x="1584" y="7893"/>
                    <a:pt x="2608" y="9571"/>
                  </a:cubicBezTo>
                  <a:lnTo>
                    <a:pt x="6763" y="7607"/>
                  </a:lnTo>
                  <a:cubicBezTo>
                    <a:pt x="6763" y="7607"/>
                    <a:pt x="5763" y="4618"/>
                    <a:pt x="4953" y="2368"/>
                  </a:cubicBezTo>
                  <a:cubicBezTo>
                    <a:pt x="4691" y="1642"/>
                    <a:pt x="4274" y="618"/>
                    <a:pt x="3548" y="356"/>
                  </a:cubicBezTo>
                  <a:cubicBezTo>
                    <a:pt x="3185" y="235"/>
                    <a:pt x="2594" y="0"/>
                    <a:pt x="20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26"/>
            <p:cNvSpPr/>
            <p:nvPr/>
          </p:nvSpPr>
          <p:spPr>
            <a:xfrm>
              <a:off x="2887375" y="2387928"/>
              <a:ext cx="375409" cy="246006"/>
            </a:xfrm>
            <a:custGeom>
              <a:rect b="b" l="l" r="r" t="t"/>
              <a:pathLst>
                <a:path extrusionOk="0" h="5439" w="8300">
                  <a:moveTo>
                    <a:pt x="3846" y="1"/>
                  </a:moveTo>
                  <a:cubicBezTo>
                    <a:pt x="3457" y="1"/>
                    <a:pt x="2515" y="899"/>
                    <a:pt x="1810" y="1397"/>
                  </a:cubicBezTo>
                  <a:cubicBezTo>
                    <a:pt x="1596" y="1540"/>
                    <a:pt x="477" y="2540"/>
                    <a:pt x="477" y="2540"/>
                  </a:cubicBezTo>
                  <a:cubicBezTo>
                    <a:pt x="477" y="2540"/>
                    <a:pt x="0" y="4278"/>
                    <a:pt x="1012" y="4790"/>
                  </a:cubicBezTo>
                  <a:cubicBezTo>
                    <a:pt x="1823" y="5191"/>
                    <a:pt x="2291" y="5300"/>
                    <a:pt x="3083" y="5300"/>
                  </a:cubicBezTo>
                  <a:cubicBezTo>
                    <a:pt x="3303" y="5300"/>
                    <a:pt x="3549" y="5291"/>
                    <a:pt x="3834" y="5278"/>
                  </a:cubicBezTo>
                  <a:cubicBezTo>
                    <a:pt x="3920" y="5274"/>
                    <a:pt x="4009" y="5273"/>
                    <a:pt x="4101" y="5273"/>
                  </a:cubicBezTo>
                  <a:cubicBezTo>
                    <a:pt x="4985" y="5273"/>
                    <a:pt x="6119" y="5438"/>
                    <a:pt x="6777" y="5438"/>
                  </a:cubicBezTo>
                  <a:cubicBezTo>
                    <a:pt x="7078" y="5438"/>
                    <a:pt x="7279" y="5403"/>
                    <a:pt x="7311" y="5302"/>
                  </a:cubicBezTo>
                  <a:cubicBezTo>
                    <a:pt x="7406" y="4969"/>
                    <a:pt x="5347" y="4588"/>
                    <a:pt x="5346" y="4588"/>
                  </a:cubicBezTo>
                  <a:lnTo>
                    <a:pt x="5346" y="4588"/>
                  </a:lnTo>
                  <a:cubicBezTo>
                    <a:pt x="5347" y="4588"/>
                    <a:pt x="5887" y="4630"/>
                    <a:pt x="6473" y="4630"/>
                  </a:cubicBezTo>
                  <a:cubicBezTo>
                    <a:pt x="7204" y="4630"/>
                    <a:pt x="8005" y="4564"/>
                    <a:pt x="7906" y="4266"/>
                  </a:cubicBezTo>
                  <a:cubicBezTo>
                    <a:pt x="7763" y="3850"/>
                    <a:pt x="5763" y="3778"/>
                    <a:pt x="5763" y="3778"/>
                  </a:cubicBezTo>
                  <a:cubicBezTo>
                    <a:pt x="5763" y="3778"/>
                    <a:pt x="8299" y="3683"/>
                    <a:pt x="8097" y="3266"/>
                  </a:cubicBezTo>
                  <a:cubicBezTo>
                    <a:pt x="7906" y="2861"/>
                    <a:pt x="5287" y="2826"/>
                    <a:pt x="5287" y="2826"/>
                  </a:cubicBezTo>
                  <a:cubicBezTo>
                    <a:pt x="5287" y="2826"/>
                    <a:pt x="7859" y="2671"/>
                    <a:pt x="7323" y="2314"/>
                  </a:cubicBezTo>
                  <a:cubicBezTo>
                    <a:pt x="6787" y="1957"/>
                    <a:pt x="3132" y="2195"/>
                    <a:pt x="3132" y="1718"/>
                  </a:cubicBezTo>
                  <a:cubicBezTo>
                    <a:pt x="3132" y="1242"/>
                    <a:pt x="4049" y="814"/>
                    <a:pt x="4025" y="218"/>
                  </a:cubicBezTo>
                  <a:cubicBezTo>
                    <a:pt x="4015" y="65"/>
                    <a:pt x="3950" y="1"/>
                    <a:pt x="3846" y="1"/>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26"/>
            <p:cNvSpPr/>
            <p:nvPr/>
          </p:nvSpPr>
          <p:spPr>
            <a:xfrm>
              <a:off x="3095654" y="2513484"/>
              <a:ext cx="28178" cy="89736"/>
            </a:xfrm>
            <a:custGeom>
              <a:rect b="b" l="l" r="r" t="t"/>
              <a:pathLst>
                <a:path extrusionOk="0" h="1984" w="623">
                  <a:moveTo>
                    <a:pt x="360" y="0"/>
                  </a:moveTo>
                  <a:cubicBezTo>
                    <a:pt x="302" y="0"/>
                    <a:pt x="245" y="41"/>
                    <a:pt x="265" y="109"/>
                  </a:cubicBezTo>
                  <a:cubicBezTo>
                    <a:pt x="432" y="716"/>
                    <a:pt x="360" y="1312"/>
                    <a:pt x="39" y="1859"/>
                  </a:cubicBezTo>
                  <a:cubicBezTo>
                    <a:pt x="0" y="1929"/>
                    <a:pt x="62" y="1984"/>
                    <a:pt x="127" y="1984"/>
                  </a:cubicBezTo>
                  <a:cubicBezTo>
                    <a:pt x="161" y="1984"/>
                    <a:pt x="197" y="1968"/>
                    <a:pt x="217" y="1931"/>
                  </a:cubicBezTo>
                  <a:cubicBezTo>
                    <a:pt x="527" y="1359"/>
                    <a:pt x="622" y="716"/>
                    <a:pt x="456" y="74"/>
                  </a:cubicBezTo>
                  <a:cubicBezTo>
                    <a:pt x="445" y="23"/>
                    <a:pt x="403" y="0"/>
                    <a:pt x="3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26"/>
            <p:cNvSpPr/>
            <p:nvPr/>
          </p:nvSpPr>
          <p:spPr>
            <a:xfrm>
              <a:off x="2966571" y="2524520"/>
              <a:ext cx="102582" cy="45049"/>
            </a:xfrm>
            <a:custGeom>
              <a:rect b="b" l="l" r="r" t="t"/>
              <a:pathLst>
                <a:path extrusionOk="0" h="996" w="2268">
                  <a:moveTo>
                    <a:pt x="1955" y="1"/>
                  </a:moveTo>
                  <a:cubicBezTo>
                    <a:pt x="1233" y="1"/>
                    <a:pt x="562" y="296"/>
                    <a:pt x="71" y="842"/>
                  </a:cubicBezTo>
                  <a:cubicBezTo>
                    <a:pt x="1" y="912"/>
                    <a:pt x="67" y="996"/>
                    <a:pt x="140" y="996"/>
                  </a:cubicBezTo>
                  <a:cubicBezTo>
                    <a:pt x="166" y="996"/>
                    <a:pt x="192" y="985"/>
                    <a:pt x="214" y="961"/>
                  </a:cubicBezTo>
                  <a:cubicBezTo>
                    <a:pt x="673" y="457"/>
                    <a:pt x="1310" y="195"/>
                    <a:pt x="1988" y="195"/>
                  </a:cubicBezTo>
                  <a:cubicBezTo>
                    <a:pt x="2032" y="195"/>
                    <a:pt x="2075" y="197"/>
                    <a:pt x="2119" y="199"/>
                  </a:cubicBezTo>
                  <a:cubicBezTo>
                    <a:pt x="2126" y="200"/>
                    <a:pt x="2132" y="201"/>
                    <a:pt x="2138" y="201"/>
                  </a:cubicBezTo>
                  <a:cubicBezTo>
                    <a:pt x="2241" y="201"/>
                    <a:pt x="2267" y="19"/>
                    <a:pt x="2155" y="8"/>
                  </a:cubicBezTo>
                  <a:cubicBezTo>
                    <a:pt x="2088" y="3"/>
                    <a:pt x="2021" y="1"/>
                    <a:pt x="19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26"/>
            <p:cNvSpPr/>
            <p:nvPr/>
          </p:nvSpPr>
          <p:spPr>
            <a:xfrm>
              <a:off x="1779132" y="1843644"/>
              <a:ext cx="684511" cy="1028802"/>
            </a:xfrm>
            <a:custGeom>
              <a:rect b="b" l="l" r="r" t="t"/>
              <a:pathLst>
                <a:path extrusionOk="0" h="22746" w="15134">
                  <a:moveTo>
                    <a:pt x="8347" y="1"/>
                  </a:moveTo>
                  <a:cubicBezTo>
                    <a:pt x="8347" y="1"/>
                    <a:pt x="8025" y="167"/>
                    <a:pt x="7513" y="334"/>
                  </a:cubicBezTo>
                  <a:cubicBezTo>
                    <a:pt x="7466" y="346"/>
                    <a:pt x="7406" y="358"/>
                    <a:pt x="7358" y="370"/>
                  </a:cubicBezTo>
                  <a:cubicBezTo>
                    <a:pt x="7168" y="417"/>
                    <a:pt x="6954" y="465"/>
                    <a:pt x="6715" y="489"/>
                  </a:cubicBezTo>
                  <a:cubicBezTo>
                    <a:pt x="6680" y="489"/>
                    <a:pt x="6620" y="513"/>
                    <a:pt x="6573" y="513"/>
                  </a:cubicBezTo>
                  <a:cubicBezTo>
                    <a:pt x="6363" y="530"/>
                    <a:pt x="6141" y="541"/>
                    <a:pt x="5902" y="541"/>
                  </a:cubicBezTo>
                  <a:cubicBezTo>
                    <a:pt x="5814" y="541"/>
                    <a:pt x="5725" y="540"/>
                    <a:pt x="5632" y="537"/>
                  </a:cubicBezTo>
                  <a:cubicBezTo>
                    <a:pt x="5607" y="536"/>
                    <a:pt x="5582" y="535"/>
                    <a:pt x="5557" y="535"/>
                  </a:cubicBezTo>
                  <a:cubicBezTo>
                    <a:pt x="4059" y="535"/>
                    <a:pt x="2931" y="1947"/>
                    <a:pt x="2286" y="4454"/>
                  </a:cubicBezTo>
                  <a:cubicBezTo>
                    <a:pt x="1953" y="5728"/>
                    <a:pt x="1643" y="6942"/>
                    <a:pt x="1358" y="8109"/>
                  </a:cubicBezTo>
                  <a:cubicBezTo>
                    <a:pt x="1346" y="8192"/>
                    <a:pt x="1334" y="8264"/>
                    <a:pt x="1298" y="8347"/>
                  </a:cubicBezTo>
                  <a:cubicBezTo>
                    <a:pt x="965" y="9764"/>
                    <a:pt x="691" y="11133"/>
                    <a:pt x="512" y="12514"/>
                  </a:cubicBezTo>
                  <a:cubicBezTo>
                    <a:pt x="488" y="12800"/>
                    <a:pt x="453" y="13098"/>
                    <a:pt x="429" y="13383"/>
                  </a:cubicBezTo>
                  <a:cubicBezTo>
                    <a:pt x="298" y="14538"/>
                    <a:pt x="0" y="18158"/>
                    <a:pt x="24" y="20170"/>
                  </a:cubicBezTo>
                  <a:lnTo>
                    <a:pt x="24" y="20313"/>
                  </a:lnTo>
                  <a:cubicBezTo>
                    <a:pt x="36" y="20658"/>
                    <a:pt x="48" y="20956"/>
                    <a:pt x="84" y="21170"/>
                  </a:cubicBezTo>
                  <a:cubicBezTo>
                    <a:pt x="1617" y="22312"/>
                    <a:pt x="3455" y="22746"/>
                    <a:pt x="5301" y="22746"/>
                  </a:cubicBezTo>
                  <a:cubicBezTo>
                    <a:pt x="6822" y="22746"/>
                    <a:pt x="8349" y="22451"/>
                    <a:pt x="9716" y="22015"/>
                  </a:cubicBezTo>
                  <a:lnTo>
                    <a:pt x="9847" y="21968"/>
                  </a:lnTo>
                  <a:cubicBezTo>
                    <a:pt x="11109" y="21551"/>
                    <a:pt x="12228" y="21015"/>
                    <a:pt x="13061" y="20491"/>
                  </a:cubicBezTo>
                  <a:cubicBezTo>
                    <a:pt x="13002" y="19503"/>
                    <a:pt x="12966" y="18503"/>
                    <a:pt x="12966" y="17551"/>
                  </a:cubicBezTo>
                  <a:lnTo>
                    <a:pt x="12966" y="17396"/>
                  </a:lnTo>
                  <a:cubicBezTo>
                    <a:pt x="12966" y="16431"/>
                    <a:pt x="13002" y="15526"/>
                    <a:pt x="13038" y="14741"/>
                  </a:cubicBezTo>
                  <a:cubicBezTo>
                    <a:pt x="13038" y="14586"/>
                    <a:pt x="13050" y="14443"/>
                    <a:pt x="13050" y="14288"/>
                  </a:cubicBezTo>
                  <a:cubicBezTo>
                    <a:pt x="13050" y="14217"/>
                    <a:pt x="13061" y="14145"/>
                    <a:pt x="13061" y="14062"/>
                  </a:cubicBezTo>
                  <a:cubicBezTo>
                    <a:pt x="13061" y="14002"/>
                    <a:pt x="13073" y="13931"/>
                    <a:pt x="13073" y="13872"/>
                  </a:cubicBezTo>
                  <a:cubicBezTo>
                    <a:pt x="13085" y="13610"/>
                    <a:pt x="13121" y="13336"/>
                    <a:pt x="13133" y="13074"/>
                  </a:cubicBezTo>
                  <a:cubicBezTo>
                    <a:pt x="13169" y="12788"/>
                    <a:pt x="13181" y="12514"/>
                    <a:pt x="13204" y="12264"/>
                  </a:cubicBezTo>
                  <a:lnTo>
                    <a:pt x="13204" y="12217"/>
                  </a:lnTo>
                  <a:cubicBezTo>
                    <a:pt x="13204" y="12181"/>
                    <a:pt x="13228" y="12133"/>
                    <a:pt x="13228" y="12074"/>
                  </a:cubicBezTo>
                  <a:cubicBezTo>
                    <a:pt x="13228" y="12038"/>
                    <a:pt x="13228" y="12026"/>
                    <a:pt x="13240" y="12002"/>
                  </a:cubicBezTo>
                  <a:cubicBezTo>
                    <a:pt x="13264" y="11776"/>
                    <a:pt x="13300" y="11562"/>
                    <a:pt x="13323" y="11359"/>
                  </a:cubicBezTo>
                  <a:cubicBezTo>
                    <a:pt x="13347" y="11264"/>
                    <a:pt x="13359" y="11193"/>
                    <a:pt x="13359" y="11109"/>
                  </a:cubicBezTo>
                  <a:cubicBezTo>
                    <a:pt x="13383" y="10895"/>
                    <a:pt x="13419" y="10693"/>
                    <a:pt x="13466" y="10490"/>
                  </a:cubicBezTo>
                  <a:lnTo>
                    <a:pt x="13502" y="10228"/>
                  </a:lnTo>
                  <a:cubicBezTo>
                    <a:pt x="13585" y="9812"/>
                    <a:pt x="13657" y="9419"/>
                    <a:pt x="13740" y="9061"/>
                  </a:cubicBezTo>
                  <a:cubicBezTo>
                    <a:pt x="13764" y="9026"/>
                    <a:pt x="13764" y="8978"/>
                    <a:pt x="13776" y="8930"/>
                  </a:cubicBezTo>
                  <a:cubicBezTo>
                    <a:pt x="13883" y="8466"/>
                    <a:pt x="13978" y="8049"/>
                    <a:pt x="14097" y="7668"/>
                  </a:cubicBezTo>
                  <a:cubicBezTo>
                    <a:pt x="14121" y="7609"/>
                    <a:pt x="14133" y="7549"/>
                    <a:pt x="14145" y="7502"/>
                  </a:cubicBezTo>
                  <a:cubicBezTo>
                    <a:pt x="14395" y="6621"/>
                    <a:pt x="14657" y="5942"/>
                    <a:pt x="14836" y="5394"/>
                  </a:cubicBezTo>
                  <a:lnTo>
                    <a:pt x="14871" y="5251"/>
                  </a:lnTo>
                  <a:cubicBezTo>
                    <a:pt x="15026" y="4799"/>
                    <a:pt x="15133" y="4442"/>
                    <a:pt x="15133" y="4156"/>
                  </a:cubicBezTo>
                  <a:lnTo>
                    <a:pt x="15133" y="4144"/>
                  </a:lnTo>
                  <a:lnTo>
                    <a:pt x="15133" y="3989"/>
                  </a:lnTo>
                  <a:cubicBezTo>
                    <a:pt x="15026" y="2656"/>
                    <a:pt x="13681" y="2489"/>
                    <a:pt x="12645" y="1775"/>
                  </a:cubicBezTo>
                  <a:cubicBezTo>
                    <a:pt x="12597" y="1739"/>
                    <a:pt x="12573" y="1715"/>
                    <a:pt x="12526" y="1680"/>
                  </a:cubicBezTo>
                  <a:cubicBezTo>
                    <a:pt x="12311" y="1525"/>
                    <a:pt x="12109" y="1346"/>
                    <a:pt x="11942" y="1120"/>
                  </a:cubicBezTo>
                  <a:cubicBezTo>
                    <a:pt x="11895" y="1060"/>
                    <a:pt x="11859" y="989"/>
                    <a:pt x="11811" y="906"/>
                  </a:cubicBezTo>
                  <a:cubicBezTo>
                    <a:pt x="11752" y="822"/>
                    <a:pt x="11704" y="727"/>
                    <a:pt x="11657" y="632"/>
                  </a:cubicBezTo>
                  <a:lnTo>
                    <a:pt x="834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26"/>
            <p:cNvSpPr/>
            <p:nvPr/>
          </p:nvSpPr>
          <p:spPr>
            <a:xfrm>
              <a:off x="1900572" y="2079331"/>
              <a:ext cx="518336" cy="128589"/>
            </a:xfrm>
            <a:custGeom>
              <a:rect b="b" l="l" r="r" t="t"/>
              <a:pathLst>
                <a:path extrusionOk="0" h="2843" w="11460">
                  <a:moveTo>
                    <a:pt x="1147" y="0"/>
                  </a:moveTo>
                  <a:cubicBezTo>
                    <a:pt x="789" y="0"/>
                    <a:pt x="428" y="56"/>
                    <a:pt x="66" y="183"/>
                  </a:cubicBezTo>
                  <a:cubicBezTo>
                    <a:pt x="0" y="194"/>
                    <a:pt x="25" y="305"/>
                    <a:pt x="103" y="305"/>
                  </a:cubicBezTo>
                  <a:cubicBezTo>
                    <a:pt x="110" y="305"/>
                    <a:pt x="117" y="304"/>
                    <a:pt x="125" y="302"/>
                  </a:cubicBezTo>
                  <a:cubicBezTo>
                    <a:pt x="463" y="183"/>
                    <a:pt x="808" y="132"/>
                    <a:pt x="1154" y="132"/>
                  </a:cubicBezTo>
                  <a:cubicBezTo>
                    <a:pt x="1845" y="132"/>
                    <a:pt x="2538" y="338"/>
                    <a:pt x="3173" y="624"/>
                  </a:cubicBezTo>
                  <a:cubicBezTo>
                    <a:pt x="3995" y="993"/>
                    <a:pt x="4733" y="1517"/>
                    <a:pt x="5507" y="1945"/>
                  </a:cubicBezTo>
                  <a:cubicBezTo>
                    <a:pt x="6257" y="2350"/>
                    <a:pt x="7031" y="2660"/>
                    <a:pt x="7876" y="2779"/>
                  </a:cubicBezTo>
                  <a:cubicBezTo>
                    <a:pt x="8187" y="2822"/>
                    <a:pt x="8499" y="2842"/>
                    <a:pt x="8809" y="2842"/>
                  </a:cubicBezTo>
                  <a:cubicBezTo>
                    <a:pt x="9688" y="2842"/>
                    <a:pt x="10562" y="2683"/>
                    <a:pt x="11424" y="2445"/>
                  </a:cubicBezTo>
                  <a:cubicBezTo>
                    <a:pt x="11436" y="2386"/>
                    <a:pt x="11448" y="2326"/>
                    <a:pt x="11460" y="2279"/>
                  </a:cubicBezTo>
                  <a:lnTo>
                    <a:pt x="11460" y="2279"/>
                  </a:lnTo>
                  <a:cubicBezTo>
                    <a:pt x="11031" y="2398"/>
                    <a:pt x="10591" y="2505"/>
                    <a:pt x="10138" y="2588"/>
                  </a:cubicBezTo>
                  <a:cubicBezTo>
                    <a:pt x="9690" y="2668"/>
                    <a:pt x="9235" y="2712"/>
                    <a:pt x="8781" y="2712"/>
                  </a:cubicBezTo>
                  <a:cubicBezTo>
                    <a:pt x="8283" y="2712"/>
                    <a:pt x="7785" y="2659"/>
                    <a:pt x="7293" y="2541"/>
                  </a:cubicBezTo>
                  <a:cubicBezTo>
                    <a:pt x="6400" y="2326"/>
                    <a:pt x="5614" y="1874"/>
                    <a:pt x="4840" y="1410"/>
                  </a:cubicBezTo>
                  <a:cubicBezTo>
                    <a:pt x="3727" y="745"/>
                    <a:pt x="2459" y="0"/>
                    <a:pt x="11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26"/>
            <p:cNvSpPr/>
            <p:nvPr/>
          </p:nvSpPr>
          <p:spPr>
            <a:xfrm>
              <a:off x="2377963" y="2129083"/>
              <a:ext cx="59251" cy="242749"/>
            </a:xfrm>
            <a:custGeom>
              <a:rect b="b" l="l" r="r" t="t"/>
              <a:pathLst>
                <a:path extrusionOk="0" h="5367" w="1310">
                  <a:moveTo>
                    <a:pt x="1250" y="0"/>
                  </a:moveTo>
                  <a:cubicBezTo>
                    <a:pt x="1203" y="0"/>
                    <a:pt x="1179" y="12"/>
                    <a:pt x="1155" y="60"/>
                  </a:cubicBezTo>
                  <a:cubicBezTo>
                    <a:pt x="1143" y="107"/>
                    <a:pt x="298" y="3631"/>
                    <a:pt x="12" y="5275"/>
                  </a:cubicBezTo>
                  <a:cubicBezTo>
                    <a:pt x="0" y="5310"/>
                    <a:pt x="36" y="5346"/>
                    <a:pt x="60" y="5358"/>
                  </a:cubicBezTo>
                  <a:cubicBezTo>
                    <a:pt x="60" y="5358"/>
                    <a:pt x="60" y="5358"/>
                    <a:pt x="60" y="5358"/>
                  </a:cubicBezTo>
                  <a:lnTo>
                    <a:pt x="60" y="5358"/>
                  </a:lnTo>
                  <a:cubicBezTo>
                    <a:pt x="70" y="5360"/>
                    <a:pt x="79" y="5361"/>
                    <a:pt x="87" y="5361"/>
                  </a:cubicBezTo>
                  <a:cubicBezTo>
                    <a:pt x="130" y="5361"/>
                    <a:pt x="157" y="5336"/>
                    <a:pt x="167" y="5286"/>
                  </a:cubicBezTo>
                  <a:cubicBezTo>
                    <a:pt x="441" y="3643"/>
                    <a:pt x="1298" y="119"/>
                    <a:pt x="1310" y="95"/>
                  </a:cubicBezTo>
                  <a:cubicBezTo>
                    <a:pt x="1310" y="48"/>
                    <a:pt x="1298" y="12"/>
                    <a:pt x="1250" y="0"/>
                  </a:cubicBezTo>
                  <a:close/>
                  <a:moveTo>
                    <a:pt x="60" y="5358"/>
                  </a:moveTo>
                  <a:lnTo>
                    <a:pt x="60" y="5358"/>
                  </a:lnTo>
                  <a:cubicBezTo>
                    <a:pt x="60" y="5364"/>
                    <a:pt x="63" y="5367"/>
                    <a:pt x="64" y="5367"/>
                  </a:cubicBezTo>
                  <a:cubicBezTo>
                    <a:pt x="66" y="5367"/>
                    <a:pt x="66" y="5364"/>
                    <a:pt x="60" y="535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26"/>
            <p:cNvSpPr/>
            <p:nvPr/>
          </p:nvSpPr>
          <p:spPr>
            <a:xfrm>
              <a:off x="2304692" y="2247402"/>
              <a:ext cx="97516" cy="150978"/>
            </a:xfrm>
            <a:custGeom>
              <a:rect b="b" l="l" r="r" t="t"/>
              <a:pathLst>
                <a:path extrusionOk="0" h="3338" w="2156">
                  <a:moveTo>
                    <a:pt x="2037" y="1"/>
                  </a:moveTo>
                  <a:cubicBezTo>
                    <a:pt x="1534" y="1"/>
                    <a:pt x="1068" y="149"/>
                    <a:pt x="715" y="634"/>
                  </a:cubicBezTo>
                  <a:cubicBezTo>
                    <a:pt x="1" y="1599"/>
                    <a:pt x="977" y="2504"/>
                    <a:pt x="1608" y="3337"/>
                  </a:cubicBezTo>
                  <a:lnTo>
                    <a:pt x="1608" y="3290"/>
                  </a:lnTo>
                  <a:cubicBezTo>
                    <a:pt x="1608" y="3254"/>
                    <a:pt x="1620" y="3206"/>
                    <a:pt x="1620" y="3147"/>
                  </a:cubicBezTo>
                  <a:cubicBezTo>
                    <a:pt x="1013" y="2385"/>
                    <a:pt x="179" y="1527"/>
                    <a:pt x="858" y="670"/>
                  </a:cubicBezTo>
                  <a:cubicBezTo>
                    <a:pt x="1188" y="260"/>
                    <a:pt x="1616" y="134"/>
                    <a:pt x="2069" y="134"/>
                  </a:cubicBezTo>
                  <a:cubicBezTo>
                    <a:pt x="2090" y="134"/>
                    <a:pt x="2111" y="134"/>
                    <a:pt x="2132" y="134"/>
                  </a:cubicBezTo>
                  <a:cubicBezTo>
                    <a:pt x="2144" y="99"/>
                    <a:pt x="2144" y="51"/>
                    <a:pt x="2156" y="3"/>
                  </a:cubicBezTo>
                  <a:cubicBezTo>
                    <a:pt x="2116" y="2"/>
                    <a:pt x="2076" y="1"/>
                    <a:pt x="20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26"/>
            <p:cNvSpPr/>
            <p:nvPr/>
          </p:nvSpPr>
          <p:spPr>
            <a:xfrm>
              <a:off x="1845076" y="2218320"/>
              <a:ext cx="524849" cy="271606"/>
            </a:xfrm>
            <a:custGeom>
              <a:rect b="b" l="l" r="r" t="t"/>
              <a:pathLst>
                <a:path extrusionOk="0" h="6005" w="11604">
                  <a:moveTo>
                    <a:pt x="72" y="1"/>
                  </a:moveTo>
                  <a:cubicBezTo>
                    <a:pt x="37" y="1"/>
                    <a:pt x="1" y="21"/>
                    <a:pt x="7" y="63"/>
                  </a:cubicBezTo>
                  <a:cubicBezTo>
                    <a:pt x="114" y="932"/>
                    <a:pt x="638" y="1706"/>
                    <a:pt x="1364" y="2170"/>
                  </a:cubicBezTo>
                  <a:cubicBezTo>
                    <a:pt x="1858" y="2478"/>
                    <a:pt x="2395" y="2620"/>
                    <a:pt x="2947" y="2620"/>
                  </a:cubicBezTo>
                  <a:cubicBezTo>
                    <a:pt x="3207" y="2620"/>
                    <a:pt x="3470" y="2589"/>
                    <a:pt x="3733" y="2528"/>
                  </a:cubicBezTo>
                  <a:cubicBezTo>
                    <a:pt x="4257" y="2409"/>
                    <a:pt x="4745" y="2194"/>
                    <a:pt x="5246" y="2087"/>
                  </a:cubicBezTo>
                  <a:cubicBezTo>
                    <a:pt x="5514" y="2026"/>
                    <a:pt x="5786" y="1996"/>
                    <a:pt x="6060" y="1996"/>
                  </a:cubicBezTo>
                  <a:cubicBezTo>
                    <a:pt x="6319" y="1996"/>
                    <a:pt x="6580" y="2023"/>
                    <a:pt x="6841" y="2075"/>
                  </a:cubicBezTo>
                  <a:cubicBezTo>
                    <a:pt x="8984" y="2504"/>
                    <a:pt x="10365" y="4337"/>
                    <a:pt x="11592" y="6004"/>
                  </a:cubicBezTo>
                  <a:cubicBezTo>
                    <a:pt x="11592" y="5933"/>
                    <a:pt x="11603" y="5861"/>
                    <a:pt x="11603" y="5778"/>
                  </a:cubicBezTo>
                  <a:cubicBezTo>
                    <a:pt x="10984" y="4921"/>
                    <a:pt x="10341" y="4075"/>
                    <a:pt x="9532" y="3361"/>
                  </a:cubicBezTo>
                  <a:cubicBezTo>
                    <a:pt x="8829" y="2730"/>
                    <a:pt x="8020" y="2230"/>
                    <a:pt x="7103" y="1992"/>
                  </a:cubicBezTo>
                  <a:cubicBezTo>
                    <a:pt x="6776" y="1904"/>
                    <a:pt x="6430" y="1855"/>
                    <a:pt x="6083" y="1855"/>
                  </a:cubicBezTo>
                  <a:cubicBezTo>
                    <a:pt x="5963" y="1855"/>
                    <a:pt x="5842" y="1860"/>
                    <a:pt x="5722" y="1873"/>
                  </a:cubicBezTo>
                  <a:cubicBezTo>
                    <a:pt x="5246" y="1909"/>
                    <a:pt x="4805" y="2063"/>
                    <a:pt x="4341" y="2194"/>
                  </a:cubicBezTo>
                  <a:cubicBezTo>
                    <a:pt x="3870" y="2343"/>
                    <a:pt x="3378" y="2493"/>
                    <a:pt x="2874" y="2493"/>
                  </a:cubicBezTo>
                  <a:cubicBezTo>
                    <a:pt x="2855" y="2493"/>
                    <a:pt x="2836" y="2492"/>
                    <a:pt x="2817" y="2492"/>
                  </a:cubicBezTo>
                  <a:cubicBezTo>
                    <a:pt x="2388" y="2480"/>
                    <a:pt x="1971" y="2361"/>
                    <a:pt x="1602" y="2147"/>
                  </a:cubicBezTo>
                  <a:cubicBezTo>
                    <a:pt x="828" y="1718"/>
                    <a:pt x="257" y="944"/>
                    <a:pt x="138" y="63"/>
                  </a:cubicBezTo>
                  <a:cubicBezTo>
                    <a:pt x="144" y="21"/>
                    <a:pt x="108" y="1"/>
                    <a:pt x="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26"/>
            <p:cNvSpPr/>
            <p:nvPr/>
          </p:nvSpPr>
          <p:spPr>
            <a:xfrm>
              <a:off x="1767825" y="2310949"/>
              <a:ext cx="257992" cy="450581"/>
            </a:xfrm>
            <a:custGeom>
              <a:rect b="b" l="l" r="r" t="t"/>
              <a:pathLst>
                <a:path extrusionOk="0" h="9962" w="5704">
                  <a:moveTo>
                    <a:pt x="1269" y="1"/>
                  </a:moveTo>
                  <a:cubicBezTo>
                    <a:pt x="1200" y="1"/>
                    <a:pt x="1164" y="123"/>
                    <a:pt x="1230" y="123"/>
                  </a:cubicBezTo>
                  <a:cubicBezTo>
                    <a:pt x="1233" y="123"/>
                    <a:pt x="1235" y="123"/>
                    <a:pt x="1239" y="122"/>
                  </a:cubicBezTo>
                  <a:cubicBezTo>
                    <a:pt x="2274" y="325"/>
                    <a:pt x="3215" y="849"/>
                    <a:pt x="3929" y="1623"/>
                  </a:cubicBezTo>
                  <a:cubicBezTo>
                    <a:pt x="5287" y="3075"/>
                    <a:pt x="5596" y="5266"/>
                    <a:pt x="4751" y="7052"/>
                  </a:cubicBezTo>
                  <a:cubicBezTo>
                    <a:pt x="3951" y="8742"/>
                    <a:pt x="2177" y="9808"/>
                    <a:pt x="331" y="9808"/>
                  </a:cubicBezTo>
                  <a:cubicBezTo>
                    <a:pt x="253" y="9808"/>
                    <a:pt x="174" y="9806"/>
                    <a:pt x="96" y="9802"/>
                  </a:cubicBezTo>
                  <a:cubicBezTo>
                    <a:pt x="0" y="9802"/>
                    <a:pt x="0" y="9957"/>
                    <a:pt x="96" y="9957"/>
                  </a:cubicBezTo>
                  <a:cubicBezTo>
                    <a:pt x="167" y="9960"/>
                    <a:pt x="238" y="9961"/>
                    <a:pt x="309" y="9961"/>
                  </a:cubicBezTo>
                  <a:cubicBezTo>
                    <a:pt x="1368" y="9961"/>
                    <a:pt x="2415" y="9630"/>
                    <a:pt x="3275" y="9016"/>
                  </a:cubicBezTo>
                  <a:cubicBezTo>
                    <a:pt x="4929" y="7861"/>
                    <a:pt x="5703" y="5754"/>
                    <a:pt x="5263" y="3790"/>
                  </a:cubicBezTo>
                  <a:cubicBezTo>
                    <a:pt x="4834" y="1885"/>
                    <a:pt x="3203" y="372"/>
                    <a:pt x="1286" y="3"/>
                  </a:cubicBezTo>
                  <a:cubicBezTo>
                    <a:pt x="1280" y="2"/>
                    <a:pt x="1274" y="1"/>
                    <a:pt x="12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26"/>
            <p:cNvSpPr/>
            <p:nvPr/>
          </p:nvSpPr>
          <p:spPr>
            <a:xfrm>
              <a:off x="2204012" y="2629858"/>
              <a:ext cx="162150" cy="209551"/>
            </a:xfrm>
            <a:custGeom>
              <a:rect b="b" l="l" r="r" t="t"/>
              <a:pathLst>
                <a:path extrusionOk="0" h="4633" w="3585">
                  <a:moveTo>
                    <a:pt x="3584" y="1"/>
                  </a:moveTo>
                  <a:cubicBezTo>
                    <a:pt x="2465" y="37"/>
                    <a:pt x="1405" y="572"/>
                    <a:pt x="786" y="1501"/>
                  </a:cubicBezTo>
                  <a:cubicBezTo>
                    <a:pt x="191" y="2430"/>
                    <a:pt x="0" y="3585"/>
                    <a:pt x="322" y="4632"/>
                  </a:cubicBezTo>
                  <a:lnTo>
                    <a:pt x="453" y="4585"/>
                  </a:lnTo>
                  <a:cubicBezTo>
                    <a:pt x="322" y="4120"/>
                    <a:pt x="274" y="3632"/>
                    <a:pt x="334" y="3144"/>
                  </a:cubicBezTo>
                  <a:cubicBezTo>
                    <a:pt x="500" y="1882"/>
                    <a:pt x="1322" y="751"/>
                    <a:pt x="2548" y="334"/>
                  </a:cubicBezTo>
                  <a:cubicBezTo>
                    <a:pt x="2882" y="227"/>
                    <a:pt x="3227" y="168"/>
                    <a:pt x="3584" y="156"/>
                  </a:cubicBezTo>
                  <a:lnTo>
                    <a:pt x="35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26"/>
            <p:cNvSpPr/>
            <p:nvPr/>
          </p:nvSpPr>
          <p:spPr>
            <a:xfrm>
              <a:off x="1837297" y="2729497"/>
              <a:ext cx="344155" cy="101813"/>
            </a:xfrm>
            <a:custGeom>
              <a:rect b="b" l="l" r="r" t="t"/>
              <a:pathLst>
                <a:path extrusionOk="0" h="2251" w="7609">
                  <a:moveTo>
                    <a:pt x="5025" y="1"/>
                  </a:moveTo>
                  <a:cubicBezTo>
                    <a:pt x="3355" y="1"/>
                    <a:pt x="1889" y="1051"/>
                    <a:pt x="230" y="1051"/>
                  </a:cubicBezTo>
                  <a:cubicBezTo>
                    <a:pt x="185" y="1051"/>
                    <a:pt x="140" y="1050"/>
                    <a:pt x="95" y="1048"/>
                  </a:cubicBezTo>
                  <a:cubicBezTo>
                    <a:pt x="0" y="1048"/>
                    <a:pt x="0" y="1191"/>
                    <a:pt x="95" y="1191"/>
                  </a:cubicBezTo>
                  <a:cubicBezTo>
                    <a:pt x="137" y="1192"/>
                    <a:pt x="179" y="1193"/>
                    <a:pt x="221" y="1193"/>
                  </a:cubicBezTo>
                  <a:cubicBezTo>
                    <a:pt x="1682" y="1193"/>
                    <a:pt x="2994" y="399"/>
                    <a:pt x="4429" y="191"/>
                  </a:cubicBezTo>
                  <a:cubicBezTo>
                    <a:pt x="4612" y="166"/>
                    <a:pt x="4801" y="152"/>
                    <a:pt x="4991" y="152"/>
                  </a:cubicBezTo>
                  <a:cubicBezTo>
                    <a:pt x="5529" y="152"/>
                    <a:pt x="6076" y="267"/>
                    <a:pt x="6525" y="584"/>
                  </a:cubicBezTo>
                  <a:cubicBezTo>
                    <a:pt x="7061" y="941"/>
                    <a:pt x="7430" y="1525"/>
                    <a:pt x="7370" y="2179"/>
                  </a:cubicBezTo>
                  <a:cubicBezTo>
                    <a:pt x="7370" y="2227"/>
                    <a:pt x="7406" y="2251"/>
                    <a:pt x="7440" y="2251"/>
                  </a:cubicBezTo>
                  <a:cubicBezTo>
                    <a:pt x="7474" y="2251"/>
                    <a:pt x="7507" y="2227"/>
                    <a:pt x="7501" y="2179"/>
                  </a:cubicBezTo>
                  <a:cubicBezTo>
                    <a:pt x="7608" y="822"/>
                    <a:pt x="6215" y="1"/>
                    <a:pt x="50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26"/>
            <p:cNvSpPr/>
            <p:nvPr/>
          </p:nvSpPr>
          <p:spPr>
            <a:xfrm>
              <a:off x="2311159" y="1884033"/>
              <a:ext cx="153013" cy="147631"/>
            </a:xfrm>
            <a:custGeom>
              <a:rect b="b" l="l" r="r" t="t"/>
              <a:pathLst>
                <a:path extrusionOk="0" h="3264" w="3383">
                  <a:moveTo>
                    <a:pt x="60" y="1"/>
                  </a:moveTo>
                  <a:lnTo>
                    <a:pt x="60" y="1"/>
                  </a:lnTo>
                  <a:cubicBezTo>
                    <a:pt x="1" y="298"/>
                    <a:pt x="13" y="596"/>
                    <a:pt x="84" y="882"/>
                  </a:cubicBezTo>
                  <a:cubicBezTo>
                    <a:pt x="310" y="2215"/>
                    <a:pt x="1537" y="3215"/>
                    <a:pt x="2894" y="3263"/>
                  </a:cubicBezTo>
                  <a:cubicBezTo>
                    <a:pt x="3061" y="3263"/>
                    <a:pt x="3215" y="3263"/>
                    <a:pt x="3382" y="3227"/>
                  </a:cubicBezTo>
                  <a:lnTo>
                    <a:pt x="3382" y="3215"/>
                  </a:lnTo>
                  <a:lnTo>
                    <a:pt x="3382" y="3073"/>
                  </a:lnTo>
                  <a:cubicBezTo>
                    <a:pt x="3252" y="3092"/>
                    <a:pt x="3119" y="3101"/>
                    <a:pt x="2984" y="3101"/>
                  </a:cubicBezTo>
                  <a:cubicBezTo>
                    <a:pt x="2612" y="3101"/>
                    <a:pt x="2228" y="3027"/>
                    <a:pt x="1870" y="2870"/>
                  </a:cubicBezTo>
                  <a:cubicBezTo>
                    <a:pt x="775" y="2394"/>
                    <a:pt x="167" y="1310"/>
                    <a:pt x="203" y="215"/>
                  </a:cubicBezTo>
                  <a:cubicBezTo>
                    <a:pt x="155" y="156"/>
                    <a:pt x="108" y="72"/>
                    <a:pt x="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26"/>
            <p:cNvSpPr/>
            <p:nvPr/>
          </p:nvSpPr>
          <p:spPr>
            <a:xfrm>
              <a:off x="2075291" y="1865218"/>
              <a:ext cx="377037" cy="221356"/>
            </a:xfrm>
            <a:custGeom>
              <a:rect b="b" l="l" r="r" t="t"/>
              <a:pathLst>
                <a:path extrusionOk="0" h="4894" w="8336">
                  <a:moveTo>
                    <a:pt x="144" y="0"/>
                  </a:moveTo>
                  <a:cubicBezTo>
                    <a:pt x="96" y="0"/>
                    <a:pt x="60" y="0"/>
                    <a:pt x="1" y="12"/>
                  </a:cubicBezTo>
                  <a:cubicBezTo>
                    <a:pt x="1203" y="1524"/>
                    <a:pt x="2037" y="3489"/>
                    <a:pt x="3882" y="4334"/>
                  </a:cubicBezTo>
                  <a:cubicBezTo>
                    <a:pt x="4739" y="4739"/>
                    <a:pt x="5716" y="4751"/>
                    <a:pt x="6633" y="4763"/>
                  </a:cubicBezTo>
                  <a:cubicBezTo>
                    <a:pt x="7180" y="4774"/>
                    <a:pt x="7752" y="4798"/>
                    <a:pt x="8288" y="4893"/>
                  </a:cubicBezTo>
                  <a:lnTo>
                    <a:pt x="8335" y="4763"/>
                  </a:lnTo>
                  <a:cubicBezTo>
                    <a:pt x="7740" y="4632"/>
                    <a:pt x="7109" y="4632"/>
                    <a:pt x="6513" y="4620"/>
                  </a:cubicBezTo>
                  <a:cubicBezTo>
                    <a:pt x="5454" y="4596"/>
                    <a:pt x="4418" y="4536"/>
                    <a:pt x="3513" y="3977"/>
                  </a:cubicBezTo>
                  <a:cubicBezTo>
                    <a:pt x="2584" y="3393"/>
                    <a:pt x="1918" y="2512"/>
                    <a:pt x="1310" y="1643"/>
                  </a:cubicBezTo>
                  <a:cubicBezTo>
                    <a:pt x="953" y="1119"/>
                    <a:pt x="560" y="536"/>
                    <a:pt x="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26"/>
            <p:cNvSpPr/>
            <p:nvPr/>
          </p:nvSpPr>
          <p:spPr>
            <a:xfrm>
              <a:off x="2138837" y="1646038"/>
              <a:ext cx="143831" cy="134695"/>
            </a:xfrm>
            <a:custGeom>
              <a:rect b="b" l="l" r="r" t="t"/>
              <a:pathLst>
                <a:path extrusionOk="0" h="2978" w="3180">
                  <a:moveTo>
                    <a:pt x="1584" y="0"/>
                  </a:moveTo>
                  <a:cubicBezTo>
                    <a:pt x="1584" y="0"/>
                    <a:pt x="1" y="155"/>
                    <a:pt x="227" y="1096"/>
                  </a:cubicBezTo>
                  <a:cubicBezTo>
                    <a:pt x="356" y="1603"/>
                    <a:pt x="921" y="1660"/>
                    <a:pt x="1169" y="1660"/>
                  </a:cubicBezTo>
                  <a:cubicBezTo>
                    <a:pt x="1241" y="1660"/>
                    <a:pt x="1287" y="1655"/>
                    <a:pt x="1287" y="1655"/>
                  </a:cubicBezTo>
                  <a:lnTo>
                    <a:pt x="1287" y="1655"/>
                  </a:lnTo>
                  <a:cubicBezTo>
                    <a:pt x="1286" y="1655"/>
                    <a:pt x="84" y="2370"/>
                    <a:pt x="822" y="2822"/>
                  </a:cubicBezTo>
                  <a:cubicBezTo>
                    <a:pt x="1014" y="2935"/>
                    <a:pt x="1216" y="2977"/>
                    <a:pt x="1408" y="2977"/>
                  </a:cubicBezTo>
                  <a:cubicBezTo>
                    <a:pt x="1942" y="2977"/>
                    <a:pt x="2406" y="2655"/>
                    <a:pt x="2406" y="2655"/>
                  </a:cubicBezTo>
                  <a:cubicBezTo>
                    <a:pt x="2406" y="2655"/>
                    <a:pt x="3180" y="322"/>
                    <a:pt x="15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26"/>
            <p:cNvSpPr/>
            <p:nvPr/>
          </p:nvSpPr>
          <p:spPr>
            <a:xfrm>
              <a:off x="2153944" y="1430975"/>
              <a:ext cx="415211" cy="328053"/>
            </a:xfrm>
            <a:custGeom>
              <a:rect b="b" l="l" r="r" t="t"/>
              <a:pathLst>
                <a:path extrusionOk="0" h="7253" w="9180">
                  <a:moveTo>
                    <a:pt x="2988" y="0"/>
                  </a:moveTo>
                  <a:cubicBezTo>
                    <a:pt x="2859" y="0"/>
                    <a:pt x="2716" y="23"/>
                    <a:pt x="2560" y="76"/>
                  </a:cubicBezTo>
                  <a:cubicBezTo>
                    <a:pt x="1738" y="362"/>
                    <a:pt x="1905" y="1457"/>
                    <a:pt x="1905" y="1457"/>
                  </a:cubicBezTo>
                  <a:cubicBezTo>
                    <a:pt x="1905" y="1457"/>
                    <a:pt x="1707" y="1388"/>
                    <a:pt x="1444" y="1388"/>
                  </a:cubicBezTo>
                  <a:cubicBezTo>
                    <a:pt x="1161" y="1388"/>
                    <a:pt x="802" y="1469"/>
                    <a:pt x="536" y="1802"/>
                  </a:cubicBezTo>
                  <a:cubicBezTo>
                    <a:pt x="0" y="2433"/>
                    <a:pt x="893" y="4053"/>
                    <a:pt x="893" y="4053"/>
                  </a:cubicBezTo>
                  <a:cubicBezTo>
                    <a:pt x="2274" y="4065"/>
                    <a:pt x="5548" y="7101"/>
                    <a:pt x="6025" y="7220"/>
                  </a:cubicBezTo>
                  <a:cubicBezTo>
                    <a:pt x="6127" y="7242"/>
                    <a:pt x="6220" y="7253"/>
                    <a:pt x="6305" y="7253"/>
                  </a:cubicBezTo>
                  <a:cubicBezTo>
                    <a:pt x="7168" y="7253"/>
                    <a:pt x="7227" y="6208"/>
                    <a:pt x="7227" y="6208"/>
                  </a:cubicBezTo>
                  <a:cubicBezTo>
                    <a:pt x="7227" y="6208"/>
                    <a:pt x="8608" y="6101"/>
                    <a:pt x="8894" y="5053"/>
                  </a:cubicBezTo>
                  <a:cubicBezTo>
                    <a:pt x="9168" y="4053"/>
                    <a:pt x="8156" y="3779"/>
                    <a:pt x="8156" y="3779"/>
                  </a:cubicBezTo>
                  <a:cubicBezTo>
                    <a:pt x="8156" y="3779"/>
                    <a:pt x="9180" y="2803"/>
                    <a:pt x="8823" y="1969"/>
                  </a:cubicBezTo>
                  <a:cubicBezTo>
                    <a:pt x="8576" y="1383"/>
                    <a:pt x="8078" y="1217"/>
                    <a:pt x="7592" y="1217"/>
                  </a:cubicBezTo>
                  <a:cubicBezTo>
                    <a:pt x="6953" y="1217"/>
                    <a:pt x="6334" y="1505"/>
                    <a:pt x="6334" y="1505"/>
                  </a:cubicBezTo>
                  <a:cubicBezTo>
                    <a:pt x="6334" y="1505"/>
                    <a:pt x="6287" y="1029"/>
                    <a:pt x="5632" y="671"/>
                  </a:cubicBezTo>
                  <a:cubicBezTo>
                    <a:pt x="5387" y="537"/>
                    <a:pt x="5156" y="489"/>
                    <a:pt x="4951" y="489"/>
                  </a:cubicBezTo>
                  <a:cubicBezTo>
                    <a:pt x="4428" y="489"/>
                    <a:pt x="4072" y="802"/>
                    <a:pt x="4072" y="802"/>
                  </a:cubicBezTo>
                  <a:cubicBezTo>
                    <a:pt x="4072" y="802"/>
                    <a:pt x="3758" y="0"/>
                    <a:pt x="29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26"/>
            <p:cNvSpPr/>
            <p:nvPr/>
          </p:nvSpPr>
          <p:spPr>
            <a:xfrm>
              <a:off x="2148562" y="1709585"/>
              <a:ext cx="189559" cy="219546"/>
            </a:xfrm>
            <a:custGeom>
              <a:rect b="b" l="l" r="r" t="t"/>
              <a:pathLst>
                <a:path extrusionOk="0" h="4854" w="4191">
                  <a:moveTo>
                    <a:pt x="1750" y="0"/>
                  </a:moveTo>
                  <a:lnTo>
                    <a:pt x="1691" y="95"/>
                  </a:lnTo>
                  <a:lnTo>
                    <a:pt x="1619" y="203"/>
                  </a:lnTo>
                  <a:lnTo>
                    <a:pt x="1619" y="262"/>
                  </a:lnTo>
                  <a:cubicBezTo>
                    <a:pt x="1083" y="1298"/>
                    <a:pt x="655" y="2405"/>
                    <a:pt x="0" y="3072"/>
                  </a:cubicBezTo>
                  <a:cubicBezTo>
                    <a:pt x="357" y="3679"/>
                    <a:pt x="833" y="4203"/>
                    <a:pt x="1274" y="4489"/>
                  </a:cubicBezTo>
                  <a:cubicBezTo>
                    <a:pt x="1715" y="4746"/>
                    <a:pt x="2241" y="4853"/>
                    <a:pt x="2745" y="4853"/>
                  </a:cubicBezTo>
                  <a:cubicBezTo>
                    <a:pt x="3058" y="4853"/>
                    <a:pt x="3362" y="4812"/>
                    <a:pt x="3631" y="4739"/>
                  </a:cubicBezTo>
                  <a:lnTo>
                    <a:pt x="3989" y="3608"/>
                  </a:lnTo>
                  <a:lnTo>
                    <a:pt x="4060" y="3370"/>
                  </a:lnTo>
                  <a:lnTo>
                    <a:pt x="4191" y="2917"/>
                  </a:lnTo>
                  <a:lnTo>
                    <a:pt x="1976" y="262"/>
                  </a:lnTo>
                  <a:lnTo>
                    <a:pt x="1845" y="107"/>
                  </a:lnTo>
                  <a:lnTo>
                    <a:pt x="1750" y="0"/>
                  </a:ln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26"/>
            <p:cNvSpPr/>
            <p:nvPr/>
          </p:nvSpPr>
          <p:spPr>
            <a:xfrm>
              <a:off x="2164708" y="1484255"/>
              <a:ext cx="318826" cy="377490"/>
            </a:xfrm>
            <a:custGeom>
              <a:rect b="b" l="l" r="r" t="t"/>
              <a:pathLst>
                <a:path extrusionOk="0" h="8346" w="7049">
                  <a:moveTo>
                    <a:pt x="3421" y="0"/>
                  </a:moveTo>
                  <a:cubicBezTo>
                    <a:pt x="2229" y="0"/>
                    <a:pt x="1458" y="930"/>
                    <a:pt x="1238" y="1756"/>
                  </a:cubicBezTo>
                  <a:cubicBezTo>
                    <a:pt x="1155" y="2041"/>
                    <a:pt x="1131" y="2387"/>
                    <a:pt x="1107" y="2720"/>
                  </a:cubicBezTo>
                  <a:cubicBezTo>
                    <a:pt x="1065" y="2712"/>
                    <a:pt x="1021" y="2708"/>
                    <a:pt x="975" y="2708"/>
                  </a:cubicBezTo>
                  <a:cubicBezTo>
                    <a:pt x="802" y="2708"/>
                    <a:pt x="608" y="2778"/>
                    <a:pt x="429" y="3041"/>
                  </a:cubicBezTo>
                  <a:cubicBezTo>
                    <a:pt x="0" y="3649"/>
                    <a:pt x="524" y="4732"/>
                    <a:pt x="1250" y="5042"/>
                  </a:cubicBezTo>
                  <a:lnTo>
                    <a:pt x="1262" y="5042"/>
                  </a:lnTo>
                  <a:lnTo>
                    <a:pt x="1262" y="5161"/>
                  </a:lnTo>
                  <a:lnTo>
                    <a:pt x="1262" y="5220"/>
                  </a:lnTo>
                  <a:cubicBezTo>
                    <a:pt x="1274" y="6423"/>
                    <a:pt x="2298" y="8066"/>
                    <a:pt x="3489" y="8304"/>
                  </a:cubicBezTo>
                  <a:cubicBezTo>
                    <a:pt x="3548" y="8316"/>
                    <a:pt x="3632" y="8340"/>
                    <a:pt x="3691" y="8340"/>
                  </a:cubicBezTo>
                  <a:cubicBezTo>
                    <a:pt x="3735" y="8343"/>
                    <a:pt x="3778" y="8345"/>
                    <a:pt x="3820" y="8345"/>
                  </a:cubicBezTo>
                  <a:cubicBezTo>
                    <a:pt x="4897" y="8345"/>
                    <a:pt x="5530" y="7208"/>
                    <a:pt x="5668" y="6292"/>
                  </a:cubicBezTo>
                  <a:lnTo>
                    <a:pt x="5668" y="6280"/>
                  </a:lnTo>
                  <a:cubicBezTo>
                    <a:pt x="5679" y="6244"/>
                    <a:pt x="5703" y="6208"/>
                    <a:pt x="5727" y="6125"/>
                  </a:cubicBezTo>
                  <a:cubicBezTo>
                    <a:pt x="5739" y="6078"/>
                    <a:pt x="5775" y="6018"/>
                    <a:pt x="5799" y="5935"/>
                  </a:cubicBezTo>
                  <a:cubicBezTo>
                    <a:pt x="5822" y="5899"/>
                    <a:pt x="5834" y="5851"/>
                    <a:pt x="5858" y="5804"/>
                  </a:cubicBezTo>
                  <a:cubicBezTo>
                    <a:pt x="6025" y="5399"/>
                    <a:pt x="6275" y="4827"/>
                    <a:pt x="6561" y="4244"/>
                  </a:cubicBezTo>
                  <a:cubicBezTo>
                    <a:pt x="7049" y="3244"/>
                    <a:pt x="6870" y="1470"/>
                    <a:pt x="4846" y="398"/>
                  </a:cubicBezTo>
                  <a:cubicBezTo>
                    <a:pt x="4322" y="117"/>
                    <a:pt x="3845" y="0"/>
                    <a:pt x="3421"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26"/>
            <p:cNvSpPr/>
            <p:nvPr/>
          </p:nvSpPr>
          <p:spPr>
            <a:xfrm>
              <a:off x="2337573" y="1787560"/>
              <a:ext cx="15650" cy="13071"/>
            </a:xfrm>
            <a:custGeom>
              <a:rect b="b" l="l" r="r" t="t"/>
              <a:pathLst>
                <a:path extrusionOk="0" h="289" w="346">
                  <a:moveTo>
                    <a:pt x="58" y="0"/>
                  </a:moveTo>
                  <a:cubicBezTo>
                    <a:pt x="55" y="0"/>
                    <a:pt x="51" y="1"/>
                    <a:pt x="48" y="3"/>
                  </a:cubicBezTo>
                  <a:cubicBezTo>
                    <a:pt x="24" y="3"/>
                    <a:pt x="0" y="38"/>
                    <a:pt x="12" y="62"/>
                  </a:cubicBezTo>
                  <a:cubicBezTo>
                    <a:pt x="12" y="62"/>
                    <a:pt x="48" y="169"/>
                    <a:pt x="155" y="229"/>
                  </a:cubicBezTo>
                  <a:cubicBezTo>
                    <a:pt x="179" y="241"/>
                    <a:pt x="238" y="276"/>
                    <a:pt x="286" y="288"/>
                  </a:cubicBezTo>
                  <a:cubicBezTo>
                    <a:pt x="310" y="288"/>
                    <a:pt x="345" y="276"/>
                    <a:pt x="345" y="241"/>
                  </a:cubicBezTo>
                  <a:cubicBezTo>
                    <a:pt x="345" y="217"/>
                    <a:pt x="322" y="181"/>
                    <a:pt x="298" y="181"/>
                  </a:cubicBezTo>
                  <a:cubicBezTo>
                    <a:pt x="155" y="169"/>
                    <a:pt x="107" y="38"/>
                    <a:pt x="107" y="38"/>
                  </a:cubicBezTo>
                  <a:cubicBezTo>
                    <a:pt x="107" y="28"/>
                    <a:pt x="81" y="0"/>
                    <a:pt x="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26"/>
            <p:cNvSpPr/>
            <p:nvPr/>
          </p:nvSpPr>
          <p:spPr>
            <a:xfrm>
              <a:off x="2332191" y="1752553"/>
              <a:ext cx="46316" cy="37903"/>
            </a:xfrm>
            <a:custGeom>
              <a:rect b="b" l="l" r="r" t="t"/>
              <a:pathLst>
                <a:path extrusionOk="0" h="838" w="1024">
                  <a:moveTo>
                    <a:pt x="125" y="1"/>
                  </a:moveTo>
                  <a:cubicBezTo>
                    <a:pt x="119" y="1"/>
                    <a:pt x="113" y="1"/>
                    <a:pt x="107" y="3"/>
                  </a:cubicBezTo>
                  <a:cubicBezTo>
                    <a:pt x="48" y="26"/>
                    <a:pt x="0" y="62"/>
                    <a:pt x="12" y="122"/>
                  </a:cubicBezTo>
                  <a:cubicBezTo>
                    <a:pt x="12" y="146"/>
                    <a:pt x="71" y="527"/>
                    <a:pt x="357" y="717"/>
                  </a:cubicBezTo>
                  <a:lnTo>
                    <a:pt x="441" y="765"/>
                  </a:lnTo>
                  <a:cubicBezTo>
                    <a:pt x="544" y="821"/>
                    <a:pt x="640" y="838"/>
                    <a:pt x="720" y="838"/>
                  </a:cubicBezTo>
                  <a:cubicBezTo>
                    <a:pt x="843" y="838"/>
                    <a:pt x="929" y="798"/>
                    <a:pt x="948" y="798"/>
                  </a:cubicBezTo>
                  <a:cubicBezTo>
                    <a:pt x="951" y="798"/>
                    <a:pt x="953" y="798"/>
                    <a:pt x="953" y="800"/>
                  </a:cubicBezTo>
                  <a:cubicBezTo>
                    <a:pt x="1012" y="777"/>
                    <a:pt x="1024" y="705"/>
                    <a:pt x="1000" y="657"/>
                  </a:cubicBezTo>
                  <a:cubicBezTo>
                    <a:pt x="978" y="620"/>
                    <a:pt x="942" y="602"/>
                    <a:pt x="906" y="602"/>
                  </a:cubicBezTo>
                  <a:cubicBezTo>
                    <a:pt x="884" y="602"/>
                    <a:pt x="863" y="608"/>
                    <a:pt x="845" y="622"/>
                  </a:cubicBezTo>
                  <a:cubicBezTo>
                    <a:pt x="845" y="622"/>
                    <a:pt x="797" y="646"/>
                    <a:pt x="721" y="646"/>
                  </a:cubicBezTo>
                  <a:cubicBezTo>
                    <a:pt x="656" y="646"/>
                    <a:pt x="570" y="628"/>
                    <a:pt x="476" y="562"/>
                  </a:cubicBezTo>
                  <a:cubicBezTo>
                    <a:pt x="274" y="407"/>
                    <a:pt x="226" y="98"/>
                    <a:pt x="226" y="98"/>
                  </a:cubicBezTo>
                  <a:cubicBezTo>
                    <a:pt x="205" y="45"/>
                    <a:pt x="174" y="1"/>
                    <a:pt x="1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26"/>
            <p:cNvSpPr/>
            <p:nvPr/>
          </p:nvSpPr>
          <p:spPr>
            <a:xfrm>
              <a:off x="2332688" y="1626635"/>
              <a:ext cx="64679" cy="28178"/>
            </a:xfrm>
            <a:custGeom>
              <a:rect b="b" l="l" r="r" t="t"/>
              <a:pathLst>
                <a:path extrusionOk="0" h="623" w="1430">
                  <a:moveTo>
                    <a:pt x="726" y="1"/>
                  </a:moveTo>
                  <a:cubicBezTo>
                    <a:pt x="418" y="1"/>
                    <a:pt x="170" y="136"/>
                    <a:pt x="156" y="143"/>
                  </a:cubicBezTo>
                  <a:cubicBezTo>
                    <a:pt x="37" y="203"/>
                    <a:pt x="1" y="346"/>
                    <a:pt x="60" y="453"/>
                  </a:cubicBezTo>
                  <a:cubicBezTo>
                    <a:pt x="72" y="489"/>
                    <a:pt x="108" y="513"/>
                    <a:pt x="132" y="524"/>
                  </a:cubicBezTo>
                  <a:cubicBezTo>
                    <a:pt x="181" y="552"/>
                    <a:pt x="230" y="564"/>
                    <a:pt x="276" y="564"/>
                  </a:cubicBezTo>
                  <a:cubicBezTo>
                    <a:pt x="309" y="564"/>
                    <a:pt x="340" y="558"/>
                    <a:pt x="370" y="548"/>
                  </a:cubicBezTo>
                  <a:cubicBezTo>
                    <a:pt x="385" y="548"/>
                    <a:pt x="538" y="460"/>
                    <a:pt x="719" y="460"/>
                  </a:cubicBezTo>
                  <a:cubicBezTo>
                    <a:pt x="819" y="460"/>
                    <a:pt x="927" y="487"/>
                    <a:pt x="1025" y="572"/>
                  </a:cubicBezTo>
                  <a:cubicBezTo>
                    <a:pt x="1075" y="605"/>
                    <a:pt x="1135" y="623"/>
                    <a:pt x="1192" y="623"/>
                  </a:cubicBezTo>
                  <a:cubicBezTo>
                    <a:pt x="1258" y="623"/>
                    <a:pt x="1320" y="599"/>
                    <a:pt x="1358" y="548"/>
                  </a:cubicBezTo>
                  <a:cubicBezTo>
                    <a:pt x="1430" y="441"/>
                    <a:pt x="1430" y="286"/>
                    <a:pt x="1323" y="215"/>
                  </a:cubicBezTo>
                  <a:cubicBezTo>
                    <a:pt x="1128" y="52"/>
                    <a:pt x="916" y="1"/>
                    <a:pt x="7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26"/>
            <p:cNvSpPr/>
            <p:nvPr/>
          </p:nvSpPr>
          <p:spPr>
            <a:xfrm>
              <a:off x="2408085" y="1646898"/>
              <a:ext cx="47989" cy="45140"/>
            </a:xfrm>
            <a:custGeom>
              <a:rect b="b" l="l" r="r" t="t"/>
              <a:pathLst>
                <a:path extrusionOk="0" h="998" w="1061">
                  <a:moveTo>
                    <a:pt x="275" y="0"/>
                  </a:moveTo>
                  <a:cubicBezTo>
                    <a:pt x="168" y="0"/>
                    <a:pt x="57" y="68"/>
                    <a:pt x="37" y="172"/>
                  </a:cubicBezTo>
                  <a:cubicBezTo>
                    <a:pt x="1" y="291"/>
                    <a:pt x="84" y="422"/>
                    <a:pt x="203" y="457"/>
                  </a:cubicBezTo>
                  <a:cubicBezTo>
                    <a:pt x="275" y="481"/>
                    <a:pt x="572" y="600"/>
                    <a:pt x="596" y="791"/>
                  </a:cubicBezTo>
                  <a:cubicBezTo>
                    <a:pt x="596" y="874"/>
                    <a:pt x="644" y="934"/>
                    <a:pt x="703" y="958"/>
                  </a:cubicBezTo>
                  <a:cubicBezTo>
                    <a:pt x="739" y="984"/>
                    <a:pt x="781" y="998"/>
                    <a:pt x="810" y="998"/>
                  </a:cubicBezTo>
                  <a:cubicBezTo>
                    <a:pt x="820" y="998"/>
                    <a:pt x="828" y="996"/>
                    <a:pt x="834" y="993"/>
                  </a:cubicBezTo>
                  <a:cubicBezTo>
                    <a:pt x="977" y="969"/>
                    <a:pt x="1060" y="850"/>
                    <a:pt x="1049" y="731"/>
                  </a:cubicBezTo>
                  <a:cubicBezTo>
                    <a:pt x="1001" y="303"/>
                    <a:pt x="572" y="76"/>
                    <a:pt x="322" y="5"/>
                  </a:cubicBezTo>
                  <a:cubicBezTo>
                    <a:pt x="307" y="2"/>
                    <a:pt x="291" y="0"/>
                    <a:pt x="2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26"/>
            <p:cNvSpPr/>
            <p:nvPr/>
          </p:nvSpPr>
          <p:spPr>
            <a:xfrm>
              <a:off x="2407045" y="1700404"/>
              <a:ext cx="17233" cy="24831"/>
            </a:xfrm>
            <a:custGeom>
              <a:rect b="b" l="l" r="r" t="t"/>
              <a:pathLst>
                <a:path extrusionOk="0" h="549" w="381">
                  <a:moveTo>
                    <a:pt x="268" y="0"/>
                  </a:moveTo>
                  <a:cubicBezTo>
                    <a:pt x="198" y="0"/>
                    <a:pt x="109" y="86"/>
                    <a:pt x="60" y="203"/>
                  </a:cubicBezTo>
                  <a:cubicBezTo>
                    <a:pt x="0" y="358"/>
                    <a:pt x="0" y="501"/>
                    <a:pt x="71" y="537"/>
                  </a:cubicBezTo>
                  <a:cubicBezTo>
                    <a:pt x="84" y="545"/>
                    <a:pt x="98" y="549"/>
                    <a:pt x="113" y="549"/>
                  </a:cubicBezTo>
                  <a:cubicBezTo>
                    <a:pt x="183" y="549"/>
                    <a:pt x="272" y="464"/>
                    <a:pt x="321" y="346"/>
                  </a:cubicBezTo>
                  <a:cubicBezTo>
                    <a:pt x="381" y="191"/>
                    <a:pt x="381" y="48"/>
                    <a:pt x="310" y="13"/>
                  </a:cubicBezTo>
                  <a:cubicBezTo>
                    <a:pt x="297" y="4"/>
                    <a:pt x="283" y="0"/>
                    <a:pt x="2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26"/>
            <p:cNvSpPr/>
            <p:nvPr/>
          </p:nvSpPr>
          <p:spPr>
            <a:xfrm>
              <a:off x="2398949" y="1696243"/>
              <a:ext cx="33425" cy="14112"/>
            </a:xfrm>
            <a:custGeom>
              <a:rect b="b" l="l" r="r" t="t"/>
              <a:pathLst>
                <a:path extrusionOk="0" h="312" w="739">
                  <a:moveTo>
                    <a:pt x="221" y="1"/>
                  </a:moveTo>
                  <a:cubicBezTo>
                    <a:pt x="111" y="1"/>
                    <a:pt x="29" y="21"/>
                    <a:pt x="24" y="21"/>
                  </a:cubicBezTo>
                  <a:cubicBezTo>
                    <a:pt x="12" y="21"/>
                    <a:pt x="0" y="33"/>
                    <a:pt x="0" y="57"/>
                  </a:cubicBezTo>
                  <a:lnTo>
                    <a:pt x="12" y="81"/>
                  </a:lnTo>
                  <a:cubicBezTo>
                    <a:pt x="12" y="93"/>
                    <a:pt x="24" y="93"/>
                    <a:pt x="36" y="93"/>
                  </a:cubicBezTo>
                  <a:cubicBezTo>
                    <a:pt x="46" y="93"/>
                    <a:pt x="114" y="77"/>
                    <a:pt x="206" y="77"/>
                  </a:cubicBezTo>
                  <a:cubicBezTo>
                    <a:pt x="344" y="77"/>
                    <a:pt x="534" y="112"/>
                    <a:pt x="655" y="283"/>
                  </a:cubicBezTo>
                  <a:cubicBezTo>
                    <a:pt x="662" y="303"/>
                    <a:pt x="672" y="312"/>
                    <a:pt x="684" y="312"/>
                  </a:cubicBezTo>
                  <a:cubicBezTo>
                    <a:pt x="693" y="312"/>
                    <a:pt x="704" y="306"/>
                    <a:pt x="715" y="295"/>
                  </a:cubicBezTo>
                  <a:cubicBezTo>
                    <a:pt x="739" y="283"/>
                    <a:pt x="739" y="259"/>
                    <a:pt x="727" y="236"/>
                  </a:cubicBezTo>
                  <a:cubicBezTo>
                    <a:pt x="588" y="41"/>
                    <a:pt x="37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26"/>
            <p:cNvSpPr/>
            <p:nvPr/>
          </p:nvSpPr>
          <p:spPr>
            <a:xfrm>
              <a:off x="2199716" y="1478239"/>
              <a:ext cx="290829" cy="206972"/>
            </a:xfrm>
            <a:custGeom>
              <a:rect b="b" l="l" r="r" t="t"/>
              <a:pathLst>
                <a:path extrusionOk="0" h="4576" w="6430">
                  <a:moveTo>
                    <a:pt x="2580" y="1"/>
                  </a:moveTo>
                  <a:cubicBezTo>
                    <a:pt x="1806" y="1"/>
                    <a:pt x="1109" y="260"/>
                    <a:pt x="679" y="996"/>
                  </a:cubicBezTo>
                  <a:cubicBezTo>
                    <a:pt x="0" y="2198"/>
                    <a:pt x="345" y="2889"/>
                    <a:pt x="345" y="2889"/>
                  </a:cubicBezTo>
                  <a:cubicBezTo>
                    <a:pt x="345" y="2889"/>
                    <a:pt x="834" y="2972"/>
                    <a:pt x="1036" y="3329"/>
                  </a:cubicBezTo>
                  <a:cubicBezTo>
                    <a:pt x="1262" y="3686"/>
                    <a:pt x="1036" y="4425"/>
                    <a:pt x="1429" y="4567"/>
                  </a:cubicBezTo>
                  <a:cubicBezTo>
                    <a:pt x="1443" y="4573"/>
                    <a:pt x="1456" y="4576"/>
                    <a:pt x="1469" y="4576"/>
                  </a:cubicBezTo>
                  <a:cubicBezTo>
                    <a:pt x="1808" y="4576"/>
                    <a:pt x="1796" y="2702"/>
                    <a:pt x="2048" y="2496"/>
                  </a:cubicBezTo>
                  <a:cubicBezTo>
                    <a:pt x="2090" y="2466"/>
                    <a:pt x="2149" y="2454"/>
                    <a:pt x="2220" y="2454"/>
                  </a:cubicBezTo>
                  <a:cubicBezTo>
                    <a:pt x="2522" y="2454"/>
                    <a:pt x="3048" y="2669"/>
                    <a:pt x="3469" y="2669"/>
                  </a:cubicBezTo>
                  <a:cubicBezTo>
                    <a:pt x="3627" y="2669"/>
                    <a:pt x="3771" y="2638"/>
                    <a:pt x="3882" y="2555"/>
                  </a:cubicBezTo>
                  <a:cubicBezTo>
                    <a:pt x="4065" y="2417"/>
                    <a:pt x="4241" y="2350"/>
                    <a:pt x="4403" y="2350"/>
                  </a:cubicBezTo>
                  <a:cubicBezTo>
                    <a:pt x="4662" y="2350"/>
                    <a:pt x="4889" y="2519"/>
                    <a:pt x="5072" y="2841"/>
                  </a:cubicBezTo>
                  <a:cubicBezTo>
                    <a:pt x="5281" y="3217"/>
                    <a:pt x="5777" y="3651"/>
                    <a:pt x="6083" y="3651"/>
                  </a:cubicBezTo>
                  <a:cubicBezTo>
                    <a:pt x="6213" y="3651"/>
                    <a:pt x="6309" y="3572"/>
                    <a:pt x="6334" y="3377"/>
                  </a:cubicBezTo>
                  <a:cubicBezTo>
                    <a:pt x="6429" y="2722"/>
                    <a:pt x="5382" y="638"/>
                    <a:pt x="4096" y="257"/>
                  </a:cubicBezTo>
                  <a:cubicBezTo>
                    <a:pt x="3592" y="105"/>
                    <a:pt x="3071" y="1"/>
                    <a:pt x="25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26"/>
            <p:cNvSpPr/>
            <p:nvPr/>
          </p:nvSpPr>
          <p:spPr>
            <a:xfrm>
              <a:off x="2221244" y="1710354"/>
              <a:ext cx="29128" cy="12212"/>
            </a:xfrm>
            <a:custGeom>
              <a:rect b="b" l="l" r="r" t="t"/>
              <a:pathLst>
                <a:path extrusionOk="0" h="270" w="644">
                  <a:moveTo>
                    <a:pt x="0" y="66"/>
                  </a:moveTo>
                  <a:cubicBezTo>
                    <a:pt x="4" y="68"/>
                    <a:pt x="8" y="70"/>
                    <a:pt x="12" y="71"/>
                  </a:cubicBezTo>
                  <a:lnTo>
                    <a:pt x="12" y="71"/>
                  </a:lnTo>
                  <a:lnTo>
                    <a:pt x="12" y="66"/>
                  </a:lnTo>
                  <a:close/>
                  <a:moveTo>
                    <a:pt x="537" y="1"/>
                  </a:moveTo>
                  <a:cubicBezTo>
                    <a:pt x="522" y="1"/>
                    <a:pt x="506" y="6"/>
                    <a:pt x="489" y="19"/>
                  </a:cubicBezTo>
                  <a:cubicBezTo>
                    <a:pt x="393" y="78"/>
                    <a:pt x="322" y="102"/>
                    <a:pt x="238" y="102"/>
                  </a:cubicBezTo>
                  <a:cubicBezTo>
                    <a:pt x="191" y="102"/>
                    <a:pt x="131" y="102"/>
                    <a:pt x="84" y="90"/>
                  </a:cubicBezTo>
                  <a:cubicBezTo>
                    <a:pt x="64" y="80"/>
                    <a:pt x="35" y="79"/>
                    <a:pt x="12" y="71"/>
                  </a:cubicBezTo>
                  <a:lnTo>
                    <a:pt x="12" y="71"/>
                  </a:lnTo>
                  <a:lnTo>
                    <a:pt x="12" y="186"/>
                  </a:lnTo>
                  <a:lnTo>
                    <a:pt x="12" y="245"/>
                  </a:lnTo>
                  <a:cubicBezTo>
                    <a:pt x="64" y="260"/>
                    <a:pt x="138" y="270"/>
                    <a:pt x="218" y="270"/>
                  </a:cubicBezTo>
                  <a:cubicBezTo>
                    <a:pt x="268" y="270"/>
                    <a:pt x="319" y="266"/>
                    <a:pt x="369" y="257"/>
                  </a:cubicBezTo>
                  <a:cubicBezTo>
                    <a:pt x="441" y="245"/>
                    <a:pt x="512" y="209"/>
                    <a:pt x="596" y="150"/>
                  </a:cubicBezTo>
                  <a:cubicBezTo>
                    <a:pt x="619" y="126"/>
                    <a:pt x="643" y="66"/>
                    <a:pt x="608" y="31"/>
                  </a:cubicBezTo>
                  <a:cubicBezTo>
                    <a:pt x="585" y="16"/>
                    <a:pt x="562" y="1"/>
                    <a:pt x="5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26"/>
            <p:cNvSpPr/>
            <p:nvPr/>
          </p:nvSpPr>
          <p:spPr>
            <a:xfrm>
              <a:off x="2200756" y="1625957"/>
              <a:ext cx="35053" cy="60608"/>
            </a:xfrm>
            <a:custGeom>
              <a:rect b="b" l="l" r="r" t="t"/>
              <a:pathLst>
                <a:path extrusionOk="0" h="1340" w="775">
                  <a:moveTo>
                    <a:pt x="92" y="1"/>
                  </a:moveTo>
                  <a:cubicBezTo>
                    <a:pt x="69" y="1"/>
                    <a:pt x="49" y="10"/>
                    <a:pt x="37" y="27"/>
                  </a:cubicBezTo>
                  <a:cubicBezTo>
                    <a:pt x="1" y="51"/>
                    <a:pt x="1" y="111"/>
                    <a:pt x="37" y="147"/>
                  </a:cubicBezTo>
                  <a:cubicBezTo>
                    <a:pt x="37" y="147"/>
                    <a:pt x="572" y="647"/>
                    <a:pt x="453" y="1230"/>
                  </a:cubicBezTo>
                  <a:cubicBezTo>
                    <a:pt x="441" y="1254"/>
                    <a:pt x="453" y="1301"/>
                    <a:pt x="477" y="1313"/>
                  </a:cubicBezTo>
                  <a:cubicBezTo>
                    <a:pt x="501" y="1337"/>
                    <a:pt x="501" y="1337"/>
                    <a:pt x="525" y="1337"/>
                  </a:cubicBezTo>
                  <a:cubicBezTo>
                    <a:pt x="531" y="1339"/>
                    <a:pt x="538" y="1339"/>
                    <a:pt x="544" y="1339"/>
                  </a:cubicBezTo>
                  <a:cubicBezTo>
                    <a:pt x="585" y="1339"/>
                    <a:pt x="622" y="1309"/>
                    <a:pt x="632" y="1278"/>
                  </a:cubicBezTo>
                  <a:cubicBezTo>
                    <a:pt x="775" y="599"/>
                    <a:pt x="180" y="51"/>
                    <a:pt x="156" y="27"/>
                  </a:cubicBezTo>
                  <a:cubicBezTo>
                    <a:pt x="138" y="10"/>
                    <a:pt x="114" y="1"/>
                    <a:pt x="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26"/>
            <p:cNvSpPr/>
            <p:nvPr/>
          </p:nvSpPr>
          <p:spPr>
            <a:xfrm>
              <a:off x="2195374" y="1649114"/>
              <a:ext cx="30756" cy="10810"/>
            </a:xfrm>
            <a:custGeom>
              <a:rect b="b" l="l" r="r" t="t"/>
              <a:pathLst>
                <a:path extrusionOk="0" h="239" w="680">
                  <a:moveTo>
                    <a:pt x="355" y="0"/>
                  </a:moveTo>
                  <a:cubicBezTo>
                    <a:pt x="175" y="0"/>
                    <a:pt x="57" y="87"/>
                    <a:pt x="48" y="87"/>
                  </a:cubicBezTo>
                  <a:cubicBezTo>
                    <a:pt x="25" y="123"/>
                    <a:pt x="1" y="170"/>
                    <a:pt x="37" y="206"/>
                  </a:cubicBezTo>
                  <a:cubicBezTo>
                    <a:pt x="48" y="206"/>
                    <a:pt x="48" y="230"/>
                    <a:pt x="60" y="230"/>
                  </a:cubicBezTo>
                  <a:cubicBezTo>
                    <a:pt x="72" y="236"/>
                    <a:pt x="87" y="239"/>
                    <a:pt x="105" y="239"/>
                  </a:cubicBezTo>
                  <a:cubicBezTo>
                    <a:pt x="123" y="239"/>
                    <a:pt x="144" y="236"/>
                    <a:pt x="168" y="230"/>
                  </a:cubicBezTo>
                  <a:cubicBezTo>
                    <a:pt x="168" y="230"/>
                    <a:pt x="251" y="164"/>
                    <a:pt x="381" y="164"/>
                  </a:cubicBezTo>
                  <a:cubicBezTo>
                    <a:pt x="434" y="164"/>
                    <a:pt x="495" y="175"/>
                    <a:pt x="560" y="206"/>
                  </a:cubicBezTo>
                  <a:cubicBezTo>
                    <a:pt x="566" y="212"/>
                    <a:pt x="573" y="214"/>
                    <a:pt x="582" y="214"/>
                  </a:cubicBezTo>
                  <a:cubicBezTo>
                    <a:pt x="609" y="214"/>
                    <a:pt x="647" y="189"/>
                    <a:pt x="656" y="170"/>
                  </a:cubicBezTo>
                  <a:cubicBezTo>
                    <a:pt x="680" y="135"/>
                    <a:pt x="656" y="75"/>
                    <a:pt x="620" y="63"/>
                  </a:cubicBezTo>
                  <a:cubicBezTo>
                    <a:pt x="523" y="16"/>
                    <a:pt x="433" y="0"/>
                    <a:pt x="35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26"/>
            <p:cNvSpPr/>
            <p:nvPr/>
          </p:nvSpPr>
          <p:spPr>
            <a:xfrm>
              <a:off x="2372580" y="1667567"/>
              <a:ext cx="39893" cy="80962"/>
            </a:xfrm>
            <a:custGeom>
              <a:rect b="b" l="l" r="r" t="t"/>
              <a:pathLst>
                <a:path extrusionOk="0" h="1790" w="882">
                  <a:moveTo>
                    <a:pt x="286" y="0"/>
                  </a:moveTo>
                  <a:cubicBezTo>
                    <a:pt x="238" y="0"/>
                    <a:pt x="214" y="36"/>
                    <a:pt x="214" y="84"/>
                  </a:cubicBezTo>
                  <a:lnTo>
                    <a:pt x="250" y="1155"/>
                  </a:lnTo>
                  <a:cubicBezTo>
                    <a:pt x="250" y="1167"/>
                    <a:pt x="274" y="1203"/>
                    <a:pt x="286" y="1215"/>
                  </a:cubicBezTo>
                  <a:lnTo>
                    <a:pt x="607" y="1489"/>
                  </a:lnTo>
                  <a:lnTo>
                    <a:pt x="71" y="1632"/>
                  </a:lnTo>
                  <a:cubicBezTo>
                    <a:pt x="36" y="1644"/>
                    <a:pt x="0" y="1691"/>
                    <a:pt x="12" y="1739"/>
                  </a:cubicBezTo>
                  <a:cubicBezTo>
                    <a:pt x="12" y="1751"/>
                    <a:pt x="36" y="1763"/>
                    <a:pt x="48" y="1786"/>
                  </a:cubicBezTo>
                  <a:cubicBezTo>
                    <a:pt x="54" y="1786"/>
                    <a:pt x="66" y="1789"/>
                    <a:pt x="79" y="1789"/>
                  </a:cubicBezTo>
                  <a:cubicBezTo>
                    <a:pt x="92" y="1789"/>
                    <a:pt x="107" y="1786"/>
                    <a:pt x="119" y="1774"/>
                  </a:cubicBezTo>
                  <a:lnTo>
                    <a:pt x="822" y="1584"/>
                  </a:lnTo>
                  <a:cubicBezTo>
                    <a:pt x="845" y="1584"/>
                    <a:pt x="881" y="1560"/>
                    <a:pt x="881" y="1524"/>
                  </a:cubicBezTo>
                  <a:cubicBezTo>
                    <a:pt x="881" y="1477"/>
                    <a:pt x="881" y="1453"/>
                    <a:pt x="845" y="1441"/>
                  </a:cubicBezTo>
                  <a:lnTo>
                    <a:pt x="417" y="1096"/>
                  </a:lnTo>
                  <a:lnTo>
                    <a:pt x="369" y="72"/>
                  </a:lnTo>
                  <a:cubicBezTo>
                    <a:pt x="369" y="24"/>
                    <a:pt x="333" y="0"/>
                    <a:pt x="2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26"/>
            <p:cNvSpPr/>
            <p:nvPr/>
          </p:nvSpPr>
          <p:spPr>
            <a:xfrm>
              <a:off x="2349921" y="1675030"/>
              <a:ext cx="17821" cy="24424"/>
            </a:xfrm>
            <a:custGeom>
              <a:rect b="b" l="l" r="r" t="t"/>
              <a:pathLst>
                <a:path extrusionOk="0" h="540" w="394">
                  <a:moveTo>
                    <a:pt x="265" y="1"/>
                  </a:moveTo>
                  <a:cubicBezTo>
                    <a:pt x="196" y="1"/>
                    <a:pt x="109" y="79"/>
                    <a:pt x="60" y="205"/>
                  </a:cubicBezTo>
                  <a:cubicBezTo>
                    <a:pt x="1" y="347"/>
                    <a:pt x="1" y="502"/>
                    <a:pt x="72" y="526"/>
                  </a:cubicBezTo>
                  <a:cubicBezTo>
                    <a:pt x="86" y="535"/>
                    <a:pt x="101" y="539"/>
                    <a:pt x="118" y="539"/>
                  </a:cubicBezTo>
                  <a:cubicBezTo>
                    <a:pt x="187" y="539"/>
                    <a:pt x="274" y="461"/>
                    <a:pt x="322" y="336"/>
                  </a:cubicBezTo>
                  <a:cubicBezTo>
                    <a:pt x="394" y="193"/>
                    <a:pt x="382" y="50"/>
                    <a:pt x="311" y="14"/>
                  </a:cubicBezTo>
                  <a:cubicBezTo>
                    <a:pt x="297" y="5"/>
                    <a:pt x="282" y="1"/>
                    <a:pt x="2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26"/>
            <p:cNvSpPr/>
            <p:nvPr/>
          </p:nvSpPr>
          <p:spPr>
            <a:xfrm>
              <a:off x="2337030" y="1670055"/>
              <a:ext cx="35053" cy="11308"/>
            </a:xfrm>
            <a:custGeom>
              <a:rect b="b" l="l" r="r" t="t"/>
              <a:pathLst>
                <a:path extrusionOk="0" h="250" w="775">
                  <a:moveTo>
                    <a:pt x="314" y="0"/>
                  </a:moveTo>
                  <a:cubicBezTo>
                    <a:pt x="165" y="0"/>
                    <a:pt x="48" y="41"/>
                    <a:pt x="36" y="41"/>
                  </a:cubicBezTo>
                  <a:cubicBezTo>
                    <a:pt x="12" y="65"/>
                    <a:pt x="0" y="88"/>
                    <a:pt x="12" y="100"/>
                  </a:cubicBezTo>
                  <a:lnTo>
                    <a:pt x="24" y="124"/>
                  </a:lnTo>
                  <a:cubicBezTo>
                    <a:pt x="30" y="130"/>
                    <a:pt x="39" y="133"/>
                    <a:pt x="48" y="133"/>
                  </a:cubicBezTo>
                  <a:cubicBezTo>
                    <a:pt x="57" y="133"/>
                    <a:pt x="66" y="130"/>
                    <a:pt x="72" y="124"/>
                  </a:cubicBezTo>
                  <a:cubicBezTo>
                    <a:pt x="72" y="124"/>
                    <a:pt x="187" y="79"/>
                    <a:pt x="330" y="79"/>
                  </a:cubicBezTo>
                  <a:cubicBezTo>
                    <a:pt x="452" y="79"/>
                    <a:pt x="594" y="111"/>
                    <a:pt x="703" y="231"/>
                  </a:cubicBezTo>
                  <a:cubicBezTo>
                    <a:pt x="709" y="243"/>
                    <a:pt x="718" y="249"/>
                    <a:pt x="728" y="249"/>
                  </a:cubicBezTo>
                  <a:cubicBezTo>
                    <a:pt x="738" y="249"/>
                    <a:pt x="750" y="243"/>
                    <a:pt x="762" y="231"/>
                  </a:cubicBezTo>
                  <a:cubicBezTo>
                    <a:pt x="774" y="219"/>
                    <a:pt x="774" y="195"/>
                    <a:pt x="762" y="184"/>
                  </a:cubicBezTo>
                  <a:cubicBezTo>
                    <a:pt x="628" y="38"/>
                    <a:pt x="457"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26"/>
            <p:cNvSpPr/>
            <p:nvPr/>
          </p:nvSpPr>
          <p:spPr>
            <a:xfrm>
              <a:off x="1829201" y="2120445"/>
              <a:ext cx="75444" cy="631185"/>
            </a:xfrm>
            <a:custGeom>
              <a:rect b="b" l="l" r="r" t="t"/>
              <a:pathLst>
                <a:path extrusionOk="0" h="13955" w="1668">
                  <a:moveTo>
                    <a:pt x="1608" y="1"/>
                  </a:moveTo>
                  <a:cubicBezTo>
                    <a:pt x="1572" y="1"/>
                    <a:pt x="1537" y="12"/>
                    <a:pt x="1525" y="60"/>
                  </a:cubicBezTo>
                  <a:cubicBezTo>
                    <a:pt x="1513" y="120"/>
                    <a:pt x="1" y="5954"/>
                    <a:pt x="334" y="13883"/>
                  </a:cubicBezTo>
                  <a:cubicBezTo>
                    <a:pt x="334" y="13931"/>
                    <a:pt x="358" y="13955"/>
                    <a:pt x="405" y="13955"/>
                  </a:cubicBezTo>
                  <a:cubicBezTo>
                    <a:pt x="453" y="13955"/>
                    <a:pt x="477" y="13919"/>
                    <a:pt x="477" y="13871"/>
                  </a:cubicBezTo>
                  <a:cubicBezTo>
                    <a:pt x="155" y="5966"/>
                    <a:pt x="1656" y="143"/>
                    <a:pt x="1667" y="84"/>
                  </a:cubicBezTo>
                  <a:cubicBezTo>
                    <a:pt x="1667" y="48"/>
                    <a:pt x="1656" y="12"/>
                    <a:pt x="16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26"/>
            <p:cNvSpPr/>
            <p:nvPr/>
          </p:nvSpPr>
          <p:spPr>
            <a:xfrm>
              <a:off x="2103288" y="1983356"/>
              <a:ext cx="235377" cy="141344"/>
            </a:xfrm>
            <a:custGeom>
              <a:rect b="b" l="l" r="r" t="t"/>
              <a:pathLst>
                <a:path extrusionOk="0" h="3125" w="5204">
                  <a:moveTo>
                    <a:pt x="79" y="1"/>
                  </a:moveTo>
                  <a:cubicBezTo>
                    <a:pt x="67" y="1"/>
                    <a:pt x="56" y="3"/>
                    <a:pt x="49" y="7"/>
                  </a:cubicBezTo>
                  <a:cubicBezTo>
                    <a:pt x="13" y="19"/>
                    <a:pt x="1" y="67"/>
                    <a:pt x="13" y="115"/>
                  </a:cubicBezTo>
                  <a:cubicBezTo>
                    <a:pt x="37" y="126"/>
                    <a:pt x="549" y="1138"/>
                    <a:pt x="1430" y="1972"/>
                  </a:cubicBezTo>
                  <a:cubicBezTo>
                    <a:pt x="1930" y="2460"/>
                    <a:pt x="2477" y="2793"/>
                    <a:pt x="3025" y="2972"/>
                  </a:cubicBezTo>
                  <a:cubicBezTo>
                    <a:pt x="3025" y="2972"/>
                    <a:pt x="3037" y="2972"/>
                    <a:pt x="3049" y="2984"/>
                  </a:cubicBezTo>
                  <a:cubicBezTo>
                    <a:pt x="3337" y="3078"/>
                    <a:pt x="3629" y="3125"/>
                    <a:pt x="3921" y="3125"/>
                  </a:cubicBezTo>
                  <a:cubicBezTo>
                    <a:pt x="4331" y="3125"/>
                    <a:pt x="4742" y="3034"/>
                    <a:pt x="5144" y="2853"/>
                  </a:cubicBezTo>
                  <a:cubicBezTo>
                    <a:pt x="5192" y="2841"/>
                    <a:pt x="5204" y="2793"/>
                    <a:pt x="5192" y="2746"/>
                  </a:cubicBezTo>
                  <a:cubicBezTo>
                    <a:pt x="5183" y="2709"/>
                    <a:pt x="5167" y="2694"/>
                    <a:pt x="5139" y="2694"/>
                  </a:cubicBezTo>
                  <a:cubicBezTo>
                    <a:pt x="5130" y="2694"/>
                    <a:pt x="5120" y="2695"/>
                    <a:pt x="5109" y="2698"/>
                  </a:cubicBezTo>
                  <a:cubicBezTo>
                    <a:pt x="4711" y="2868"/>
                    <a:pt x="4316" y="2953"/>
                    <a:pt x="3924" y="2953"/>
                  </a:cubicBezTo>
                  <a:cubicBezTo>
                    <a:pt x="3109" y="2953"/>
                    <a:pt x="2309" y="2585"/>
                    <a:pt x="1537" y="1853"/>
                  </a:cubicBezTo>
                  <a:cubicBezTo>
                    <a:pt x="668" y="1031"/>
                    <a:pt x="144" y="55"/>
                    <a:pt x="144" y="43"/>
                  </a:cubicBezTo>
                  <a:cubicBezTo>
                    <a:pt x="128" y="11"/>
                    <a:pt x="101" y="1"/>
                    <a:pt x="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26"/>
            <p:cNvSpPr/>
            <p:nvPr/>
          </p:nvSpPr>
          <p:spPr>
            <a:xfrm>
              <a:off x="1951997" y="2524836"/>
              <a:ext cx="313444" cy="176714"/>
            </a:xfrm>
            <a:custGeom>
              <a:rect b="b" l="l" r="r" t="t"/>
              <a:pathLst>
                <a:path extrusionOk="0" h="3907" w="6930">
                  <a:moveTo>
                    <a:pt x="77" y="1"/>
                  </a:moveTo>
                  <a:cubicBezTo>
                    <a:pt x="63" y="1"/>
                    <a:pt x="49" y="5"/>
                    <a:pt x="36" y="13"/>
                  </a:cubicBezTo>
                  <a:cubicBezTo>
                    <a:pt x="12" y="37"/>
                    <a:pt x="0" y="96"/>
                    <a:pt x="24" y="120"/>
                  </a:cubicBezTo>
                  <a:cubicBezTo>
                    <a:pt x="48" y="120"/>
                    <a:pt x="798" y="1251"/>
                    <a:pt x="2000" y="2263"/>
                  </a:cubicBezTo>
                  <a:cubicBezTo>
                    <a:pt x="2715" y="2859"/>
                    <a:pt x="3453" y="3311"/>
                    <a:pt x="4179" y="3573"/>
                  </a:cubicBezTo>
                  <a:cubicBezTo>
                    <a:pt x="4465" y="3692"/>
                    <a:pt x="4763" y="3764"/>
                    <a:pt x="5060" y="3823"/>
                  </a:cubicBezTo>
                  <a:cubicBezTo>
                    <a:pt x="5349" y="3880"/>
                    <a:pt x="5637" y="3907"/>
                    <a:pt x="5925" y="3907"/>
                  </a:cubicBezTo>
                  <a:cubicBezTo>
                    <a:pt x="6242" y="3907"/>
                    <a:pt x="6558" y="3874"/>
                    <a:pt x="6870" y="3811"/>
                  </a:cubicBezTo>
                  <a:cubicBezTo>
                    <a:pt x="6918" y="3811"/>
                    <a:pt x="6930" y="3764"/>
                    <a:pt x="6930" y="3728"/>
                  </a:cubicBezTo>
                  <a:cubicBezTo>
                    <a:pt x="6920" y="3691"/>
                    <a:pt x="6897" y="3661"/>
                    <a:pt x="6870" y="3661"/>
                  </a:cubicBezTo>
                  <a:cubicBezTo>
                    <a:pt x="6862" y="3661"/>
                    <a:pt x="6854" y="3663"/>
                    <a:pt x="6846" y="3668"/>
                  </a:cubicBezTo>
                  <a:cubicBezTo>
                    <a:pt x="6546" y="3729"/>
                    <a:pt x="6251" y="3757"/>
                    <a:pt x="5963" y="3757"/>
                  </a:cubicBezTo>
                  <a:cubicBezTo>
                    <a:pt x="4390" y="3757"/>
                    <a:pt x="3022" y="2929"/>
                    <a:pt x="2096" y="2144"/>
                  </a:cubicBezTo>
                  <a:cubicBezTo>
                    <a:pt x="905" y="1144"/>
                    <a:pt x="143" y="49"/>
                    <a:pt x="143" y="37"/>
                  </a:cubicBezTo>
                  <a:cubicBezTo>
                    <a:pt x="128" y="14"/>
                    <a:pt x="102" y="1"/>
                    <a:pt x="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26"/>
            <p:cNvSpPr/>
            <p:nvPr/>
          </p:nvSpPr>
          <p:spPr>
            <a:xfrm>
              <a:off x="1895958" y="1897511"/>
              <a:ext cx="751858" cy="748602"/>
            </a:xfrm>
            <a:custGeom>
              <a:rect b="b" l="l" r="r" t="t"/>
              <a:pathLst>
                <a:path extrusionOk="0" h="16551" w="16623">
                  <a:moveTo>
                    <a:pt x="2084" y="0"/>
                  </a:moveTo>
                  <a:cubicBezTo>
                    <a:pt x="2076" y="0"/>
                    <a:pt x="2068" y="0"/>
                    <a:pt x="2061" y="0"/>
                  </a:cubicBezTo>
                  <a:cubicBezTo>
                    <a:pt x="906" y="36"/>
                    <a:pt x="1" y="989"/>
                    <a:pt x="13" y="2132"/>
                  </a:cubicBezTo>
                  <a:lnTo>
                    <a:pt x="13" y="2322"/>
                  </a:lnTo>
                  <a:lnTo>
                    <a:pt x="13" y="2501"/>
                  </a:lnTo>
                  <a:lnTo>
                    <a:pt x="37" y="2858"/>
                  </a:lnTo>
                  <a:cubicBezTo>
                    <a:pt x="49" y="3096"/>
                    <a:pt x="61" y="3322"/>
                    <a:pt x="72" y="3560"/>
                  </a:cubicBezTo>
                  <a:cubicBezTo>
                    <a:pt x="108" y="4025"/>
                    <a:pt x="156" y="4501"/>
                    <a:pt x="191" y="4953"/>
                  </a:cubicBezTo>
                  <a:cubicBezTo>
                    <a:pt x="227" y="5192"/>
                    <a:pt x="251" y="5418"/>
                    <a:pt x="287" y="5656"/>
                  </a:cubicBezTo>
                  <a:cubicBezTo>
                    <a:pt x="311" y="5894"/>
                    <a:pt x="358" y="6120"/>
                    <a:pt x="394" y="6358"/>
                  </a:cubicBezTo>
                  <a:cubicBezTo>
                    <a:pt x="453" y="6823"/>
                    <a:pt x="537" y="7275"/>
                    <a:pt x="632" y="7751"/>
                  </a:cubicBezTo>
                  <a:cubicBezTo>
                    <a:pt x="727" y="8228"/>
                    <a:pt x="834" y="8692"/>
                    <a:pt x="953" y="9168"/>
                  </a:cubicBezTo>
                  <a:cubicBezTo>
                    <a:pt x="1013" y="9406"/>
                    <a:pt x="1073" y="9644"/>
                    <a:pt x="1144" y="9883"/>
                  </a:cubicBezTo>
                  <a:cubicBezTo>
                    <a:pt x="1204" y="10121"/>
                    <a:pt x="1287" y="10359"/>
                    <a:pt x="1370" y="10597"/>
                  </a:cubicBezTo>
                  <a:cubicBezTo>
                    <a:pt x="1537" y="11073"/>
                    <a:pt x="1727" y="11549"/>
                    <a:pt x="1954" y="12038"/>
                  </a:cubicBezTo>
                  <a:cubicBezTo>
                    <a:pt x="2180" y="12514"/>
                    <a:pt x="2442" y="13014"/>
                    <a:pt x="2787" y="13502"/>
                  </a:cubicBezTo>
                  <a:cubicBezTo>
                    <a:pt x="3132" y="13990"/>
                    <a:pt x="3549" y="14478"/>
                    <a:pt x="4109" y="14931"/>
                  </a:cubicBezTo>
                  <a:cubicBezTo>
                    <a:pt x="4394" y="15133"/>
                    <a:pt x="4716" y="15348"/>
                    <a:pt x="5073" y="15514"/>
                  </a:cubicBezTo>
                  <a:cubicBezTo>
                    <a:pt x="5121" y="15526"/>
                    <a:pt x="5168" y="15550"/>
                    <a:pt x="5216" y="15574"/>
                  </a:cubicBezTo>
                  <a:lnTo>
                    <a:pt x="5287" y="15598"/>
                  </a:lnTo>
                  <a:lnTo>
                    <a:pt x="5311" y="15609"/>
                  </a:lnTo>
                  <a:lnTo>
                    <a:pt x="5347" y="15609"/>
                  </a:lnTo>
                  <a:cubicBezTo>
                    <a:pt x="5418" y="15645"/>
                    <a:pt x="5478" y="15657"/>
                    <a:pt x="5549" y="15693"/>
                  </a:cubicBezTo>
                  <a:lnTo>
                    <a:pt x="5656" y="15717"/>
                  </a:lnTo>
                  <a:lnTo>
                    <a:pt x="5764" y="15752"/>
                  </a:lnTo>
                  <a:cubicBezTo>
                    <a:pt x="5823" y="15764"/>
                    <a:pt x="5895" y="15788"/>
                    <a:pt x="5954" y="15812"/>
                  </a:cubicBezTo>
                  <a:cubicBezTo>
                    <a:pt x="6478" y="15967"/>
                    <a:pt x="6966" y="16062"/>
                    <a:pt x="7454" y="16145"/>
                  </a:cubicBezTo>
                  <a:cubicBezTo>
                    <a:pt x="7942" y="16229"/>
                    <a:pt x="8407" y="16300"/>
                    <a:pt x="8883" y="16348"/>
                  </a:cubicBezTo>
                  <a:cubicBezTo>
                    <a:pt x="9359" y="16407"/>
                    <a:pt x="9824" y="16431"/>
                    <a:pt x="10288" y="16467"/>
                  </a:cubicBezTo>
                  <a:cubicBezTo>
                    <a:pt x="10526" y="16479"/>
                    <a:pt x="10752" y="16491"/>
                    <a:pt x="10979" y="16502"/>
                  </a:cubicBezTo>
                  <a:cubicBezTo>
                    <a:pt x="11205" y="16526"/>
                    <a:pt x="11443" y="16538"/>
                    <a:pt x="11669" y="16538"/>
                  </a:cubicBezTo>
                  <a:cubicBezTo>
                    <a:pt x="12133" y="16550"/>
                    <a:pt x="12598" y="16550"/>
                    <a:pt x="13050" y="16550"/>
                  </a:cubicBezTo>
                  <a:cubicBezTo>
                    <a:pt x="13276" y="16550"/>
                    <a:pt x="13515" y="16538"/>
                    <a:pt x="13741" y="16538"/>
                  </a:cubicBezTo>
                  <a:cubicBezTo>
                    <a:pt x="13860" y="16538"/>
                    <a:pt x="13955" y="16526"/>
                    <a:pt x="14086" y="16526"/>
                  </a:cubicBezTo>
                  <a:lnTo>
                    <a:pt x="14253" y="16526"/>
                  </a:lnTo>
                  <a:lnTo>
                    <a:pt x="15324" y="16312"/>
                  </a:lnTo>
                  <a:cubicBezTo>
                    <a:pt x="16074" y="16288"/>
                    <a:pt x="15824" y="15907"/>
                    <a:pt x="15920" y="15157"/>
                  </a:cubicBezTo>
                  <a:cubicBezTo>
                    <a:pt x="16039" y="14300"/>
                    <a:pt x="16622" y="13645"/>
                    <a:pt x="15765" y="13526"/>
                  </a:cubicBezTo>
                  <a:lnTo>
                    <a:pt x="14539" y="13395"/>
                  </a:lnTo>
                  <a:lnTo>
                    <a:pt x="13265" y="13228"/>
                  </a:lnTo>
                  <a:cubicBezTo>
                    <a:pt x="12836" y="13169"/>
                    <a:pt x="12419" y="13109"/>
                    <a:pt x="11979" y="13050"/>
                  </a:cubicBezTo>
                  <a:cubicBezTo>
                    <a:pt x="11776" y="13014"/>
                    <a:pt x="11550" y="12978"/>
                    <a:pt x="11348" y="12954"/>
                  </a:cubicBezTo>
                  <a:cubicBezTo>
                    <a:pt x="11121" y="12919"/>
                    <a:pt x="10907" y="12871"/>
                    <a:pt x="10705" y="12847"/>
                  </a:cubicBezTo>
                  <a:lnTo>
                    <a:pt x="9455" y="12621"/>
                  </a:lnTo>
                  <a:cubicBezTo>
                    <a:pt x="9038" y="12550"/>
                    <a:pt x="8633" y="12454"/>
                    <a:pt x="8240" y="12359"/>
                  </a:cubicBezTo>
                  <a:cubicBezTo>
                    <a:pt x="8050" y="12311"/>
                    <a:pt x="7859" y="12264"/>
                    <a:pt x="7681" y="12204"/>
                  </a:cubicBezTo>
                  <a:cubicBezTo>
                    <a:pt x="7502" y="12157"/>
                    <a:pt x="7323" y="12097"/>
                    <a:pt x="7157" y="12038"/>
                  </a:cubicBezTo>
                  <a:cubicBezTo>
                    <a:pt x="7109" y="12026"/>
                    <a:pt x="7085" y="12014"/>
                    <a:pt x="7038" y="12002"/>
                  </a:cubicBezTo>
                  <a:lnTo>
                    <a:pt x="6978" y="11978"/>
                  </a:lnTo>
                  <a:lnTo>
                    <a:pt x="6919" y="11954"/>
                  </a:lnTo>
                  <a:cubicBezTo>
                    <a:pt x="6871" y="11942"/>
                    <a:pt x="6847" y="11919"/>
                    <a:pt x="6811" y="11907"/>
                  </a:cubicBezTo>
                  <a:lnTo>
                    <a:pt x="6799" y="11907"/>
                  </a:lnTo>
                  <a:cubicBezTo>
                    <a:pt x="6799" y="11895"/>
                    <a:pt x="6788" y="11895"/>
                    <a:pt x="6788" y="11895"/>
                  </a:cubicBezTo>
                  <a:cubicBezTo>
                    <a:pt x="6740" y="11859"/>
                    <a:pt x="6680" y="11835"/>
                    <a:pt x="6621" y="11776"/>
                  </a:cubicBezTo>
                  <a:cubicBezTo>
                    <a:pt x="6502" y="11669"/>
                    <a:pt x="6335" y="11478"/>
                    <a:pt x="6180" y="11228"/>
                  </a:cubicBezTo>
                  <a:cubicBezTo>
                    <a:pt x="6026" y="10966"/>
                    <a:pt x="5859" y="10668"/>
                    <a:pt x="5728" y="10347"/>
                  </a:cubicBezTo>
                  <a:cubicBezTo>
                    <a:pt x="5585" y="10014"/>
                    <a:pt x="5466" y="9680"/>
                    <a:pt x="5347" y="9299"/>
                  </a:cubicBezTo>
                  <a:cubicBezTo>
                    <a:pt x="5287" y="9109"/>
                    <a:pt x="5228" y="8930"/>
                    <a:pt x="5180" y="8740"/>
                  </a:cubicBezTo>
                  <a:cubicBezTo>
                    <a:pt x="5133" y="8549"/>
                    <a:pt x="5073" y="8347"/>
                    <a:pt x="5025" y="8156"/>
                  </a:cubicBezTo>
                  <a:cubicBezTo>
                    <a:pt x="4942" y="7775"/>
                    <a:pt x="4859" y="7370"/>
                    <a:pt x="4775" y="6966"/>
                  </a:cubicBezTo>
                  <a:cubicBezTo>
                    <a:pt x="4704" y="6561"/>
                    <a:pt x="4633" y="6168"/>
                    <a:pt x="4573" y="5751"/>
                  </a:cubicBezTo>
                  <a:lnTo>
                    <a:pt x="4478" y="5120"/>
                  </a:lnTo>
                  <a:cubicBezTo>
                    <a:pt x="4454" y="4918"/>
                    <a:pt x="4430" y="4703"/>
                    <a:pt x="4406" y="4501"/>
                  </a:cubicBezTo>
                  <a:cubicBezTo>
                    <a:pt x="4359" y="4084"/>
                    <a:pt x="4311" y="3668"/>
                    <a:pt x="4287" y="3251"/>
                  </a:cubicBezTo>
                  <a:lnTo>
                    <a:pt x="4240" y="2620"/>
                  </a:lnTo>
                  <a:lnTo>
                    <a:pt x="4228" y="2310"/>
                  </a:lnTo>
                  <a:lnTo>
                    <a:pt x="4216" y="2024"/>
                  </a:lnTo>
                  <a:lnTo>
                    <a:pt x="4180" y="1953"/>
                  </a:lnTo>
                  <a:cubicBezTo>
                    <a:pt x="4109" y="853"/>
                    <a:pt x="3181" y="0"/>
                    <a:pt x="2084"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26"/>
            <p:cNvSpPr/>
            <p:nvPr/>
          </p:nvSpPr>
          <p:spPr>
            <a:xfrm>
              <a:off x="1874972" y="1871324"/>
              <a:ext cx="262832" cy="427966"/>
            </a:xfrm>
            <a:custGeom>
              <a:rect b="b" l="l" r="r" t="t"/>
              <a:pathLst>
                <a:path extrusionOk="0" h="9462" w="5811">
                  <a:moveTo>
                    <a:pt x="2646" y="0"/>
                  </a:moveTo>
                  <a:cubicBezTo>
                    <a:pt x="2498" y="0"/>
                    <a:pt x="2342" y="14"/>
                    <a:pt x="2179" y="44"/>
                  </a:cubicBezTo>
                  <a:cubicBezTo>
                    <a:pt x="763" y="317"/>
                    <a:pt x="263" y="1663"/>
                    <a:pt x="84" y="2365"/>
                  </a:cubicBezTo>
                  <a:cubicBezTo>
                    <a:pt x="36" y="2556"/>
                    <a:pt x="1" y="2782"/>
                    <a:pt x="1" y="3008"/>
                  </a:cubicBezTo>
                  <a:cubicBezTo>
                    <a:pt x="24" y="4032"/>
                    <a:pt x="298" y="7580"/>
                    <a:pt x="870" y="9461"/>
                  </a:cubicBezTo>
                  <a:lnTo>
                    <a:pt x="5811" y="8557"/>
                  </a:lnTo>
                  <a:cubicBezTo>
                    <a:pt x="5811" y="8557"/>
                    <a:pt x="5227" y="4687"/>
                    <a:pt x="5025" y="2306"/>
                  </a:cubicBezTo>
                  <a:cubicBezTo>
                    <a:pt x="4942" y="1532"/>
                    <a:pt x="4549" y="818"/>
                    <a:pt x="3906" y="389"/>
                  </a:cubicBezTo>
                  <a:cubicBezTo>
                    <a:pt x="3575" y="159"/>
                    <a:pt x="3151" y="0"/>
                    <a:pt x="26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26"/>
            <p:cNvSpPr/>
            <p:nvPr/>
          </p:nvSpPr>
          <p:spPr>
            <a:xfrm>
              <a:off x="1869590" y="2034826"/>
              <a:ext cx="49075" cy="268214"/>
            </a:xfrm>
            <a:custGeom>
              <a:rect b="b" l="l" r="r" t="t"/>
              <a:pathLst>
                <a:path extrusionOk="0" h="5930" w="1085">
                  <a:moveTo>
                    <a:pt x="167" y="0"/>
                  </a:moveTo>
                  <a:cubicBezTo>
                    <a:pt x="120" y="0"/>
                    <a:pt x="96" y="36"/>
                    <a:pt x="96" y="72"/>
                  </a:cubicBezTo>
                  <a:cubicBezTo>
                    <a:pt x="84" y="108"/>
                    <a:pt x="1" y="2989"/>
                    <a:pt x="929" y="5870"/>
                  </a:cubicBezTo>
                  <a:cubicBezTo>
                    <a:pt x="941" y="5906"/>
                    <a:pt x="977" y="5930"/>
                    <a:pt x="1001" y="5930"/>
                  </a:cubicBezTo>
                  <a:lnTo>
                    <a:pt x="1025" y="5894"/>
                  </a:lnTo>
                  <a:cubicBezTo>
                    <a:pt x="1060" y="5894"/>
                    <a:pt x="1084" y="5846"/>
                    <a:pt x="1072" y="5811"/>
                  </a:cubicBezTo>
                  <a:cubicBezTo>
                    <a:pt x="167" y="2965"/>
                    <a:pt x="239" y="108"/>
                    <a:pt x="239" y="72"/>
                  </a:cubicBezTo>
                  <a:cubicBezTo>
                    <a:pt x="239" y="36"/>
                    <a:pt x="215" y="0"/>
                    <a:pt x="1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26"/>
            <p:cNvSpPr/>
            <p:nvPr/>
          </p:nvSpPr>
          <p:spPr>
            <a:xfrm>
              <a:off x="2103288" y="2015423"/>
              <a:ext cx="38310" cy="245644"/>
            </a:xfrm>
            <a:custGeom>
              <a:rect b="b" l="l" r="r" t="t"/>
              <a:pathLst>
                <a:path extrusionOk="0" h="5431" w="847">
                  <a:moveTo>
                    <a:pt x="72" y="1"/>
                  </a:moveTo>
                  <a:cubicBezTo>
                    <a:pt x="37" y="13"/>
                    <a:pt x="1" y="48"/>
                    <a:pt x="1" y="84"/>
                  </a:cubicBezTo>
                  <a:cubicBezTo>
                    <a:pt x="1" y="120"/>
                    <a:pt x="406" y="3739"/>
                    <a:pt x="691" y="5371"/>
                  </a:cubicBezTo>
                  <a:cubicBezTo>
                    <a:pt x="691" y="5394"/>
                    <a:pt x="727" y="5430"/>
                    <a:pt x="763" y="5430"/>
                  </a:cubicBezTo>
                  <a:cubicBezTo>
                    <a:pt x="822" y="5430"/>
                    <a:pt x="846" y="5382"/>
                    <a:pt x="846" y="5347"/>
                  </a:cubicBezTo>
                  <a:cubicBezTo>
                    <a:pt x="572" y="3716"/>
                    <a:pt x="168" y="108"/>
                    <a:pt x="168" y="72"/>
                  </a:cubicBezTo>
                  <a:cubicBezTo>
                    <a:pt x="156" y="25"/>
                    <a:pt x="120" y="1"/>
                    <a:pt x="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26"/>
            <p:cNvSpPr/>
            <p:nvPr/>
          </p:nvSpPr>
          <p:spPr>
            <a:xfrm>
              <a:off x="2537349" y="2478205"/>
              <a:ext cx="340899" cy="183543"/>
            </a:xfrm>
            <a:custGeom>
              <a:rect b="b" l="l" r="r" t="t"/>
              <a:pathLst>
                <a:path extrusionOk="0" h="4058" w="7537">
                  <a:moveTo>
                    <a:pt x="4976" y="0"/>
                  </a:moveTo>
                  <a:cubicBezTo>
                    <a:pt x="4789" y="0"/>
                    <a:pt x="4585" y="19"/>
                    <a:pt x="4346" y="68"/>
                  </a:cubicBezTo>
                  <a:cubicBezTo>
                    <a:pt x="3596" y="211"/>
                    <a:pt x="2882" y="377"/>
                    <a:pt x="2441" y="592"/>
                  </a:cubicBezTo>
                  <a:cubicBezTo>
                    <a:pt x="2012" y="782"/>
                    <a:pt x="393" y="1282"/>
                    <a:pt x="60" y="1877"/>
                  </a:cubicBezTo>
                  <a:cubicBezTo>
                    <a:pt x="24" y="2032"/>
                    <a:pt x="0" y="2223"/>
                    <a:pt x="48" y="2437"/>
                  </a:cubicBezTo>
                  <a:cubicBezTo>
                    <a:pt x="163" y="3075"/>
                    <a:pt x="719" y="3447"/>
                    <a:pt x="1345" y="3447"/>
                  </a:cubicBezTo>
                  <a:cubicBezTo>
                    <a:pt x="1432" y="3447"/>
                    <a:pt x="1520" y="3440"/>
                    <a:pt x="1608" y="3425"/>
                  </a:cubicBezTo>
                  <a:cubicBezTo>
                    <a:pt x="1746" y="3404"/>
                    <a:pt x="1888" y="3395"/>
                    <a:pt x="2029" y="3395"/>
                  </a:cubicBezTo>
                  <a:cubicBezTo>
                    <a:pt x="2291" y="3395"/>
                    <a:pt x="2550" y="3427"/>
                    <a:pt x="2774" y="3473"/>
                  </a:cubicBezTo>
                  <a:cubicBezTo>
                    <a:pt x="3551" y="3647"/>
                    <a:pt x="4417" y="4057"/>
                    <a:pt x="4869" y="4057"/>
                  </a:cubicBezTo>
                  <a:cubicBezTo>
                    <a:pt x="4882" y="4057"/>
                    <a:pt x="4894" y="4057"/>
                    <a:pt x="4906" y="4056"/>
                  </a:cubicBezTo>
                  <a:cubicBezTo>
                    <a:pt x="5537" y="4009"/>
                    <a:pt x="5037" y="3544"/>
                    <a:pt x="4977" y="3485"/>
                  </a:cubicBezTo>
                  <a:cubicBezTo>
                    <a:pt x="4525" y="3163"/>
                    <a:pt x="3834" y="2830"/>
                    <a:pt x="3834" y="2830"/>
                  </a:cubicBezTo>
                  <a:lnTo>
                    <a:pt x="3834" y="2830"/>
                  </a:lnTo>
                  <a:cubicBezTo>
                    <a:pt x="3834" y="2830"/>
                    <a:pt x="5203" y="3116"/>
                    <a:pt x="5644" y="3449"/>
                  </a:cubicBezTo>
                  <a:cubicBezTo>
                    <a:pt x="5805" y="3559"/>
                    <a:pt x="5970" y="3614"/>
                    <a:pt x="6102" y="3614"/>
                  </a:cubicBezTo>
                  <a:cubicBezTo>
                    <a:pt x="6342" y="3614"/>
                    <a:pt x="6479" y="3437"/>
                    <a:pt x="6311" y="3092"/>
                  </a:cubicBezTo>
                  <a:cubicBezTo>
                    <a:pt x="6061" y="2556"/>
                    <a:pt x="4620" y="1925"/>
                    <a:pt x="4168" y="1854"/>
                  </a:cubicBezTo>
                  <a:cubicBezTo>
                    <a:pt x="4168" y="1854"/>
                    <a:pt x="4198" y="1852"/>
                    <a:pt x="4253" y="1852"/>
                  </a:cubicBezTo>
                  <a:cubicBezTo>
                    <a:pt x="4491" y="1852"/>
                    <a:pt x="5178" y="1884"/>
                    <a:pt x="5692" y="2223"/>
                  </a:cubicBezTo>
                  <a:cubicBezTo>
                    <a:pt x="6311" y="2628"/>
                    <a:pt x="6596" y="2699"/>
                    <a:pt x="6894" y="2711"/>
                  </a:cubicBezTo>
                  <a:cubicBezTo>
                    <a:pt x="6900" y="2711"/>
                    <a:pt x="6905" y="2712"/>
                    <a:pt x="6910" y="2712"/>
                  </a:cubicBezTo>
                  <a:cubicBezTo>
                    <a:pt x="7191" y="2712"/>
                    <a:pt x="7163" y="2106"/>
                    <a:pt x="6287" y="1580"/>
                  </a:cubicBezTo>
                  <a:cubicBezTo>
                    <a:pt x="5406" y="1032"/>
                    <a:pt x="4918" y="1044"/>
                    <a:pt x="4406" y="1020"/>
                  </a:cubicBezTo>
                  <a:cubicBezTo>
                    <a:pt x="4406" y="1020"/>
                    <a:pt x="4799" y="889"/>
                    <a:pt x="5477" y="830"/>
                  </a:cubicBezTo>
                  <a:cubicBezTo>
                    <a:pt x="5515" y="826"/>
                    <a:pt x="5553" y="825"/>
                    <a:pt x="5590" y="825"/>
                  </a:cubicBezTo>
                  <a:cubicBezTo>
                    <a:pt x="6117" y="825"/>
                    <a:pt x="6633" y="1127"/>
                    <a:pt x="6981" y="1127"/>
                  </a:cubicBezTo>
                  <a:cubicBezTo>
                    <a:pt x="7055" y="1127"/>
                    <a:pt x="7122" y="1114"/>
                    <a:pt x="7180" y="1080"/>
                  </a:cubicBezTo>
                  <a:cubicBezTo>
                    <a:pt x="7537" y="854"/>
                    <a:pt x="6715" y="294"/>
                    <a:pt x="6120" y="175"/>
                  </a:cubicBezTo>
                  <a:cubicBezTo>
                    <a:pt x="5711" y="93"/>
                    <a:pt x="5386" y="0"/>
                    <a:pt x="4976"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26"/>
            <p:cNvSpPr/>
            <p:nvPr/>
          </p:nvSpPr>
          <p:spPr>
            <a:xfrm>
              <a:off x="2594428" y="2460430"/>
              <a:ext cx="128725" cy="67167"/>
            </a:xfrm>
            <a:custGeom>
              <a:rect b="b" l="l" r="r" t="t"/>
              <a:pathLst>
                <a:path extrusionOk="0" h="1485" w="2846">
                  <a:moveTo>
                    <a:pt x="2570" y="0"/>
                  </a:moveTo>
                  <a:cubicBezTo>
                    <a:pt x="2315" y="0"/>
                    <a:pt x="1870" y="264"/>
                    <a:pt x="1512" y="354"/>
                  </a:cubicBezTo>
                  <a:cubicBezTo>
                    <a:pt x="1036" y="473"/>
                    <a:pt x="0" y="1485"/>
                    <a:pt x="0" y="1485"/>
                  </a:cubicBezTo>
                  <a:lnTo>
                    <a:pt x="2048" y="913"/>
                  </a:lnTo>
                  <a:cubicBezTo>
                    <a:pt x="2048" y="913"/>
                    <a:pt x="2846" y="413"/>
                    <a:pt x="2751" y="104"/>
                  </a:cubicBezTo>
                  <a:cubicBezTo>
                    <a:pt x="2718" y="29"/>
                    <a:pt x="2654" y="0"/>
                    <a:pt x="2570" y="0"/>
                  </a:cubicBezTo>
                  <a:close/>
                </a:path>
              </a:pathLst>
            </a:custGeom>
            <a:solidFill>
              <a:srgbClr val="F79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26"/>
            <p:cNvSpPr/>
            <p:nvPr/>
          </p:nvSpPr>
          <p:spPr>
            <a:xfrm>
              <a:off x="2146798" y="2432117"/>
              <a:ext cx="54321" cy="52648"/>
            </a:xfrm>
            <a:custGeom>
              <a:rect b="b" l="l" r="r" t="t"/>
              <a:pathLst>
                <a:path extrusionOk="0" h="1164" w="1201">
                  <a:moveTo>
                    <a:pt x="1095" y="0"/>
                  </a:moveTo>
                  <a:cubicBezTo>
                    <a:pt x="1081" y="0"/>
                    <a:pt x="1066" y="5"/>
                    <a:pt x="1051" y="15"/>
                  </a:cubicBezTo>
                  <a:cubicBezTo>
                    <a:pt x="599" y="265"/>
                    <a:pt x="218" y="575"/>
                    <a:pt x="15" y="1075"/>
                  </a:cubicBezTo>
                  <a:cubicBezTo>
                    <a:pt x="1" y="1126"/>
                    <a:pt x="44" y="1163"/>
                    <a:pt x="90" y="1163"/>
                  </a:cubicBezTo>
                  <a:cubicBezTo>
                    <a:pt x="120" y="1163"/>
                    <a:pt x="151" y="1148"/>
                    <a:pt x="170" y="1111"/>
                  </a:cubicBezTo>
                  <a:cubicBezTo>
                    <a:pt x="349" y="670"/>
                    <a:pt x="718" y="384"/>
                    <a:pt x="1122" y="146"/>
                  </a:cubicBezTo>
                  <a:cubicBezTo>
                    <a:pt x="1201" y="97"/>
                    <a:pt x="1158" y="0"/>
                    <a:pt x="10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26"/>
            <p:cNvSpPr/>
            <p:nvPr/>
          </p:nvSpPr>
          <p:spPr>
            <a:xfrm>
              <a:off x="2131329" y="2441615"/>
              <a:ext cx="51698" cy="15695"/>
            </a:xfrm>
            <a:custGeom>
              <a:rect b="b" l="l" r="r" t="t"/>
              <a:pathLst>
                <a:path extrusionOk="0" h="347" w="1143">
                  <a:moveTo>
                    <a:pt x="853" y="0"/>
                  </a:moveTo>
                  <a:cubicBezTo>
                    <a:pt x="574" y="0"/>
                    <a:pt x="268" y="49"/>
                    <a:pt x="48" y="222"/>
                  </a:cubicBezTo>
                  <a:cubicBezTo>
                    <a:pt x="0" y="269"/>
                    <a:pt x="58" y="347"/>
                    <a:pt x="120" y="347"/>
                  </a:cubicBezTo>
                  <a:cubicBezTo>
                    <a:pt x="136" y="347"/>
                    <a:pt x="152" y="341"/>
                    <a:pt x="167" y="329"/>
                  </a:cubicBezTo>
                  <a:cubicBezTo>
                    <a:pt x="331" y="191"/>
                    <a:pt x="584" y="146"/>
                    <a:pt x="810" y="146"/>
                  </a:cubicBezTo>
                  <a:cubicBezTo>
                    <a:pt x="895" y="146"/>
                    <a:pt x="976" y="153"/>
                    <a:pt x="1048" y="162"/>
                  </a:cubicBezTo>
                  <a:cubicBezTo>
                    <a:pt x="1052" y="163"/>
                    <a:pt x="1055" y="163"/>
                    <a:pt x="1059" y="163"/>
                  </a:cubicBezTo>
                  <a:cubicBezTo>
                    <a:pt x="1143" y="163"/>
                    <a:pt x="1139" y="30"/>
                    <a:pt x="1048" y="8"/>
                  </a:cubicBezTo>
                  <a:cubicBezTo>
                    <a:pt x="985" y="3"/>
                    <a:pt x="920" y="0"/>
                    <a:pt x="8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26"/>
            <p:cNvSpPr/>
            <p:nvPr/>
          </p:nvSpPr>
          <p:spPr>
            <a:xfrm>
              <a:off x="2245487" y="2448038"/>
              <a:ext cx="448636" cy="66624"/>
            </a:xfrm>
            <a:custGeom>
              <a:rect b="b" l="l" r="r" t="t"/>
              <a:pathLst>
                <a:path extrusionOk="0" h="1473" w="9919">
                  <a:moveTo>
                    <a:pt x="88" y="1"/>
                  </a:moveTo>
                  <a:cubicBezTo>
                    <a:pt x="52" y="1"/>
                    <a:pt x="21" y="31"/>
                    <a:pt x="12" y="68"/>
                  </a:cubicBezTo>
                  <a:cubicBezTo>
                    <a:pt x="0" y="104"/>
                    <a:pt x="24" y="151"/>
                    <a:pt x="72" y="163"/>
                  </a:cubicBezTo>
                  <a:cubicBezTo>
                    <a:pt x="83" y="187"/>
                    <a:pt x="3453" y="901"/>
                    <a:pt x="5227" y="1116"/>
                  </a:cubicBezTo>
                  <a:cubicBezTo>
                    <a:pt x="6953" y="1342"/>
                    <a:pt x="7989" y="1461"/>
                    <a:pt x="8120" y="1473"/>
                  </a:cubicBezTo>
                  <a:cubicBezTo>
                    <a:pt x="8144" y="1473"/>
                    <a:pt x="8168" y="1473"/>
                    <a:pt x="8180" y="1449"/>
                  </a:cubicBezTo>
                  <a:cubicBezTo>
                    <a:pt x="8430" y="1223"/>
                    <a:pt x="8882" y="854"/>
                    <a:pt x="9001" y="818"/>
                  </a:cubicBezTo>
                  <a:cubicBezTo>
                    <a:pt x="9120" y="770"/>
                    <a:pt x="9406" y="651"/>
                    <a:pt x="9620" y="568"/>
                  </a:cubicBezTo>
                  <a:cubicBezTo>
                    <a:pt x="9728" y="532"/>
                    <a:pt x="9823" y="497"/>
                    <a:pt x="9859" y="473"/>
                  </a:cubicBezTo>
                  <a:cubicBezTo>
                    <a:pt x="9906" y="449"/>
                    <a:pt x="9918" y="401"/>
                    <a:pt x="9906" y="354"/>
                  </a:cubicBezTo>
                  <a:cubicBezTo>
                    <a:pt x="9889" y="328"/>
                    <a:pt x="9859" y="308"/>
                    <a:pt x="9826" y="308"/>
                  </a:cubicBezTo>
                  <a:cubicBezTo>
                    <a:pt x="9814" y="308"/>
                    <a:pt x="9800" y="311"/>
                    <a:pt x="9787" y="318"/>
                  </a:cubicBezTo>
                  <a:cubicBezTo>
                    <a:pt x="9739" y="330"/>
                    <a:pt x="9656" y="366"/>
                    <a:pt x="9549" y="401"/>
                  </a:cubicBezTo>
                  <a:cubicBezTo>
                    <a:pt x="9347" y="497"/>
                    <a:pt x="9061" y="616"/>
                    <a:pt x="8942" y="639"/>
                  </a:cubicBezTo>
                  <a:cubicBezTo>
                    <a:pt x="8775" y="699"/>
                    <a:pt x="8251" y="1140"/>
                    <a:pt x="8096" y="1282"/>
                  </a:cubicBezTo>
                  <a:cubicBezTo>
                    <a:pt x="7870" y="1271"/>
                    <a:pt x="6858" y="1151"/>
                    <a:pt x="5251" y="937"/>
                  </a:cubicBezTo>
                  <a:cubicBezTo>
                    <a:pt x="3524" y="723"/>
                    <a:pt x="167" y="20"/>
                    <a:pt x="119" y="8"/>
                  </a:cubicBezTo>
                  <a:cubicBezTo>
                    <a:pt x="109" y="3"/>
                    <a:pt x="98" y="1"/>
                    <a:pt x="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5" name="Google Shape;7945;p126"/>
          <p:cNvSpPr/>
          <p:nvPr/>
        </p:nvSpPr>
        <p:spPr>
          <a:xfrm>
            <a:off x="4993725" y="1364650"/>
            <a:ext cx="632700" cy="632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6" name="Google Shape;7946;p126"/>
          <p:cNvGrpSpPr/>
          <p:nvPr/>
        </p:nvGrpSpPr>
        <p:grpSpPr>
          <a:xfrm rot="612314">
            <a:off x="5166318" y="1232903"/>
            <a:ext cx="287151" cy="833777"/>
            <a:chOff x="6512944" y="2975654"/>
            <a:chExt cx="1594853" cy="4630848"/>
          </a:xfrm>
        </p:grpSpPr>
        <p:grpSp>
          <p:nvGrpSpPr>
            <p:cNvPr id="7947" name="Google Shape;7947;p126"/>
            <p:cNvGrpSpPr/>
            <p:nvPr/>
          </p:nvGrpSpPr>
          <p:grpSpPr>
            <a:xfrm>
              <a:off x="6512944" y="2975654"/>
              <a:ext cx="1594853" cy="4630848"/>
              <a:chOff x="1460575" y="5630575"/>
              <a:chExt cx="645350" cy="1873775"/>
            </a:xfrm>
          </p:grpSpPr>
          <p:sp>
            <p:nvSpPr>
              <p:cNvPr id="7948" name="Google Shape;7948;p126"/>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26"/>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0" name="Google Shape;7950;p126"/>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1" name="Google Shape;7951;p126"/>
          <p:cNvSpPr txBox="1"/>
          <p:nvPr>
            <p:ph idx="4294967295" type="subTitle"/>
          </p:nvPr>
        </p:nvSpPr>
        <p:spPr>
          <a:xfrm>
            <a:off x="6129850" y="1725088"/>
            <a:ext cx="22995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a gas giant and the biggest planet in the Solar System</a:t>
            </a:r>
            <a:endParaRPr/>
          </a:p>
        </p:txBody>
      </p:sp>
      <p:sp>
        <p:nvSpPr>
          <p:cNvPr id="7952" name="Google Shape;7952;p126"/>
          <p:cNvSpPr txBox="1"/>
          <p:nvPr>
            <p:ph idx="4294967295" type="title"/>
          </p:nvPr>
        </p:nvSpPr>
        <p:spPr>
          <a:xfrm>
            <a:off x="6129850" y="1407206"/>
            <a:ext cx="2297100" cy="4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JUPITER</a:t>
            </a:r>
            <a:endParaRPr sz="1800"/>
          </a:p>
        </p:txBody>
      </p:sp>
      <p:sp>
        <p:nvSpPr>
          <p:cNvPr id="7953" name="Google Shape;7953;p126"/>
          <p:cNvSpPr txBox="1"/>
          <p:nvPr>
            <p:ph idx="4294967295" type="subTitle"/>
          </p:nvPr>
        </p:nvSpPr>
        <p:spPr>
          <a:xfrm>
            <a:off x="6131049" y="3355753"/>
            <a:ext cx="22995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has a beautiful name and is the second planet from the Sun</a:t>
            </a:r>
            <a:endParaRPr/>
          </a:p>
        </p:txBody>
      </p:sp>
      <p:sp>
        <p:nvSpPr>
          <p:cNvPr id="7954" name="Google Shape;7954;p126"/>
          <p:cNvSpPr txBox="1"/>
          <p:nvPr>
            <p:ph idx="4294967295" type="title"/>
          </p:nvPr>
        </p:nvSpPr>
        <p:spPr>
          <a:xfrm>
            <a:off x="6131049" y="3037870"/>
            <a:ext cx="2297100" cy="4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VENUS</a:t>
            </a:r>
            <a:endParaRPr sz="1800"/>
          </a:p>
        </p:txBody>
      </p:sp>
      <p:sp>
        <p:nvSpPr>
          <p:cNvPr id="7955" name="Google Shape;7955;p126"/>
          <p:cNvSpPr txBox="1"/>
          <p:nvPr>
            <p:ph idx="4294967295" type="subTitle"/>
          </p:nvPr>
        </p:nvSpPr>
        <p:spPr>
          <a:xfrm>
            <a:off x="713500" y="1725088"/>
            <a:ext cx="2299500" cy="923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very cold place to live on</a:t>
            </a:r>
            <a:endParaRPr/>
          </a:p>
        </p:txBody>
      </p:sp>
      <p:sp>
        <p:nvSpPr>
          <p:cNvPr id="7956" name="Google Shape;7956;p126"/>
          <p:cNvSpPr txBox="1"/>
          <p:nvPr>
            <p:ph idx="4294967295" type="title"/>
          </p:nvPr>
        </p:nvSpPr>
        <p:spPr>
          <a:xfrm>
            <a:off x="713500" y="1407206"/>
            <a:ext cx="2297100" cy="420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MARS</a:t>
            </a:r>
            <a:endParaRPr sz="1800"/>
          </a:p>
        </p:txBody>
      </p:sp>
      <p:sp>
        <p:nvSpPr>
          <p:cNvPr id="7957" name="Google Shape;7957;p126"/>
          <p:cNvSpPr txBox="1"/>
          <p:nvPr>
            <p:ph idx="4294967295" type="subTitle"/>
          </p:nvPr>
        </p:nvSpPr>
        <p:spPr>
          <a:xfrm>
            <a:off x="714699" y="3355753"/>
            <a:ext cx="2299500" cy="923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composed mostly of hydrogen and also helium</a:t>
            </a:r>
            <a:endParaRPr/>
          </a:p>
        </p:txBody>
      </p:sp>
      <p:sp>
        <p:nvSpPr>
          <p:cNvPr id="7958" name="Google Shape;7958;p126"/>
          <p:cNvSpPr txBox="1"/>
          <p:nvPr>
            <p:ph idx="4294967295" type="title"/>
          </p:nvPr>
        </p:nvSpPr>
        <p:spPr>
          <a:xfrm>
            <a:off x="714699" y="3037870"/>
            <a:ext cx="2297100" cy="420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SATURN</a:t>
            </a:r>
            <a:endParaRPr sz="1800"/>
          </a:p>
        </p:txBody>
      </p:sp>
      <p:sp>
        <p:nvSpPr>
          <p:cNvPr id="7959" name="Google Shape;7959;p126"/>
          <p:cNvSpPr/>
          <p:nvPr/>
        </p:nvSpPr>
        <p:spPr>
          <a:xfrm rot="-2023665">
            <a:off x="3504785" y="2450767"/>
            <a:ext cx="632691" cy="632691"/>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0" name="Google Shape;7960;p126"/>
          <p:cNvGrpSpPr/>
          <p:nvPr/>
        </p:nvGrpSpPr>
        <p:grpSpPr>
          <a:xfrm rot="-1410218">
            <a:off x="3659913" y="2324739"/>
            <a:ext cx="287132" cy="833723"/>
            <a:chOff x="6512944" y="2975654"/>
            <a:chExt cx="1594853" cy="4630848"/>
          </a:xfrm>
        </p:grpSpPr>
        <p:grpSp>
          <p:nvGrpSpPr>
            <p:cNvPr id="7961" name="Google Shape;7961;p126"/>
            <p:cNvGrpSpPr/>
            <p:nvPr/>
          </p:nvGrpSpPr>
          <p:grpSpPr>
            <a:xfrm>
              <a:off x="6512944" y="2975654"/>
              <a:ext cx="1594853" cy="4630848"/>
              <a:chOff x="1460575" y="5630575"/>
              <a:chExt cx="645350" cy="1873775"/>
            </a:xfrm>
          </p:grpSpPr>
          <p:sp>
            <p:nvSpPr>
              <p:cNvPr id="7962" name="Google Shape;7962;p126"/>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26"/>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4" name="Google Shape;7964;p126"/>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5" name="Google Shape;7965;p126"/>
          <p:cNvSpPr/>
          <p:nvPr/>
        </p:nvSpPr>
        <p:spPr>
          <a:xfrm>
            <a:off x="4943238" y="3154475"/>
            <a:ext cx="632700" cy="632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6" name="Google Shape;7966;p126"/>
          <p:cNvGrpSpPr/>
          <p:nvPr/>
        </p:nvGrpSpPr>
        <p:grpSpPr>
          <a:xfrm rot="612314">
            <a:off x="5115830" y="3022728"/>
            <a:ext cx="287151" cy="833777"/>
            <a:chOff x="6512944" y="2975654"/>
            <a:chExt cx="1594853" cy="4630848"/>
          </a:xfrm>
        </p:grpSpPr>
        <p:grpSp>
          <p:nvGrpSpPr>
            <p:cNvPr id="7967" name="Google Shape;7967;p126"/>
            <p:cNvGrpSpPr/>
            <p:nvPr/>
          </p:nvGrpSpPr>
          <p:grpSpPr>
            <a:xfrm>
              <a:off x="6512944" y="2975654"/>
              <a:ext cx="1594853" cy="4630848"/>
              <a:chOff x="1460575" y="5630575"/>
              <a:chExt cx="645350" cy="1873775"/>
            </a:xfrm>
          </p:grpSpPr>
          <p:sp>
            <p:nvSpPr>
              <p:cNvPr id="7968" name="Google Shape;7968;p126"/>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26"/>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0" name="Google Shape;7970;p126"/>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1" name="Google Shape;7971;p126"/>
          <p:cNvSpPr/>
          <p:nvPr/>
        </p:nvSpPr>
        <p:spPr>
          <a:xfrm>
            <a:off x="3255650" y="1322214"/>
            <a:ext cx="484425" cy="530025"/>
          </a:xfrm>
          <a:custGeom>
            <a:rect b="b" l="l" r="r" t="t"/>
            <a:pathLst>
              <a:path extrusionOk="0" h="21201" w="19377">
                <a:moveTo>
                  <a:pt x="19377" y="21201"/>
                </a:moveTo>
                <a:cubicBezTo>
                  <a:pt x="12580" y="17235"/>
                  <a:pt x="655" y="4204"/>
                  <a:pt x="7694" y="684"/>
                </a:cubicBezTo>
                <a:cubicBezTo>
                  <a:pt x="9317" y="-128"/>
                  <a:pt x="12434" y="-431"/>
                  <a:pt x="13108" y="1254"/>
                </a:cubicBezTo>
                <a:cubicBezTo>
                  <a:pt x="13897" y="3226"/>
                  <a:pt x="13022" y="5679"/>
                  <a:pt x="11968" y="7523"/>
                </a:cubicBezTo>
                <a:cubicBezTo>
                  <a:pt x="9896" y="11149"/>
                  <a:pt x="4176" y="11227"/>
                  <a:pt x="0" y="11227"/>
                </a:cubicBezTo>
              </a:path>
            </a:pathLst>
          </a:custGeom>
          <a:noFill/>
          <a:ln cap="flat" cmpd="sng" w="28575">
            <a:solidFill>
              <a:schemeClr val="accent2"/>
            </a:solidFill>
            <a:prstDash val="solid"/>
            <a:round/>
            <a:headEnd len="med" w="med" type="none"/>
            <a:tailEnd len="med" w="med" type="oval"/>
          </a:ln>
        </p:spPr>
      </p:sp>
      <p:sp>
        <p:nvSpPr>
          <p:cNvPr id="7972" name="Google Shape;7972;p126"/>
          <p:cNvSpPr/>
          <p:nvPr/>
        </p:nvSpPr>
        <p:spPr>
          <a:xfrm>
            <a:off x="3106050" y="3241425"/>
            <a:ext cx="420300" cy="103050"/>
          </a:xfrm>
          <a:custGeom>
            <a:rect b="b" l="l" r="r" t="t"/>
            <a:pathLst>
              <a:path extrusionOk="0" h="4122" w="16812">
                <a:moveTo>
                  <a:pt x="16812" y="0"/>
                </a:moveTo>
                <a:cubicBezTo>
                  <a:pt x="14710" y="2453"/>
                  <a:pt x="11166" y="4520"/>
                  <a:pt x="7979" y="3989"/>
                </a:cubicBezTo>
                <a:cubicBezTo>
                  <a:pt x="5087" y="3507"/>
                  <a:pt x="2932" y="285"/>
                  <a:pt x="0" y="285"/>
                </a:cubicBezTo>
              </a:path>
            </a:pathLst>
          </a:custGeom>
          <a:noFill/>
          <a:ln cap="flat" cmpd="sng" w="28575">
            <a:solidFill>
              <a:schemeClr val="accent2"/>
            </a:solidFill>
            <a:prstDash val="solid"/>
            <a:round/>
            <a:headEnd len="med" w="med" type="none"/>
            <a:tailEnd len="med" w="med" type="oval"/>
          </a:ln>
        </p:spPr>
      </p:sp>
      <p:sp>
        <p:nvSpPr>
          <p:cNvPr id="7973" name="Google Shape;7973;p126"/>
          <p:cNvSpPr/>
          <p:nvPr/>
        </p:nvSpPr>
        <p:spPr>
          <a:xfrm>
            <a:off x="5627925" y="3241425"/>
            <a:ext cx="463050" cy="186200"/>
          </a:xfrm>
          <a:custGeom>
            <a:rect b="b" l="l" r="r" t="t"/>
            <a:pathLst>
              <a:path extrusionOk="0" h="7448" w="18522">
                <a:moveTo>
                  <a:pt x="0" y="0"/>
                </a:moveTo>
                <a:cubicBezTo>
                  <a:pt x="3497" y="998"/>
                  <a:pt x="4887" y="5773"/>
                  <a:pt x="8264" y="7124"/>
                </a:cubicBezTo>
                <a:cubicBezTo>
                  <a:pt x="11814" y="8544"/>
                  <a:pt x="15821" y="4700"/>
                  <a:pt x="18522" y="1994"/>
                </a:cubicBezTo>
              </a:path>
            </a:pathLst>
          </a:custGeom>
          <a:noFill/>
          <a:ln cap="flat" cmpd="sng" w="28575">
            <a:solidFill>
              <a:schemeClr val="accent2"/>
            </a:solidFill>
            <a:prstDash val="solid"/>
            <a:round/>
            <a:headEnd len="med" w="med" type="none"/>
            <a:tailEnd len="med" w="med" type="oval"/>
          </a:ln>
        </p:spPr>
      </p:sp>
      <p:sp>
        <p:nvSpPr>
          <p:cNvPr id="7974" name="Google Shape;7974;p126"/>
          <p:cNvSpPr/>
          <p:nvPr/>
        </p:nvSpPr>
        <p:spPr>
          <a:xfrm>
            <a:off x="5606550" y="1724000"/>
            <a:ext cx="498675" cy="404550"/>
          </a:xfrm>
          <a:custGeom>
            <a:rect b="b" l="l" r="r" t="t"/>
            <a:pathLst>
              <a:path extrusionOk="0" h="16182" w="19947">
                <a:moveTo>
                  <a:pt x="0" y="14533"/>
                </a:moveTo>
                <a:cubicBezTo>
                  <a:pt x="3815" y="14533"/>
                  <a:pt x="7088" y="11577"/>
                  <a:pt x="10829" y="10829"/>
                </a:cubicBezTo>
                <a:cubicBezTo>
                  <a:pt x="13003" y="10394"/>
                  <a:pt x="17404" y="14003"/>
                  <a:pt x="15673" y="15388"/>
                </a:cubicBezTo>
                <a:cubicBezTo>
                  <a:pt x="14182" y="16581"/>
                  <a:pt x="11084" y="16372"/>
                  <a:pt x="9974" y="14818"/>
                </a:cubicBezTo>
                <a:cubicBezTo>
                  <a:pt x="8539" y="12808"/>
                  <a:pt x="9193" y="9752"/>
                  <a:pt x="9974" y="7409"/>
                </a:cubicBezTo>
                <a:cubicBezTo>
                  <a:pt x="11284" y="3480"/>
                  <a:pt x="16243" y="1852"/>
                  <a:pt x="19947" y="0"/>
                </a:cubicBezTo>
              </a:path>
            </a:pathLst>
          </a:custGeom>
          <a:noFill/>
          <a:ln cap="flat" cmpd="sng" w="28575">
            <a:solidFill>
              <a:schemeClr val="accent2"/>
            </a:solidFill>
            <a:prstDash val="solid"/>
            <a:round/>
            <a:headEnd len="med" w="med" type="none"/>
            <a:tailEnd len="med" w="med" type="oval"/>
          </a:ln>
        </p:spPr>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78" name="Shape 7978"/>
        <p:cNvGrpSpPr/>
        <p:nvPr/>
      </p:nvGrpSpPr>
      <p:grpSpPr>
        <a:xfrm>
          <a:off x="0" y="0"/>
          <a:ext cx="0" cy="0"/>
          <a:chOff x="0" y="0"/>
          <a:chExt cx="0" cy="0"/>
        </a:xfrm>
      </p:grpSpPr>
      <p:sp>
        <p:nvSpPr>
          <p:cNvPr id="7979" name="Google Shape;7979;p127"/>
          <p:cNvSpPr/>
          <p:nvPr/>
        </p:nvSpPr>
        <p:spPr>
          <a:xfrm>
            <a:off x="3466275" y="1644075"/>
            <a:ext cx="2525100" cy="2525100"/>
          </a:xfrm>
          <a:prstGeom prst="ellipse">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27"/>
          <p:cNvSpPr/>
          <p:nvPr/>
        </p:nvSpPr>
        <p:spPr>
          <a:xfrm>
            <a:off x="1104225" y="1503150"/>
            <a:ext cx="2806800" cy="2806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27"/>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INFOGRAPHICS</a:t>
            </a:r>
            <a:endParaRPr/>
          </a:p>
        </p:txBody>
      </p:sp>
      <p:grpSp>
        <p:nvGrpSpPr>
          <p:cNvPr id="7982" name="Google Shape;7982;p127"/>
          <p:cNvGrpSpPr/>
          <p:nvPr/>
        </p:nvGrpSpPr>
        <p:grpSpPr>
          <a:xfrm>
            <a:off x="3711197" y="1888999"/>
            <a:ext cx="2035101" cy="2035101"/>
            <a:chOff x="-149451" y="2973528"/>
            <a:chExt cx="2344587" cy="2344587"/>
          </a:xfrm>
        </p:grpSpPr>
        <p:sp>
          <p:nvSpPr>
            <p:cNvPr id="7983" name="Google Shape;7983;p127"/>
            <p:cNvSpPr/>
            <p:nvPr/>
          </p:nvSpPr>
          <p:spPr>
            <a:xfrm>
              <a:off x="-149451" y="2973528"/>
              <a:ext cx="2344587" cy="2344587"/>
            </a:xfrm>
            <a:custGeom>
              <a:rect b="b" l="l" r="r" t="t"/>
              <a:pathLst>
                <a:path extrusionOk="0" h="51972" w="51972">
                  <a:moveTo>
                    <a:pt x="25980" y="1"/>
                  </a:moveTo>
                  <a:cubicBezTo>
                    <a:pt x="11633" y="1"/>
                    <a:pt x="1" y="11633"/>
                    <a:pt x="1" y="25980"/>
                  </a:cubicBezTo>
                  <a:cubicBezTo>
                    <a:pt x="1" y="40339"/>
                    <a:pt x="11633" y="51971"/>
                    <a:pt x="25980" y="51971"/>
                  </a:cubicBezTo>
                  <a:cubicBezTo>
                    <a:pt x="40339" y="51971"/>
                    <a:pt x="51971" y="40339"/>
                    <a:pt x="51971" y="25980"/>
                  </a:cubicBezTo>
                  <a:cubicBezTo>
                    <a:pt x="51971" y="11633"/>
                    <a:pt x="40339" y="1"/>
                    <a:pt x="259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27"/>
            <p:cNvSpPr/>
            <p:nvPr/>
          </p:nvSpPr>
          <p:spPr>
            <a:xfrm>
              <a:off x="184655" y="3002536"/>
              <a:ext cx="1127993" cy="1247406"/>
            </a:xfrm>
            <a:custGeom>
              <a:rect b="b" l="l" r="r" t="t"/>
              <a:pathLst>
                <a:path extrusionOk="0" h="27651" w="25004">
                  <a:moveTo>
                    <a:pt x="12811" y="1"/>
                  </a:moveTo>
                  <a:cubicBezTo>
                    <a:pt x="9180" y="810"/>
                    <a:pt x="5822" y="2394"/>
                    <a:pt x="2953" y="4561"/>
                  </a:cubicBezTo>
                  <a:cubicBezTo>
                    <a:pt x="2953" y="4561"/>
                    <a:pt x="2977" y="4823"/>
                    <a:pt x="3191" y="5180"/>
                  </a:cubicBezTo>
                  <a:cubicBezTo>
                    <a:pt x="3394" y="5537"/>
                    <a:pt x="3048" y="5739"/>
                    <a:pt x="3072" y="5858"/>
                  </a:cubicBezTo>
                  <a:cubicBezTo>
                    <a:pt x="3084" y="5966"/>
                    <a:pt x="3275" y="5954"/>
                    <a:pt x="3096" y="6156"/>
                  </a:cubicBezTo>
                  <a:cubicBezTo>
                    <a:pt x="2929" y="6370"/>
                    <a:pt x="3096" y="6323"/>
                    <a:pt x="2953" y="6466"/>
                  </a:cubicBezTo>
                  <a:cubicBezTo>
                    <a:pt x="2798" y="6620"/>
                    <a:pt x="2655" y="6751"/>
                    <a:pt x="2548" y="6823"/>
                  </a:cubicBezTo>
                  <a:cubicBezTo>
                    <a:pt x="2441" y="6906"/>
                    <a:pt x="2477" y="7109"/>
                    <a:pt x="2262" y="7359"/>
                  </a:cubicBezTo>
                  <a:cubicBezTo>
                    <a:pt x="2060" y="7621"/>
                    <a:pt x="1655" y="7823"/>
                    <a:pt x="1655" y="8228"/>
                  </a:cubicBezTo>
                  <a:cubicBezTo>
                    <a:pt x="1655" y="8609"/>
                    <a:pt x="1048" y="9145"/>
                    <a:pt x="965" y="9371"/>
                  </a:cubicBezTo>
                  <a:cubicBezTo>
                    <a:pt x="893" y="9585"/>
                    <a:pt x="286" y="10395"/>
                    <a:pt x="250" y="10931"/>
                  </a:cubicBezTo>
                  <a:cubicBezTo>
                    <a:pt x="227" y="11466"/>
                    <a:pt x="227" y="12038"/>
                    <a:pt x="250" y="12359"/>
                  </a:cubicBezTo>
                  <a:cubicBezTo>
                    <a:pt x="286" y="12693"/>
                    <a:pt x="310" y="13050"/>
                    <a:pt x="227" y="13431"/>
                  </a:cubicBezTo>
                  <a:cubicBezTo>
                    <a:pt x="155" y="13824"/>
                    <a:pt x="72" y="14181"/>
                    <a:pt x="36" y="14895"/>
                  </a:cubicBezTo>
                  <a:cubicBezTo>
                    <a:pt x="0" y="15610"/>
                    <a:pt x="286" y="15919"/>
                    <a:pt x="953" y="16145"/>
                  </a:cubicBezTo>
                  <a:cubicBezTo>
                    <a:pt x="1643" y="16348"/>
                    <a:pt x="2917" y="16967"/>
                    <a:pt x="3227" y="17419"/>
                  </a:cubicBezTo>
                  <a:cubicBezTo>
                    <a:pt x="3560" y="17884"/>
                    <a:pt x="3739" y="18455"/>
                    <a:pt x="3977" y="18527"/>
                  </a:cubicBezTo>
                  <a:cubicBezTo>
                    <a:pt x="4227" y="18598"/>
                    <a:pt x="4441" y="19348"/>
                    <a:pt x="5251" y="19908"/>
                  </a:cubicBezTo>
                  <a:cubicBezTo>
                    <a:pt x="6072" y="20479"/>
                    <a:pt x="7608" y="20551"/>
                    <a:pt x="8287" y="21277"/>
                  </a:cubicBezTo>
                  <a:cubicBezTo>
                    <a:pt x="8978" y="22003"/>
                    <a:pt x="10216" y="23789"/>
                    <a:pt x="10537" y="24777"/>
                  </a:cubicBezTo>
                  <a:cubicBezTo>
                    <a:pt x="10871" y="25766"/>
                    <a:pt x="11406" y="26111"/>
                    <a:pt x="11966" y="26587"/>
                  </a:cubicBezTo>
                  <a:cubicBezTo>
                    <a:pt x="12538" y="27063"/>
                    <a:pt x="13252" y="27599"/>
                    <a:pt x="13788" y="27647"/>
                  </a:cubicBezTo>
                  <a:cubicBezTo>
                    <a:pt x="13826" y="27649"/>
                    <a:pt x="13862" y="27651"/>
                    <a:pt x="13897" y="27651"/>
                  </a:cubicBezTo>
                  <a:cubicBezTo>
                    <a:pt x="14354" y="27651"/>
                    <a:pt x="14547" y="27443"/>
                    <a:pt x="14514" y="27266"/>
                  </a:cubicBezTo>
                  <a:cubicBezTo>
                    <a:pt x="14502" y="27063"/>
                    <a:pt x="13812" y="26504"/>
                    <a:pt x="13704" y="26349"/>
                  </a:cubicBezTo>
                  <a:cubicBezTo>
                    <a:pt x="13609" y="26206"/>
                    <a:pt x="13383" y="25254"/>
                    <a:pt x="13073" y="24563"/>
                  </a:cubicBezTo>
                  <a:cubicBezTo>
                    <a:pt x="12740" y="23884"/>
                    <a:pt x="12716" y="23873"/>
                    <a:pt x="12811" y="23539"/>
                  </a:cubicBezTo>
                  <a:cubicBezTo>
                    <a:pt x="12919" y="23218"/>
                    <a:pt x="13145" y="22503"/>
                    <a:pt x="13454" y="22325"/>
                  </a:cubicBezTo>
                  <a:cubicBezTo>
                    <a:pt x="13788" y="22146"/>
                    <a:pt x="14026" y="22277"/>
                    <a:pt x="14252" y="21968"/>
                  </a:cubicBezTo>
                  <a:cubicBezTo>
                    <a:pt x="14454" y="21646"/>
                    <a:pt x="14526" y="21468"/>
                    <a:pt x="14514" y="21277"/>
                  </a:cubicBezTo>
                  <a:cubicBezTo>
                    <a:pt x="14502" y="21087"/>
                    <a:pt x="14169" y="20967"/>
                    <a:pt x="13859" y="20932"/>
                  </a:cubicBezTo>
                  <a:cubicBezTo>
                    <a:pt x="13538" y="20908"/>
                    <a:pt x="13431" y="20622"/>
                    <a:pt x="13002" y="20551"/>
                  </a:cubicBezTo>
                  <a:cubicBezTo>
                    <a:pt x="12561" y="20479"/>
                    <a:pt x="11966" y="20301"/>
                    <a:pt x="11823" y="20039"/>
                  </a:cubicBezTo>
                  <a:cubicBezTo>
                    <a:pt x="11698" y="19836"/>
                    <a:pt x="11471" y="19751"/>
                    <a:pt x="11270" y="19751"/>
                  </a:cubicBezTo>
                  <a:cubicBezTo>
                    <a:pt x="11222" y="19751"/>
                    <a:pt x="11176" y="19756"/>
                    <a:pt x="11133" y="19765"/>
                  </a:cubicBezTo>
                  <a:cubicBezTo>
                    <a:pt x="11053" y="19774"/>
                    <a:pt x="10905" y="19798"/>
                    <a:pt x="10729" y="19798"/>
                  </a:cubicBezTo>
                  <a:cubicBezTo>
                    <a:pt x="10455" y="19798"/>
                    <a:pt x="10112" y="19740"/>
                    <a:pt x="9859" y="19479"/>
                  </a:cubicBezTo>
                  <a:cubicBezTo>
                    <a:pt x="9430" y="19051"/>
                    <a:pt x="9394" y="18229"/>
                    <a:pt x="9323" y="17800"/>
                  </a:cubicBezTo>
                  <a:cubicBezTo>
                    <a:pt x="9240" y="17372"/>
                    <a:pt x="9168" y="17229"/>
                    <a:pt x="9287" y="16907"/>
                  </a:cubicBezTo>
                  <a:cubicBezTo>
                    <a:pt x="9394" y="16574"/>
                    <a:pt x="9394" y="16336"/>
                    <a:pt x="9894" y="16098"/>
                  </a:cubicBezTo>
                  <a:cubicBezTo>
                    <a:pt x="10184" y="15963"/>
                    <a:pt x="10571" y="15848"/>
                    <a:pt x="10942" y="15848"/>
                  </a:cubicBezTo>
                  <a:cubicBezTo>
                    <a:pt x="11228" y="15848"/>
                    <a:pt x="11504" y="15916"/>
                    <a:pt x="11716" y="16098"/>
                  </a:cubicBezTo>
                  <a:cubicBezTo>
                    <a:pt x="11890" y="16243"/>
                    <a:pt x="12124" y="16298"/>
                    <a:pt x="12365" y="16298"/>
                  </a:cubicBezTo>
                  <a:cubicBezTo>
                    <a:pt x="12816" y="16298"/>
                    <a:pt x="13291" y="16102"/>
                    <a:pt x="13431" y="15931"/>
                  </a:cubicBezTo>
                  <a:cubicBezTo>
                    <a:pt x="13633" y="15681"/>
                    <a:pt x="14252" y="14943"/>
                    <a:pt x="14752" y="14907"/>
                  </a:cubicBezTo>
                  <a:cubicBezTo>
                    <a:pt x="15252" y="14883"/>
                    <a:pt x="16074" y="14907"/>
                    <a:pt x="16383" y="14633"/>
                  </a:cubicBezTo>
                  <a:cubicBezTo>
                    <a:pt x="16717" y="14348"/>
                    <a:pt x="17919" y="13740"/>
                    <a:pt x="18134" y="13264"/>
                  </a:cubicBezTo>
                  <a:cubicBezTo>
                    <a:pt x="18336" y="12764"/>
                    <a:pt x="19157" y="11371"/>
                    <a:pt x="19157" y="10907"/>
                  </a:cubicBezTo>
                  <a:cubicBezTo>
                    <a:pt x="19157" y="10479"/>
                    <a:pt x="20432" y="9686"/>
                    <a:pt x="20958" y="9686"/>
                  </a:cubicBezTo>
                  <a:cubicBezTo>
                    <a:pt x="21003" y="9686"/>
                    <a:pt x="21042" y="9692"/>
                    <a:pt x="21074" y="9704"/>
                  </a:cubicBezTo>
                  <a:cubicBezTo>
                    <a:pt x="21115" y="9718"/>
                    <a:pt x="21157" y="9724"/>
                    <a:pt x="21200" y="9724"/>
                  </a:cubicBezTo>
                  <a:cubicBezTo>
                    <a:pt x="21608" y="9724"/>
                    <a:pt x="22094" y="9168"/>
                    <a:pt x="22277" y="9168"/>
                  </a:cubicBezTo>
                  <a:cubicBezTo>
                    <a:pt x="22347" y="9168"/>
                    <a:pt x="22464" y="9180"/>
                    <a:pt x="22603" y="9180"/>
                  </a:cubicBezTo>
                  <a:cubicBezTo>
                    <a:pt x="22887" y="9180"/>
                    <a:pt x="23259" y="9131"/>
                    <a:pt x="23491" y="8835"/>
                  </a:cubicBezTo>
                  <a:cubicBezTo>
                    <a:pt x="23849" y="8406"/>
                    <a:pt x="24122" y="8121"/>
                    <a:pt x="24408" y="7704"/>
                  </a:cubicBezTo>
                  <a:cubicBezTo>
                    <a:pt x="24789" y="7311"/>
                    <a:pt x="25003" y="6668"/>
                    <a:pt x="23968" y="6359"/>
                  </a:cubicBezTo>
                  <a:cubicBezTo>
                    <a:pt x="22944" y="6025"/>
                    <a:pt x="22182" y="5930"/>
                    <a:pt x="21563" y="5597"/>
                  </a:cubicBezTo>
                  <a:cubicBezTo>
                    <a:pt x="20969" y="5259"/>
                    <a:pt x="20387" y="5013"/>
                    <a:pt x="19917" y="5013"/>
                  </a:cubicBezTo>
                  <a:cubicBezTo>
                    <a:pt x="19906" y="5013"/>
                    <a:pt x="19895" y="5013"/>
                    <a:pt x="19884" y="5013"/>
                  </a:cubicBezTo>
                  <a:cubicBezTo>
                    <a:pt x="19873" y="5013"/>
                    <a:pt x="19862" y="5014"/>
                    <a:pt x="19850" y="5014"/>
                  </a:cubicBezTo>
                  <a:cubicBezTo>
                    <a:pt x="19533" y="5014"/>
                    <a:pt x="19012" y="4910"/>
                    <a:pt x="18538" y="4910"/>
                  </a:cubicBezTo>
                  <a:cubicBezTo>
                    <a:pt x="18302" y="4910"/>
                    <a:pt x="18077" y="4936"/>
                    <a:pt x="17895" y="5013"/>
                  </a:cubicBezTo>
                  <a:cubicBezTo>
                    <a:pt x="17324" y="5251"/>
                    <a:pt x="16717" y="6430"/>
                    <a:pt x="15836" y="6632"/>
                  </a:cubicBezTo>
                  <a:cubicBezTo>
                    <a:pt x="15683" y="6670"/>
                    <a:pt x="15491" y="6687"/>
                    <a:pt x="15273" y="6687"/>
                  </a:cubicBezTo>
                  <a:cubicBezTo>
                    <a:pt x="14247" y="6687"/>
                    <a:pt x="12665" y="6316"/>
                    <a:pt x="12145" y="6001"/>
                  </a:cubicBezTo>
                  <a:cubicBezTo>
                    <a:pt x="11537" y="5608"/>
                    <a:pt x="11359" y="4823"/>
                    <a:pt x="11537" y="4430"/>
                  </a:cubicBezTo>
                  <a:cubicBezTo>
                    <a:pt x="11716" y="4049"/>
                    <a:pt x="11787" y="3346"/>
                    <a:pt x="11740" y="3084"/>
                  </a:cubicBezTo>
                  <a:cubicBezTo>
                    <a:pt x="11704" y="2810"/>
                    <a:pt x="12633" y="2322"/>
                    <a:pt x="12954" y="1977"/>
                  </a:cubicBezTo>
                  <a:cubicBezTo>
                    <a:pt x="13276" y="1632"/>
                    <a:pt x="13573" y="548"/>
                    <a:pt x="12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27"/>
            <p:cNvSpPr/>
            <p:nvPr/>
          </p:nvSpPr>
          <p:spPr>
            <a:xfrm>
              <a:off x="951664" y="4213956"/>
              <a:ext cx="884160" cy="1042550"/>
            </a:xfrm>
            <a:custGeom>
              <a:rect b="b" l="l" r="r" t="t"/>
              <a:pathLst>
                <a:path extrusionOk="0" h="23110" w="19599">
                  <a:moveTo>
                    <a:pt x="5062" y="0"/>
                  </a:moveTo>
                  <a:cubicBezTo>
                    <a:pt x="4588" y="0"/>
                    <a:pt x="4017" y="122"/>
                    <a:pt x="3706" y="122"/>
                  </a:cubicBezTo>
                  <a:cubicBezTo>
                    <a:pt x="3664" y="122"/>
                    <a:pt x="3627" y="120"/>
                    <a:pt x="3596" y="115"/>
                  </a:cubicBezTo>
                  <a:cubicBezTo>
                    <a:pt x="3575" y="112"/>
                    <a:pt x="3553" y="110"/>
                    <a:pt x="3529" y="110"/>
                  </a:cubicBezTo>
                  <a:cubicBezTo>
                    <a:pt x="3139" y="110"/>
                    <a:pt x="2420" y="558"/>
                    <a:pt x="2263" y="794"/>
                  </a:cubicBezTo>
                  <a:cubicBezTo>
                    <a:pt x="2096" y="1056"/>
                    <a:pt x="2096" y="2580"/>
                    <a:pt x="2263" y="2854"/>
                  </a:cubicBezTo>
                  <a:cubicBezTo>
                    <a:pt x="2429" y="3116"/>
                    <a:pt x="2263" y="3556"/>
                    <a:pt x="1858" y="4187"/>
                  </a:cubicBezTo>
                  <a:cubicBezTo>
                    <a:pt x="1453" y="4830"/>
                    <a:pt x="977" y="5640"/>
                    <a:pt x="489" y="6128"/>
                  </a:cubicBezTo>
                  <a:cubicBezTo>
                    <a:pt x="0" y="6616"/>
                    <a:pt x="227" y="9354"/>
                    <a:pt x="489" y="9664"/>
                  </a:cubicBezTo>
                  <a:cubicBezTo>
                    <a:pt x="762" y="9985"/>
                    <a:pt x="1501" y="11498"/>
                    <a:pt x="2525" y="11926"/>
                  </a:cubicBezTo>
                  <a:cubicBezTo>
                    <a:pt x="3537" y="12343"/>
                    <a:pt x="4751" y="13105"/>
                    <a:pt x="4751" y="13105"/>
                  </a:cubicBezTo>
                  <a:cubicBezTo>
                    <a:pt x="6620" y="14129"/>
                    <a:pt x="6668" y="15855"/>
                    <a:pt x="6513" y="16189"/>
                  </a:cubicBezTo>
                  <a:cubicBezTo>
                    <a:pt x="6335" y="16498"/>
                    <a:pt x="6251" y="17546"/>
                    <a:pt x="5715" y="17903"/>
                  </a:cubicBezTo>
                  <a:cubicBezTo>
                    <a:pt x="5180" y="18260"/>
                    <a:pt x="5977" y="19094"/>
                    <a:pt x="5370" y="19963"/>
                  </a:cubicBezTo>
                  <a:cubicBezTo>
                    <a:pt x="4763" y="20832"/>
                    <a:pt x="3668" y="21796"/>
                    <a:pt x="3239" y="22332"/>
                  </a:cubicBezTo>
                  <a:cubicBezTo>
                    <a:pt x="2810" y="22880"/>
                    <a:pt x="2810" y="23035"/>
                    <a:pt x="3572" y="23106"/>
                  </a:cubicBezTo>
                  <a:cubicBezTo>
                    <a:pt x="3593" y="23108"/>
                    <a:pt x="3615" y="23109"/>
                    <a:pt x="3638" y="23109"/>
                  </a:cubicBezTo>
                  <a:cubicBezTo>
                    <a:pt x="4422" y="23109"/>
                    <a:pt x="6317" y="21943"/>
                    <a:pt x="6942" y="21677"/>
                  </a:cubicBezTo>
                  <a:cubicBezTo>
                    <a:pt x="7609" y="21392"/>
                    <a:pt x="7704" y="19808"/>
                    <a:pt x="8406" y="19213"/>
                  </a:cubicBezTo>
                  <a:cubicBezTo>
                    <a:pt x="9109" y="18617"/>
                    <a:pt x="9954" y="18558"/>
                    <a:pt x="10978" y="18320"/>
                  </a:cubicBezTo>
                  <a:cubicBezTo>
                    <a:pt x="11990" y="18058"/>
                    <a:pt x="13657" y="17320"/>
                    <a:pt x="14407" y="17046"/>
                  </a:cubicBezTo>
                  <a:cubicBezTo>
                    <a:pt x="15133" y="16784"/>
                    <a:pt x="15109" y="16355"/>
                    <a:pt x="15431" y="15760"/>
                  </a:cubicBezTo>
                  <a:cubicBezTo>
                    <a:pt x="15764" y="15165"/>
                    <a:pt x="16562" y="14629"/>
                    <a:pt x="16931" y="14296"/>
                  </a:cubicBezTo>
                  <a:cubicBezTo>
                    <a:pt x="17312" y="13974"/>
                    <a:pt x="17515" y="12843"/>
                    <a:pt x="17253" y="12569"/>
                  </a:cubicBezTo>
                  <a:cubicBezTo>
                    <a:pt x="16979" y="12307"/>
                    <a:pt x="16812" y="11331"/>
                    <a:pt x="17253" y="10700"/>
                  </a:cubicBezTo>
                  <a:cubicBezTo>
                    <a:pt x="17681" y="10057"/>
                    <a:pt x="18336" y="9033"/>
                    <a:pt x="18860" y="8390"/>
                  </a:cubicBezTo>
                  <a:cubicBezTo>
                    <a:pt x="19396" y="7747"/>
                    <a:pt x="19598" y="7211"/>
                    <a:pt x="18955" y="6783"/>
                  </a:cubicBezTo>
                  <a:cubicBezTo>
                    <a:pt x="18336" y="6354"/>
                    <a:pt x="17157" y="6021"/>
                    <a:pt x="16633" y="5914"/>
                  </a:cubicBezTo>
                  <a:cubicBezTo>
                    <a:pt x="16121" y="5818"/>
                    <a:pt x="16193" y="5342"/>
                    <a:pt x="15276" y="4806"/>
                  </a:cubicBezTo>
                  <a:cubicBezTo>
                    <a:pt x="14359" y="4270"/>
                    <a:pt x="13716" y="3449"/>
                    <a:pt x="13169" y="2639"/>
                  </a:cubicBezTo>
                  <a:cubicBezTo>
                    <a:pt x="12757" y="2039"/>
                    <a:pt x="12116" y="1648"/>
                    <a:pt x="11550" y="1648"/>
                  </a:cubicBezTo>
                  <a:cubicBezTo>
                    <a:pt x="11363" y="1648"/>
                    <a:pt x="11185" y="1691"/>
                    <a:pt x="11026" y="1782"/>
                  </a:cubicBezTo>
                  <a:cubicBezTo>
                    <a:pt x="10887" y="1863"/>
                    <a:pt x="10742" y="1895"/>
                    <a:pt x="10591" y="1895"/>
                  </a:cubicBezTo>
                  <a:cubicBezTo>
                    <a:pt x="10032" y="1895"/>
                    <a:pt x="9402" y="1451"/>
                    <a:pt x="8763" y="1413"/>
                  </a:cubicBezTo>
                  <a:cubicBezTo>
                    <a:pt x="7942" y="1353"/>
                    <a:pt x="6132" y="377"/>
                    <a:pt x="5644" y="115"/>
                  </a:cubicBezTo>
                  <a:cubicBezTo>
                    <a:pt x="5501" y="29"/>
                    <a:pt x="5293" y="0"/>
                    <a:pt x="50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27"/>
            <p:cNvSpPr/>
            <p:nvPr/>
          </p:nvSpPr>
          <p:spPr>
            <a:xfrm>
              <a:off x="1681094" y="3241545"/>
              <a:ext cx="425952" cy="513064"/>
            </a:xfrm>
            <a:custGeom>
              <a:rect b="b" l="l" r="r" t="t"/>
              <a:pathLst>
                <a:path extrusionOk="0" h="11373" w="9442">
                  <a:moveTo>
                    <a:pt x="1941" y="1"/>
                  </a:moveTo>
                  <a:cubicBezTo>
                    <a:pt x="1941" y="1"/>
                    <a:pt x="1643" y="429"/>
                    <a:pt x="1179" y="858"/>
                  </a:cubicBezTo>
                  <a:cubicBezTo>
                    <a:pt x="714" y="1299"/>
                    <a:pt x="595" y="1608"/>
                    <a:pt x="476" y="1858"/>
                  </a:cubicBezTo>
                  <a:cubicBezTo>
                    <a:pt x="357" y="2108"/>
                    <a:pt x="0" y="3180"/>
                    <a:pt x="143" y="3644"/>
                  </a:cubicBezTo>
                  <a:cubicBezTo>
                    <a:pt x="286" y="4109"/>
                    <a:pt x="226" y="4430"/>
                    <a:pt x="750" y="4823"/>
                  </a:cubicBezTo>
                  <a:cubicBezTo>
                    <a:pt x="1286" y="5204"/>
                    <a:pt x="1762" y="5347"/>
                    <a:pt x="1524" y="6073"/>
                  </a:cubicBezTo>
                  <a:cubicBezTo>
                    <a:pt x="1286" y="6787"/>
                    <a:pt x="1465" y="7561"/>
                    <a:pt x="1215" y="7942"/>
                  </a:cubicBezTo>
                  <a:cubicBezTo>
                    <a:pt x="953" y="8335"/>
                    <a:pt x="929" y="9073"/>
                    <a:pt x="1524" y="9585"/>
                  </a:cubicBezTo>
                  <a:cubicBezTo>
                    <a:pt x="2119" y="10085"/>
                    <a:pt x="2858" y="9966"/>
                    <a:pt x="3036" y="10014"/>
                  </a:cubicBezTo>
                  <a:cubicBezTo>
                    <a:pt x="3203" y="10062"/>
                    <a:pt x="3917" y="10407"/>
                    <a:pt x="4024" y="10621"/>
                  </a:cubicBezTo>
                  <a:cubicBezTo>
                    <a:pt x="4132" y="10847"/>
                    <a:pt x="4715" y="11097"/>
                    <a:pt x="5144" y="11312"/>
                  </a:cubicBezTo>
                  <a:cubicBezTo>
                    <a:pt x="5231" y="11353"/>
                    <a:pt x="5318" y="11373"/>
                    <a:pt x="5401" y="11373"/>
                  </a:cubicBezTo>
                  <a:cubicBezTo>
                    <a:pt x="5728" y="11373"/>
                    <a:pt x="6013" y="11076"/>
                    <a:pt x="6156" y="10621"/>
                  </a:cubicBezTo>
                  <a:cubicBezTo>
                    <a:pt x="6280" y="10233"/>
                    <a:pt x="6674" y="10062"/>
                    <a:pt x="7038" y="10062"/>
                  </a:cubicBezTo>
                  <a:cubicBezTo>
                    <a:pt x="7199" y="10062"/>
                    <a:pt x="7354" y="10095"/>
                    <a:pt x="7477" y="10157"/>
                  </a:cubicBezTo>
                  <a:cubicBezTo>
                    <a:pt x="7783" y="10329"/>
                    <a:pt x="8127" y="10440"/>
                    <a:pt x="8405" y="10440"/>
                  </a:cubicBezTo>
                  <a:cubicBezTo>
                    <a:pt x="8473" y="10440"/>
                    <a:pt x="8538" y="10433"/>
                    <a:pt x="8596" y="10419"/>
                  </a:cubicBezTo>
                  <a:cubicBezTo>
                    <a:pt x="8870" y="10335"/>
                    <a:pt x="9430" y="10133"/>
                    <a:pt x="9442" y="10133"/>
                  </a:cubicBezTo>
                  <a:cubicBezTo>
                    <a:pt x="7799" y="6156"/>
                    <a:pt x="5203" y="2680"/>
                    <a:pt x="19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27"/>
            <p:cNvSpPr/>
            <p:nvPr/>
          </p:nvSpPr>
          <p:spPr>
            <a:xfrm>
              <a:off x="1017168" y="3851337"/>
              <a:ext cx="245547" cy="256735"/>
            </a:xfrm>
            <a:custGeom>
              <a:rect b="b" l="l" r="r" t="t"/>
              <a:pathLst>
                <a:path extrusionOk="0" h="5691" w="5443">
                  <a:moveTo>
                    <a:pt x="3318" y="0"/>
                  </a:moveTo>
                  <a:cubicBezTo>
                    <a:pt x="3147" y="0"/>
                    <a:pt x="2966" y="41"/>
                    <a:pt x="2799" y="140"/>
                  </a:cubicBezTo>
                  <a:cubicBezTo>
                    <a:pt x="2311" y="426"/>
                    <a:pt x="2108" y="1081"/>
                    <a:pt x="2025" y="1545"/>
                  </a:cubicBezTo>
                  <a:cubicBezTo>
                    <a:pt x="1930" y="1986"/>
                    <a:pt x="1037" y="2331"/>
                    <a:pt x="1073" y="3153"/>
                  </a:cubicBezTo>
                  <a:cubicBezTo>
                    <a:pt x="1073" y="3153"/>
                    <a:pt x="1073" y="3641"/>
                    <a:pt x="715" y="3974"/>
                  </a:cubicBezTo>
                  <a:cubicBezTo>
                    <a:pt x="358" y="4296"/>
                    <a:pt x="1" y="4867"/>
                    <a:pt x="358" y="4939"/>
                  </a:cubicBezTo>
                  <a:cubicBezTo>
                    <a:pt x="715" y="5010"/>
                    <a:pt x="1477" y="5117"/>
                    <a:pt x="1656" y="5224"/>
                  </a:cubicBezTo>
                  <a:cubicBezTo>
                    <a:pt x="1808" y="5306"/>
                    <a:pt x="2516" y="5690"/>
                    <a:pt x="2875" y="5690"/>
                  </a:cubicBezTo>
                  <a:cubicBezTo>
                    <a:pt x="2937" y="5690"/>
                    <a:pt x="2989" y="5679"/>
                    <a:pt x="3025" y="5653"/>
                  </a:cubicBezTo>
                  <a:cubicBezTo>
                    <a:pt x="3275" y="5474"/>
                    <a:pt x="3454" y="5034"/>
                    <a:pt x="3716" y="5010"/>
                  </a:cubicBezTo>
                  <a:cubicBezTo>
                    <a:pt x="3966" y="4986"/>
                    <a:pt x="4037" y="4343"/>
                    <a:pt x="4252" y="4129"/>
                  </a:cubicBezTo>
                  <a:cubicBezTo>
                    <a:pt x="4454" y="3926"/>
                    <a:pt x="5216" y="3212"/>
                    <a:pt x="5287" y="2641"/>
                  </a:cubicBezTo>
                  <a:cubicBezTo>
                    <a:pt x="5359" y="2069"/>
                    <a:pt x="5442" y="1212"/>
                    <a:pt x="5287" y="986"/>
                  </a:cubicBezTo>
                  <a:cubicBezTo>
                    <a:pt x="5144" y="771"/>
                    <a:pt x="4144" y="640"/>
                    <a:pt x="4037" y="355"/>
                  </a:cubicBezTo>
                  <a:cubicBezTo>
                    <a:pt x="3966" y="164"/>
                    <a:pt x="3661" y="0"/>
                    <a:pt x="33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27"/>
            <p:cNvSpPr/>
            <p:nvPr/>
          </p:nvSpPr>
          <p:spPr>
            <a:xfrm>
              <a:off x="1239755" y="3990917"/>
              <a:ext cx="161503" cy="96947"/>
            </a:xfrm>
            <a:custGeom>
              <a:rect b="b" l="l" r="r" t="t"/>
              <a:pathLst>
                <a:path extrusionOk="0" h="2149" w="3580">
                  <a:moveTo>
                    <a:pt x="1975" y="1"/>
                  </a:moveTo>
                  <a:cubicBezTo>
                    <a:pt x="1925" y="1"/>
                    <a:pt x="1866" y="15"/>
                    <a:pt x="1794" y="47"/>
                  </a:cubicBezTo>
                  <a:cubicBezTo>
                    <a:pt x="1413" y="225"/>
                    <a:pt x="1520" y="297"/>
                    <a:pt x="1330" y="440"/>
                  </a:cubicBezTo>
                  <a:cubicBezTo>
                    <a:pt x="1175" y="606"/>
                    <a:pt x="877" y="832"/>
                    <a:pt x="877" y="832"/>
                  </a:cubicBezTo>
                  <a:cubicBezTo>
                    <a:pt x="877" y="832"/>
                    <a:pt x="461" y="1213"/>
                    <a:pt x="163" y="1630"/>
                  </a:cubicBezTo>
                  <a:cubicBezTo>
                    <a:pt x="1" y="1857"/>
                    <a:pt x="164" y="1901"/>
                    <a:pt x="381" y="1901"/>
                  </a:cubicBezTo>
                  <a:cubicBezTo>
                    <a:pt x="514" y="1901"/>
                    <a:pt x="667" y="1884"/>
                    <a:pt x="777" y="1884"/>
                  </a:cubicBezTo>
                  <a:cubicBezTo>
                    <a:pt x="817" y="1884"/>
                    <a:pt x="851" y="1886"/>
                    <a:pt x="877" y="1892"/>
                  </a:cubicBezTo>
                  <a:cubicBezTo>
                    <a:pt x="1052" y="1923"/>
                    <a:pt x="1111" y="2149"/>
                    <a:pt x="1392" y="2149"/>
                  </a:cubicBezTo>
                  <a:cubicBezTo>
                    <a:pt x="1437" y="2149"/>
                    <a:pt x="1487" y="2143"/>
                    <a:pt x="1544" y="2130"/>
                  </a:cubicBezTo>
                  <a:cubicBezTo>
                    <a:pt x="1713" y="2087"/>
                    <a:pt x="1753" y="2081"/>
                    <a:pt x="1765" y="2081"/>
                  </a:cubicBezTo>
                  <a:cubicBezTo>
                    <a:pt x="1770" y="2081"/>
                    <a:pt x="1770" y="2082"/>
                    <a:pt x="1773" y="2082"/>
                  </a:cubicBezTo>
                  <a:cubicBezTo>
                    <a:pt x="1780" y="2082"/>
                    <a:pt x="1801" y="2075"/>
                    <a:pt x="1961" y="2023"/>
                  </a:cubicBezTo>
                  <a:cubicBezTo>
                    <a:pt x="2354" y="1892"/>
                    <a:pt x="2473" y="1928"/>
                    <a:pt x="2854" y="1892"/>
                  </a:cubicBezTo>
                  <a:cubicBezTo>
                    <a:pt x="3247" y="1845"/>
                    <a:pt x="3163" y="1571"/>
                    <a:pt x="3366" y="1321"/>
                  </a:cubicBezTo>
                  <a:cubicBezTo>
                    <a:pt x="3568" y="1083"/>
                    <a:pt x="3580" y="856"/>
                    <a:pt x="3366" y="654"/>
                  </a:cubicBezTo>
                  <a:cubicBezTo>
                    <a:pt x="3331" y="621"/>
                    <a:pt x="3299" y="608"/>
                    <a:pt x="3268" y="608"/>
                  </a:cubicBezTo>
                  <a:cubicBezTo>
                    <a:pt x="3149" y="608"/>
                    <a:pt x="3045" y="800"/>
                    <a:pt x="2875" y="800"/>
                  </a:cubicBezTo>
                  <a:cubicBezTo>
                    <a:pt x="2800" y="800"/>
                    <a:pt x="2712" y="762"/>
                    <a:pt x="2604" y="654"/>
                  </a:cubicBezTo>
                  <a:cubicBezTo>
                    <a:pt x="2261" y="311"/>
                    <a:pt x="2208" y="1"/>
                    <a:pt x="19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9" name="Google Shape;7989;p127"/>
          <p:cNvGrpSpPr/>
          <p:nvPr/>
        </p:nvGrpSpPr>
        <p:grpSpPr>
          <a:xfrm rot="5400000">
            <a:off x="2184481" y="1515160"/>
            <a:ext cx="646554" cy="1877346"/>
            <a:chOff x="6512944" y="2975654"/>
            <a:chExt cx="1594853" cy="4630848"/>
          </a:xfrm>
        </p:grpSpPr>
        <p:grpSp>
          <p:nvGrpSpPr>
            <p:cNvPr id="7990" name="Google Shape;7990;p127"/>
            <p:cNvGrpSpPr/>
            <p:nvPr/>
          </p:nvGrpSpPr>
          <p:grpSpPr>
            <a:xfrm>
              <a:off x="6512944" y="2975654"/>
              <a:ext cx="1594853" cy="4630848"/>
              <a:chOff x="1460575" y="5630575"/>
              <a:chExt cx="645350" cy="1873775"/>
            </a:xfrm>
          </p:grpSpPr>
          <p:sp>
            <p:nvSpPr>
              <p:cNvPr id="7991" name="Google Shape;7991;p127"/>
              <p:cNvSpPr/>
              <p:nvPr/>
            </p:nvSpPr>
            <p:spPr>
              <a:xfrm>
                <a:off x="1648400" y="5630575"/>
                <a:ext cx="269700" cy="175650"/>
              </a:xfrm>
              <a:custGeom>
                <a:rect b="b" l="l" r="r" t="t"/>
                <a:pathLst>
                  <a:path extrusionOk="0" h="7026" w="10788">
                    <a:moveTo>
                      <a:pt x="656" y="1"/>
                    </a:moveTo>
                    <a:cubicBezTo>
                      <a:pt x="287" y="1"/>
                      <a:pt x="1" y="298"/>
                      <a:pt x="1" y="656"/>
                    </a:cubicBezTo>
                    <a:lnTo>
                      <a:pt x="1" y="6371"/>
                    </a:lnTo>
                    <a:cubicBezTo>
                      <a:pt x="1" y="6740"/>
                      <a:pt x="298" y="7025"/>
                      <a:pt x="656" y="7025"/>
                    </a:cubicBezTo>
                    <a:lnTo>
                      <a:pt x="10133" y="7025"/>
                    </a:lnTo>
                    <a:cubicBezTo>
                      <a:pt x="10490" y="7025"/>
                      <a:pt x="10776" y="6740"/>
                      <a:pt x="10788" y="6371"/>
                    </a:cubicBezTo>
                    <a:lnTo>
                      <a:pt x="10788" y="656"/>
                    </a:lnTo>
                    <a:cubicBezTo>
                      <a:pt x="10788" y="275"/>
                      <a:pt x="10490" y="1"/>
                      <a:pt x="10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27"/>
              <p:cNvSpPr/>
              <p:nvPr/>
            </p:nvSpPr>
            <p:spPr>
              <a:xfrm>
                <a:off x="1460575" y="5806500"/>
                <a:ext cx="645350" cy="1697850"/>
              </a:xfrm>
              <a:custGeom>
                <a:rect b="b" l="l" r="r" t="t"/>
                <a:pathLst>
                  <a:path extrusionOk="0" h="67914" w="25814">
                    <a:moveTo>
                      <a:pt x="8597" y="0"/>
                    </a:moveTo>
                    <a:lnTo>
                      <a:pt x="8597" y="512"/>
                    </a:lnTo>
                    <a:cubicBezTo>
                      <a:pt x="8597" y="941"/>
                      <a:pt x="8347" y="1322"/>
                      <a:pt x="7942" y="1489"/>
                    </a:cubicBezTo>
                    <a:cubicBezTo>
                      <a:pt x="3275" y="3441"/>
                      <a:pt x="1" y="8037"/>
                      <a:pt x="1" y="13407"/>
                    </a:cubicBezTo>
                    <a:lnTo>
                      <a:pt x="1" y="63651"/>
                    </a:lnTo>
                    <a:lnTo>
                      <a:pt x="132" y="63651"/>
                    </a:lnTo>
                    <a:cubicBezTo>
                      <a:pt x="132" y="66008"/>
                      <a:pt x="2192" y="67913"/>
                      <a:pt x="4704" y="67913"/>
                    </a:cubicBezTo>
                    <a:cubicBezTo>
                      <a:pt x="6359" y="67913"/>
                      <a:pt x="7800" y="67092"/>
                      <a:pt x="8597" y="65866"/>
                    </a:cubicBezTo>
                    <a:cubicBezTo>
                      <a:pt x="9407" y="67092"/>
                      <a:pt x="10848" y="67913"/>
                      <a:pt x="12503" y="67913"/>
                    </a:cubicBezTo>
                    <a:cubicBezTo>
                      <a:pt x="14550" y="67913"/>
                      <a:pt x="16301" y="66639"/>
                      <a:pt x="16872" y="64901"/>
                    </a:cubicBezTo>
                    <a:cubicBezTo>
                      <a:pt x="17456" y="66639"/>
                      <a:pt x="19182" y="67913"/>
                      <a:pt x="21254" y="67913"/>
                    </a:cubicBezTo>
                    <a:cubicBezTo>
                      <a:pt x="23778" y="67913"/>
                      <a:pt x="25814" y="66008"/>
                      <a:pt x="25814" y="63651"/>
                    </a:cubicBezTo>
                    <a:lnTo>
                      <a:pt x="25814" y="13407"/>
                    </a:lnTo>
                    <a:cubicBezTo>
                      <a:pt x="25814" y="8037"/>
                      <a:pt x="22540" y="3441"/>
                      <a:pt x="17872" y="1489"/>
                    </a:cubicBezTo>
                    <a:cubicBezTo>
                      <a:pt x="17467" y="1310"/>
                      <a:pt x="17206" y="941"/>
                      <a:pt x="17206" y="512"/>
                    </a:cubicBezTo>
                    <a:lnTo>
                      <a:pt x="17206" y="0"/>
                    </a:lnTo>
                    <a:close/>
                  </a:path>
                </a:pathLst>
              </a:custGeom>
              <a:solidFill>
                <a:srgbClr val="25BF7C">
                  <a:alpha val="51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3" name="Google Shape;7993;p127"/>
            <p:cNvSpPr/>
            <p:nvPr/>
          </p:nvSpPr>
          <p:spPr>
            <a:xfrm rot="-2201684">
              <a:off x="6715182" y="3752894"/>
              <a:ext cx="647643" cy="457262"/>
            </a:xfrm>
            <a:prstGeom prst="ellipse">
              <a:avLst/>
            </a:prstGeom>
            <a:solidFill>
              <a:schemeClr val="accent1">
                <a:alpha val="31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4" name="Google Shape;7994;p127"/>
          <p:cNvSpPr txBox="1"/>
          <p:nvPr>
            <p:ph idx="4294967295" type="title"/>
          </p:nvPr>
        </p:nvSpPr>
        <p:spPr>
          <a:xfrm>
            <a:off x="1845075" y="2130575"/>
            <a:ext cx="1325100" cy="64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2,500</a:t>
            </a:r>
            <a:endParaRPr/>
          </a:p>
        </p:txBody>
      </p:sp>
      <p:sp>
        <p:nvSpPr>
          <p:cNvPr id="7995" name="Google Shape;7995;p127"/>
          <p:cNvSpPr txBox="1"/>
          <p:nvPr>
            <p:ph idx="4294967295" type="subTitle"/>
          </p:nvPr>
        </p:nvSpPr>
        <p:spPr>
          <a:xfrm>
            <a:off x="1460775" y="2822200"/>
            <a:ext cx="2093700" cy="92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very cold place to live on</a:t>
            </a:r>
            <a:endParaRPr/>
          </a:p>
        </p:txBody>
      </p:sp>
      <p:sp>
        <p:nvSpPr>
          <p:cNvPr id="7996" name="Google Shape;7996;p127"/>
          <p:cNvSpPr txBox="1"/>
          <p:nvPr>
            <p:ph idx="4294967295" type="subTitle"/>
          </p:nvPr>
        </p:nvSpPr>
        <p:spPr>
          <a:xfrm>
            <a:off x="6129850" y="1725088"/>
            <a:ext cx="22995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a gas giant and the biggest planet in the Solar System</a:t>
            </a:r>
            <a:endParaRPr/>
          </a:p>
        </p:txBody>
      </p:sp>
      <p:sp>
        <p:nvSpPr>
          <p:cNvPr id="7997" name="Google Shape;7997;p127"/>
          <p:cNvSpPr txBox="1"/>
          <p:nvPr>
            <p:ph idx="4294967295" type="title"/>
          </p:nvPr>
        </p:nvSpPr>
        <p:spPr>
          <a:xfrm>
            <a:off x="6129850" y="1407206"/>
            <a:ext cx="2297100" cy="4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JUPITER</a:t>
            </a:r>
            <a:endParaRPr sz="1800"/>
          </a:p>
        </p:txBody>
      </p:sp>
      <p:sp>
        <p:nvSpPr>
          <p:cNvPr id="7998" name="Google Shape;7998;p127"/>
          <p:cNvSpPr txBox="1"/>
          <p:nvPr>
            <p:ph idx="4294967295" type="subTitle"/>
          </p:nvPr>
        </p:nvSpPr>
        <p:spPr>
          <a:xfrm>
            <a:off x="6131049" y="3355753"/>
            <a:ext cx="22995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has a beautiful name and is the second planet from the Sun</a:t>
            </a:r>
            <a:endParaRPr/>
          </a:p>
        </p:txBody>
      </p:sp>
      <p:sp>
        <p:nvSpPr>
          <p:cNvPr id="7999" name="Google Shape;7999;p127"/>
          <p:cNvSpPr txBox="1"/>
          <p:nvPr>
            <p:ph idx="4294967295" type="title"/>
          </p:nvPr>
        </p:nvSpPr>
        <p:spPr>
          <a:xfrm>
            <a:off x="6131049" y="3037870"/>
            <a:ext cx="2297100" cy="4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VENUS</a:t>
            </a:r>
            <a:endParaRPr sz="1800"/>
          </a:p>
        </p:txBody>
      </p:sp>
      <p:sp>
        <p:nvSpPr>
          <p:cNvPr id="8000" name="Google Shape;8000;p127"/>
          <p:cNvSpPr/>
          <p:nvPr/>
        </p:nvSpPr>
        <p:spPr>
          <a:xfrm>
            <a:off x="5236125" y="1646475"/>
            <a:ext cx="755100" cy="755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27"/>
          <p:cNvSpPr/>
          <p:nvPr/>
        </p:nvSpPr>
        <p:spPr>
          <a:xfrm>
            <a:off x="5236125" y="3270725"/>
            <a:ext cx="755100" cy="755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2" name="Google Shape;8002;p127"/>
          <p:cNvGrpSpPr/>
          <p:nvPr/>
        </p:nvGrpSpPr>
        <p:grpSpPr>
          <a:xfrm>
            <a:off x="5394280" y="3494110"/>
            <a:ext cx="438792" cy="308337"/>
            <a:chOff x="5011925" y="2684675"/>
            <a:chExt cx="342325" cy="240550"/>
          </a:xfrm>
        </p:grpSpPr>
        <p:sp>
          <p:nvSpPr>
            <p:cNvPr id="8003" name="Google Shape;8003;p127"/>
            <p:cNvSpPr/>
            <p:nvPr/>
          </p:nvSpPr>
          <p:spPr>
            <a:xfrm>
              <a:off x="5011925" y="2684675"/>
              <a:ext cx="201525" cy="220300"/>
            </a:xfrm>
            <a:custGeom>
              <a:rect b="b" l="l" r="r" t="t"/>
              <a:pathLst>
                <a:path extrusionOk="0" h="8812" w="8061">
                  <a:moveTo>
                    <a:pt x="4787" y="1001"/>
                  </a:moveTo>
                  <a:lnTo>
                    <a:pt x="5930" y="2918"/>
                  </a:lnTo>
                  <a:lnTo>
                    <a:pt x="5977" y="2751"/>
                  </a:lnTo>
                  <a:lnTo>
                    <a:pt x="6751" y="2942"/>
                  </a:lnTo>
                  <a:lnTo>
                    <a:pt x="6382" y="4430"/>
                  </a:lnTo>
                  <a:lnTo>
                    <a:pt x="4894" y="4061"/>
                  </a:lnTo>
                  <a:lnTo>
                    <a:pt x="5084" y="3287"/>
                  </a:lnTo>
                  <a:lnTo>
                    <a:pt x="5251" y="3335"/>
                  </a:lnTo>
                  <a:lnTo>
                    <a:pt x="4096" y="1418"/>
                  </a:lnTo>
                  <a:lnTo>
                    <a:pt x="4787" y="1001"/>
                  </a:lnTo>
                  <a:close/>
                  <a:moveTo>
                    <a:pt x="3953" y="1965"/>
                  </a:moveTo>
                  <a:lnTo>
                    <a:pt x="4322" y="3454"/>
                  </a:lnTo>
                  <a:lnTo>
                    <a:pt x="3549" y="3644"/>
                  </a:lnTo>
                  <a:lnTo>
                    <a:pt x="3513" y="3489"/>
                  </a:lnTo>
                  <a:lnTo>
                    <a:pt x="2358" y="5406"/>
                  </a:lnTo>
                  <a:lnTo>
                    <a:pt x="1667" y="4990"/>
                  </a:lnTo>
                  <a:lnTo>
                    <a:pt x="2822" y="3073"/>
                  </a:lnTo>
                  <a:lnTo>
                    <a:pt x="2822" y="3073"/>
                  </a:lnTo>
                  <a:lnTo>
                    <a:pt x="2656" y="3108"/>
                  </a:lnTo>
                  <a:lnTo>
                    <a:pt x="2465" y="2335"/>
                  </a:lnTo>
                  <a:lnTo>
                    <a:pt x="3953" y="1965"/>
                  </a:lnTo>
                  <a:close/>
                  <a:moveTo>
                    <a:pt x="4168" y="4120"/>
                  </a:moveTo>
                  <a:lnTo>
                    <a:pt x="4727" y="4692"/>
                  </a:lnTo>
                  <a:lnTo>
                    <a:pt x="4608" y="4811"/>
                  </a:lnTo>
                  <a:lnTo>
                    <a:pt x="6847" y="4811"/>
                  </a:lnTo>
                  <a:lnTo>
                    <a:pt x="6847" y="5609"/>
                  </a:lnTo>
                  <a:lnTo>
                    <a:pt x="4608" y="5609"/>
                  </a:lnTo>
                  <a:lnTo>
                    <a:pt x="4727" y="5728"/>
                  </a:lnTo>
                  <a:lnTo>
                    <a:pt x="4168" y="6299"/>
                  </a:lnTo>
                  <a:lnTo>
                    <a:pt x="3072" y="5216"/>
                  </a:lnTo>
                  <a:lnTo>
                    <a:pt x="4168" y="4120"/>
                  </a:lnTo>
                  <a:close/>
                  <a:moveTo>
                    <a:pt x="1751" y="1"/>
                  </a:moveTo>
                  <a:lnTo>
                    <a:pt x="0" y="4263"/>
                  </a:lnTo>
                  <a:lnTo>
                    <a:pt x="0" y="8812"/>
                  </a:lnTo>
                  <a:lnTo>
                    <a:pt x="1632" y="8812"/>
                  </a:lnTo>
                  <a:cubicBezTo>
                    <a:pt x="1632" y="7930"/>
                    <a:pt x="2346" y="7204"/>
                    <a:pt x="3239" y="7204"/>
                  </a:cubicBezTo>
                  <a:cubicBezTo>
                    <a:pt x="3537" y="7204"/>
                    <a:pt x="3799" y="7299"/>
                    <a:pt x="4049" y="7430"/>
                  </a:cubicBezTo>
                  <a:cubicBezTo>
                    <a:pt x="4287" y="7299"/>
                    <a:pt x="4549" y="7204"/>
                    <a:pt x="4846" y="7204"/>
                  </a:cubicBezTo>
                  <a:cubicBezTo>
                    <a:pt x="5727" y="7204"/>
                    <a:pt x="6454" y="7919"/>
                    <a:pt x="6454" y="8812"/>
                  </a:cubicBezTo>
                  <a:lnTo>
                    <a:pt x="8061" y="8812"/>
                  </a:lnTo>
                  <a:lnTo>
                    <a:pt x="80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27"/>
            <p:cNvSpPr/>
            <p:nvPr/>
          </p:nvSpPr>
          <p:spPr>
            <a:xfrm>
              <a:off x="5293800" y="2744525"/>
              <a:ext cx="55400" cy="60450"/>
            </a:xfrm>
            <a:custGeom>
              <a:rect b="b" l="l" r="r" t="t"/>
              <a:pathLst>
                <a:path extrusionOk="0" h="2418" w="2216">
                  <a:moveTo>
                    <a:pt x="1" y="0"/>
                  </a:moveTo>
                  <a:lnTo>
                    <a:pt x="1" y="2417"/>
                  </a:lnTo>
                  <a:lnTo>
                    <a:pt x="2215" y="2417"/>
                  </a:lnTo>
                  <a:lnTo>
                    <a:pt x="60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27"/>
            <p:cNvSpPr/>
            <p:nvPr/>
          </p:nvSpPr>
          <p:spPr>
            <a:xfrm>
              <a:off x="5232775" y="2744525"/>
              <a:ext cx="121475" cy="160450"/>
            </a:xfrm>
            <a:custGeom>
              <a:rect b="b" l="l" r="r" t="t"/>
              <a:pathLst>
                <a:path extrusionOk="0" h="6418" w="4859">
                  <a:moveTo>
                    <a:pt x="1" y="0"/>
                  </a:moveTo>
                  <a:lnTo>
                    <a:pt x="1" y="6418"/>
                  </a:lnTo>
                  <a:lnTo>
                    <a:pt x="834" y="6418"/>
                  </a:lnTo>
                  <a:cubicBezTo>
                    <a:pt x="834" y="5536"/>
                    <a:pt x="1549" y="4810"/>
                    <a:pt x="2442" y="4810"/>
                  </a:cubicBezTo>
                  <a:cubicBezTo>
                    <a:pt x="3323" y="4810"/>
                    <a:pt x="4049" y="5525"/>
                    <a:pt x="4049" y="6418"/>
                  </a:cubicBezTo>
                  <a:lnTo>
                    <a:pt x="4859" y="6418"/>
                  </a:lnTo>
                  <a:lnTo>
                    <a:pt x="4859" y="3203"/>
                  </a:lnTo>
                  <a:lnTo>
                    <a:pt x="1644" y="3203"/>
                  </a:lnTo>
                  <a:lnTo>
                    <a:pt x="164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127"/>
            <p:cNvSpPr/>
            <p:nvPr/>
          </p:nvSpPr>
          <p:spPr>
            <a:xfrm>
              <a:off x="5072350" y="2885000"/>
              <a:ext cx="40200" cy="40225"/>
            </a:xfrm>
            <a:custGeom>
              <a:rect b="b" l="l" r="r" t="t"/>
              <a:pathLst>
                <a:path extrusionOk="0" h="1609" w="1608">
                  <a:moveTo>
                    <a:pt x="810" y="1"/>
                  </a:moveTo>
                  <a:cubicBezTo>
                    <a:pt x="358" y="1"/>
                    <a:pt x="0" y="358"/>
                    <a:pt x="0" y="799"/>
                  </a:cubicBezTo>
                  <a:cubicBezTo>
                    <a:pt x="0" y="1239"/>
                    <a:pt x="358" y="1608"/>
                    <a:pt x="810" y="1608"/>
                  </a:cubicBezTo>
                  <a:cubicBezTo>
                    <a:pt x="1251" y="1608"/>
                    <a:pt x="1608" y="1239"/>
                    <a:pt x="1608" y="799"/>
                  </a:cubicBezTo>
                  <a:cubicBezTo>
                    <a:pt x="1608" y="358"/>
                    <a:pt x="1251" y="1"/>
                    <a:pt x="8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27"/>
            <p:cNvSpPr/>
            <p:nvPr/>
          </p:nvSpPr>
          <p:spPr>
            <a:xfrm>
              <a:off x="5112525" y="2885000"/>
              <a:ext cx="40225" cy="40225"/>
            </a:xfrm>
            <a:custGeom>
              <a:rect b="b" l="l" r="r" t="t"/>
              <a:pathLst>
                <a:path extrusionOk="0" h="1609" w="1609">
                  <a:moveTo>
                    <a:pt x="810" y="1"/>
                  </a:moveTo>
                  <a:cubicBezTo>
                    <a:pt x="358" y="1"/>
                    <a:pt x="1" y="358"/>
                    <a:pt x="1" y="799"/>
                  </a:cubicBezTo>
                  <a:cubicBezTo>
                    <a:pt x="1" y="1239"/>
                    <a:pt x="358" y="1608"/>
                    <a:pt x="810" y="1608"/>
                  </a:cubicBezTo>
                  <a:cubicBezTo>
                    <a:pt x="1251" y="1608"/>
                    <a:pt x="1608" y="1239"/>
                    <a:pt x="1608" y="799"/>
                  </a:cubicBezTo>
                  <a:cubicBezTo>
                    <a:pt x="1608" y="358"/>
                    <a:pt x="1251" y="1"/>
                    <a:pt x="8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27"/>
            <p:cNvSpPr/>
            <p:nvPr/>
          </p:nvSpPr>
          <p:spPr>
            <a:xfrm>
              <a:off x="5273850" y="2885000"/>
              <a:ext cx="40225" cy="40225"/>
            </a:xfrm>
            <a:custGeom>
              <a:rect b="b" l="l" r="r" t="t"/>
              <a:pathLst>
                <a:path extrusionOk="0" h="1609" w="1609">
                  <a:moveTo>
                    <a:pt x="799" y="1"/>
                  </a:moveTo>
                  <a:cubicBezTo>
                    <a:pt x="358" y="1"/>
                    <a:pt x="1" y="358"/>
                    <a:pt x="1" y="799"/>
                  </a:cubicBezTo>
                  <a:cubicBezTo>
                    <a:pt x="1" y="1239"/>
                    <a:pt x="358" y="1608"/>
                    <a:pt x="799" y="1608"/>
                  </a:cubicBezTo>
                  <a:cubicBezTo>
                    <a:pt x="1239" y="1608"/>
                    <a:pt x="1608" y="1239"/>
                    <a:pt x="1608" y="799"/>
                  </a:cubicBezTo>
                  <a:cubicBezTo>
                    <a:pt x="1608" y="358"/>
                    <a:pt x="1239" y="1"/>
                    <a:pt x="7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127"/>
          <p:cNvGrpSpPr/>
          <p:nvPr/>
        </p:nvGrpSpPr>
        <p:grpSpPr>
          <a:xfrm>
            <a:off x="5393897" y="1804801"/>
            <a:ext cx="439561" cy="438440"/>
            <a:chOff x="3341475" y="2634075"/>
            <a:chExt cx="342925" cy="342050"/>
          </a:xfrm>
        </p:grpSpPr>
        <p:sp>
          <p:nvSpPr>
            <p:cNvPr id="8010" name="Google Shape;8010;p127"/>
            <p:cNvSpPr/>
            <p:nvPr/>
          </p:nvSpPr>
          <p:spPr>
            <a:xfrm>
              <a:off x="3341475" y="2634075"/>
              <a:ext cx="242025" cy="260475"/>
            </a:xfrm>
            <a:custGeom>
              <a:rect b="b" l="l" r="r" t="t"/>
              <a:pathLst>
                <a:path extrusionOk="0" h="10419" w="9681">
                  <a:moveTo>
                    <a:pt x="4835" y="1"/>
                  </a:moveTo>
                  <a:cubicBezTo>
                    <a:pt x="3608" y="1"/>
                    <a:pt x="2572" y="941"/>
                    <a:pt x="2453" y="2180"/>
                  </a:cubicBezTo>
                  <a:lnTo>
                    <a:pt x="2429" y="2430"/>
                  </a:lnTo>
                  <a:cubicBezTo>
                    <a:pt x="2358" y="2489"/>
                    <a:pt x="810" y="2787"/>
                    <a:pt x="810" y="4406"/>
                  </a:cubicBezTo>
                  <a:cubicBezTo>
                    <a:pt x="810" y="5192"/>
                    <a:pt x="1239" y="5633"/>
                    <a:pt x="1346" y="5823"/>
                  </a:cubicBezTo>
                  <a:cubicBezTo>
                    <a:pt x="1263" y="5894"/>
                    <a:pt x="1" y="6549"/>
                    <a:pt x="1" y="8038"/>
                  </a:cubicBezTo>
                  <a:cubicBezTo>
                    <a:pt x="1" y="9359"/>
                    <a:pt x="1108" y="10419"/>
                    <a:pt x="2429" y="10419"/>
                  </a:cubicBezTo>
                  <a:lnTo>
                    <a:pt x="7240" y="10419"/>
                  </a:lnTo>
                  <a:cubicBezTo>
                    <a:pt x="8561" y="10419"/>
                    <a:pt x="9645" y="9335"/>
                    <a:pt x="9645" y="8002"/>
                  </a:cubicBezTo>
                  <a:cubicBezTo>
                    <a:pt x="9680" y="6502"/>
                    <a:pt x="8430" y="5906"/>
                    <a:pt x="8323" y="5823"/>
                  </a:cubicBezTo>
                  <a:cubicBezTo>
                    <a:pt x="8430" y="5609"/>
                    <a:pt x="8859" y="5192"/>
                    <a:pt x="8859" y="4406"/>
                  </a:cubicBezTo>
                  <a:cubicBezTo>
                    <a:pt x="8859" y="2787"/>
                    <a:pt x="7359" y="2489"/>
                    <a:pt x="7263" y="2430"/>
                  </a:cubicBezTo>
                  <a:cubicBezTo>
                    <a:pt x="7263" y="2370"/>
                    <a:pt x="7251" y="2215"/>
                    <a:pt x="7240" y="2180"/>
                  </a:cubicBezTo>
                  <a:cubicBezTo>
                    <a:pt x="7121" y="941"/>
                    <a:pt x="6085" y="1"/>
                    <a:pt x="48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27"/>
            <p:cNvSpPr/>
            <p:nvPr/>
          </p:nvSpPr>
          <p:spPr>
            <a:xfrm>
              <a:off x="3526925" y="2634075"/>
              <a:ext cx="157475" cy="260475"/>
            </a:xfrm>
            <a:custGeom>
              <a:rect b="b" l="l" r="r" t="t"/>
              <a:pathLst>
                <a:path extrusionOk="0" h="10419" w="6299">
                  <a:moveTo>
                    <a:pt x="1441" y="1"/>
                  </a:moveTo>
                  <a:cubicBezTo>
                    <a:pt x="905" y="1"/>
                    <a:pt x="405" y="191"/>
                    <a:pt x="0" y="489"/>
                  </a:cubicBezTo>
                  <a:cubicBezTo>
                    <a:pt x="298" y="894"/>
                    <a:pt x="500" y="1358"/>
                    <a:pt x="595" y="1858"/>
                  </a:cubicBezTo>
                  <a:cubicBezTo>
                    <a:pt x="2024" y="2537"/>
                    <a:pt x="2250" y="3728"/>
                    <a:pt x="2250" y="4406"/>
                  </a:cubicBezTo>
                  <a:cubicBezTo>
                    <a:pt x="2250" y="4930"/>
                    <a:pt x="2108" y="5335"/>
                    <a:pt x="1965" y="5633"/>
                  </a:cubicBezTo>
                  <a:cubicBezTo>
                    <a:pt x="2691" y="6287"/>
                    <a:pt x="3048" y="7073"/>
                    <a:pt x="3048" y="8014"/>
                  </a:cubicBezTo>
                  <a:cubicBezTo>
                    <a:pt x="3048" y="8978"/>
                    <a:pt x="2620" y="9824"/>
                    <a:pt x="1953" y="10419"/>
                  </a:cubicBezTo>
                  <a:lnTo>
                    <a:pt x="3858" y="10419"/>
                  </a:lnTo>
                  <a:cubicBezTo>
                    <a:pt x="5179" y="10419"/>
                    <a:pt x="6275" y="9335"/>
                    <a:pt x="6275" y="8014"/>
                  </a:cubicBezTo>
                  <a:cubicBezTo>
                    <a:pt x="6299" y="6502"/>
                    <a:pt x="5048" y="5906"/>
                    <a:pt x="4953" y="5823"/>
                  </a:cubicBezTo>
                  <a:cubicBezTo>
                    <a:pt x="5060" y="5609"/>
                    <a:pt x="5489" y="5192"/>
                    <a:pt x="5489" y="4406"/>
                  </a:cubicBezTo>
                  <a:cubicBezTo>
                    <a:pt x="5489" y="2787"/>
                    <a:pt x="3953" y="2489"/>
                    <a:pt x="3870" y="2430"/>
                  </a:cubicBezTo>
                  <a:cubicBezTo>
                    <a:pt x="3870" y="2370"/>
                    <a:pt x="3858" y="2215"/>
                    <a:pt x="3834" y="2180"/>
                  </a:cubicBezTo>
                  <a:cubicBezTo>
                    <a:pt x="3715" y="941"/>
                    <a:pt x="2691" y="1"/>
                    <a:pt x="14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27"/>
            <p:cNvSpPr/>
            <p:nvPr/>
          </p:nvSpPr>
          <p:spPr>
            <a:xfrm>
              <a:off x="3403100" y="2914175"/>
              <a:ext cx="240225" cy="61950"/>
            </a:xfrm>
            <a:custGeom>
              <a:rect b="b" l="l" r="r" t="t"/>
              <a:pathLst>
                <a:path extrusionOk="0" h="2478" w="9609">
                  <a:moveTo>
                    <a:pt x="1608" y="1"/>
                  </a:moveTo>
                  <a:lnTo>
                    <a:pt x="1608" y="1668"/>
                  </a:lnTo>
                  <a:lnTo>
                    <a:pt x="0" y="1668"/>
                  </a:lnTo>
                  <a:lnTo>
                    <a:pt x="0" y="2477"/>
                  </a:lnTo>
                  <a:lnTo>
                    <a:pt x="9609" y="2477"/>
                  </a:lnTo>
                  <a:lnTo>
                    <a:pt x="9609" y="1668"/>
                  </a:lnTo>
                  <a:lnTo>
                    <a:pt x="8013" y="1668"/>
                  </a:lnTo>
                  <a:lnTo>
                    <a:pt x="8013" y="1"/>
                  </a:lnTo>
                  <a:lnTo>
                    <a:pt x="6406" y="1"/>
                  </a:lnTo>
                  <a:lnTo>
                    <a:pt x="6406" y="1668"/>
                  </a:lnTo>
                  <a:lnTo>
                    <a:pt x="3191" y="1668"/>
                  </a:lnTo>
                  <a:lnTo>
                    <a:pt x="319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16" name="Shape 8016"/>
        <p:cNvGrpSpPr/>
        <p:nvPr/>
      </p:nvGrpSpPr>
      <p:grpSpPr>
        <a:xfrm>
          <a:off x="0" y="0"/>
          <a:ext cx="0" cy="0"/>
          <a:chOff x="0" y="0"/>
          <a:chExt cx="0" cy="0"/>
        </a:xfrm>
      </p:grpSpPr>
      <p:sp>
        <p:nvSpPr>
          <p:cNvPr id="8017" name="Google Shape;8017;p128"/>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8018" name="Google Shape;8018;p128"/>
          <p:cNvSpPr txBox="1"/>
          <p:nvPr>
            <p:ph idx="1" type="body"/>
          </p:nvPr>
        </p:nvSpPr>
        <p:spPr>
          <a:xfrm>
            <a:off x="713275" y="1152475"/>
            <a:ext cx="7717500" cy="345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a:t>PHOTOS</a:t>
            </a:r>
            <a:endParaRPr b="1"/>
          </a:p>
          <a:p>
            <a:pPr indent="-304800" lvl="0" marL="457200" rtl="0" algn="l">
              <a:spcBef>
                <a:spcPts val="0"/>
              </a:spcBef>
              <a:spcAft>
                <a:spcPts val="0"/>
              </a:spcAft>
              <a:buSzPts val="1200"/>
              <a:buChar char="●"/>
            </a:pPr>
            <a:r>
              <a:rPr lang="en">
                <a:solidFill>
                  <a:schemeClr val="hlink"/>
                </a:solidFill>
                <a:uFill>
                  <a:noFill/>
                </a:uFill>
                <a:hlinkClick r:id="rId3"/>
              </a:rPr>
              <a:t>Reusable plastic bottle with flowers</a:t>
            </a:r>
            <a:endParaRPr/>
          </a:p>
          <a:p>
            <a:pPr indent="-304800" lvl="0" marL="457200" rtl="0" algn="l">
              <a:spcBef>
                <a:spcPts val="0"/>
              </a:spcBef>
              <a:spcAft>
                <a:spcPts val="0"/>
              </a:spcAft>
              <a:buSzPts val="1200"/>
              <a:buChar char="●"/>
            </a:pPr>
            <a:r>
              <a:rPr lang="en">
                <a:solidFill>
                  <a:schemeClr val="hlink"/>
                </a:solidFill>
                <a:uFill>
                  <a:noFill/>
                </a:uFill>
                <a:hlinkClick r:id="rId4"/>
              </a:rPr>
              <a:t>Close up woman planted flower in plastic bottle</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a:t>VECTORS</a:t>
            </a:r>
            <a:endParaRPr b="1"/>
          </a:p>
          <a:p>
            <a:pPr indent="-304800" lvl="0" marL="457200" rtl="0" algn="l">
              <a:spcBef>
                <a:spcPts val="0"/>
              </a:spcBef>
              <a:spcAft>
                <a:spcPts val="0"/>
              </a:spcAft>
              <a:buSzPts val="1200"/>
              <a:buChar char="●"/>
            </a:pPr>
            <a:r>
              <a:rPr lang="en">
                <a:solidFill>
                  <a:schemeClr val="hlink"/>
                </a:solidFill>
                <a:uFill>
                  <a:noFill/>
                </a:uFill>
                <a:hlinkClick r:id="rId5"/>
              </a:rPr>
              <a:t>Reuse gardening at the city</a:t>
            </a:r>
            <a:endParaRPr/>
          </a:p>
          <a:p>
            <a:pPr indent="-304800" lvl="0" marL="457200" rtl="0" algn="l">
              <a:spcBef>
                <a:spcPts val="0"/>
              </a:spcBef>
              <a:spcAft>
                <a:spcPts val="0"/>
              </a:spcAft>
              <a:buSzPts val="1200"/>
              <a:buChar char="●"/>
            </a:pPr>
            <a:r>
              <a:rPr lang="en">
                <a:solidFill>
                  <a:schemeClr val="hlink"/>
                </a:solidFill>
                <a:uFill>
                  <a:noFill/>
                </a:uFill>
                <a:hlinkClick r:id="rId6"/>
              </a:rPr>
              <a:t>Flat recycling landing page template</a:t>
            </a:r>
            <a:endParaRPr/>
          </a:p>
          <a:p>
            <a:pPr indent="-304800" lvl="0" marL="457200" rtl="0" algn="l">
              <a:spcBef>
                <a:spcPts val="0"/>
              </a:spcBef>
              <a:spcAft>
                <a:spcPts val="0"/>
              </a:spcAft>
              <a:buSzPts val="1200"/>
              <a:buChar char="●"/>
            </a:pPr>
            <a:r>
              <a:rPr lang="en">
                <a:solidFill>
                  <a:schemeClr val="hlink"/>
                </a:solidFill>
                <a:uFill>
                  <a:noFill/>
                </a:uFill>
                <a:hlinkClick r:id="rId7"/>
              </a:rPr>
              <a:t>Save the planet concept with people taking care of the earth</a:t>
            </a:r>
            <a:endParaRPr/>
          </a:p>
          <a:p>
            <a:pPr indent="-304800" lvl="0" marL="457200" rtl="0" algn="l">
              <a:spcBef>
                <a:spcPts val="0"/>
              </a:spcBef>
              <a:spcAft>
                <a:spcPts val="0"/>
              </a:spcAft>
              <a:buSzPts val="1200"/>
              <a:buChar char="●"/>
            </a:pPr>
            <a:r>
              <a:rPr lang="en">
                <a:solidFill>
                  <a:schemeClr val="hlink"/>
                </a:solidFill>
                <a:uFill>
                  <a:noFill/>
                </a:uFill>
                <a:hlinkClick r:id="rId8"/>
              </a:rPr>
              <a:t>Organic flat design flowers collection</a:t>
            </a:r>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22" name="Shape 8022"/>
        <p:cNvGrpSpPr/>
        <p:nvPr/>
      </p:nvGrpSpPr>
      <p:grpSpPr>
        <a:xfrm>
          <a:off x="0" y="0"/>
          <a:ext cx="0" cy="0"/>
          <a:chOff x="0" y="0"/>
          <a:chExt cx="0" cy="0"/>
        </a:xfrm>
      </p:grpSpPr>
      <p:sp>
        <p:nvSpPr>
          <p:cNvPr id="8023" name="Google Shape;8023;p129"/>
          <p:cNvSpPr txBox="1"/>
          <p:nvPr>
            <p:ph type="title"/>
          </p:nvPr>
        </p:nvSpPr>
        <p:spPr>
          <a:xfrm>
            <a:off x="71327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8024" name="Google Shape;8024;p129"/>
          <p:cNvSpPr txBox="1"/>
          <p:nvPr>
            <p:ph idx="2" type="body"/>
          </p:nvPr>
        </p:nvSpPr>
        <p:spPr>
          <a:xfrm>
            <a:off x="4643400" y="1152475"/>
            <a:ext cx="3771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VECTORS</a:t>
            </a:r>
            <a:endParaRPr b="1"/>
          </a:p>
          <a:p>
            <a:pPr indent="-311150" lvl="0" marL="457200" rtl="0" algn="l">
              <a:spcBef>
                <a:spcPts val="0"/>
              </a:spcBef>
              <a:spcAft>
                <a:spcPts val="0"/>
              </a:spcAft>
              <a:buSzPts val="1300"/>
              <a:buChar char="●"/>
            </a:pPr>
            <a:r>
              <a:rPr lang="en">
                <a:solidFill>
                  <a:schemeClr val="hlink"/>
                </a:solidFill>
                <a:uFill>
                  <a:noFill/>
                </a:uFill>
                <a:hlinkClick r:id="rId3"/>
              </a:rPr>
              <a:t>Leaves frame background with quote</a:t>
            </a:r>
            <a:endParaRPr/>
          </a:p>
          <a:p>
            <a:pPr indent="-311150" lvl="0" marL="457200" rtl="0" algn="l">
              <a:spcBef>
                <a:spcPts val="0"/>
              </a:spcBef>
              <a:spcAft>
                <a:spcPts val="0"/>
              </a:spcAft>
              <a:buSzPts val="1300"/>
              <a:buChar char="●"/>
            </a:pPr>
            <a:r>
              <a:rPr lang="en">
                <a:solidFill>
                  <a:schemeClr val="hlink"/>
                </a:solidFill>
                <a:uFill>
                  <a:noFill/>
                </a:uFill>
                <a:hlinkClick r:id="rId4"/>
              </a:rPr>
              <a:t>People helping the planet and recycle</a:t>
            </a:r>
            <a:endParaRPr/>
          </a:p>
          <a:p>
            <a:pPr indent="-311150" lvl="0" marL="457200" rtl="0" algn="l">
              <a:spcBef>
                <a:spcPts val="0"/>
              </a:spcBef>
              <a:spcAft>
                <a:spcPts val="0"/>
              </a:spcAft>
              <a:buSzPts val="1300"/>
              <a:buChar char="●"/>
            </a:pPr>
            <a:r>
              <a:rPr lang="en">
                <a:solidFill>
                  <a:schemeClr val="hlink"/>
                </a:solidFill>
                <a:uFill>
                  <a:noFill/>
                </a:uFill>
                <a:hlinkClick r:id="rId5"/>
              </a:rPr>
              <a:t>Ecology concept background flat style</a:t>
            </a:r>
            <a:endParaRPr/>
          </a:p>
          <a:p>
            <a:pPr indent="-311150" lvl="0" marL="457200" rtl="0" algn="l">
              <a:spcBef>
                <a:spcPts val="0"/>
              </a:spcBef>
              <a:spcAft>
                <a:spcPts val="0"/>
              </a:spcAft>
              <a:buSzPts val="1300"/>
              <a:buChar char="●"/>
            </a:pPr>
            <a:r>
              <a:rPr lang="en">
                <a:solidFill>
                  <a:schemeClr val="hlink"/>
                </a:solidFill>
                <a:uFill>
                  <a:noFill/>
                </a:uFill>
                <a:hlinkClick r:id="rId6"/>
              </a:rPr>
              <a:t>People recycling with trash and bin</a:t>
            </a:r>
            <a:endParaRPr/>
          </a:p>
          <a:p>
            <a:pPr indent="-311150" lvl="0" marL="457200" rtl="0" algn="l">
              <a:spcBef>
                <a:spcPts val="0"/>
              </a:spcBef>
              <a:spcAft>
                <a:spcPts val="0"/>
              </a:spcAft>
              <a:buSzPts val="1300"/>
              <a:buChar char="●"/>
            </a:pPr>
            <a:r>
              <a:rPr lang="en">
                <a:solidFill>
                  <a:schemeClr val="hlink"/>
                </a:solidFill>
                <a:uFill>
                  <a:noFill/>
                </a:uFill>
                <a:hlinkClick r:id="rId7"/>
              </a:rPr>
              <a:t>Flat style green leaves collection</a:t>
            </a:r>
            <a:endParaRPr/>
          </a:p>
          <a:p>
            <a:pPr indent="-311150" lvl="0" marL="457200" rtl="0" algn="l">
              <a:spcBef>
                <a:spcPts val="0"/>
              </a:spcBef>
              <a:spcAft>
                <a:spcPts val="0"/>
              </a:spcAft>
              <a:buSzPts val="1300"/>
              <a:buChar char="●"/>
            </a:pPr>
            <a:r>
              <a:rPr lang="en">
                <a:solidFill>
                  <a:schemeClr val="hlink"/>
                </a:solidFill>
                <a:uFill>
                  <a:noFill/>
                </a:uFill>
                <a:hlinkClick r:id="rId8"/>
              </a:rPr>
              <a:t>Save the planet concept illustration with people and globe</a:t>
            </a:r>
            <a:endParaRPr/>
          </a:p>
          <a:p>
            <a:pPr indent="0" lvl="0" marL="0" rtl="0" algn="l">
              <a:spcBef>
                <a:spcPts val="0"/>
              </a:spcBef>
              <a:spcAft>
                <a:spcPts val="0"/>
              </a:spcAft>
              <a:buNone/>
            </a:pPr>
            <a:r>
              <a:t/>
            </a:r>
            <a:endParaRPr/>
          </a:p>
          <a:p>
            <a:pPr indent="0" lvl="0" marL="0" rtl="0" algn="l">
              <a:spcBef>
                <a:spcPts val="0"/>
              </a:spcBef>
              <a:spcAft>
                <a:spcPts val="0"/>
              </a:spcAft>
              <a:buClr>
                <a:schemeClr val="dk1"/>
              </a:buClr>
              <a:buSzPts val="1100"/>
              <a:buFont typeface="Arial"/>
              <a:buNone/>
            </a:pPr>
            <a:r>
              <a:rPr b="1" lang="en"/>
              <a:t>ICON PACK</a:t>
            </a:r>
            <a:endParaRPr b="1"/>
          </a:p>
          <a:p>
            <a:pPr indent="-311150" lvl="0" marL="457200" rtl="0" algn="l">
              <a:spcBef>
                <a:spcPts val="0"/>
              </a:spcBef>
              <a:spcAft>
                <a:spcPts val="0"/>
              </a:spcAft>
              <a:buSzPts val="1300"/>
              <a:buChar char="●"/>
            </a:pPr>
            <a:r>
              <a:rPr lang="en">
                <a:uFill>
                  <a:noFill/>
                </a:uFill>
                <a:hlinkClick r:id="rId9"/>
              </a:rPr>
              <a:t>Recycling icon pack</a:t>
            </a:r>
            <a:endParaRPr/>
          </a:p>
          <a:p>
            <a:pPr indent="0" lvl="0" marL="0" rtl="0" algn="l">
              <a:spcBef>
                <a:spcPts val="0"/>
              </a:spcBef>
              <a:spcAft>
                <a:spcPts val="0"/>
              </a:spcAft>
              <a:buNone/>
            </a:pPr>
            <a:r>
              <a:t/>
            </a:r>
            <a:endParaRPr/>
          </a:p>
        </p:txBody>
      </p:sp>
      <p:sp>
        <p:nvSpPr>
          <p:cNvPr id="8025" name="Google Shape;8025;p129"/>
          <p:cNvSpPr txBox="1"/>
          <p:nvPr>
            <p:ph idx="1" type="body"/>
          </p:nvPr>
        </p:nvSpPr>
        <p:spPr>
          <a:xfrm>
            <a:off x="713275" y="1152475"/>
            <a:ext cx="3771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Clr>
                <a:schemeClr val="dk1"/>
              </a:buClr>
              <a:buSzPts val="1100"/>
              <a:buFont typeface="Arial"/>
              <a:buNone/>
            </a:pPr>
            <a:r>
              <a:rPr b="1" lang="en"/>
              <a:t>PHOTOS</a:t>
            </a:r>
            <a:endParaRPr b="1"/>
          </a:p>
          <a:p>
            <a:pPr indent="-311150" lvl="0" marL="457200" rtl="0" algn="l">
              <a:spcBef>
                <a:spcPts val="0"/>
              </a:spcBef>
              <a:spcAft>
                <a:spcPts val="0"/>
              </a:spcAft>
              <a:buSzPts val="1300"/>
              <a:buChar char="●"/>
            </a:pPr>
            <a:r>
              <a:rPr lang="en">
                <a:uFill>
                  <a:noFill/>
                </a:uFill>
                <a:hlinkClick r:id="rId10"/>
              </a:rPr>
              <a:t>Person doing selective recycle of garbage</a:t>
            </a:r>
            <a:endParaRPr/>
          </a:p>
          <a:p>
            <a:pPr indent="-311150" lvl="0" marL="457200" rtl="0" algn="l">
              <a:spcBef>
                <a:spcPts val="0"/>
              </a:spcBef>
              <a:spcAft>
                <a:spcPts val="0"/>
              </a:spcAft>
              <a:buSzPts val="1300"/>
              <a:buChar char="●"/>
            </a:pPr>
            <a:r>
              <a:rPr lang="en">
                <a:uFill>
                  <a:noFill/>
                </a:uFill>
                <a:hlinkClick r:id="rId11"/>
              </a:rPr>
              <a:t>People cleaning garbage from nature</a:t>
            </a:r>
            <a:endParaRPr/>
          </a:p>
          <a:p>
            <a:pPr indent="-311150" lvl="0" marL="457200" rtl="0" algn="l">
              <a:spcBef>
                <a:spcPts val="0"/>
              </a:spcBef>
              <a:spcAft>
                <a:spcPts val="0"/>
              </a:spcAft>
              <a:buSzPts val="1300"/>
              <a:buChar char="●"/>
            </a:pPr>
            <a:r>
              <a:rPr lang="en">
                <a:uFill>
                  <a:noFill/>
                </a:uFill>
                <a:hlinkClick r:id="rId12"/>
              </a:rPr>
              <a:t>Young smiley woman working in a greenhouse</a:t>
            </a:r>
            <a:endParaRPr/>
          </a:p>
          <a:p>
            <a:pPr indent="-311150" lvl="0" marL="457200" rtl="0" algn="l">
              <a:spcBef>
                <a:spcPts val="0"/>
              </a:spcBef>
              <a:spcAft>
                <a:spcPts val="0"/>
              </a:spcAft>
              <a:buSzPts val="1300"/>
              <a:buChar char="●"/>
            </a:pPr>
            <a:r>
              <a:rPr lang="en">
                <a:uFill>
                  <a:noFill/>
                </a:uFill>
                <a:hlinkClick r:id="rId13"/>
              </a:rPr>
              <a:t>Senior man harvesting fresh juicy oranges in the garden</a:t>
            </a:r>
            <a:endParaRPr/>
          </a:p>
          <a:p>
            <a:pPr indent="-311150" lvl="0" marL="457200" rtl="0" algn="l">
              <a:spcBef>
                <a:spcPts val="0"/>
              </a:spcBef>
              <a:spcAft>
                <a:spcPts val="0"/>
              </a:spcAft>
              <a:buSzPts val="1300"/>
              <a:buChar char="●"/>
            </a:pPr>
            <a:r>
              <a:rPr lang="en">
                <a:uFill>
                  <a:noFill/>
                </a:uFill>
                <a:hlinkClick r:id="rId14"/>
              </a:rPr>
              <a:t>Senior man cultivating oranges</a:t>
            </a:r>
            <a:endParaRPr/>
          </a:p>
          <a:p>
            <a:pPr indent="-311150" lvl="0" marL="457200" rtl="0" algn="l">
              <a:spcBef>
                <a:spcPts val="0"/>
              </a:spcBef>
              <a:spcAft>
                <a:spcPts val="0"/>
              </a:spcAft>
              <a:buSzPts val="1300"/>
              <a:buChar char="●"/>
            </a:pPr>
            <a:r>
              <a:rPr lang="en">
                <a:uFill>
                  <a:noFill/>
                </a:uFill>
                <a:hlinkClick r:id="rId15"/>
              </a:rPr>
              <a:t>Elder woman </a:t>
            </a:r>
            <a:r>
              <a:rPr lang="en">
                <a:uFill>
                  <a:noFill/>
                </a:uFill>
                <a:hlinkClick r:id="rId16"/>
              </a:rPr>
              <a:t>posing</a:t>
            </a:r>
            <a:r>
              <a:rPr lang="en">
                <a:uFill>
                  <a:noFill/>
                </a:uFill>
                <a:hlinkClick r:id="rId17"/>
              </a:rPr>
              <a:t> next to a plant in her garden</a:t>
            </a:r>
            <a:endParaRPr/>
          </a:p>
          <a:p>
            <a:pPr indent="-317500" lvl="0" marL="457200" rtl="0" algn="l">
              <a:spcBef>
                <a:spcPts val="0"/>
              </a:spcBef>
              <a:spcAft>
                <a:spcPts val="0"/>
              </a:spcAft>
              <a:buSzPts val="1400"/>
              <a:buChar char="●"/>
            </a:pPr>
            <a:r>
              <a:rPr lang="en">
                <a:solidFill>
                  <a:schemeClr val="hlink"/>
                </a:solidFill>
                <a:uFill>
                  <a:noFill/>
                </a:uFill>
                <a:hlinkClick r:id="rId18"/>
              </a:rPr>
              <a:t>Female farmer working in a greenhouse</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1200"/>
              </a:spcAft>
              <a:buNone/>
            </a:pPr>
            <a:r>
              <a:t/>
            </a:r>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29" name="Shape 8029"/>
        <p:cNvGrpSpPr/>
        <p:nvPr/>
      </p:nvGrpSpPr>
      <p:grpSpPr>
        <a:xfrm>
          <a:off x="0" y="0"/>
          <a:ext cx="0" cy="0"/>
          <a:chOff x="0" y="0"/>
          <a:chExt cx="0" cy="0"/>
        </a:xfrm>
      </p:grpSpPr>
      <p:sp>
        <p:nvSpPr>
          <p:cNvPr id="8030" name="Google Shape;8030;p13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8031" name="Google Shape;8031;p130"/>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032" name="Google Shape;8032;p130"/>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36" name="Shape 8036"/>
        <p:cNvGrpSpPr/>
        <p:nvPr/>
      </p:nvGrpSpPr>
      <p:grpSpPr>
        <a:xfrm>
          <a:off x="0" y="0"/>
          <a:ext cx="0" cy="0"/>
          <a:chOff x="0" y="0"/>
          <a:chExt cx="0" cy="0"/>
        </a:xfrm>
      </p:grpSpPr>
      <p:sp>
        <p:nvSpPr>
          <p:cNvPr id="8037" name="Google Shape;8037;p131"/>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lang="en" sz="1100">
                <a:solidFill>
                  <a:schemeClr val="lt1"/>
                </a:solidFill>
              </a:rPr>
              <a:t> or keeping the "Thanks" 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8038" name="Google Shape;8038;p131"/>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 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8039" name="Google Shape;8039;p13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43" name="Shape 8043"/>
        <p:cNvGrpSpPr/>
        <p:nvPr/>
      </p:nvGrpSpPr>
      <p:grpSpPr>
        <a:xfrm>
          <a:off x="0" y="0"/>
          <a:ext cx="0" cy="0"/>
          <a:chOff x="0" y="0"/>
          <a:chExt cx="0" cy="0"/>
        </a:xfrm>
      </p:grpSpPr>
      <p:sp>
        <p:nvSpPr>
          <p:cNvPr id="8044" name="Google Shape;8044;p132"/>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8045" name="Google Shape;8045;p132"/>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chemeClr val="lt1"/>
                </a:solidFill>
              </a:rPr>
              <a:t>Londrina Solid</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a:t>
            </a:r>
            <a:r>
              <a:rPr lang="en" sz="1100">
                <a:solidFill>
                  <a:schemeClr val="lt1"/>
                </a:solidFill>
                <a:uFill>
                  <a:noFill/>
                </a:uFill>
                <a:hlinkClick r:id="rId4">
                  <a:extLst>
                    <a:ext uri="{A12FA001-AC4F-418D-AE19-62706E023703}">
                      <ahyp:hlinkClr val="tx"/>
                    </a:ext>
                  </a:extLst>
                </a:hlinkClick>
              </a:rPr>
              <a:t>Londrina+Solid</a:t>
            </a:r>
            <a:r>
              <a:rPr lang="en" sz="1100">
                <a:solidFill>
                  <a:schemeClr val="lt1"/>
                </a:solidFill>
              </a:rPr>
              <a:t>)</a:t>
            </a:r>
            <a:endParaRPr sz="1100">
              <a:solidFill>
                <a:schemeClr val="lt1"/>
              </a:solidFill>
            </a:endParaRPr>
          </a:p>
          <a:p>
            <a:pPr indent="0" lvl="0" marL="0" rtl="0" algn="ctr">
              <a:lnSpc>
                <a:spcPct val="115000"/>
              </a:lnSpc>
              <a:spcBef>
                <a:spcPts val="0"/>
              </a:spcBef>
              <a:spcAft>
                <a:spcPts val="0"/>
              </a:spcAft>
              <a:buNone/>
            </a:pPr>
            <a:r>
              <a:t/>
            </a:r>
            <a:endParaRPr sz="800">
              <a:solidFill>
                <a:schemeClr val="lt1"/>
              </a:solidFill>
            </a:endParaRPr>
          </a:p>
          <a:p>
            <a:pPr indent="0" lvl="0" marL="0" rtl="0" algn="ctr">
              <a:lnSpc>
                <a:spcPct val="115000"/>
              </a:lnSpc>
              <a:spcBef>
                <a:spcPts val="0"/>
              </a:spcBef>
              <a:spcAft>
                <a:spcPts val="0"/>
              </a:spcAft>
              <a:buNone/>
            </a:pPr>
            <a:r>
              <a:rPr b="1" lang="en" sz="1100">
                <a:solidFill>
                  <a:schemeClr val="lt1"/>
                </a:solidFill>
              </a:rPr>
              <a:t>Hind</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5">
                  <a:extLst>
                    <a:ext uri="{A12FA001-AC4F-418D-AE19-62706E023703}">
                      <ahyp:hlinkClr val="tx"/>
                    </a:ext>
                  </a:extLst>
                </a:hlinkClick>
              </a:rPr>
              <a:t>https://fonts.google.com/specimen/Hind</a:t>
            </a:r>
            <a:r>
              <a:rPr lang="en" sz="1100">
                <a:solidFill>
                  <a:schemeClr val="lt1"/>
                </a:solidFill>
              </a:rPr>
              <a:t>)</a:t>
            </a:r>
            <a:endParaRPr sz="1100">
              <a:solidFill>
                <a:schemeClr val="lt1"/>
              </a:solidFill>
            </a:endParaRPr>
          </a:p>
        </p:txBody>
      </p:sp>
      <p:sp>
        <p:nvSpPr>
          <p:cNvPr id="8046" name="Google Shape;8046;p132"/>
          <p:cNvSpPr/>
          <p:nvPr/>
        </p:nvSpPr>
        <p:spPr>
          <a:xfrm>
            <a:off x="2052650" y="2988225"/>
            <a:ext cx="791400" cy="754200"/>
          </a:xfrm>
          <a:prstGeom prst="roundRect">
            <a:avLst>
              <a:gd fmla="val 16667" name="adj"/>
            </a:avLst>
          </a:prstGeom>
          <a:solidFill>
            <a:srgbClr val="E9F7D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32"/>
          <p:cNvSpPr/>
          <p:nvPr/>
        </p:nvSpPr>
        <p:spPr>
          <a:xfrm>
            <a:off x="3114470" y="2988225"/>
            <a:ext cx="791400" cy="754200"/>
          </a:xfrm>
          <a:prstGeom prst="roundRect">
            <a:avLst>
              <a:gd fmla="val 16667" name="adj"/>
            </a:avLst>
          </a:prstGeom>
          <a:solidFill>
            <a:srgbClr val="A6D16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32"/>
          <p:cNvSpPr/>
          <p:nvPr/>
        </p:nvSpPr>
        <p:spPr>
          <a:xfrm>
            <a:off x="4176289" y="2988225"/>
            <a:ext cx="791400" cy="754200"/>
          </a:xfrm>
          <a:prstGeom prst="roundRect">
            <a:avLst>
              <a:gd fmla="val 16667" name="adj"/>
            </a:avLst>
          </a:prstGeom>
          <a:solidFill>
            <a:srgbClr val="75A64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32"/>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#e9f7d7</a:t>
            </a:r>
            <a:endParaRPr sz="1000">
              <a:solidFill>
                <a:schemeClr val="dk1"/>
              </a:solidFill>
            </a:endParaRPr>
          </a:p>
        </p:txBody>
      </p:sp>
      <p:sp>
        <p:nvSpPr>
          <p:cNvPr id="8050" name="Google Shape;8050;p132"/>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#a6d165</a:t>
            </a:r>
            <a:endParaRPr sz="1000">
              <a:solidFill>
                <a:schemeClr val="dk1"/>
              </a:solidFill>
            </a:endParaRPr>
          </a:p>
        </p:txBody>
      </p:sp>
      <p:sp>
        <p:nvSpPr>
          <p:cNvPr id="8051" name="Google Shape;8051;p132"/>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#75a641</a:t>
            </a:r>
            <a:endParaRPr sz="1000">
              <a:solidFill>
                <a:srgbClr val="FFFFFF"/>
              </a:solidFill>
            </a:endParaRPr>
          </a:p>
        </p:txBody>
      </p:sp>
      <p:sp>
        <p:nvSpPr>
          <p:cNvPr id="8052" name="Google Shape;8052;p132"/>
          <p:cNvSpPr/>
          <p:nvPr/>
        </p:nvSpPr>
        <p:spPr>
          <a:xfrm>
            <a:off x="5238125" y="2988225"/>
            <a:ext cx="791400" cy="754200"/>
          </a:xfrm>
          <a:prstGeom prst="roundRect">
            <a:avLst>
              <a:gd fmla="val 16667" name="adj"/>
            </a:avLst>
          </a:prstGeom>
          <a:solidFill>
            <a:srgbClr val="23523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32"/>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#235233</a:t>
            </a:r>
            <a:endParaRPr sz="1000">
              <a:solidFill>
                <a:srgbClr val="FFFFFF"/>
              </a:solidFill>
            </a:endParaRPr>
          </a:p>
        </p:txBody>
      </p:sp>
      <p:sp>
        <p:nvSpPr>
          <p:cNvPr id="8054" name="Google Shape;8054;p132"/>
          <p:cNvSpPr/>
          <p:nvPr/>
        </p:nvSpPr>
        <p:spPr>
          <a:xfrm>
            <a:off x="2583563" y="3919325"/>
            <a:ext cx="791400" cy="754200"/>
          </a:xfrm>
          <a:prstGeom prst="roundRect">
            <a:avLst>
              <a:gd fmla="val 16667" name="adj"/>
            </a:avLst>
          </a:prstGeom>
          <a:solidFill>
            <a:srgbClr val="95604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32"/>
          <p:cNvSpPr/>
          <p:nvPr/>
        </p:nvSpPr>
        <p:spPr>
          <a:xfrm>
            <a:off x="3645382" y="3919325"/>
            <a:ext cx="791400" cy="754200"/>
          </a:xfrm>
          <a:prstGeom prst="roundRect">
            <a:avLst>
              <a:gd fmla="val 16667" name="adj"/>
            </a:avLst>
          </a:prstGeom>
          <a:solidFill>
            <a:srgbClr val="38383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32"/>
          <p:cNvSpPr/>
          <p:nvPr/>
        </p:nvSpPr>
        <p:spPr>
          <a:xfrm>
            <a:off x="4707202" y="3919325"/>
            <a:ext cx="791400" cy="754200"/>
          </a:xfrm>
          <a:prstGeom prst="roundRect">
            <a:avLst>
              <a:gd fmla="val 16667" name="adj"/>
            </a:avLst>
          </a:prstGeom>
          <a:solidFill>
            <a:schemeClr val="dk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32"/>
          <p:cNvSpPr txBox="1"/>
          <p:nvPr/>
        </p:nvSpPr>
        <p:spPr>
          <a:xfrm>
            <a:off x="258356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#95604b</a:t>
            </a:r>
            <a:endParaRPr sz="1000">
              <a:solidFill>
                <a:srgbClr val="FFFFFF"/>
              </a:solidFill>
            </a:endParaRPr>
          </a:p>
        </p:txBody>
      </p:sp>
      <p:sp>
        <p:nvSpPr>
          <p:cNvPr id="8058" name="Google Shape;8058;p132"/>
          <p:cNvSpPr txBox="1"/>
          <p:nvPr/>
        </p:nvSpPr>
        <p:spPr>
          <a:xfrm>
            <a:off x="364538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#383838</a:t>
            </a:r>
            <a:endParaRPr sz="1000">
              <a:solidFill>
                <a:srgbClr val="FFFFFF"/>
              </a:solidFill>
            </a:endParaRPr>
          </a:p>
        </p:txBody>
      </p:sp>
      <p:sp>
        <p:nvSpPr>
          <p:cNvPr id="8059" name="Google Shape;8059;p132"/>
          <p:cNvSpPr txBox="1"/>
          <p:nvPr/>
        </p:nvSpPr>
        <p:spPr>
          <a:xfrm>
            <a:off x="470721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8060" name="Google Shape;8060;p132"/>
          <p:cNvSpPr/>
          <p:nvPr/>
        </p:nvSpPr>
        <p:spPr>
          <a:xfrm>
            <a:off x="5769038" y="39193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32"/>
          <p:cNvSpPr txBox="1"/>
          <p:nvPr/>
        </p:nvSpPr>
        <p:spPr>
          <a:xfrm>
            <a:off x="576903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8062" name="Google Shape;8062;p132"/>
          <p:cNvSpPr/>
          <p:nvPr/>
        </p:nvSpPr>
        <p:spPr>
          <a:xfrm>
            <a:off x="6299950" y="2988225"/>
            <a:ext cx="791400" cy="754200"/>
          </a:xfrm>
          <a:prstGeom prst="roundRect">
            <a:avLst>
              <a:gd fmla="val 16667" name="adj"/>
            </a:avLst>
          </a:prstGeom>
          <a:solidFill>
            <a:srgbClr val="55201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32"/>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#552014</a:t>
            </a:r>
            <a:endParaRPr sz="1000">
              <a:solidFill>
                <a:srgbClr val="FFFFFF"/>
              </a:solidFill>
            </a:endParaRPr>
          </a:p>
        </p:txBody>
      </p:sp>
      <p:sp>
        <p:nvSpPr>
          <p:cNvPr id="8064" name="Google Shape;8064;p13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68" name="Shape 8068"/>
        <p:cNvGrpSpPr/>
        <p:nvPr/>
      </p:nvGrpSpPr>
      <p:grpSpPr>
        <a:xfrm>
          <a:off x="0" y="0"/>
          <a:ext cx="0" cy="0"/>
          <a:chOff x="0" y="0"/>
          <a:chExt cx="0" cy="0"/>
        </a:xfrm>
      </p:grpSpPr>
      <p:sp>
        <p:nvSpPr>
          <p:cNvPr id="8069" name="Google Shape;8069;p133"/>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8070" name="Google Shape;8070;p133"/>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8071" name="Google Shape;8071;p133">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8072" name="Google Shape;8072;p133">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8073" name="Google Shape;8073;p133">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8074" name="Google Shape;8074;p133">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8075" name="Google Shape;8075;p133"/>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8076" name="Google Shape;8076;p133"/>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8077" name="Google Shape;8077;p133"/>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8078" name="Google Shape;8078;p133"/>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8079" name="Google Shape;8079;p133">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8080" name="Google Shape;8080;p13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84" name="Shape 8084"/>
        <p:cNvGrpSpPr/>
        <p:nvPr/>
      </p:nvGrpSpPr>
      <p:grpSpPr>
        <a:xfrm>
          <a:off x="0" y="0"/>
          <a:ext cx="0" cy="0"/>
          <a:chOff x="0" y="0"/>
          <a:chExt cx="0" cy="0"/>
        </a:xfrm>
      </p:grpSpPr>
      <p:sp>
        <p:nvSpPr>
          <p:cNvPr id="8085" name="Google Shape;8085;p134"/>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8086" name="Google Shape;8086;p134"/>
          <p:cNvGrpSpPr/>
          <p:nvPr/>
        </p:nvGrpSpPr>
        <p:grpSpPr>
          <a:xfrm>
            <a:off x="5156078" y="3085736"/>
            <a:ext cx="474294" cy="551291"/>
            <a:chOff x="4727025" y="1332775"/>
            <a:chExt cx="59900" cy="69625"/>
          </a:xfrm>
        </p:grpSpPr>
        <p:sp>
          <p:nvSpPr>
            <p:cNvPr id="8087" name="Google Shape;8087;p13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3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134"/>
          <p:cNvGrpSpPr/>
          <p:nvPr/>
        </p:nvGrpSpPr>
        <p:grpSpPr>
          <a:xfrm>
            <a:off x="5769734" y="2314340"/>
            <a:ext cx="555653" cy="557031"/>
            <a:chOff x="4820425" y="1329900"/>
            <a:chExt cx="70175" cy="70350"/>
          </a:xfrm>
        </p:grpSpPr>
        <p:sp>
          <p:nvSpPr>
            <p:cNvPr id="8090" name="Google Shape;8090;p13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3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3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3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134"/>
          <p:cNvGrpSpPr/>
          <p:nvPr/>
        </p:nvGrpSpPr>
        <p:grpSpPr>
          <a:xfrm>
            <a:off x="6396103" y="2318845"/>
            <a:ext cx="582574" cy="533871"/>
            <a:chOff x="4903200" y="1331525"/>
            <a:chExt cx="73575" cy="67425"/>
          </a:xfrm>
        </p:grpSpPr>
        <p:sp>
          <p:nvSpPr>
            <p:cNvPr id="8095" name="Google Shape;8095;p13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3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134"/>
          <p:cNvGrpSpPr/>
          <p:nvPr/>
        </p:nvGrpSpPr>
        <p:grpSpPr>
          <a:xfrm>
            <a:off x="5755581" y="3078709"/>
            <a:ext cx="583960" cy="565345"/>
            <a:chOff x="4815575" y="1416800"/>
            <a:chExt cx="73750" cy="71400"/>
          </a:xfrm>
        </p:grpSpPr>
        <p:sp>
          <p:nvSpPr>
            <p:cNvPr id="8098" name="Google Shape;8098;p13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3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3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134"/>
          <p:cNvGrpSpPr/>
          <p:nvPr/>
        </p:nvGrpSpPr>
        <p:grpSpPr>
          <a:xfrm>
            <a:off x="6390362" y="3108896"/>
            <a:ext cx="589898" cy="504970"/>
            <a:chOff x="4902475" y="1418875"/>
            <a:chExt cx="74500" cy="63775"/>
          </a:xfrm>
        </p:grpSpPr>
        <p:sp>
          <p:nvSpPr>
            <p:cNvPr id="8102" name="Google Shape;8102;p13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3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134"/>
          <p:cNvGrpSpPr/>
          <p:nvPr/>
        </p:nvGrpSpPr>
        <p:grpSpPr>
          <a:xfrm>
            <a:off x="5765577" y="3826000"/>
            <a:ext cx="563967" cy="567127"/>
            <a:chOff x="4818100" y="1507675"/>
            <a:chExt cx="71225" cy="71625"/>
          </a:xfrm>
        </p:grpSpPr>
        <p:sp>
          <p:nvSpPr>
            <p:cNvPr id="8105" name="Google Shape;8105;p13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3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3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3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134"/>
          <p:cNvGrpSpPr/>
          <p:nvPr/>
        </p:nvGrpSpPr>
        <p:grpSpPr>
          <a:xfrm>
            <a:off x="5079075" y="3829461"/>
            <a:ext cx="628301" cy="588505"/>
            <a:chOff x="4721450" y="1509475"/>
            <a:chExt cx="79350" cy="74325"/>
          </a:xfrm>
        </p:grpSpPr>
        <p:sp>
          <p:nvSpPr>
            <p:cNvPr id="8110" name="Google Shape;8110;p13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3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3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3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134"/>
          <p:cNvGrpSpPr/>
          <p:nvPr/>
        </p:nvGrpSpPr>
        <p:grpSpPr>
          <a:xfrm>
            <a:off x="6424608" y="3814027"/>
            <a:ext cx="557038" cy="562772"/>
            <a:chOff x="4906800" y="1507500"/>
            <a:chExt cx="70350" cy="71075"/>
          </a:xfrm>
        </p:grpSpPr>
        <p:sp>
          <p:nvSpPr>
            <p:cNvPr id="8115" name="Google Shape;8115;p13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13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3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3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3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134"/>
          <p:cNvGrpSpPr/>
          <p:nvPr/>
        </p:nvGrpSpPr>
        <p:grpSpPr>
          <a:xfrm>
            <a:off x="4462216" y="2340963"/>
            <a:ext cx="517934" cy="517934"/>
            <a:chOff x="3736598" y="2170606"/>
            <a:chExt cx="404889" cy="404889"/>
          </a:xfrm>
        </p:grpSpPr>
        <p:sp>
          <p:nvSpPr>
            <p:cNvPr id="8121" name="Google Shape;8121;p13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3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3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3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134"/>
          <p:cNvGrpSpPr/>
          <p:nvPr/>
        </p:nvGrpSpPr>
        <p:grpSpPr>
          <a:xfrm>
            <a:off x="3729277" y="2341061"/>
            <a:ext cx="586986" cy="517740"/>
            <a:chOff x="3161917" y="2170682"/>
            <a:chExt cx="458870" cy="404737"/>
          </a:xfrm>
        </p:grpSpPr>
        <p:sp>
          <p:nvSpPr>
            <p:cNvPr id="8126" name="Google Shape;8126;p13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3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3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134"/>
          <p:cNvGrpSpPr/>
          <p:nvPr/>
        </p:nvGrpSpPr>
        <p:grpSpPr>
          <a:xfrm>
            <a:off x="3752299" y="3102400"/>
            <a:ext cx="540943" cy="517963"/>
            <a:chOff x="3179914" y="2889488"/>
            <a:chExt cx="422876" cy="404911"/>
          </a:xfrm>
        </p:grpSpPr>
        <p:sp>
          <p:nvSpPr>
            <p:cNvPr id="8130" name="Google Shape;8130;p13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3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3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3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3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3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6" name="Google Shape;8136;p134"/>
          <p:cNvGrpSpPr/>
          <p:nvPr/>
        </p:nvGrpSpPr>
        <p:grpSpPr>
          <a:xfrm>
            <a:off x="4453093" y="3102358"/>
            <a:ext cx="536180" cy="518047"/>
            <a:chOff x="3729467" y="2889422"/>
            <a:chExt cx="419153" cy="404977"/>
          </a:xfrm>
        </p:grpSpPr>
        <p:sp>
          <p:nvSpPr>
            <p:cNvPr id="8137" name="Google Shape;8137;p13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3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3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3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3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3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3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134"/>
          <p:cNvGrpSpPr/>
          <p:nvPr/>
        </p:nvGrpSpPr>
        <p:grpSpPr>
          <a:xfrm>
            <a:off x="1990126" y="3445787"/>
            <a:ext cx="965351" cy="134611"/>
            <a:chOff x="4411970" y="2962952"/>
            <a:chExt cx="706544" cy="104212"/>
          </a:xfrm>
        </p:grpSpPr>
        <p:sp>
          <p:nvSpPr>
            <p:cNvPr id="8145" name="Google Shape;8145;p13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3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3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3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134"/>
          <p:cNvGrpSpPr/>
          <p:nvPr/>
        </p:nvGrpSpPr>
        <p:grpSpPr>
          <a:xfrm>
            <a:off x="1990126" y="3041077"/>
            <a:ext cx="960158" cy="289172"/>
            <a:chOff x="4411970" y="2726085"/>
            <a:chExt cx="643107" cy="193659"/>
          </a:xfrm>
        </p:grpSpPr>
        <p:sp>
          <p:nvSpPr>
            <p:cNvPr id="8150" name="Google Shape;8150;p13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3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3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134"/>
          <p:cNvGrpSpPr/>
          <p:nvPr/>
        </p:nvGrpSpPr>
        <p:grpSpPr>
          <a:xfrm>
            <a:off x="998624" y="3295400"/>
            <a:ext cx="811503" cy="252584"/>
            <a:chOff x="4411970" y="4340222"/>
            <a:chExt cx="779467" cy="242683"/>
          </a:xfrm>
        </p:grpSpPr>
        <p:sp>
          <p:nvSpPr>
            <p:cNvPr id="8154" name="Google Shape;8154;p13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3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3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134"/>
          <p:cNvGrpSpPr/>
          <p:nvPr/>
        </p:nvGrpSpPr>
        <p:grpSpPr>
          <a:xfrm>
            <a:off x="1990126" y="2709308"/>
            <a:ext cx="965160" cy="216230"/>
            <a:chOff x="4411970" y="2468674"/>
            <a:chExt cx="747317" cy="167425"/>
          </a:xfrm>
        </p:grpSpPr>
        <p:sp>
          <p:nvSpPr>
            <p:cNvPr id="8158" name="Google Shape;8158;p13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3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0" name="Google Shape;8160;p134"/>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1" name="Google Shape;8161;p134"/>
          <p:cNvGrpSpPr/>
          <p:nvPr/>
        </p:nvGrpSpPr>
        <p:grpSpPr>
          <a:xfrm>
            <a:off x="997692" y="2334687"/>
            <a:ext cx="1959041" cy="208784"/>
            <a:chOff x="6336019" y="3733725"/>
            <a:chExt cx="2566206" cy="351310"/>
          </a:xfrm>
        </p:grpSpPr>
        <p:sp>
          <p:nvSpPr>
            <p:cNvPr id="8162" name="Google Shape;8162;p134"/>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34"/>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34"/>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34"/>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134"/>
          <p:cNvGrpSpPr/>
          <p:nvPr/>
        </p:nvGrpSpPr>
        <p:grpSpPr>
          <a:xfrm>
            <a:off x="1990126" y="3950602"/>
            <a:ext cx="946551" cy="153200"/>
            <a:chOff x="4404545" y="3301592"/>
            <a:chExt cx="782403" cy="129272"/>
          </a:xfrm>
        </p:grpSpPr>
        <p:sp>
          <p:nvSpPr>
            <p:cNvPr id="8167" name="Google Shape;8167;p13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34"/>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134"/>
          <p:cNvGrpSpPr/>
          <p:nvPr/>
        </p:nvGrpSpPr>
        <p:grpSpPr>
          <a:xfrm>
            <a:off x="1990126" y="3695937"/>
            <a:ext cx="962257" cy="139127"/>
            <a:chOff x="4411970" y="3131459"/>
            <a:chExt cx="710520" cy="117397"/>
          </a:xfrm>
        </p:grpSpPr>
        <p:sp>
          <p:nvSpPr>
            <p:cNvPr id="8170" name="Google Shape;8170;p13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3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8172" name="Google Shape;8172;p134"/>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3" name="Google Shape;8173;p134"/>
          <p:cNvGrpSpPr/>
          <p:nvPr/>
        </p:nvGrpSpPr>
        <p:grpSpPr>
          <a:xfrm>
            <a:off x="990271" y="3621603"/>
            <a:ext cx="823838" cy="458988"/>
            <a:chOff x="4411970" y="1801825"/>
            <a:chExt cx="734586" cy="409262"/>
          </a:xfrm>
        </p:grpSpPr>
        <p:sp>
          <p:nvSpPr>
            <p:cNvPr id="8174" name="Google Shape;8174;p13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3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134"/>
          <p:cNvGrpSpPr/>
          <p:nvPr/>
        </p:nvGrpSpPr>
        <p:grpSpPr>
          <a:xfrm>
            <a:off x="3095243" y="2339173"/>
            <a:ext cx="521514" cy="521514"/>
            <a:chOff x="5681300" y="2527788"/>
            <a:chExt cx="805800" cy="805800"/>
          </a:xfrm>
        </p:grpSpPr>
        <p:sp>
          <p:nvSpPr>
            <p:cNvPr id="8177" name="Google Shape;8177;p134"/>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3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134"/>
          <p:cNvGrpSpPr/>
          <p:nvPr/>
        </p:nvGrpSpPr>
        <p:grpSpPr>
          <a:xfrm>
            <a:off x="3089483" y="3094865"/>
            <a:ext cx="533033" cy="533033"/>
            <a:chOff x="4049800" y="640400"/>
            <a:chExt cx="858900" cy="858900"/>
          </a:xfrm>
        </p:grpSpPr>
        <p:sp>
          <p:nvSpPr>
            <p:cNvPr id="8180" name="Google Shape;8180;p134"/>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34"/>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134"/>
          <p:cNvGrpSpPr/>
          <p:nvPr/>
        </p:nvGrpSpPr>
        <p:grpSpPr>
          <a:xfrm>
            <a:off x="3014966" y="3772543"/>
            <a:ext cx="682068" cy="682068"/>
            <a:chOff x="5080188" y="927900"/>
            <a:chExt cx="961200" cy="961200"/>
          </a:xfrm>
        </p:grpSpPr>
        <p:sp>
          <p:nvSpPr>
            <p:cNvPr id="8183" name="Google Shape;8183;p134"/>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34"/>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34"/>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34"/>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3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3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3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3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134"/>
          <p:cNvGrpSpPr/>
          <p:nvPr/>
        </p:nvGrpSpPr>
        <p:grpSpPr>
          <a:xfrm>
            <a:off x="4478465" y="3869234"/>
            <a:ext cx="505650" cy="504006"/>
            <a:chOff x="6039282" y="1042577"/>
            <a:chExt cx="734315" cy="731929"/>
          </a:xfrm>
        </p:grpSpPr>
        <p:sp>
          <p:nvSpPr>
            <p:cNvPr id="8192" name="Google Shape;8192;p13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3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3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3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3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3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3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3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3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3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3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3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3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3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3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3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3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3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3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3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3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134"/>
          <p:cNvGrpSpPr/>
          <p:nvPr/>
        </p:nvGrpSpPr>
        <p:grpSpPr>
          <a:xfrm>
            <a:off x="5091067" y="2298862"/>
            <a:ext cx="567744" cy="602136"/>
            <a:chOff x="1825800" y="1651625"/>
            <a:chExt cx="539989" cy="571775"/>
          </a:xfrm>
        </p:grpSpPr>
        <p:sp>
          <p:nvSpPr>
            <p:cNvPr id="8214" name="Google Shape;8214;p134"/>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34"/>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34"/>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3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134"/>
          <p:cNvGrpSpPr/>
          <p:nvPr/>
        </p:nvGrpSpPr>
        <p:grpSpPr>
          <a:xfrm>
            <a:off x="3765995" y="3855579"/>
            <a:ext cx="508123" cy="507955"/>
            <a:chOff x="1897577" y="2802432"/>
            <a:chExt cx="492176" cy="492014"/>
          </a:xfrm>
        </p:grpSpPr>
        <p:sp>
          <p:nvSpPr>
            <p:cNvPr id="8219" name="Google Shape;8219;p13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3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3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3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3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3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3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3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3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3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34"/>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34"/>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134"/>
          <p:cNvGrpSpPr/>
          <p:nvPr/>
        </p:nvGrpSpPr>
        <p:grpSpPr>
          <a:xfrm>
            <a:off x="997525" y="4169123"/>
            <a:ext cx="809227" cy="200842"/>
            <a:chOff x="2013045" y="4813233"/>
            <a:chExt cx="921986" cy="228854"/>
          </a:xfrm>
        </p:grpSpPr>
        <p:sp>
          <p:nvSpPr>
            <p:cNvPr id="8232" name="Google Shape;8232;p134"/>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34"/>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134"/>
          <p:cNvGrpSpPr/>
          <p:nvPr/>
        </p:nvGrpSpPr>
        <p:grpSpPr>
          <a:xfrm>
            <a:off x="1005985" y="2656004"/>
            <a:ext cx="792421" cy="269941"/>
            <a:chOff x="1046767" y="4756633"/>
            <a:chExt cx="859646" cy="292841"/>
          </a:xfrm>
        </p:grpSpPr>
        <p:sp>
          <p:nvSpPr>
            <p:cNvPr id="8235" name="Google Shape;8235;p134"/>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34"/>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34"/>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8" name="Google Shape;8238;p134"/>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34"/>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34"/>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34"/>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2" name="Google Shape;8242;p134"/>
          <p:cNvGrpSpPr/>
          <p:nvPr/>
        </p:nvGrpSpPr>
        <p:grpSpPr>
          <a:xfrm>
            <a:off x="7141841" y="2550562"/>
            <a:ext cx="166473" cy="141497"/>
            <a:chOff x="4660325" y="1866850"/>
            <a:chExt cx="68350" cy="58100"/>
          </a:xfrm>
        </p:grpSpPr>
        <p:sp>
          <p:nvSpPr>
            <p:cNvPr id="8243" name="Google Shape;8243;p13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3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134"/>
          <p:cNvGrpSpPr/>
          <p:nvPr/>
        </p:nvGrpSpPr>
        <p:grpSpPr>
          <a:xfrm>
            <a:off x="7451186" y="2576286"/>
            <a:ext cx="162515" cy="90049"/>
            <a:chOff x="4791775" y="1877500"/>
            <a:chExt cx="66725" cy="36975"/>
          </a:xfrm>
        </p:grpSpPr>
        <p:sp>
          <p:nvSpPr>
            <p:cNvPr id="8246" name="Google Shape;8246;p13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3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134"/>
          <p:cNvGrpSpPr/>
          <p:nvPr/>
        </p:nvGrpSpPr>
        <p:grpSpPr>
          <a:xfrm>
            <a:off x="7772899" y="2576286"/>
            <a:ext cx="144979" cy="90049"/>
            <a:chOff x="4923925" y="1877500"/>
            <a:chExt cx="59525" cy="36975"/>
          </a:xfrm>
        </p:grpSpPr>
        <p:sp>
          <p:nvSpPr>
            <p:cNvPr id="8249" name="Google Shape;8249;p13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3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1" name="Google Shape;8251;p134"/>
          <p:cNvGrpSpPr/>
          <p:nvPr/>
        </p:nvGrpSpPr>
        <p:grpSpPr>
          <a:xfrm>
            <a:off x="8067390" y="2558477"/>
            <a:ext cx="141447" cy="125667"/>
            <a:chOff x="5058450" y="1870100"/>
            <a:chExt cx="58075" cy="51600"/>
          </a:xfrm>
        </p:grpSpPr>
        <p:sp>
          <p:nvSpPr>
            <p:cNvPr id="8252" name="Google Shape;8252;p13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3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134"/>
          <p:cNvGrpSpPr/>
          <p:nvPr/>
        </p:nvGrpSpPr>
        <p:grpSpPr>
          <a:xfrm>
            <a:off x="7481905" y="2980885"/>
            <a:ext cx="101077" cy="107645"/>
            <a:chOff x="4811425" y="2065025"/>
            <a:chExt cx="41500" cy="44200"/>
          </a:xfrm>
        </p:grpSpPr>
        <p:sp>
          <p:nvSpPr>
            <p:cNvPr id="8255" name="Google Shape;8255;p13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3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134"/>
          <p:cNvGrpSpPr/>
          <p:nvPr/>
        </p:nvGrpSpPr>
        <p:grpSpPr>
          <a:xfrm>
            <a:off x="7774342" y="2981098"/>
            <a:ext cx="120867" cy="107218"/>
            <a:chOff x="4929875" y="2065025"/>
            <a:chExt cx="49625" cy="44025"/>
          </a:xfrm>
        </p:grpSpPr>
        <p:sp>
          <p:nvSpPr>
            <p:cNvPr id="8258" name="Google Shape;8258;p13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3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134"/>
          <p:cNvGrpSpPr/>
          <p:nvPr/>
        </p:nvGrpSpPr>
        <p:grpSpPr>
          <a:xfrm>
            <a:off x="8103011" y="2984112"/>
            <a:ext cx="70206" cy="101191"/>
            <a:chOff x="5083925" y="2066350"/>
            <a:chExt cx="28825" cy="41550"/>
          </a:xfrm>
        </p:grpSpPr>
        <p:sp>
          <p:nvSpPr>
            <p:cNvPr id="8261" name="Google Shape;8261;p13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3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134"/>
          <p:cNvGrpSpPr/>
          <p:nvPr/>
        </p:nvGrpSpPr>
        <p:grpSpPr>
          <a:xfrm>
            <a:off x="7134565" y="2999759"/>
            <a:ext cx="181026" cy="69896"/>
            <a:chOff x="4659775" y="2072775"/>
            <a:chExt cx="74325" cy="28700"/>
          </a:xfrm>
        </p:grpSpPr>
        <p:sp>
          <p:nvSpPr>
            <p:cNvPr id="8264" name="Google Shape;8264;p13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3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3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134"/>
          <p:cNvGrpSpPr/>
          <p:nvPr/>
        </p:nvGrpSpPr>
        <p:grpSpPr>
          <a:xfrm>
            <a:off x="8054421" y="2790324"/>
            <a:ext cx="167387" cy="89197"/>
            <a:chOff x="4662475" y="1976500"/>
            <a:chExt cx="68725" cy="36625"/>
          </a:xfrm>
        </p:grpSpPr>
        <p:sp>
          <p:nvSpPr>
            <p:cNvPr id="8268" name="Google Shape;8268;p13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3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3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1" name="Google Shape;8271;p134"/>
          <p:cNvGrpSpPr/>
          <p:nvPr/>
        </p:nvGrpSpPr>
        <p:grpSpPr>
          <a:xfrm>
            <a:off x="7751326" y="2793764"/>
            <a:ext cx="166899" cy="82317"/>
            <a:chOff x="4920150" y="1977875"/>
            <a:chExt cx="68525" cy="33800"/>
          </a:xfrm>
        </p:grpSpPr>
        <p:sp>
          <p:nvSpPr>
            <p:cNvPr id="8272" name="Google Shape;8272;p13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3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3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5" name="Google Shape;8275;p134"/>
          <p:cNvGrpSpPr/>
          <p:nvPr/>
        </p:nvGrpSpPr>
        <p:grpSpPr>
          <a:xfrm>
            <a:off x="7162483" y="3197682"/>
            <a:ext cx="125190" cy="127859"/>
            <a:chOff x="4676550" y="2160575"/>
            <a:chExt cx="51400" cy="52500"/>
          </a:xfrm>
        </p:grpSpPr>
        <p:sp>
          <p:nvSpPr>
            <p:cNvPr id="8276" name="Google Shape;8276;p13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3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3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134"/>
          <p:cNvGrpSpPr/>
          <p:nvPr/>
        </p:nvGrpSpPr>
        <p:grpSpPr>
          <a:xfrm>
            <a:off x="7459741" y="3204714"/>
            <a:ext cx="145405" cy="113794"/>
            <a:chOff x="4768325" y="2163475"/>
            <a:chExt cx="59700" cy="46725"/>
          </a:xfrm>
        </p:grpSpPr>
        <p:sp>
          <p:nvSpPr>
            <p:cNvPr id="8280" name="Google Shape;8280;p13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3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2" name="Google Shape;8282;p134"/>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34"/>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34"/>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34"/>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34"/>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34"/>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8" name="Google Shape;8288;p134"/>
          <p:cNvGrpSpPr/>
          <p:nvPr/>
        </p:nvGrpSpPr>
        <p:grpSpPr>
          <a:xfrm>
            <a:off x="7476059" y="3459808"/>
            <a:ext cx="112768" cy="106853"/>
            <a:chOff x="4768575" y="2253950"/>
            <a:chExt cx="46300" cy="43875"/>
          </a:xfrm>
        </p:grpSpPr>
        <p:sp>
          <p:nvSpPr>
            <p:cNvPr id="8289" name="Google Shape;8289;p13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3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1" name="Google Shape;8291;p134"/>
          <p:cNvGrpSpPr/>
          <p:nvPr/>
        </p:nvGrpSpPr>
        <p:grpSpPr>
          <a:xfrm>
            <a:off x="7775682" y="3948834"/>
            <a:ext cx="118187" cy="146246"/>
            <a:chOff x="4960900" y="2433225"/>
            <a:chExt cx="48525" cy="60050"/>
          </a:xfrm>
        </p:grpSpPr>
        <p:sp>
          <p:nvSpPr>
            <p:cNvPr id="8292" name="Google Shape;8292;p13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3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134"/>
          <p:cNvGrpSpPr/>
          <p:nvPr/>
        </p:nvGrpSpPr>
        <p:grpSpPr>
          <a:xfrm>
            <a:off x="7464247" y="4212895"/>
            <a:ext cx="136394" cy="143810"/>
            <a:chOff x="4854075" y="2527625"/>
            <a:chExt cx="56000" cy="59050"/>
          </a:xfrm>
        </p:grpSpPr>
        <p:sp>
          <p:nvSpPr>
            <p:cNvPr id="8295" name="Google Shape;8295;p13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3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7" name="Google Shape;8297;p134"/>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34"/>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34"/>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0" name="Google Shape;8300;p134"/>
          <p:cNvGrpSpPr/>
          <p:nvPr/>
        </p:nvGrpSpPr>
        <p:grpSpPr>
          <a:xfrm>
            <a:off x="8088458" y="3676639"/>
            <a:ext cx="99312" cy="160797"/>
            <a:chOff x="5059700" y="2334775"/>
            <a:chExt cx="40775" cy="66025"/>
          </a:xfrm>
        </p:grpSpPr>
        <p:sp>
          <p:nvSpPr>
            <p:cNvPr id="8301" name="Google Shape;8301;p13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3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3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3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3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3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3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3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3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134"/>
          <p:cNvGrpSpPr/>
          <p:nvPr/>
        </p:nvGrpSpPr>
        <p:grpSpPr>
          <a:xfrm>
            <a:off x="8045622" y="3941771"/>
            <a:ext cx="184984" cy="160371"/>
            <a:chOff x="5037700" y="2430325"/>
            <a:chExt cx="75950" cy="65850"/>
          </a:xfrm>
        </p:grpSpPr>
        <p:sp>
          <p:nvSpPr>
            <p:cNvPr id="8311" name="Google Shape;8311;p13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3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3" name="Google Shape;8313;p134"/>
          <p:cNvGrpSpPr/>
          <p:nvPr/>
        </p:nvGrpSpPr>
        <p:grpSpPr>
          <a:xfrm>
            <a:off x="7465128" y="3708223"/>
            <a:ext cx="173014" cy="97629"/>
            <a:chOff x="4756975" y="2341800"/>
            <a:chExt cx="91975" cy="51925"/>
          </a:xfrm>
        </p:grpSpPr>
        <p:sp>
          <p:nvSpPr>
            <p:cNvPr id="8314" name="Google Shape;8314;p13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3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3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3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3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3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3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3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3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3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3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3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3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3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3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3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3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3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3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3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4" name="Google Shape;8334;p134"/>
          <p:cNvGrpSpPr/>
          <p:nvPr/>
        </p:nvGrpSpPr>
        <p:grpSpPr>
          <a:xfrm>
            <a:off x="7732065" y="4196920"/>
            <a:ext cx="212497" cy="175761"/>
            <a:chOff x="4943575" y="2516350"/>
            <a:chExt cx="98675" cy="81700"/>
          </a:xfrm>
        </p:grpSpPr>
        <p:sp>
          <p:nvSpPr>
            <p:cNvPr id="8335" name="Google Shape;8335;p13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3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3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3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3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3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3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3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3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3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3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3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3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3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3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3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3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3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3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3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3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3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3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3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3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3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3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3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3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3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3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3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3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3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3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3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3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3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3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3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3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3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3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3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3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3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3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3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3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3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3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3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3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3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3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13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3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3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3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3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3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3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3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3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3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3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3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3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3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3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3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3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3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3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3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3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3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3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3" name="Google Shape;8413;p134"/>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34"/>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34"/>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34"/>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3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1" name="Shape 8421"/>
        <p:cNvGrpSpPr/>
        <p:nvPr/>
      </p:nvGrpSpPr>
      <p:grpSpPr>
        <a:xfrm>
          <a:off x="0" y="0"/>
          <a:ext cx="0" cy="0"/>
          <a:chOff x="0" y="0"/>
          <a:chExt cx="0" cy="0"/>
        </a:xfrm>
      </p:grpSpPr>
      <p:grpSp>
        <p:nvGrpSpPr>
          <p:cNvPr id="8422" name="Google Shape;8422;p135"/>
          <p:cNvGrpSpPr/>
          <p:nvPr/>
        </p:nvGrpSpPr>
        <p:grpSpPr>
          <a:xfrm>
            <a:off x="722058" y="957091"/>
            <a:ext cx="2492868" cy="1379876"/>
            <a:chOff x="2654821" y="2311071"/>
            <a:chExt cx="2279715" cy="1262120"/>
          </a:xfrm>
        </p:grpSpPr>
        <p:grpSp>
          <p:nvGrpSpPr>
            <p:cNvPr id="8423" name="Google Shape;8423;p135"/>
            <p:cNvGrpSpPr/>
            <p:nvPr/>
          </p:nvGrpSpPr>
          <p:grpSpPr>
            <a:xfrm>
              <a:off x="4034269" y="2840745"/>
              <a:ext cx="40212" cy="36437"/>
              <a:chOff x="4293400" y="2574725"/>
              <a:chExt cx="84425" cy="80100"/>
            </a:xfrm>
          </p:grpSpPr>
          <p:sp>
            <p:nvSpPr>
              <p:cNvPr id="8424" name="Google Shape;8424;p13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8425" name="Google Shape;8425;p13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6" name="Google Shape;8426;p135"/>
            <p:cNvGrpSpPr/>
            <p:nvPr/>
          </p:nvGrpSpPr>
          <p:grpSpPr>
            <a:xfrm>
              <a:off x="3894606" y="2334874"/>
              <a:ext cx="913198" cy="518984"/>
              <a:chOff x="4000175" y="1462675"/>
              <a:chExt cx="1917275" cy="1140875"/>
            </a:xfrm>
          </p:grpSpPr>
          <p:sp>
            <p:nvSpPr>
              <p:cNvPr id="8427" name="Google Shape;8427;p13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8428" name="Google Shape;8428;p135"/>
              <p:cNvGrpSpPr/>
              <p:nvPr/>
            </p:nvGrpSpPr>
            <p:grpSpPr>
              <a:xfrm>
                <a:off x="4000175" y="1462675"/>
                <a:ext cx="1917275" cy="1140875"/>
                <a:chOff x="4000175" y="1462675"/>
                <a:chExt cx="1917275" cy="1140875"/>
              </a:xfrm>
            </p:grpSpPr>
            <p:sp>
              <p:nvSpPr>
                <p:cNvPr id="8429" name="Google Shape;8429;p13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8430" name="Google Shape;8430;p13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3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3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3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434" name="Google Shape;8434;p13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35" name="Google Shape;8435;p135"/>
            <p:cNvGrpSpPr/>
            <p:nvPr/>
          </p:nvGrpSpPr>
          <p:grpSpPr>
            <a:xfrm>
              <a:off x="3875768" y="2846704"/>
              <a:ext cx="44796" cy="47366"/>
              <a:chOff x="3960625" y="2587825"/>
              <a:chExt cx="94050" cy="104125"/>
            </a:xfrm>
          </p:grpSpPr>
          <p:sp>
            <p:nvSpPr>
              <p:cNvPr id="8436" name="Google Shape;8436;p13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8437" name="Google Shape;8437;p13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135"/>
            <p:cNvGrpSpPr/>
            <p:nvPr/>
          </p:nvGrpSpPr>
          <p:grpSpPr>
            <a:xfrm>
              <a:off x="3782759" y="2807162"/>
              <a:ext cx="82686" cy="85487"/>
              <a:chOff x="3765350" y="2500900"/>
              <a:chExt cx="173600" cy="187925"/>
            </a:xfrm>
          </p:grpSpPr>
          <p:sp>
            <p:nvSpPr>
              <p:cNvPr id="8439" name="Google Shape;8439;p13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8440" name="Google Shape;8440;p13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3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3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3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3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135"/>
            <p:cNvGrpSpPr/>
            <p:nvPr/>
          </p:nvGrpSpPr>
          <p:grpSpPr>
            <a:xfrm>
              <a:off x="3775674" y="2798496"/>
              <a:ext cx="40545" cy="23564"/>
              <a:chOff x="3750475" y="2481850"/>
              <a:chExt cx="85125" cy="51800"/>
            </a:xfrm>
          </p:grpSpPr>
          <p:sp>
            <p:nvSpPr>
              <p:cNvPr id="8446" name="Google Shape;8446;p13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3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8448" name="Google Shape;8448;p135"/>
            <p:cNvGrpSpPr/>
            <p:nvPr/>
          </p:nvGrpSpPr>
          <p:grpSpPr>
            <a:xfrm>
              <a:off x="3716946" y="2776024"/>
              <a:ext cx="81971" cy="76912"/>
              <a:chOff x="3627175" y="2432450"/>
              <a:chExt cx="172100" cy="169075"/>
            </a:xfrm>
          </p:grpSpPr>
          <p:sp>
            <p:nvSpPr>
              <p:cNvPr id="8449" name="Google Shape;8449;p13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3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8451" name="Google Shape;8451;p13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8452" name="Google Shape;8452;p135"/>
            <p:cNvGrpSpPr/>
            <p:nvPr/>
          </p:nvGrpSpPr>
          <p:grpSpPr>
            <a:xfrm>
              <a:off x="3685682" y="2845624"/>
              <a:ext cx="29311" cy="45055"/>
              <a:chOff x="3561536" y="2585450"/>
              <a:chExt cx="61539" cy="99045"/>
            </a:xfrm>
          </p:grpSpPr>
          <p:sp>
            <p:nvSpPr>
              <p:cNvPr id="8453" name="Google Shape;8453;p13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3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8455" name="Google Shape;8455;p135"/>
            <p:cNvGrpSpPr/>
            <p:nvPr/>
          </p:nvGrpSpPr>
          <p:grpSpPr>
            <a:xfrm>
              <a:off x="3849905" y="2572252"/>
              <a:ext cx="74339" cy="119559"/>
              <a:chOff x="3906325" y="1984500"/>
              <a:chExt cx="156075" cy="262825"/>
            </a:xfrm>
          </p:grpSpPr>
          <p:sp>
            <p:nvSpPr>
              <p:cNvPr id="8456" name="Google Shape;8456;p13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8457" name="Google Shape;8457;p13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135"/>
            <p:cNvGrpSpPr/>
            <p:nvPr/>
          </p:nvGrpSpPr>
          <p:grpSpPr>
            <a:xfrm>
              <a:off x="2654821" y="2414345"/>
              <a:ext cx="667570" cy="558731"/>
              <a:chOff x="1397225" y="1637375"/>
              <a:chExt cx="1401575" cy="1228250"/>
            </a:xfrm>
          </p:grpSpPr>
          <p:sp>
            <p:nvSpPr>
              <p:cNvPr id="8459" name="Google Shape;8459;p13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8460" name="Google Shape;8460;p135"/>
              <p:cNvGrpSpPr/>
              <p:nvPr/>
            </p:nvGrpSpPr>
            <p:grpSpPr>
              <a:xfrm>
                <a:off x="1397225" y="1637375"/>
                <a:ext cx="1398775" cy="1228250"/>
                <a:chOff x="1397225" y="1637375"/>
                <a:chExt cx="1398775" cy="1228250"/>
              </a:xfrm>
            </p:grpSpPr>
            <p:sp>
              <p:nvSpPr>
                <p:cNvPr id="8461" name="Google Shape;8461;p13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3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3" name="Google Shape;8463;p135"/>
            <p:cNvGrpSpPr/>
            <p:nvPr/>
          </p:nvGrpSpPr>
          <p:grpSpPr>
            <a:xfrm>
              <a:off x="3230417" y="3103734"/>
              <a:ext cx="282982" cy="280332"/>
              <a:chOff x="2605700" y="3152850"/>
              <a:chExt cx="594125" cy="616250"/>
            </a:xfrm>
          </p:grpSpPr>
          <p:sp>
            <p:nvSpPr>
              <p:cNvPr id="8464" name="Google Shape;8464;p13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8465" name="Google Shape;8465;p13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8466" name="Google Shape;8466;p135"/>
            <p:cNvGrpSpPr/>
            <p:nvPr/>
          </p:nvGrpSpPr>
          <p:grpSpPr>
            <a:xfrm>
              <a:off x="3265985" y="3226989"/>
              <a:ext cx="87151" cy="346202"/>
              <a:chOff x="2680375" y="3423800"/>
              <a:chExt cx="182975" cy="761050"/>
            </a:xfrm>
          </p:grpSpPr>
          <p:sp>
            <p:nvSpPr>
              <p:cNvPr id="8467" name="Google Shape;8467;p13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8468" name="Google Shape;8468;p13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135"/>
            <p:cNvGrpSpPr/>
            <p:nvPr/>
          </p:nvGrpSpPr>
          <p:grpSpPr>
            <a:xfrm>
              <a:off x="3855466" y="3289811"/>
              <a:ext cx="112514" cy="94210"/>
              <a:chOff x="3918000" y="3561900"/>
              <a:chExt cx="236225" cy="207100"/>
            </a:xfrm>
          </p:grpSpPr>
          <p:sp>
            <p:nvSpPr>
              <p:cNvPr id="8470" name="Google Shape;8470;p13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8471" name="Google Shape;8471;p13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2" name="Google Shape;8472;p135"/>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35"/>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35"/>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8475" name="Google Shape;8475;p135"/>
            <p:cNvGrpSpPr/>
            <p:nvPr/>
          </p:nvGrpSpPr>
          <p:grpSpPr>
            <a:xfrm>
              <a:off x="2905224" y="2311071"/>
              <a:ext cx="596721" cy="528992"/>
              <a:chOff x="1922950" y="1410350"/>
              <a:chExt cx="1252825" cy="1162875"/>
            </a:xfrm>
          </p:grpSpPr>
          <p:sp>
            <p:nvSpPr>
              <p:cNvPr id="8476" name="Google Shape;8476;p13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3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3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3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3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3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3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3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3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3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3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3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3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3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3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3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8492" name="Google Shape;8492;p135"/>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35"/>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35"/>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35"/>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35"/>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35"/>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35"/>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35"/>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35"/>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35"/>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35"/>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35"/>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35"/>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35"/>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35"/>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35"/>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35"/>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35"/>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35"/>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35"/>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512" name="Google Shape;8512;p135"/>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513" name="Google Shape;8513;p135"/>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4" name="Google Shape;8514;p135"/>
            <p:cNvGrpSpPr/>
            <p:nvPr/>
          </p:nvGrpSpPr>
          <p:grpSpPr>
            <a:xfrm>
              <a:off x="3280929" y="3294542"/>
              <a:ext cx="109894" cy="272224"/>
              <a:chOff x="2711750" y="3572300"/>
              <a:chExt cx="230725" cy="598425"/>
            </a:xfrm>
          </p:grpSpPr>
          <p:sp>
            <p:nvSpPr>
              <p:cNvPr id="8515" name="Google Shape;8515;p13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3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7" name="Google Shape;8517;p135"/>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8" name="Google Shape;8518;p135"/>
            <p:cNvGrpSpPr/>
            <p:nvPr/>
          </p:nvGrpSpPr>
          <p:grpSpPr>
            <a:xfrm>
              <a:off x="3790439" y="2408636"/>
              <a:ext cx="73017" cy="75684"/>
              <a:chOff x="3781475" y="1624825"/>
              <a:chExt cx="153300" cy="166375"/>
            </a:xfrm>
          </p:grpSpPr>
          <p:sp>
            <p:nvSpPr>
              <p:cNvPr id="8519" name="Google Shape;8519;p13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3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3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3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3" name="Google Shape;8523;p135"/>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35"/>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35"/>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35"/>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35"/>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35"/>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35"/>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0" name="Google Shape;8530;p135"/>
            <p:cNvGrpSpPr/>
            <p:nvPr/>
          </p:nvGrpSpPr>
          <p:grpSpPr>
            <a:xfrm>
              <a:off x="4403342" y="3107749"/>
              <a:ext cx="316680" cy="101374"/>
              <a:chOff x="5068275" y="3161675"/>
              <a:chExt cx="664875" cy="222850"/>
            </a:xfrm>
          </p:grpSpPr>
          <p:sp>
            <p:nvSpPr>
              <p:cNvPr id="8531" name="Google Shape;8531;p13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3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3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3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5" name="Google Shape;8535;p135"/>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35"/>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35"/>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35"/>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35"/>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35"/>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35"/>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35"/>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35"/>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35"/>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35"/>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35"/>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35"/>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35"/>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35"/>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35"/>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35"/>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35"/>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35"/>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35"/>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35"/>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35"/>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35"/>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35"/>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35"/>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35"/>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35"/>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35"/>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35"/>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4" name="Google Shape;8564;p135"/>
            <p:cNvGrpSpPr/>
            <p:nvPr/>
          </p:nvGrpSpPr>
          <p:grpSpPr>
            <a:xfrm>
              <a:off x="3697513" y="2707266"/>
              <a:ext cx="59549" cy="79733"/>
              <a:chOff x="3586375" y="2281300"/>
              <a:chExt cx="125025" cy="175275"/>
            </a:xfrm>
          </p:grpSpPr>
          <p:sp>
            <p:nvSpPr>
              <p:cNvPr id="8565" name="Google Shape;8565;p13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3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7" name="Google Shape;8567;p135"/>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8" name="Google Shape;8568;p135"/>
            <p:cNvGrpSpPr/>
            <p:nvPr/>
          </p:nvGrpSpPr>
          <p:grpSpPr>
            <a:xfrm>
              <a:off x="4513224" y="3221724"/>
              <a:ext cx="274563" cy="280321"/>
              <a:chOff x="5298975" y="3412225"/>
              <a:chExt cx="576450" cy="616225"/>
            </a:xfrm>
          </p:grpSpPr>
          <p:sp>
            <p:nvSpPr>
              <p:cNvPr id="8569" name="Google Shape;8569;p13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570" name="Google Shape;8570;p13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135"/>
            <p:cNvGrpSpPr/>
            <p:nvPr/>
          </p:nvGrpSpPr>
          <p:grpSpPr>
            <a:xfrm>
              <a:off x="4824403" y="3421846"/>
              <a:ext cx="110132" cy="130647"/>
              <a:chOff x="5952300" y="3852150"/>
              <a:chExt cx="231225" cy="287200"/>
            </a:xfrm>
          </p:grpSpPr>
          <p:sp>
            <p:nvSpPr>
              <p:cNvPr id="8572" name="Google Shape;8572;p13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3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4" name="Google Shape;8574;p135"/>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35"/>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35"/>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35"/>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35"/>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35"/>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35"/>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35"/>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2" name="Google Shape;8582;p135"/>
            <p:cNvGrpSpPr/>
            <p:nvPr/>
          </p:nvGrpSpPr>
          <p:grpSpPr>
            <a:xfrm>
              <a:off x="4295710" y="3079670"/>
              <a:ext cx="14968" cy="27135"/>
              <a:chOff x="4842300" y="3099950"/>
              <a:chExt cx="31425" cy="59650"/>
            </a:xfrm>
          </p:grpSpPr>
          <p:sp>
            <p:nvSpPr>
              <p:cNvPr id="8583" name="Google Shape;8583;p13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3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3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3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7" name="Google Shape;8587;p135"/>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35"/>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35"/>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35"/>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35"/>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35"/>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35"/>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35"/>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5" name="Google Shape;8595;p135"/>
            <p:cNvGrpSpPr/>
            <p:nvPr/>
          </p:nvGrpSpPr>
          <p:grpSpPr>
            <a:xfrm>
              <a:off x="3831056" y="2816010"/>
              <a:ext cx="37378" cy="27612"/>
              <a:chOff x="3866750" y="2520350"/>
              <a:chExt cx="78475" cy="60700"/>
            </a:xfrm>
          </p:grpSpPr>
          <p:sp>
            <p:nvSpPr>
              <p:cNvPr id="8596" name="Google Shape;8596;p13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3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3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3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0" name="Google Shape;8600;p135"/>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35"/>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35"/>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35"/>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35"/>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35"/>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35"/>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35"/>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35"/>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35"/>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35"/>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35"/>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35"/>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35"/>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35"/>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35"/>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35"/>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617" name="Google Shape;8617;p135"/>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35"/>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135"/>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35"/>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35"/>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35"/>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35"/>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35"/>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35"/>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35"/>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35"/>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35"/>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629" name="Google Shape;8629;p135"/>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35"/>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35"/>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35"/>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35"/>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35"/>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35"/>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35"/>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35"/>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35"/>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35"/>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35"/>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35"/>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2" name="Google Shape;8642;p135"/>
            <p:cNvGrpSpPr/>
            <p:nvPr/>
          </p:nvGrpSpPr>
          <p:grpSpPr>
            <a:xfrm>
              <a:off x="3632736" y="3051591"/>
              <a:ext cx="63288" cy="45217"/>
              <a:chOff x="3450375" y="3038225"/>
              <a:chExt cx="132875" cy="99400"/>
            </a:xfrm>
          </p:grpSpPr>
          <p:sp>
            <p:nvSpPr>
              <p:cNvPr id="8643" name="Google Shape;8643;p13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3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5" name="Google Shape;8645;p135"/>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35"/>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35"/>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35"/>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35"/>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35"/>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35"/>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35"/>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35"/>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654" name="Google Shape;8654;p135"/>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35"/>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35"/>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35"/>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35"/>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35"/>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35"/>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35"/>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35"/>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35"/>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664" name="Google Shape;8664;p135"/>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35"/>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35"/>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35"/>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35"/>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35"/>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670" name="Google Shape;8670;p135"/>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35"/>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35"/>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3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3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35"/>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35"/>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35"/>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35"/>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35"/>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135"/>
          <p:cNvGrpSpPr/>
          <p:nvPr/>
        </p:nvGrpSpPr>
        <p:grpSpPr>
          <a:xfrm>
            <a:off x="3530618" y="1021765"/>
            <a:ext cx="2078182" cy="1366558"/>
            <a:chOff x="235800" y="830650"/>
            <a:chExt cx="6978450" cy="4588844"/>
          </a:xfrm>
        </p:grpSpPr>
        <p:sp>
          <p:nvSpPr>
            <p:cNvPr id="8681" name="Google Shape;8681;p135"/>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35"/>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135"/>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35"/>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35"/>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35"/>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135"/>
          <p:cNvGrpSpPr/>
          <p:nvPr/>
        </p:nvGrpSpPr>
        <p:grpSpPr>
          <a:xfrm>
            <a:off x="719115" y="2852867"/>
            <a:ext cx="2622876" cy="1333540"/>
            <a:chOff x="238125" y="1038125"/>
            <a:chExt cx="7146800" cy="3633625"/>
          </a:xfrm>
        </p:grpSpPr>
        <p:sp>
          <p:nvSpPr>
            <p:cNvPr id="8688" name="Google Shape;8688;p13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3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3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3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3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3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3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3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3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3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3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3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3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3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3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3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3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3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13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13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3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3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13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3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3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3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3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3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3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3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3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3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3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3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3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3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3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3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3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3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3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3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3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3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3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3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3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3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3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3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13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13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3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3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13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3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3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3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3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3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3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3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3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3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3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3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3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3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3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3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3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3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3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3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3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3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3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3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3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3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3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3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3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3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3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3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3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3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3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3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3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3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3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3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3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3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3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3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13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13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3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3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3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3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3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3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3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3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3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3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3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3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3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3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3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3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13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13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3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13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13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13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3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13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3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3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3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3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3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3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3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3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3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3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3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3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3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3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3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13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3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3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3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3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3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3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3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3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3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3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3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3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13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13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13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13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3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3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13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3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3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3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3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3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3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3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3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3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3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3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13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13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13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13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3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3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3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3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13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3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3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3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13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3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13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13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3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3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3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3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3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3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3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3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3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3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3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3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3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3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3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3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3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3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3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3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3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3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3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3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3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3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3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3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3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13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13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3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3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3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3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3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13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13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3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3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3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3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3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3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3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3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3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3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13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3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13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13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3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13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3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3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3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3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3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3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3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3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3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3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3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3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13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3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3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3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13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13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3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3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3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3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3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3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3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13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13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3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3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3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3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3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3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13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3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3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13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13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3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3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3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3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3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3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3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3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3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3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3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13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3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3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3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3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3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3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3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3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3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3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3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3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3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3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3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3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3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3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3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3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3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3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3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3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3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3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3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3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3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3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3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3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3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3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3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3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3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3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3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3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3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3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3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3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3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3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3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3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3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3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3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3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3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3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3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3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3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3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3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3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3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3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3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3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3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3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3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3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3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3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3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3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3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3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3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3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3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3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3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3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3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3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3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3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3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3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3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3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3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3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3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3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3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3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3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3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3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3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3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3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3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3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3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3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3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3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3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3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3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3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3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3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3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3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3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3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3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3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13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13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3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13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13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3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3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3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3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13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3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3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3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13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3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13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3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13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13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3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3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3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13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13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3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3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13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13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3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3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3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3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13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3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3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13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3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3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3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3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3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13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13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13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13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13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3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3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3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3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3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3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3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3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3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3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3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3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3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3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3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3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3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3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3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3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3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3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3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3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3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3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3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3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3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3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13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13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13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13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13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3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3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3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3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13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13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13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3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3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3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13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13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3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13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3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3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3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3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13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3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3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3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3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3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13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13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3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3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3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13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3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3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13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3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3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3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3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3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3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3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3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3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3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13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3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3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3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3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3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3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3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3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3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3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3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3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3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3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13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3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3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3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3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3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13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3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3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3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13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3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3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3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3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3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3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3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3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3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3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3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13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13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3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3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3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13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3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3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3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3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3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3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13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3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13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13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3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13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13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3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3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3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3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3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3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3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3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3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13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13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3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3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3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13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13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3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13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3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3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3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3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13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3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3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13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13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13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3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13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3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3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13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3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3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3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3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3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3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13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13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13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13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3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3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3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3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13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13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3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3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3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3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13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13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3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3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3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3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3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13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13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3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3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3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3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13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3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3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13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13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3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13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13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13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13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13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13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13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3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13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13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3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3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3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3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3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13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13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13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13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13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3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13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13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13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13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3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13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13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13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13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13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13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13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13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13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13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13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13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13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13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13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13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13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13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13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13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13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13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13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13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13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13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3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3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3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13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3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13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13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3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13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13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3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3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13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13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13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3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13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13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3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13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3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3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13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13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13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13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13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3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13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13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13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3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13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13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3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13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13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3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13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13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3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3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3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13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13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3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3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3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3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3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3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3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13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13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13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3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13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13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3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3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13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13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3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3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13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13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3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3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3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3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3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13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3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3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3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13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13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3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3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3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13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13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3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3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3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3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3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13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13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3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13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13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3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3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3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3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13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3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13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13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3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3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13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3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3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3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3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3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3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3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13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3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3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3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3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3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3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3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3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3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3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3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3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3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3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3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3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3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3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3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3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3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13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13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3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3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3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13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3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3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3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3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13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3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3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3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3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3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3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3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3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3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13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3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3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3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13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13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3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3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3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3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3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3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3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13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13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3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3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3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3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13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3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3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3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3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3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3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13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3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3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3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3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3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3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3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13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3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3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13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3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13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13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3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3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13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13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13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13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13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13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13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3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3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13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13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13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13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13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13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13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13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3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13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3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3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3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3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3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3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3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3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13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3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3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13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3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3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13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3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3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3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3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13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13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3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3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13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3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3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3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3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3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13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3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3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3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3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13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13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3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3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3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3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3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3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3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3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3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3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3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3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3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3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13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3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3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3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3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3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3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3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3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3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3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3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3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13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13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3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3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3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13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13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3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3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3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3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3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13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13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3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13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3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3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13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13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3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13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13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3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3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3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3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3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3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3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3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3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3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3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3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3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3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13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13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13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3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3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3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3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3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3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3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3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3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3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3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3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3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3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3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3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3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3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3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13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3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3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3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3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3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13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13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13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13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3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3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3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3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3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3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13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13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3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3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13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3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3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13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13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13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13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3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3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13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3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3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13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3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13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3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13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13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3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3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13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13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3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13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13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3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13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13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3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13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13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3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13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3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3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3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3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3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3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3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3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3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13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13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13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3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13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13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3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3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3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3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3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13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3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3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13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13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3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13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3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3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13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13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3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3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3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13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13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3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3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13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13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3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3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3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13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3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3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3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13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3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3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3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13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13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3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3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3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13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13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3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13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13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3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13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3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13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3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3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13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13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13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3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3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3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3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3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3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3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3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3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3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3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3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3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3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3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13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3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3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3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13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3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3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3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3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3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3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3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3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3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3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13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3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3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3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3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3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3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3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3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3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3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13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13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3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13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3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3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3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3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3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3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3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3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3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3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3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3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3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3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13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3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3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3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3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3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3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3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3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13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3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3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3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13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13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3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3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3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3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13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3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3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3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3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3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3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13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3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3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3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3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3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3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3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3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3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3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3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13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3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3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3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3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3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3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3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3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3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3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3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3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3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13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3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3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3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3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3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13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3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3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3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3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3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3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13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13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13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13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3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3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13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13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3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13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3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3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3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13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3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13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13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13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13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3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13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13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13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13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3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13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3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3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3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3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13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13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3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3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3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3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3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13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13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3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3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3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3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13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13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13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13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13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3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13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3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3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3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3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3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3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3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3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3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3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3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3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3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3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3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13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3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3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3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3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3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3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3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13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3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3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3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3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3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3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13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13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3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3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3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3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3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3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13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13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3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3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3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3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3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3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3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13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13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13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3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3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3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3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3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3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3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3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3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3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3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3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3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3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3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3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3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3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3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3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13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3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3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13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13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3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3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3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3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3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3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3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3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3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13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3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3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13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3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13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3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13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13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3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3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3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3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3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3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13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13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13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3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3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13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13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13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13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3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3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13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3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13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13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3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3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3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3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3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3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3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3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3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3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3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13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13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13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13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3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3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3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3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3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3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3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3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3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3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3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3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3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13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3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3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3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3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3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13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13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13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3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3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13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13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3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3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13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3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3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13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13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3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3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3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13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13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3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13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13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13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3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3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3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13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3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3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3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3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13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3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13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13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3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13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13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13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13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3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13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3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3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13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13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13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3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3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3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13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13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13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3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13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13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13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3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13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13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3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3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3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3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3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13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3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13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3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3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13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3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3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3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3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3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3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13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13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135"/>
          <p:cNvGrpSpPr/>
          <p:nvPr/>
        </p:nvGrpSpPr>
        <p:grpSpPr>
          <a:xfrm>
            <a:off x="5834043" y="994977"/>
            <a:ext cx="2590840" cy="1380235"/>
            <a:chOff x="233350" y="949250"/>
            <a:chExt cx="7137300" cy="3802300"/>
          </a:xfrm>
        </p:grpSpPr>
        <p:sp>
          <p:nvSpPr>
            <p:cNvPr id="10261" name="Google Shape;10261;p13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3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3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3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3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3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13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3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3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13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3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3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3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3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3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3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3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3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3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3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13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3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3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3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3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13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3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3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3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3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3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3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3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3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3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3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3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3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3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3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3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3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3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13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3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3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13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3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3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3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13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135"/>
          <p:cNvGrpSpPr/>
          <p:nvPr/>
        </p:nvGrpSpPr>
        <p:grpSpPr>
          <a:xfrm>
            <a:off x="7648472" y="3039750"/>
            <a:ext cx="104231" cy="320340"/>
            <a:chOff x="7564426" y="3224343"/>
            <a:chExt cx="119985" cy="368801"/>
          </a:xfrm>
        </p:grpSpPr>
        <p:sp>
          <p:nvSpPr>
            <p:cNvPr id="10313" name="Google Shape;10313;p13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3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135"/>
          <p:cNvGrpSpPr/>
          <p:nvPr/>
        </p:nvGrpSpPr>
        <p:grpSpPr>
          <a:xfrm>
            <a:off x="7347961" y="3033852"/>
            <a:ext cx="189489" cy="332132"/>
            <a:chOff x="8370831" y="3202002"/>
            <a:chExt cx="218129" cy="382376"/>
          </a:xfrm>
        </p:grpSpPr>
        <p:sp>
          <p:nvSpPr>
            <p:cNvPr id="10316" name="Google Shape;10316;p13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3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8" name="Google Shape;10318;p135"/>
          <p:cNvGrpSpPr/>
          <p:nvPr/>
        </p:nvGrpSpPr>
        <p:grpSpPr>
          <a:xfrm>
            <a:off x="8071350" y="3444984"/>
            <a:ext cx="309429" cy="267000"/>
            <a:chOff x="6742064" y="3750480"/>
            <a:chExt cx="399315" cy="344560"/>
          </a:xfrm>
        </p:grpSpPr>
        <p:sp>
          <p:nvSpPr>
            <p:cNvPr id="10319" name="Google Shape;10319;p13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3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135"/>
          <p:cNvGrpSpPr/>
          <p:nvPr/>
        </p:nvGrpSpPr>
        <p:grpSpPr>
          <a:xfrm>
            <a:off x="7610369" y="3796031"/>
            <a:ext cx="180437" cy="281608"/>
            <a:chOff x="7248525" y="3739696"/>
            <a:chExt cx="230531" cy="359790"/>
          </a:xfrm>
        </p:grpSpPr>
        <p:sp>
          <p:nvSpPr>
            <p:cNvPr id="10322" name="Google Shape;10322;p13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3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135"/>
          <p:cNvGrpSpPr/>
          <p:nvPr/>
        </p:nvGrpSpPr>
        <p:grpSpPr>
          <a:xfrm>
            <a:off x="7856288" y="3439255"/>
            <a:ext cx="162896" cy="278710"/>
            <a:chOff x="7601242" y="3729267"/>
            <a:chExt cx="222566" cy="380803"/>
          </a:xfrm>
        </p:grpSpPr>
        <p:sp>
          <p:nvSpPr>
            <p:cNvPr id="10325" name="Google Shape;10325;p13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3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7" name="Google Shape;10327;p135"/>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8" name="Google Shape;10328;p135"/>
          <p:cNvGrpSpPr/>
          <p:nvPr/>
        </p:nvGrpSpPr>
        <p:grpSpPr>
          <a:xfrm>
            <a:off x="7345934" y="3440396"/>
            <a:ext cx="193543" cy="275990"/>
            <a:chOff x="8304647" y="3738687"/>
            <a:chExt cx="225076" cy="320956"/>
          </a:xfrm>
        </p:grpSpPr>
        <p:sp>
          <p:nvSpPr>
            <p:cNvPr id="10329" name="Google Shape;10329;p135"/>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3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3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2" name="Google Shape;10332;p135"/>
          <p:cNvGrpSpPr/>
          <p:nvPr/>
        </p:nvGrpSpPr>
        <p:grpSpPr>
          <a:xfrm>
            <a:off x="7618426" y="3440396"/>
            <a:ext cx="178492" cy="275990"/>
            <a:chOff x="8615101" y="3738687"/>
            <a:chExt cx="207573" cy="320956"/>
          </a:xfrm>
        </p:grpSpPr>
        <p:sp>
          <p:nvSpPr>
            <p:cNvPr id="10333" name="Google Shape;10333;p135"/>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3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13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6" name="Google Shape;10336;p135"/>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7" name="Google Shape;10337;p135"/>
          <p:cNvGrpSpPr/>
          <p:nvPr/>
        </p:nvGrpSpPr>
        <p:grpSpPr>
          <a:xfrm>
            <a:off x="6013131" y="3561884"/>
            <a:ext cx="557670" cy="511283"/>
            <a:chOff x="6015419" y="3716859"/>
            <a:chExt cx="557671" cy="511283"/>
          </a:xfrm>
        </p:grpSpPr>
        <p:sp>
          <p:nvSpPr>
            <p:cNvPr id="10338" name="Google Shape;10338;p135"/>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9" name="Google Shape;10339;p135"/>
            <p:cNvGrpSpPr/>
            <p:nvPr/>
          </p:nvGrpSpPr>
          <p:grpSpPr>
            <a:xfrm>
              <a:off x="6036094" y="3716980"/>
              <a:ext cx="529860" cy="510468"/>
              <a:chOff x="6036094" y="3716980"/>
              <a:chExt cx="529860" cy="510468"/>
            </a:xfrm>
          </p:grpSpPr>
          <p:sp>
            <p:nvSpPr>
              <p:cNvPr id="10340" name="Google Shape;10340;p135"/>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135"/>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35"/>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35"/>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135"/>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135"/>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35"/>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35"/>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35"/>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35"/>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50" name="Google Shape;10350;p135"/>
          <p:cNvGrpSpPr/>
          <p:nvPr/>
        </p:nvGrpSpPr>
        <p:grpSpPr>
          <a:xfrm>
            <a:off x="6642016" y="2918653"/>
            <a:ext cx="576302" cy="511871"/>
            <a:chOff x="6644304" y="3073628"/>
            <a:chExt cx="576302" cy="511871"/>
          </a:xfrm>
        </p:grpSpPr>
        <p:sp>
          <p:nvSpPr>
            <p:cNvPr id="10351" name="Google Shape;10351;p13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2" name="Google Shape;10352;p135"/>
            <p:cNvGrpSpPr/>
            <p:nvPr/>
          </p:nvGrpSpPr>
          <p:grpSpPr>
            <a:xfrm>
              <a:off x="6712169" y="3085440"/>
              <a:ext cx="481622" cy="494913"/>
              <a:chOff x="6712169" y="3085440"/>
              <a:chExt cx="481622" cy="494913"/>
            </a:xfrm>
          </p:grpSpPr>
          <p:sp>
            <p:nvSpPr>
              <p:cNvPr id="10353" name="Google Shape;10353;p135"/>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35"/>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35"/>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35"/>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35"/>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8" name="Google Shape;10358;p135"/>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135"/>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35"/>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1" name="Google Shape;10361;p135"/>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2" name="Google Shape;10362;p135"/>
          <p:cNvGrpSpPr/>
          <p:nvPr/>
        </p:nvGrpSpPr>
        <p:grpSpPr>
          <a:xfrm>
            <a:off x="6649867" y="3561648"/>
            <a:ext cx="560631" cy="511352"/>
            <a:chOff x="6652154" y="3716623"/>
            <a:chExt cx="560631" cy="511352"/>
          </a:xfrm>
        </p:grpSpPr>
        <p:sp>
          <p:nvSpPr>
            <p:cNvPr id="10363" name="Google Shape;10363;p135"/>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4" name="Google Shape;10364;p135"/>
            <p:cNvGrpSpPr/>
            <p:nvPr/>
          </p:nvGrpSpPr>
          <p:grpSpPr>
            <a:xfrm>
              <a:off x="6669657" y="3716715"/>
              <a:ext cx="466779" cy="464290"/>
              <a:chOff x="6669657" y="3716715"/>
              <a:chExt cx="466779" cy="464290"/>
            </a:xfrm>
          </p:grpSpPr>
          <p:sp>
            <p:nvSpPr>
              <p:cNvPr id="10365" name="Google Shape;10365;p135"/>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35"/>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135"/>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35"/>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35"/>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35"/>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135"/>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35"/>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35"/>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35"/>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35"/>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35"/>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35"/>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78" name="Google Shape;10378;p135"/>
          <p:cNvGrpSpPr/>
          <p:nvPr/>
        </p:nvGrpSpPr>
        <p:grpSpPr>
          <a:xfrm>
            <a:off x="7843958" y="3843056"/>
            <a:ext cx="187557" cy="187557"/>
            <a:chOff x="8565775" y="671075"/>
            <a:chExt cx="441000" cy="441000"/>
          </a:xfrm>
        </p:grpSpPr>
        <p:sp>
          <p:nvSpPr>
            <p:cNvPr id="10379" name="Google Shape;10379;p13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35"/>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1" name="Google Shape;10381;p135"/>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35"/>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3" name="Google Shape;10383;p135"/>
          <p:cNvGrpSpPr/>
          <p:nvPr/>
        </p:nvGrpSpPr>
        <p:grpSpPr>
          <a:xfrm>
            <a:off x="5997813" y="2921275"/>
            <a:ext cx="587871" cy="512373"/>
            <a:chOff x="6000100" y="3076250"/>
            <a:chExt cx="587871" cy="512373"/>
          </a:xfrm>
        </p:grpSpPr>
        <p:sp>
          <p:nvSpPr>
            <p:cNvPr id="10384" name="Google Shape;10384;p135"/>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5" name="Google Shape;10385;p135"/>
            <p:cNvGrpSpPr/>
            <p:nvPr/>
          </p:nvGrpSpPr>
          <p:grpSpPr>
            <a:xfrm>
              <a:off x="6031360" y="3076713"/>
              <a:ext cx="539107" cy="480965"/>
              <a:chOff x="6031360" y="3076713"/>
              <a:chExt cx="539107" cy="480965"/>
            </a:xfrm>
          </p:grpSpPr>
          <p:sp>
            <p:nvSpPr>
              <p:cNvPr id="10386" name="Google Shape;10386;p135"/>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35"/>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135"/>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35"/>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35"/>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35"/>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135"/>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93" name="Google Shape;10393;p135"/>
          <p:cNvGrpSpPr/>
          <p:nvPr/>
        </p:nvGrpSpPr>
        <p:grpSpPr>
          <a:xfrm>
            <a:off x="3574273" y="2854307"/>
            <a:ext cx="2241344" cy="1330656"/>
            <a:chOff x="3597785" y="3065882"/>
            <a:chExt cx="2241344" cy="1330656"/>
          </a:xfrm>
        </p:grpSpPr>
        <p:grpSp>
          <p:nvGrpSpPr>
            <p:cNvPr id="10394" name="Google Shape;10394;p135"/>
            <p:cNvGrpSpPr/>
            <p:nvPr/>
          </p:nvGrpSpPr>
          <p:grpSpPr>
            <a:xfrm>
              <a:off x="5296908" y="3937355"/>
              <a:ext cx="143198" cy="32380"/>
              <a:chOff x="5296908" y="3937355"/>
              <a:chExt cx="143198" cy="32380"/>
            </a:xfrm>
          </p:grpSpPr>
          <p:sp>
            <p:nvSpPr>
              <p:cNvPr id="10395" name="Google Shape;10395;p135"/>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6" name="Google Shape;10396;p135"/>
              <p:cNvGrpSpPr/>
              <p:nvPr/>
            </p:nvGrpSpPr>
            <p:grpSpPr>
              <a:xfrm>
                <a:off x="5402331" y="3937355"/>
                <a:ext cx="37776" cy="32380"/>
                <a:chOff x="5402331" y="3937355"/>
                <a:chExt cx="37776" cy="32380"/>
              </a:xfrm>
            </p:grpSpPr>
            <p:sp>
              <p:nvSpPr>
                <p:cNvPr id="10397" name="Google Shape;10397;p135"/>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135"/>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9" name="Google Shape;10399;p135"/>
              <p:cNvGrpSpPr/>
              <p:nvPr/>
            </p:nvGrpSpPr>
            <p:grpSpPr>
              <a:xfrm>
                <a:off x="5296908" y="3937355"/>
                <a:ext cx="37783" cy="32380"/>
                <a:chOff x="5296908" y="3937355"/>
                <a:chExt cx="37783" cy="32380"/>
              </a:xfrm>
            </p:grpSpPr>
            <p:sp>
              <p:nvSpPr>
                <p:cNvPr id="10400" name="Google Shape;10400;p135"/>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35"/>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02" name="Google Shape;10402;p135"/>
            <p:cNvGrpSpPr/>
            <p:nvPr/>
          </p:nvGrpSpPr>
          <p:grpSpPr>
            <a:xfrm>
              <a:off x="4724163" y="3119631"/>
              <a:ext cx="120838" cy="84218"/>
              <a:chOff x="4724163" y="3119631"/>
              <a:chExt cx="120838" cy="84218"/>
            </a:xfrm>
          </p:grpSpPr>
          <p:grpSp>
            <p:nvGrpSpPr>
              <p:cNvPr id="10403" name="Google Shape;10403;p135"/>
              <p:cNvGrpSpPr/>
              <p:nvPr/>
            </p:nvGrpSpPr>
            <p:grpSpPr>
              <a:xfrm>
                <a:off x="4746712" y="3132773"/>
                <a:ext cx="86869" cy="56424"/>
                <a:chOff x="4746712" y="3132773"/>
                <a:chExt cx="86869" cy="56424"/>
              </a:xfrm>
            </p:grpSpPr>
            <p:sp>
              <p:nvSpPr>
                <p:cNvPr id="10404" name="Google Shape;10404;p135"/>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135"/>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135"/>
              <p:cNvGrpSpPr/>
              <p:nvPr/>
            </p:nvGrpSpPr>
            <p:grpSpPr>
              <a:xfrm>
                <a:off x="4773634" y="3143336"/>
                <a:ext cx="37776" cy="32451"/>
                <a:chOff x="4773634" y="3143336"/>
                <a:chExt cx="37776" cy="32451"/>
              </a:xfrm>
            </p:grpSpPr>
            <p:sp>
              <p:nvSpPr>
                <p:cNvPr id="10407" name="Google Shape;10407;p135"/>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35"/>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135"/>
              <p:cNvGrpSpPr/>
              <p:nvPr/>
            </p:nvGrpSpPr>
            <p:grpSpPr>
              <a:xfrm>
                <a:off x="4724163" y="3131248"/>
                <a:ext cx="37776" cy="32459"/>
                <a:chOff x="4724163" y="3131248"/>
                <a:chExt cx="37776" cy="32459"/>
              </a:xfrm>
            </p:grpSpPr>
            <p:sp>
              <p:nvSpPr>
                <p:cNvPr id="10410" name="Google Shape;10410;p135"/>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35"/>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2" name="Google Shape;10412;p135"/>
              <p:cNvGrpSpPr/>
              <p:nvPr/>
            </p:nvGrpSpPr>
            <p:grpSpPr>
              <a:xfrm>
                <a:off x="4755081" y="3176054"/>
                <a:ext cx="32357" cy="27795"/>
                <a:chOff x="4755081" y="3176054"/>
                <a:chExt cx="32357" cy="27795"/>
              </a:xfrm>
            </p:grpSpPr>
            <p:sp>
              <p:nvSpPr>
                <p:cNvPr id="10413" name="Google Shape;10413;p135"/>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135"/>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5" name="Google Shape;10415;p135"/>
              <p:cNvGrpSpPr/>
              <p:nvPr/>
            </p:nvGrpSpPr>
            <p:grpSpPr>
              <a:xfrm>
                <a:off x="4812550" y="3119631"/>
                <a:ext cx="32451" cy="27803"/>
                <a:chOff x="4812550" y="3119631"/>
                <a:chExt cx="32451" cy="27803"/>
              </a:xfrm>
            </p:grpSpPr>
            <p:sp>
              <p:nvSpPr>
                <p:cNvPr id="10416" name="Google Shape;10416;p135"/>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35"/>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18" name="Google Shape;10418;p135"/>
            <p:cNvGrpSpPr/>
            <p:nvPr/>
          </p:nvGrpSpPr>
          <p:grpSpPr>
            <a:xfrm>
              <a:off x="5382826" y="4027197"/>
              <a:ext cx="268967" cy="250422"/>
              <a:chOff x="5382826" y="4027197"/>
              <a:chExt cx="268967" cy="250422"/>
            </a:xfrm>
          </p:grpSpPr>
          <p:grpSp>
            <p:nvGrpSpPr>
              <p:cNvPr id="10419" name="Google Shape;10419;p135"/>
              <p:cNvGrpSpPr/>
              <p:nvPr/>
            </p:nvGrpSpPr>
            <p:grpSpPr>
              <a:xfrm>
                <a:off x="5405280" y="4042510"/>
                <a:ext cx="237570" cy="218647"/>
                <a:chOff x="5405280" y="4042510"/>
                <a:chExt cx="237570" cy="218647"/>
              </a:xfrm>
            </p:grpSpPr>
            <p:sp>
              <p:nvSpPr>
                <p:cNvPr id="10420" name="Google Shape;10420;p135"/>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35"/>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135"/>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135"/>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35"/>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135"/>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6" name="Google Shape;10426;p135"/>
              <p:cNvGrpSpPr/>
              <p:nvPr/>
            </p:nvGrpSpPr>
            <p:grpSpPr>
              <a:xfrm>
                <a:off x="5382826" y="4125549"/>
                <a:ext cx="37776" cy="32380"/>
                <a:chOff x="5382826" y="4125549"/>
                <a:chExt cx="37776" cy="32380"/>
              </a:xfrm>
            </p:grpSpPr>
            <p:sp>
              <p:nvSpPr>
                <p:cNvPr id="10427" name="Google Shape;10427;p135"/>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35"/>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135"/>
              <p:cNvGrpSpPr/>
              <p:nvPr/>
            </p:nvGrpSpPr>
            <p:grpSpPr>
              <a:xfrm>
                <a:off x="5475680" y="4195587"/>
                <a:ext cx="37783" cy="32364"/>
                <a:chOff x="5475680" y="4195587"/>
                <a:chExt cx="37783" cy="32364"/>
              </a:xfrm>
            </p:grpSpPr>
            <p:sp>
              <p:nvSpPr>
                <p:cNvPr id="10430" name="Google Shape;10430;p135"/>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135"/>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2" name="Google Shape;10432;p135"/>
              <p:cNvGrpSpPr/>
              <p:nvPr/>
            </p:nvGrpSpPr>
            <p:grpSpPr>
              <a:xfrm>
                <a:off x="5532575" y="4027197"/>
                <a:ext cx="33308" cy="32262"/>
                <a:chOff x="5532575" y="4027197"/>
                <a:chExt cx="33308" cy="32262"/>
              </a:xfrm>
            </p:grpSpPr>
            <p:sp>
              <p:nvSpPr>
                <p:cNvPr id="10433" name="Google Shape;10433;p135"/>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135"/>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135"/>
              <p:cNvGrpSpPr/>
              <p:nvPr/>
            </p:nvGrpSpPr>
            <p:grpSpPr>
              <a:xfrm>
                <a:off x="5590706" y="4245348"/>
                <a:ext cx="33497" cy="32270"/>
                <a:chOff x="5590706" y="4245348"/>
                <a:chExt cx="33497" cy="32270"/>
              </a:xfrm>
            </p:grpSpPr>
            <p:sp>
              <p:nvSpPr>
                <p:cNvPr id="10436" name="Google Shape;10436;p135"/>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35"/>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135"/>
              <p:cNvGrpSpPr/>
              <p:nvPr/>
            </p:nvGrpSpPr>
            <p:grpSpPr>
              <a:xfrm>
                <a:off x="5618681" y="4109677"/>
                <a:ext cx="33112" cy="32357"/>
                <a:chOff x="5618681" y="4109677"/>
                <a:chExt cx="33112" cy="32357"/>
              </a:xfrm>
            </p:grpSpPr>
            <p:sp>
              <p:nvSpPr>
                <p:cNvPr id="10439" name="Google Shape;10439;p135"/>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135"/>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1" name="Google Shape;10441;p135"/>
              <p:cNvGrpSpPr/>
              <p:nvPr/>
            </p:nvGrpSpPr>
            <p:grpSpPr>
              <a:xfrm>
                <a:off x="5479298" y="4128262"/>
                <a:ext cx="31405" cy="26906"/>
                <a:chOff x="5479298" y="4128262"/>
                <a:chExt cx="31405" cy="26906"/>
              </a:xfrm>
            </p:grpSpPr>
            <p:sp>
              <p:nvSpPr>
                <p:cNvPr id="10442" name="Google Shape;10442;p135"/>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35"/>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135"/>
              <p:cNvGrpSpPr/>
              <p:nvPr/>
            </p:nvGrpSpPr>
            <p:grpSpPr>
              <a:xfrm>
                <a:off x="5582903" y="4180116"/>
                <a:ext cx="31499" cy="26898"/>
                <a:chOff x="5582903" y="4180116"/>
                <a:chExt cx="31499" cy="26898"/>
              </a:xfrm>
            </p:grpSpPr>
            <p:sp>
              <p:nvSpPr>
                <p:cNvPr id="10445" name="Google Shape;10445;p135"/>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35"/>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47" name="Google Shape;10447;p135"/>
            <p:cNvGrpSpPr/>
            <p:nvPr/>
          </p:nvGrpSpPr>
          <p:grpSpPr>
            <a:xfrm>
              <a:off x="3977681" y="3230323"/>
              <a:ext cx="94584" cy="84085"/>
              <a:chOff x="3977681" y="3230323"/>
              <a:chExt cx="94584" cy="84085"/>
            </a:xfrm>
          </p:grpSpPr>
          <p:grpSp>
            <p:nvGrpSpPr>
              <p:cNvPr id="10448" name="Google Shape;10448;p135"/>
              <p:cNvGrpSpPr/>
              <p:nvPr/>
            </p:nvGrpSpPr>
            <p:grpSpPr>
              <a:xfrm>
                <a:off x="4000135" y="3243041"/>
                <a:ext cx="59570" cy="57186"/>
                <a:chOff x="4000135" y="3243041"/>
                <a:chExt cx="59570" cy="57186"/>
              </a:xfrm>
            </p:grpSpPr>
            <p:sp>
              <p:nvSpPr>
                <p:cNvPr id="10449" name="Google Shape;10449;p135"/>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35"/>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35"/>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135"/>
              <p:cNvGrpSpPr/>
              <p:nvPr/>
            </p:nvGrpSpPr>
            <p:grpSpPr>
              <a:xfrm>
                <a:off x="3977681" y="3245872"/>
                <a:ext cx="37783" cy="32380"/>
                <a:chOff x="3977681" y="3245872"/>
                <a:chExt cx="37783" cy="32380"/>
              </a:xfrm>
            </p:grpSpPr>
            <p:sp>
              <p:nvSpPr>
                <p:cNvPr id="10453" name="Google Shape;10453;p135"/>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135"/>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135"/>
              <p:cNvGrpSpPr/>
              <p:nvPr/>
            </p:nvGrpSpPr>
            <p:grpSpPr>
              <a:xfrm>
                <a:off x="4040860" y="3262672"/>
                <a:ext cx="31405" cy="27001"/>
                <a:chOff x="4040860" y="3262672"/>
                <a:chExt cx="31405" cy="27001"/>
              </a:xfrm>
            </p:grpSpPr>
            <p:sp>
              <p:nvSpPr>
                <p:cNvPr id="10456" name="Google Shape;10456;p135"/>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35"/>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135"/>
              <p:cNvGrpSpPr/>
              <p:nvPr/>
            </p:nvGrpSpPr>
            <p:grpSpPr>
              <a:xfrm>
                <a:off x="4021072" y="3230323"/>
                <a:ext cx="31397" cy="26906"/>
                <a:chOff x="4021072" y="3230323"/>
                <a:chExt cx="31397" cy="26906"/>
              </a:xfrm>
            </p:grpSpPr>
            <p:sp>
              <p:nvSpPr>
                <p:cNvPr id="10459" name="Google Shape;10459;p135"/>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35"/>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135"/>
              <p:cNvGrpSpPr/>
              <p:nvPr/>
            </p:nvGrpSpPr>
            <p:grpSpPr>
              <a:xfrm>
                <a:off x="4001472" y="3287462"/>
                <a:ext cx="31499" cy="26945"/>
                <a:chOff x="4001472" y="3287462"/>
                <a:chExt cx="31499" cy="26945"/>
              </a:xfrm>
            </p:grpSpPr>
            <p:sp>
              <p:nvSpPr>
                <p:cNvPr id="10462" name="Google Shape;10462;p135"/>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35"/>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64" name="Google Shape;10464;p135"/>
            <p:cNvGrpSpPr/>
            <p:nvPr/>
          </p:nvGrpSpPr>
          <p:grpSpPr>
            <a:xfrm>
              <a:off x="4084715" y="3258865"/>
              <a:ext cx="184961" cy="137268"/>
              <a:chOff x="4084715" y="3258865"/>
              <a:chExt cx="184961" cy="137268"/>
            </a:xfrm>
          </p:grpSpPr>
          <p:grpSp>
            <p:nvGrpSpPr>
              <p:cNvPr id="10465" name="Google Shape;10465;p135"/>
              <p:cNvGrpSpPr/>
              <p:nvPr/>
            </p:nvGrpSpPr>
            <p:grpSpPr>
              <a:xfrm>
                <a:off x="4107453" y="3271583"/>
                <a:ext cx="153470" cy="110275"/>
                <a:chOff x="4107453" y="3271583"/>
                <a:chExt cx="153470" cy="110275"/>
              </a:xfrm>
            </p:grpSpPr>
            <p:sp>
              <p:nvSpPr>
                <p:cNvPr id="10466" name="Google Shape;10466;p135"/>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35"/>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35"/>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35"/>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135"/>
              <p:cNvGrpSpPr/>
              <p:nvPr/>
            </p:nvGrpSpPr>
            <p:grpSpPr>
              <a:xfrm>
                <a:off x="4136947" y="3258865"/>
                <a:ext cx="31499" cy="27001"/>
                <a:chOff x="4136947" y="3258865"/>
                <a:chExt cx="31499" cy="27001"/>
              </a:xfrm>
            </p:grpSpPr>
            <p:sp>
              <p:nvSpPr>
                <p:cNvPr id="10471" name="Google Shape;10471;p135"/>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35"/>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135"/>
              <p:cNvGrpSpPr/>
              <p:nvPr/>
            </p:nvGrpSpPr>
            <p:grpSpPr>
              <a:xfrm>
                <a:off x="4084715" y="3266478"/>
                <a:ext cx="31468" cy="26898"/>
                <a:chOff x="4084715" y="3266478"/>
                <a:chExt cx="31468" cy="26898"/>
              </a:xfrm>
            </p:grpSpPr>
            <p:sp>
              <p:nvSpPr>
                <p:cNvPr id="10474" name="Google Shape;10474;p135"/>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35"/>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135"/>
              <p:cNvGrpSpPr/>
              <p:nvPr/>
            </p:nvGrpSpPr>
            <p:grpSpPr>
              <a:xfrm>
                <a:off x="4159213" y="3279849"/>
                <a:ext cx="31405" cy="26945"/>
                <a:chOff x="4159213" y="3279849"/>
                <a:chExt cx="31405" cy="26945"/>
              </a:xfrm>
            </p:grpSpPr>
            <p:sp>
              <p:nvSpPr>
                <p:cNvPr id="10477" name="Google Shape;10477;p135"/>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35"/>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135"/>
              <p:cNvGrpSpPr/>
              <p:nvPr/>
            </p:nvGrpSpPr>
            <p:grpSpPr>
              <a:xfrm>
                <a:off x="4201550" y="3266502"/>
                <a:ext cx="31405" cy="26883"/>
                <a:chOff x="4201550" y="3266502"/>
                <a:chExt cx="31405" cy="26883"/>
              </a:xfrm>
            </p:grpSpPr>
            <p:sp>
              <p:nvSpPr>
                <p:cNvPr id="10480" name="Google Shape;10480;p135"/>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35"/>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135"/>
              <p:cNvGrpSpPr/>
              <p:nvPr/>
            </p:nvGrpSpPr>
            <p:grpSpPr>
              <a:xfrm>
                <a:off x="4201550" y="3338278"/>
                <a:ext cx="31405" cy="26930"/>
                <a:chOff x="4201550" y="3338278"/>
                <a:chExt cx="31405" cy="26930"/>
              </a:xfrm>
            </p:grpSpPr>
            <p:sp>
              <p:nvSpPr>
                <p:cNvPr id="10483" name="Google Shape;10483;p135"/>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35"/>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135"/>
              <p:cNvGrpSpPr/>
              <p:nvPr/>
            </p:nvGrpSpPr>
            <p:grpSpPr>
              <a:xfrm>
                <a:off x="4238272" y="3369132"/>
                <a:ext cx="31405" cy="27001"/>
                <a:chOff x="4238272" y="3369132"/>
                <a:chExt cx="31405" cy="27001"/>
              </a:xfrm>
            </p:grpSpPr>
            <p:sp>
              <p:nvSpPr>
                <p:cNvPr id="10486" name="Google Shape;10486;p135"/>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35"/>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88" name="Google Shape;10488;p135"/>
            <p:cNvGrpSpPr/>
            <p:nvPr/>
          </p:nvGrpSpPr>
          <p:grpSpPr>
            <a:xfrm>
              <a:off x="4068639" y="3200169"/>
              <a:ext cx="77643" cy="37272"/>
              <a:chOff x="4068639" y="3200169"/>
              <a:chExt cx="77643" cy="37272"/>
            </a:xfrm>
          </p:grpSpPr>
          <p:sp>
            <p:nvSpPr>
              <p:cNvPr id="10489" name="Google Shape;10489;p135"/>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0" name="Google Shape;10490;p135"/>
              <p:cNvGrpSpPr/>
              <p:nvPr/>
            </p:nvGrpSpPr>
            <p:grpSpPr>
              <a:xfrm>
                <a:off x="4114878" y="3200169"/>
                <a:ext cx="31405" cy="26993"/>
                <a:chOff x="4114878" y="3200169"/>
                <a:chExt cx="31405" cy="26993"/>
              </a:xfrm>
            </p:grpSpPr>
            <p:sp>
              <p:nvSpPr>
                <p:cNvPr id="10491" name="Google Shape;10491;p135"/>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35"/>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135"/>
              <p:cNvGrpSpPr/>
              <p:nvPr/>
            </p:nvGrpSpPr>
            <p:grpSpPr>
              <a:xfrm>
                <a:off x="4068639" y="3210535"/>
                <a:ext cx="31499" cy="26906"/>
                <a:chOff x="4068639" y="3210535"/>
                <a:chExt cx="31499" cy="26906"/>
              </a:xfrm>
            </p:grpSpPr>
            <p:sp>
              <p:nvSpPr>
                <p:cNvPr id="10494" name="Google Shape;10494;p135"/>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35"/>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96" name="Google Shape;10496;p135"/>
            <p:cNvGrpSpPr/>
            <p:nvPr/>
          </p:nvGrpSpPr>
          <p:grpSpPr>
            <a:xfrm>
              <a:off x="3869702" y="3066935"/>
              <a:ext cx="382664" cy="190294"/>
              <a:chOff x="3869702" y="3066935"/>
              <a:chExt cx="382664" cy="190294"/>
            </a:xfrm>
          </p:grpSpPr>
          <p:grpSp>
            <p:nvGrpSpPr>
              <p:cNvPr id="10497" name="Google Shape;10497;p135"/>
              <p:cNvGrpSpPr/>
              <p:nvPr/>
            </p:nvGrpSpPr>
            <p:grpSpPr>
              <a:xfrm>
                <a:off x="3888633" y="3082351"/>
                <a:ext cx="351172" cy="160698"/>
                <a:chOff x="3888633" y="3082351"/>
                <a:chExt cx="351172" cy="160698"/>
              </a:xfrm>
            </p:grpSpPr>
            <p:sp>
              <p:nvSpPr>
                <p:cNvPr id="10498" name="Google Shape;10498;p135"/>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35"/>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35"/>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35"/>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35"/>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135"/>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135"/>
              <p:cNvGrpSpPr/>
              <p:nvPr/>
            </p:nvGrpSpPr>
            <p:grpSpPr>
              <a:xfrm>
                <a:off x="4143703" y="3066935"/>
                <a:ext cx="37783" cy="32357"/>
                <a:chOff x="4143703" y="3066935"/>
                <a:chExt cx="37783" cy="32357"/>
              </a:xfrm>
            </p:grpSpPr>
            <p:sp>
              <p:nvSpPr>
                <p:cNvPr id="10505" name="Google Shape;10505;p135"/>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35"/>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135"/>
              <p:cNvGrpSpPr/>
              <p:nvPr/>
            </p:nvGrpSpPr>
            <p:grpSpPr>
              <a:xfrm>
                <a:off x="4044565" y="3103563"/>
                <a:ext cx="37783" cy="32451"/>
                <a:chOff x="4044565" y="3103563"/>
                <a:chExt cx="37783" cy="32451"/>
              </a:xfrm>
            </p:grpSpPr>
            <p:sp>
              <p:nvSpPr>
                <p:cNvPr id="10508" name="Google Shape;10508;p135"/>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35"/>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135"/>
              <p:cNvGrpSpPr/>
              <p:nvPr/>
            </p:nvGrpSpPr>
            <p:grpSpPr>
              <a:xfrm>
                <a:off x="4017454" y="3188237"/>
                <a:ext cx="37776" cy="32357"/>
                <a:chOff x="4017454" y="3188237"/>
                <a:chExt cx="37776" cy="32357"/>
              </a:xfrm>
            </p:grpSpPr>
            <p:sp>
              <p:nvSpPr>
                <p:cNvPr id="10511" name="Google Shape;10511;p135"/>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35"/>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135"/>
              <p:cNvGrpSpPr/>
              <p:nvPr/>
            </p:nvGrpSpPr>
            <p:grpSpPr>
              <a:xfrm>
                <a:off x="3921548" y="3157509"/>
                <a:ext cx="37783" cy="32357"/>
                <a:chOff x="3921548" y="3157509"/>
                <a:chExt cx="37783" cy="32357"/>
              </a:xfrm>
            </p:grpSpPr>
            <p:sp>
              <p:nvSpPr>
                <p:cNvPr id="10514" name="Google Shape;10514;p135"/>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35"/>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135"/>
              <p:cNvGrpSpPr/>
              <p:nvPr/>
            </p:nvGrpSpPr>
            <p:grpSpPr>
              <a:xfrm>
                <a:off x="3939056" y="3211620"/>
                <a:ext cx="37783" cy="32380"/>
                <a:chOff x="3939056" y="3211620"/>
                <a:chExt cx="37783" cy="32380"/>
              </a:xfrm>
            </p:grpSpPr>
            <p:sp>
              <p:nvSpPr>
                <p:cNvPr id="10517" name="Google Shape;10517;p135"/>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35"/>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9" name="Google Shape;10519;p135"/>
              <p:cNvGrpSpPr/>
              <p:nvPr/>
            </p:nvGrpSpPr>
            <p:grpSpPr>
              <a:xfrm>
                <a:off x="4176240" y="3136965"/>
                <a:ext cx="31405" cy="26930"/>
                <a:chOff x="4176240" y="3136965"/>
                <a:chExt cx="31405" cy="26930"/>
              </a:xfrm>
            </p:grpSpPr>
            <p:sp>
              <p:nvSpPr>
                <p:cNvPr id="10520" name="Google Shape;10520;p135"/>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35"/>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135"/>
              <p:cNvGrpSpPr/>
              <p:nvPr/>
            </p:nvGrpSpPr>
            <p:grpSpPr>
              <a:xfrm>
                <a:off x="4133148" y="3152593"/>
                <a:ext cx="31499" cy="27001"/>
                <a:chOff x="4133148" y="3152593"/>
                <a:chExt cx="31499" cy="27001"/>
              </a:xfrm>
            </p:grpSpPr>
            <p:sp>
              <p:nvSpPr>
                <p:cNvPr id="10523" name="Google Shape;10523;p135"/>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35"/>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135"/>
              <p:cNvGrpSpPr/>
              <p:nvPr/>
            </p:nvGrpSpPr>
            <p:grpSpPr>
              <a:xfrm>
                <a:off x="4220866" y="3073534"/>
                <a:ext cx="31499" cy="26898"/>
                <a:chOff x="4220866" y="3073534"/>
                <a:chExt cx="31499" cy="26898"/>
              </a:xfrm>
            </p:grpSpPr>
            <p:sp>
              <p:nvSpPr>
                <p:cNvPr id="10526" name="Google Shape;10526;p135"/>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35"/>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135"/>
              <p:cNvGrpSpPr/>
              <p:nvPr/>
            </p:nvGrpSpPr>
            <p:grpSpPr>
              <a:xfrm>
                <a:off x="3869702" y="3230323"/>
                <a:ext cx="31499" cy="26906"/>
                <a:chOff x="3869702" y="3230323"/>
                <a:chExt cx="31499" cy="26906"/>
              </a:xfrm>
            </p:grpSpPr>
            <p:sp>
              <p:nvSpPr>
                <p:cNvPr id="10529" name="Google Shape;10529;p135"/>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35"/>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31" name="Google Shape;10531;p135"/>
            <p:cNvGrpSpPr/>
            <p:nvPr/>
          </p:nvGrpSpPr>
          <p:grpSpPr>
            <a:xfrm>
              <a:off x="4271383" y="3065882"/>
              <a:ext cx="304556" cy="341663"/>
              <a:chOff x="4271383" y="3065882"/>
              <a:chExt cx="304556" cy="341663"/>
            </a:xfrm>
          </p:grpSpPr>
          <p:grpSp>
            <p:nvGrpSpPr>
              <p:cNvPr id="10532" name="Google Shape;10532;p135"/>
              <p:cNvGrpSpPr/>
              <p:nvPr/>
            </p:nvGrpSpPr>
            <p:grpSpPr>
              <a:xfrm>
                <a:off x="4293838" y="3078639"/>
                <a:ext cx="269353" cy="311973"/>
                <a:chOff x="4293838" y="3078639"/>
                <a:chExt cx="269353" cy="311973"/>
              </a:xfrm>
            </p:grpSpPr>
            <p:sp>
              <p:nvSpPr>
                <p:cNvPr id="10533" name="Google Shape;10533;p135"/>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35"/>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35"/>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35"/>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35"/>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135"/>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35"/>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35"/>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35"/>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35"/>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35"/>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35"/>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35"/>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35"/>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35"/>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35"/>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35"/>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135"/>
              <p:cNvGrpSpPr/>
              <p:nvPr/>
            </p:nvGrpSpPr>
            <p:grpSpPr>
              <a:xfrm>
                <a:off x="4538164" y="3342061"/>
                <a:ext cx="37776" cy="32380"/>
                <a:chOff x="4538164" y="3342061"/>
                <a:chExt cx="37776" cy="32380"/>
              </a:xfrm>
            </p:grpSpPr>
            <p:sp>
              <p:nvSpPr>
                <p:cNvPr id="10551" name="Google Shape;10551;p135"/>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35"/>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135"/>
              <p:cNvGrpSpPr/>
              <p:nvPr/>
            </p:nvGrpSpPr>
            <p:grpSpPr>
              <a:xfrm>
                <a:off x="4271383" y="3194742"/>
                <a:ext cx="37783" cy="32420"/>
                <a:chOff x="4271383" y="3194742"/>
                <a:chExt cx="37783" cy="32420"/>
              </a:xfrm>
            </p:grpSpPr>
            <p:sp>
              <p:nvSpPr>
                <p:cNvPr id="10554" name="Google Shape;10554;p135"/>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35"/>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135"/>
              <p:cNvGrpSpPr/>
              <p:nvPr/>
            </p:nvGrpSpPr>
            <p:grpSpPr>
              <a:xfrm>
                <a:off x="4284416" y="3084058"/>
                <a:ext cx="37783" cy="32357"/>
                <a:chOff x="4284416" y="3084058"/>
                <a:chExt cx="37783" cy="32357"/>
              </a:xfrm>
            </p:grpSpPr>
            <p:sp>
              <p:nvSpPr>
                <p:cNvPr id="10557" name="Google Shape;10557;p135"/>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35"/>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135"/>
              <p:cNvGrpSpPr/>
              <p:nvPr/>
            </p:nvGrpSpPr>
            <p:grpSpPr>
              <a:xfrm>
                <a:off x="4478697" y="3297561"/>
                <a:ext cx="37776" cy="32451"/>
                <a:chOff x="4478697" y="3297561"/>
                <a:chExt cx="37776" cy="32451"/>
              </a:xfrm>
            </p:grpSpPr>
            <p:sp>
              <p:nvSpPr>
                <p:cNvPr id="10560" name="Google Shape;10560;p135"/>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35"/>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135"/>
              <p:cNvGrpSpPr/>
              <p:nvPr/>
            </p:nvGrpSpPr>
            <p:grpSpPr>
              <a:xfrm>
                <a:off x="4411813" y="3331711"/>
                <a:ext cx="37776" cy="32451"/>
                <a:chOff x="4411813" y="3331711"/>
                <a:chExt cx="37776" cy="32451"/>
              </a:xfrm>
            </p:grpSpPr>
            <p:sp>
              <p:nvSpPr>
                <p:cNvPr id="10563" name="Google Shape;10563;p135"/>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35"/>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135"/>
              <p:cNvGrpSpPr/>
              <p:nvPr/>
            </p:nvGrpSpPr>
            <p:grpSpPr>
              <a:xfrm>
                <a:off x="4337984" y="3375188"/>
                <a:ext cx="37776" cy="32357"/>
                <a:chOff x="4337984" y="3375188"/>
                <a:chExt cx="37776" cy="32357"/>
              </a:xfrm>
            </p:grpSpPr>
            <p:sp>
              <p:nvSpPr>
                <p:cNvPr id="10566" name="Google Shape;10566;p135"/>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135"/>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135"/>
              <p:cNvGrpSpPr/>
              <p:nvPr/>
            </p:nvGrpSpPr>
            <p:grpSpPr>
              <a:xfrm>
                <a:off x="4494867" y="3090530"/>
                <a:ext cx="37878" cy="32451"/>
                <a:chOff x="4494867" y="3090530"/>
                <a:chExt cx="37878" cy="32451"/>
              </a:xfrm>
            </p:grpSpPr>
            <p:sp>
              <p:nvSpPr>
                <p:cNvPr id="10569" name="Google Shape;10569;p135"/>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135"/>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135"/>
              <p:cNvGrpSpPr/>
              <p:nvPr/>
            </p:nvGrpSpPr>
            <p:grpSpPr>
              <a:xfrm>
                <a:off x="4525124" y="3207774"/>
                <a:ext cx="37783" cy="32420"/>
                <a:chOff x="4525124" y="3207774"/>
                <a:chExt cx="37783" cy="32420"/>
              </a:xfrm>
            </p:grpSpPr>
            <p:sp>
              <p:nvSpPr>
                <p:cNvPr id="10572" name="Google Shape;10572;p135"/>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35"/>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135"/>
              <p:cNvGrpSpPr/>
              <p:nvPr/>
            </p:nvGrpSpPr>
            <p:grpSpPr>
              <a:xfrm>
                <a:off x="4440544" y="3176479"/>
                <a:ext cx="31499" cy="26898"/>
                <a:chOff x="4440544" y="3176479"/>
                <a:chExt cx="31499" cy="26898"/>
              </a:xfrm>
            </p:grpSpPr>
            <p:sp>
              <p:nvSpPr>
                <p:cNvPr id="10575" name="Google Shape;10575;p135"/>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135"/>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135"/>
              <p:cNvGrpSpPr/>
              <p:nvPr/>
            </p:nvGrpSpPr>
            <p:grpSpPr>
              <a:xfrm>
                <a:off x="4350545" y="3156400"/>
                <a:ext cx="31405" cy="27001"/>
                <a:chOff x="4350545" y="3156400"/>
                <a:chExt cx="31405" cy="27001"/>
              </a:xfrm>
            </p:grpSpPr>
            <p:sp>
              <p:nvSpPr>
                <p:cNvPr id="10578" name="Google Shape;10578;p135"/>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35"/>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0" name="Google Shape;10580;p135"/>
              <p:cNvGrpSpPr/>
              <p:nvPr/>
            </p:nvGrpSpPr>
            <p:grpSpPr>
              <a:xfrm>
                <a:off x="4376703" y="3255058"/>
                <a:ext cx="31405" cy="27001"/>
                <a:chOff x="4376703" y="3255058"/>
                <a:chExt cx="31405" cy="27001"/>
              </a:xfrm>
            </p:grpSpPr>
            <p:sp>
              <p:nvSpPr>
                <p:cNvPr id="10581" name="Google Shape;10581;p135"/>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35"/>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135"/>
              <p:cNvGrpSpPr/>
              <p:nvPr/>
            </p:nvGrpSpPr>
            <p:grpSpPr>
              <a:xfrm>
                <a:off x="4331322" y="3283656"/>
                <a:ext cx="31405" cy="26945"/>
                <a:chOff x="4331322" y="3283656"/>
                <a:chExt cx="31405" cy="26945"/>
              </a:xfrm>
            </p:grpSpPr>
            <p:sp>
              <p:nvSpPr>
                <p:cNvPr id="10584" name="Google Shape;10584;p135"/>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35"/>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135"/>
              <p:cNvGrpSpPr/>
              <p:nvPr/>
            </p:nvGrpSpPr>
            <p:grpSpPr>
              <a:xfrm>
                <a:off x="4380510" y="3065882"/>
                <a:ext cx="31405" cy="26938"/>
                <a:chOff x="4380510" y="3065882"/>
                <a:chExt cx="31405" cy="26938"/>
              </a:xfrm>
            </p:grpSpPr>
            <p:sp>
              <p:nvSpPr>
                <p:cNvPr id="10587" name="Google Shape;10587;p135"/>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35"/>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89" name="Google Shape;10589;p135"/>
            <p:cNvGrpSpPr/>
            <p:nvPr/>
          </p:nvGrpSpPr>
          <p:grpSpPr>
            <a:xfrm>
              <a:off x="4558998" y="3188237"/>
              <a:ext cx="1280131" cy="1052746"/>
              <a:chOff x="4558998" y="3188237"/>
              <a:chExt cx="1280131" cy="1052746"/>
            </a:xfrm>
          </p:grpSpPr>
          <p:sp>
            <p:nvSpPr>
              <p:cNvPr id="10590" name="Google Shape;10590;p135"/>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1" name="Google Shape;10591;p135"/>
              <p:cNvGrpSpPr/>
              <p:nvPr/>
            </p:nvGrpSpPr>
            <p:grpSpPr>
              <a:xfrm>
                <a:off x="4579164" y="3203653"/>
                <a:ext cx="1244833" cy="1020397"/>
                <a:chOff x="4579164" y="3203653"/>
                <a:chExt cx="1244833" cy="1020397"/>
              </a:xfrm>
            </p:grpSpPr>
            <p:sp>
              <p:nvSpPr>
                <p:cNvPr id="10592" name="Google Shape;10592;p135"/>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135"/>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4" name="Google Shape;10594;p135"/>
                <p:cNvGrpSpPr/>
                <p:nvPr/>
              </p:nvGrpSpPr>
              <p:grpSpPr>
                <a:xfrm>
                  <a:off x="4579164" y="3203653"/>
                  <a:ext cx="1244833" cy="1020397"/>
                  <a:chOff x="4579164" y="3203653"/>
                  <a:chExt cx="1244833" cy="1020397"/>
                </a:xfrm>
              </p:grpSpPr>
              <p:sp>
                <p:nvSpPr>
                  <p:cNvPr id="10595" name="Google Shape;10595;p135"/>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35"/>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7" name="Google Shape;10597;p135"/>
                  <p:cNvGrpSpPr/>
                  <p:nvPr/>
                </p:nvGrpSpPr>
                <p:grpSpPr>
                  <a:xfrm>
                    <a:off x="4579164" y="3203653"/>
                    <a:ext cx="1244833" cy="1020397"/>
                    <a:chOff x="4579164" y="3203653"/>
                    <a:chExt cx="1244833" cy="1020397"/>
                  </a:xfrm>
                </p:grpSpPr>
                <p:sp>
                  <p:nvSpPr>
                    <p:cNvPr id="10598" name="Google Shape;10598;p135"/>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35"/>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35"/>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35"/>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35"/>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35"/>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35"/>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135"/>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6" name="Google Shape;10606;p135"/>
                    <p:cNvGrpSpPr/>
                    <p:nvPr/>
                  </p:nvGrpSpPr>
                  <p:grpSpPr>
                    <a:xfrm>
                      <a:off x="4579164" y="3203653"/>
                      <a:ext cx="1244833" cy="1020397"/>
                      <a:chOff x="4579164" y="3203653"/>
                      <a:chExt cx="1244833" cy="1020397"/>
                    </a:xfrm>
                  </p:grpSpPr>
                  <p:sp>
                    <p:nvSpPr>
                      <p:cNvPr id="10607" name="Google Shape;10607;p135"/>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35"/>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35"/>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35"/>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35"/>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135"/>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35"/>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35"/>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35"/>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35"/>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35"/>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35"/>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35"/>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35"/>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1" name="Google Shape;10621;p135"/>
                      <p:cNvGrpSpPr/>
                      <p:nvPr/>
                    </p:nvGrpSpPr>
                    <p:grpSpPr>
                      <a:xfrm>
                        <a:off x="4579164" y="3203653"/>
                        <a:ext cx="1244833" cy="1020397"/>
                        <a:chOff x="4579164" y="3203653"/>
                        <a:chExt cx="1244833" cy="1020397"/>
                      </a:xfrm>
                    </p:grpSpPr>
                    <p:sp>
                      <p:nvSpPr>
                        <p:cNvPr id="10622" name="Google Shape;10622;p135"/>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35"/>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135"/>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35"/>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35"/>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35"/>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35"/>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35"/>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35"/>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35"/>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35"/>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35"/>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135"/>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35"/>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35"/>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35"/>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35"/>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35"/>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35"/>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35"/>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35"/>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35"/>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35"/>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35"/>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6" name="Google Shape;10646;p135"/>
                        <p:cNvGrpSpPr/>
                        <p:nvPr/>
                      </p:nvGrpSpPr>
                      <p:grpSpPr>
                        <a:xfrm>
                          <a:off x="4579164" y="3203653"/>
                          <a:ext cx="1244833" cy="1020397"/>
                          <a:chOff x="4579164" y="3203653"/>
                          <a:chExt cx="1244833" cy="1020397"/>
                        </a:xfrm>
                      </p:grpSpPr>
                      <p:sp>
                        <p:nvSpPr>
                          <p:cNvPr id="10647" name="Google Shape;10647;p135"/>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8" name="Google Shape;10648;p135"/>
                          <p:cNvGrpSpPr/>
                          <p:nvPr/>
                        </p:nvGrpSpPr>
                        <p:grpSpPr>
                          <a:xfrm>
                            <a:off x="4579164" y="3203653"/>
                            <a:ext cx="1244833" cy="1020397"/>
                            <a:chOff x="4579164" y="3203653"/>
                            <a:chExt cx="1244833" cy="1020397"/>
                          </a:xfrm>
                        </p:grpSpPr>
                        <p:sp>
                          <p:nvSpPr>
                            <p:cNvPr id="10649" name="Google Shape;10649;p135"/>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35"/>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35"/>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35"/>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35"/>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35"/>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35"/>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6" name="Google Shape;10656;p135"/>
                            <p:cNvGrpSpPr/>
                            <p:nvPr/>
                          </p:nvGrpSpPr>
                          <p:grpSpPr>
                            <a:xfrm>
                              <a:off x="4579164" y="3203653"/>
                              <a:ext cx="1244833" cy="1020397"/>
                              <a:chOff x="4579164" y="3203653"/>
                              <a:chExt cx="1244833" cy="1020397"/>
                            </a:xfrm>
                          </p:grpSpPr>
                          <p:sp>
                            <p:nvSpPr>
                              <p:cNvPr id="10657" name="Google Shape;10657;p135"/>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135"/>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35"/>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35"/>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35"/>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35"/>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35"/>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35"/>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35"/>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35"/>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135"/>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135"/>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35"/>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0" name="Google Shape;10670;p135"/>
                              <p:cNvGrpSpPr/>
                              <p:nvPr/>
                            </p:nvGrpSpPr>
                            <p:grpSpPr>
                              <a:xfrm>
                                <a:off x="4579164" y="3203653"/>
                                <a:ext cx="1244833" cy="1020397"/>
                                <a:chOff x="4579164" y="3203653"/>
                                <a:chExt cx="1244833" cy="1020397"/>
                              </a:xfrm>
                            </p:grpSpPr>
                            <p:sp>
                              <p:nvSpPr>
                                <p:cNvPr id="10671" name="Google Shape;10671;p135"/>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35"/>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35"/>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35"/>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135"/>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135"/>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35"/>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8" name="Google Shape;10678;p135"/>
                                <p:cNvGrpSpPr/>
                                <p:nvPr/>
                              </p:nvGrpSpPr>
                              <p:grpSpPr>
                                <a:xfrm>
                                  <a:off x="4579164" y="3203653"/>
                                  <a:ext cx="1244833" cy="1020397"/>
                                  <a:chOff x="4579164" y="3203653"/>
                                  <a:chExt cx="1244833" cy="1020397"/>
                                </a:xfrm>
                              </p:grpSpPr>
                              <p:sp>
                                <p:nvSpPr>
                                  <p:cNvPr id="10679" name="Google Shape;10679;p135"/>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35"/>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35"/>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35"/>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35"/>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4" name="Google Shape;10684;p135"/>
                                  <p:cNvGrpSpPr/>
                                  <p:nvPr/>
                                </p:nvGrpSpPr>
                                <p:grpSpPr>
                                  <a:xfrm>
                                    <a:off x="4579164" y="3203653"/>
                                    <a:ext cx="1244833" cy="1020397"/>
                                    <a:chOff x="4579164" y="3203653"/>
                                    <a:chExt cx="1244833" cy="1020397"/>
                                  </a:xfrm>
                                </p:grpSpPr>
                                <p:sp>
                                  <p:nvSpPr>
                                    <p:cNvPr id="10685" name="Google Shape;10685;p135"/>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35"/>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35"/>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35"/>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0689" name="Google Shape;10689;p135"/>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35"/>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135"/>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692" name="Google Shape;10692;p135"/>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0693" name="Google Shape;10693;p135"/>
              <p:cNvGrpSpPr/>
              <p:nvPr/>
            </p:nvGrpSpPr>
            <p:grpSpPr>
              <a:xfrm>
                <a:off x="4595437" y="3598775"/>
                <a:ext cx="37776" cy="32451"/>
                <a:chOff x="4595437" y="3598775"/>
                <a:chExt cx="37776" cy="32451"/>
              </a:xfrm>
            </p:grpSpPr>
            <p:sp>
              <p:nvSpPr>
                <p:cNvPr id="10694" name="Google Shape;10694;p135"/>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35"/>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135"/>
              <p:cNvGrpSpPr/>
              <p:nvPr/>
            </p:nvGrpSpPr>
            <p:grpSpPr>
              <a:xfrm>
                <a:off x="4641864" y="3524443"/>
                <a:ext cx="37776" cy="32380"/>
                <a:chOff x="4641864" y="3524443"/>
                <a:chExt cx="37776" cy="32380"/>
              </a:xfrm>
            </p:grpSpPr>
            <p:sp>
              <p:nvSpPr>
                <p:cNvPr id="10697" name="Google Shape;10697;p135"/>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35"/>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9" name="Google Shape;10699;p135"/>
              <p:cNvGrpSpPr/>
              <p:nvPr/>
            </p:nvGrpSpPr>
            <p:grpSpPr>
              <a:xfrm>
                <a:off x="4648431" y="3893901"/>
                <a:ext cx="37776" cy="32357"/>
                <a:chOff x="4648431" y="3893901"/>
                <a:chExt cx="37776" cy="32357"/>
              </a:xfrm>
            </p:grpSpPr>
            <p:sp>
              <p:nvSpPr>
                <p:cNvPr id="10700" name="Google Shape;10700;p135"/>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35"/>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135"/>
              <p:cNvGrpSpPr/>
              <p:nvPr/>
            </p:nvGrpSpPr>
            <p:grpSpPr>
              <a:xfrm>
                <a:off x="4567752" y="3722908"/>
                <a:ext cx="37870" cy="32380"/>
                <a:chOff x="4567752" y="3722908"/>
                <a:chExt cx="37870" cy="32380"/>
              </a:xfrm>
            </p:grpSpPr>
            <p:sp>
              <p:nvSpPr>
                <p:cNvPr id="10703" name="Google Shape;10703;p135"/>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135"/>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5" name="Google Shape;10705;p135"/>
              <p:cNvGrpSpPr/>
              <p:nvPr/>
            </p:nvGrpSpPr>
            <p:grpSpPr>
              <a:xfrm>
                <a:off x="4617506" y="3652052"/>
                <a:ext cx="37783" cy="32357"/>
                <a:chOff x="4617506" y="3652052"/>
                <a:chExt cx="37783" cy="32357"/>
              </a:xfrm>
            </p:grpSpPr>
            <p:sp>
              <p:nvSpPr>
                <p:cNvPr id="10706" name="Google Shape;10706;p135"/>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135"/>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8" name="Google Shape;10708;p135"/>
              <p:cNvGrpSpPr/>
              <p:nvPr/>
            </p:nvGrpSpPr>
            <p:grpSpPr>
              <a:xfrm>
                <a:off x="4739005" y="3554149"/>
                <a:ext cx="37870" cy="32357"/>
                <a:chOff x="4739005" y="3554149"/>
                <a:chExt cx="37870" cy="32357"/>
              </a:xfrm>
            </p:grpSpPr>
            <p:sp>
              <p:nvSpPr>
                <p:cNvPr id="10709" name="Google Shape;10709;p135"/>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35"/>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135"/>
              <p:cNvGrpSpPr/>
              <p:nvPr/>
            </p:nvGrpSpPr>
            <p:grpSpPr>
              <a:xfrm>
                <a:off x="4806557" y="3630258"/>
                <a:ext cx="37776" cy="32364"/>
                <a:chOff x="4806557" y="3630258"/>
                <a:chExt cx="37776" cy="32364"/>
              </a:xfrm>
            </p:grpSpPr>
            <p:sp>
              <p:nvSpPr>
                <p:cNvPr id="10712" name="Google Shape;10712;p135"/>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35"/>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135"/>
              <p:cNvGrpSpPr/>
              <p:nvPr/>
            </p:nvGrpSpPr>
            <p:grpSpPr>
              <a:xfrm>
                <a:off x="4737007" y="4004357"/>
                <a:ext cx="37870" cy="32357"/>
                <a:chOff x="4737007" y="4004357"/>
                <a:chExt cx="37870" cy="32357"/>
              </a:xfrm>
            </p:grpSpPr>
            <p:sp>
              <p:nvSpPr>
                <p:cNvPr id="10715" name="Google Shape;10715;p135"/>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135"/>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135"/>
              <p:cNvGrpSpPr/>
              <p:nvPr/>
            </p:nvGrpSpPr>
            <p:grpSpPr>
              <a:xfrm>
                <a:off x="4773634" y="4208627"/>
                <a:ext cx="37776" cy="32357"/>
                <a:chOff x="4773634" y="4208627"/>
                <a:chExt cx="37776" cy="32357"/>
              </a:xfrm>
            </p:grpSpPr>
            <p:sp>
              <p:nvSpPr>
                <p:cNvPr id="10718" name="Google Shape;10718;p135"/>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35"/>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135"/>
              <p:cNvGrpSpPr/>
              <p:nvPr/>
            </p:nvGrpSpPr>
            <p:grpSpPr>
              <a:xfrm>
                <a:off x="4888282" y="4074764"/>
                <a:ext cx="37776" cy="32451"/>
                <a:chOff x="4888282" y="4074764"/>
                <a:chExt cx="37776" cy="32451"/>
              </a:xfrm>
            </p:grpSpPr>
            <p:sp>
              <p:nvSpPr>
                <p:cNvPr id="10721" name="Google Shape;10721;p135"/>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35"/>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3" name="Google Shape;10723;p135"/>
              <p:cNvGrpSpPr/>
              <p:nvPr/>
            </p:nvGrpSpPr>
            <p:grpSpPr>
              <a:xfrm>
                <a:off x="4901315" y="3804271"/>
                <a:ext cx="37776" cy="32364"/>
                <a:chOff x="4901315" y="3804271"/>
                <a:chExt cx="37776" cy="32364"/>
              </a:xfrm>
            </p:grpSpPr>
            <p:sp>
              <p:nvSpPr>
                <p:cNvPr id="10724" name="Google Shape;10724;p135"/>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35"/>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135"/>
              <p:cNvGrpSpPr/>
              <p:nvPr/>
            </p:nvGrpSpPr>
            <p:grpSpPr>
              <a:xfrm>
                <a:off x="4866394" y="3715035"/>
                <a:ext cx="37846" cy="32357"/>
                <a:chOff x="4866394" y="3715035"/>
                <a:chExt cx="37846" cy="32357"/>
              </a:xfrm>
            </p:grpSpPr>
            <p:sp>
              <p:nvSpPr>
                <p:cNvPr id="10727" name="Google Shape;10727;p135"/>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35"/>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135"/>
              <p:cNvGrpSpPr/>
              <p:nvPr/>
            </p:nvGrpSpPr>
            <p:grpSpPr>
              <a:xfrm>
                <a:off x="4979233" y="3839798"/>
                <a:ext cx="37878" cy="32420"/>
                <a:chOff x="4979233" y="3839798"/>
                <a:chExt cx="37878" cy="32420"/>
              </a:xfrm>
            </p:grpSpPr>
            <p:sp>
              <p:nvSpPr>
                <p:cNvPr id="10730" name="Google Shape;10730;p135"/>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35"/>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135"/>
              <p:cNvGrpSpPr/>
              <p:nvPr/>
            </p:nvGrpSpPr>
            <p:grpSpPr>
              <a:xfrm>
                <a:off x="4790662" y="3679147"/>
                <a:ext cx="37783" cy="32380"/>
                <a:chOff x="4790662" y="3679147"/>
                <a:chExt cx="37783" cy="32380"/>
              </a:xfrm>
            </p:grpSpPr>
            <p:sp>
              <p:nvSpPr>
                <p:cNvPr id="10733" name="Google Shape;10733;p135"/>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35"/>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135"/>
              <p:cNvGrpSpPr/>
              <p:nvPr/>
            </p:nvGrpSpPr>
            <p:grpSpPr>
              <a:xfrm>
                <a:off x="4857263" y="3557861"/>
                <a:ext cx="37776" cy="32357"/>
                <a:chOff x="4857263" y="3557861"/>
                <a:chExt cx="37776" cy="32357"/>
              </a:xfrm>
            </p:grpSpPr>
            <p:sp>
              <p:nvSpPr>
                <p:cNvPr id="10736" name="Google Shape;10736;p135"/>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35"/>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135"/>
              <p:cNvGrpSpPr/>
              <p:nvPr/>
            </p:nvGrpSpPr>
            <p:grpSpPr>
              <a:xfrm>
                <a:off x="4883902" y="3648033"/>
                <a:ext cx="37783" cy="32380"/>
                <a:chOff x="4883902" y="3648033"/>
                <a:chExt cx="37783" cy="32380"/>
              </a:xfrm>
            </p:grpSpPr>
            <p:sp>
              <p:nvSpPr>
                <p:cNvPr id="10739" name="Google Shape;10739;p135"/>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35"/>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135"/>
              <p:cNvGrpSpPr/>
              <p:nvPr/>
            </p:nvGrpSpPr>
            <p:grpSpPr>
              <a:xfrm>
                <a:off x="4907780" y="3347220"/>
                <a:ext cx="37878" cy="32357"/>
                <a:chOff x="4907780" y="3347220"/>
                <a:chExt cx="37878" cy="32357"/>
              </a:xfrm>
            </p:grpSpPr>
            <p:sp>
              <p:nvSpPr>
                <p:cNvPr id="10742" name="Google Shape;10742;p135"/>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35"/>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135"/>
              <p:cNvGrpSpPr/>
              <p:nvPr/>
            </p:nvGrpSpPr>
            <p:grpSpPr>
              <a:xfrm>
                <a:off x="5065048" y="3738150"/>
                <a:ext cx="37783" cy="32364"/>
                <a:chOff x="5065048" y="3738150"/>
                <a:chExt cx="37783" cy="32364"/>
              </a:xfrm>
            </p:grpSpPr>
            <p:sp>
              <p:nvSpPr>
                <p:cNvPr id="10745" name="Google Shape;10745;p135"/>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135"/>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135"/>
              <p:cNvGrpSpPr/>
              <p:nvPr/>
            </p:nvGrpSpPr>
            <p:grpSpPr>
              <a:xfrm>
                <a:off x="5071616" y="3284615"/>
                <a:ext cx="37783" cy="32357"/>
                <a:chOff x="5071616" y="3284615"/>
                <a:chExt cx="37783" cy="32357"/>
              </a:xfrm>
            </p:grpSpPr>
            <p:sp>
              <p:nvSpPr>
                <p:cNvPr id="10748" name="Google Shape;10748;p135"/>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35"/>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135"/>
              <p:cNvGrpSpPr/>
              <p:nvPr/>
            </p:nvGrpSpPr>
            <p:grpSpPr>
              <a:xfrm>
                <a:off x="5389291" y="3759921"/>
                <a:ext cx="37783" cy="32380"/>
                <a:chOff x="5389291" y="3759921"/>
                <a:chExt cx="37783" cy="32380"/>
              </a:xfrm>
            </p:grpSpPr>
            <p:sp>
              <p:nvSpPr>
                <p:cNvPr id="10751" name="Google Shape;10751;p135"/>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35"/>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135"/>
              <p:cNvGrpSpPr/>
              <p:nvPr/>
            </p:nvGrpSpPr>
            <p:grpSpPr>
              <a:xfrm>
                <a:off x="5431534" y="3632932"/>
                <a:ext cx="37878" cy="32451"/>
                <a:chOff x="5431534" y="3632932"/>
                <a:chExt cx="37878" cy="32451"/>
              </a:xfrm>
            </p:grpSpPr>
            <p:sp>
              <p:nvSpPr>
                <p:cNvPr id="10754" name="Google Shape;10754;p135"/>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35"/>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6" name="Google Shape;10756;p135"/>
              <p:cNvGrpSpPr/>
              <p:nvPr/>
            </p:nvGrpSpPr>
            <p:grpSpPr>
              <a:xfrm>
                <a:off x="5540755" y="3544829"/>
                <a:ext cx="37783" cy="32357"/>
                <a:chOff x="5540755" y="3544829"/>
                <a:chExt cx="37783" cy="32357"/>
              </a:xfrm>
            </p:grpSpPr>
            <p:sp>
              <p:nvSpPr>
                <p:cNvPr id="10757" name="Google Shape;10757;p135"/>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35"/>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135"/>
              <p:cNvGrpSpPr/>
              <p:nvPr/>
            </p:nvGrpSpPr>
            <p:grpSpPr>
              <a:xfrm>
                <a:off x="5579293" y="3412107"/>
                <a:ext cx="37776" cy="32357"/>
                <a:chOff x="5579293" y="3412107"/>
                <a:chExt cx="37776" cy="32357"/>
              </a:xfrm>
            </p:grpSpPr>
            <p:sp>
              <p:nvSpPr>
                <p:cNvPr id="10760" name="Google Shape;10760;p135"/>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135"/>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135"/>
              <p:cNvGrpSpPr/>
              <p:nvPr/>
            </p:nvGrpSpPr>
            <p:grpSpPr>
              <a:xfrm>
                <a:off x="5801346" y="3284615"/>
                <a:ext cx="37783" cy="32357"/>
                <a:chOff x="5801346" y="3284615"/>
                <a:chExt cx="37783" cy="32357"/>
              </a:xfrm>
            </p:grpSpPr>
            <p:sp>
              <p:nvSpPr>
                <p:cNvPr id="10763" name="Google Shape;10763;p135"/>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135"/>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135"/>
              <p:cNvGrpSpPr/>
              <p:nvPr/>
            </p:nvGrpSpPr>
            <p:grpSpPr>
              <a:xfrm>
                <a:off x="5763578" y="3399067"/>
                <a:ext cx="37776" cy="32364"/>
                <a:chOff x="5763578" y="3399067"/>
                <a:chExt cx="37776" cy="32364"/>
              </a:xfrm>
            </p:grpSpPr>
            <p:sp>
              <p:nvSpPr>
                <p:cNvPr id="10766" name="Google Shape;10766;p135"/>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135"/>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135"/>
              <p:cNvGrpSpPr/>
              <p:nvPr/>
            </p:nvGrpSpPr>
            <p:grpSpPr>
              <a:xfrm>
                <a:off x="5395858" y="3230952"/>
                <a:ext cx="37776" cy="32364"/>
                <a:chOff x="5395858" y="3230952"/>
                <a:chExt cx="37776" cy="32364"/>
              </a:xfrm>
            </p:grpSpPr>
            <p:sp>
              <p:nvSpPr>
                <p:cNvPr id="10769" name="Google Shape;10769;p135"/>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35"/>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1" name="Google Shape;10771;p135"/>
              <p:cNvGrpSpPr/>
              <p:nvPr/>
            </p:nvGrpSpPr>
            <p:grpSpPr>
              <a:xfrm>
                <a:off x="5264088" y="3188237"/>
                <a:ext cx="37776" cy="32357"/>
                <a:chOff x="5264088" y="3188237"/>
                <a:chExt cx="37776" cy="32357"/>
              </a:xfrm>
            </p:grpSpPr>
            <p:sp>
              <p:nvSpPr>
                <p:cNvPr id="10772" name="Google Shape;10772;p135"/>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135"/>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135"/>
              <p:cNvGrpSpPr/>
              <p:nvPr/>
            </p:nvGrpSpPr>
            <p:grpSpPr>
              <a:xfrm>
                <a:off x="5585758" y="3237425"/>
                <a:ext cx="37878" cy="32357"/>
                <a:chOff x="5585758" y="3237425"/>
                <a:chExt cx="37878" cy="32357"/>
              </a:xfrm>
            </p:grpSpPr>
            <p:sp>
              <p:nvSpPr>
                <p:cNvPr id="10775" name="Google Shape;10775;p135"/>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35"/>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135"/>
              <p:cNvGrpSpPr/>
              <p:nvPr/>
            </p:nvGrpSpPr>
            <p:grpSpPr>
              <a:xfrm>
                <a:off x="4874196" y="3291088"/>
                <a:ext cx="37878" cy="32451"/>
                <a:chOff x="4874196" y="3291088"/>
                <a:chExt cx="37878" cy="32451"/>
              </a:xfrm>
            </p:grpSpPr>
            <p:sp>
              <p:nvSpPr>
                <p:cNvPr id="10778" name="Google Shape;10778;p135"/>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35"/>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135"/>
              <p:cNvGrpSpPr/>
              <p:nvPr/>
            </p:nvGrpSpPr>
            <p:grpSpPr>
              <a:xfrm>
                <a:off x="5197770" y="3785466"/>
                <a:ext cx="37783" cy="32427"/>
                <a:chOff x="5197770" y="3785466"/>
                <a:chExt cx="37783" cy="32427"/>
              </a:xfrm>
            </p:grpSpPr>
            <p:sp>
              <p:nvSpPr>
                <p:cNvPr id="10781" name="Google Shape;10781;p135"/>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35"/>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135"/>
              <p:cNvGrpSpPr/>
              <p:nvPr/>
            </p:nvGrpSpPr>
            <p:grpSpPr>
              <a:xfrm>
                <a:off x="5177699" y="3492117"/>
                <a:ext cx="37776" cy="32357"/>
                <a:chOff x="5177699" y="3492117"/>
                <a:chExt cx="37776" cy="32357"/>
              </a:xfrm>
            </p:grpSpPr>
            <p:sp>
              <p:nvSpPr>
                <p:cNvPr id="10784" name="Google Shape;10784;p135"/>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35"/>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6" name="Google Shape;10786;p135"/>
              <p:cNvGrpSpPr/>
              <p:nvPr/>
            </p:nvGrpSpPr>
            <p:grpSpPr>
              <a:xfrm>
                <a:off x="5349431" y="3622346"/>
                <a:ext cx="37870" cy="32380"/>
                <a:chOff x="5349431" y="3622346"/>
                <a:chExt cx="37870" cy="32380"/>
              </a:xfrm>
            </p:grpSpPr>
            <p:sp>
              <p:nvSpPr>
                <p:cNvPr id="10787" name="Google Shape;10787;p135"/>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35"/>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135"/>
              <p:cNvGrpSpPr/>
              <p:nvPr/>
            </p:nvGrpSpPr>
            <p:grpSpPr>
              <a:xfrm>
                <a:off x="5068855" y="3563980"/>
                <a:ext cx="53954" cy="46223"/>
                <a:chOff x="5068855" y="3563980"/>
                <a:chExt cx="53954" cy="46223"/>
              </a:xfrm>
            </p:grpSpPr>
            <p:sp>
              <p:nvSpPr>
                <p:cNvPr id="10790" name="Google Shape;10790;p135"/>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35"/>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135"/>
              <p:cNvGrpSpPr/>
              <p:nvPr/>
            </p:nvGrpSpPr>
            <p:grpSpPr>
              <a:xfrm>
                <a:off x="5037654" y="3392507"/>
                <a:ext cx="37870" cy="32451"/>
                <a:chOff x="5037654" y="3392507"/>
                <a:chExt cx="37870" cy="32451"/>
              </a:xfrm>
            </p:grpSpPr>
            <p:sp>
              <p:nvSpPr>
                <p:cNvPr id="10793" name="Google Shape;10793;p135"/>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35"/>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135"/>
              <p:cNvGrpSpPr/>
              <p:nvPr/>
            </p:nvGrpSpPr>
            <p:grpSpPr>
              <a:xfrm>
                <a:off x="5456560" y="3368629"/>
                <a:ext cx="37870" cy="32451"/>
                <a:chOff x="5456560" y="3368629"/>
                <a:chExt cx="37870" cy="32451"/>
              </a:xfrm>
            </p:grpSpPr>
            <p:sp>
              <p:nvSpPr>
                <p:cNvPr id="10796" name="Google Shape;10796;p135"/>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35"/>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135"/>
              <p:cNvGrpSpPr/>
              <p:nvPr/>
            </p:nvGrpSpPr>
            <p:grpSpPr>
              <a:xfrm>
                <a:off x="4755749" y="3501516"/>
                <a:ext cx="46246" cy="39608"/>
                <a:chOff x="4755749" y="3501516"/>
                <a:chExt cx="46246" cy="39608"/>
              </a:xfrm>
            </p:grpSpPr>
            <p:sp>
              <p:nvSpPr>
                <p:cNvPr id="10799" name="Google Shape;10799;p135"/>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35"/>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135"/>
              <p:cNvGrpSpPr/>
              <p:nvPr/>
            </p:nvGrpSpPr>
            <p:grpSpPr>
              <a:xfrm>
                <a:off x="4681346" y="3485582"/>
                <a:ext cx="37783" cy="32427"/>
                <a:chOff x="4681346" y="3485582"/>
                <a:chExt cx="37783" cy="32427"/>
              </a:xfrm>
            </p:grpSpPr>
            <p:sp>
              <p:nvSpPr>
                <p:cNvPr id="10802" name="Google Shape;10802;p135"/>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135"/>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135"/>
              <p:cNvGrpSpPr/>
              <p:nvPr/>
            </p:nvGrpSpPr>
            <p:grpSpPr>
              <a:xfrm>
                <a:off x="4767067" y="3291088"/>
                <a:ext cx="37878" cy="32451"/>
                <a:chOff x="4767067" y="3291088"/>
                <a:chExt cx="37878" cy="32451"/>
              </a:xfrm>
            </p:grpSpPr>
            <p:sp>
              <p:nvSpPr>
                <p:cNvPr id="10805" name="Google Shape;10805;p135"/>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135"/>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135"/>
              <p:cNvGrpSpPr/>
              <p:nvPr/>
            </p:nvGrpSpPr>
            <p:grpSpPr>
              <a:xfrm>
                <a:off x="4687819" y="3405539"/>
                <a:ext cx="37776" cy="32451"/>
                <a:chOff x="4687819" y="3405539"/>
                <a:chExt cx="37776" cy="32451"/>
              </a:xfrm>
            </p:grpSpPr>
            <p:sp>
              <p:nvSpPr>
                <p:cNvPr id="10808" name="Google Shape;10808;p135"/>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35"/>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135"/>
              <p:cNvGrpSpPr/>
              <p:nvPr/>
            </p:nvGrpSpPr>
            <p:grpSpPr>
              <a:xfrm>
                <a:off x="4923101" y="3444809"/>
                <a:ext cx="52813" cy="45318"/>
                <a:chOff x="4923101" y="3444809"/>
                <a:chExt cx="52813" cy="45318"/>
              </a:xfrm>
            </p:grpSpPr>
            <p:sp>
              <p:nvSpPr>
                <p:cNvPr id="10811" name="Google Shape;10811;p135"/>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35"/>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3" name="Google Shape;10813;p135"/>
              <p:cNvGrpSpPr/>
              <p:nvPr/>
            </p:nvGrpSpPr>
            <p:grpSpPr>
              <a:xfrm>
                <a:off x="4846040" y="3654750"/>
                <a:ext cx="31405" cy="26993"/>
                <a:chOff x="4846040" y="3654750"/>
                <a:chExt cx="31405" cy="26993"/>
              </a:xfrm>
            </p:grpSpPr>
            <p:sp>
              <p:nvSpPr>
                <p:cNvPr id="10814" name="Google Shape;10814;p135"/>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35"/>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135"/>
              <p:cNvGrpSpPr/>
              <p:nvPr/>
            </p:nvGrpSpPr>
            <p:grpSpPr>
              <a:xfrm>
                <a:off x="4925673" y="3691700"/>
                <a:ext cx="40253" cy="34472"/>
                <a:chOff x="4925673" y="3691700"/>
                <a:chExt cx="40253" cy="34472"/>
              </a:xfrm>
            </p:grpSpPr>
            <p:sp>
              <p:nvSpPr>
                <p:cNvPr id="10817" name="Google Shape;10817;p135"/>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35"/>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135"/>
              <p:cNvGrpSpPr/>
              <p:nvPr/>
            </p:nvGrpSpPr>
            <p:grpSpPr>
              <a:xfrm>
                <a:off x="4894653" y="3740848"/>
                <a:ext cx="31405" cy="26906"/>
                <a:chOff x="4894653" y="3740848"/>
                <a:chExt cx="31405" cy="26906"/>
              </a:xfrm>
            </p:grpSpPr>
            <p:sp>
              <p:nvSpPr>
                <p:cNvPr id="10820" name="Google Shape;10820;p135"/>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35"/>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135"/>
              <p:cNvGrpSpPr/>
              <p:nvPr/>
            </p:nvGrpSpPr>
            <p:grpSpPr>
              <a:xfrm>
                <a:off x="4962300" y="3696348"/>
                <a:ext cx="38255" cy="32773"/>
                <a:chOff x="4962300" y="3696348"/>
                <a:chExt cx="38255" cy="32773"/>
              </a:xfrm>
            </p:grpSpPr>
            <p:sp>
              <p:nvSpPr>
                <p:cNvPr id="10823" name="Google Shape;10823;p135"/>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35"/>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135"/>
              <p:cNvGrpSpPr/>
              <p:nvPr/>
            </p:nvGrpSpPr>
            <p:grpSpPr>
              <a:xfrm>
                <a:off x="4980185" y="3743349"/>
                <a:ext cx="31499" cy="26969"/>
                <a:chOff x="4980185" y="3743349"/>
                <a:chExt cx="31499" cy="26969"/>
              </a:xfrm>
            </p:grpSpPr>
            <p:sp>
              <p:nvSpPr>
                <p:cNvPr id="10826" name="Google Shape;10826;p135"/>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35"/>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135"/>
              <p:cNvGrpSpPr/>
              <p:nvPr/>
            </p:nvGrpSpPr>
            <p:grpSpPr>
              <a:xfrm>
                <a:off x="5013768" y="3734312"/>
                <a:ext cx="31499" cy="26969"/>
                <a:chOff x="5013768" y="3734312"/>
                <a:chExt cx="31499" cy="26969"/>
              </a:xfrm>
            </p:grpSpPr>
            <p:sp>
              <p:nvSpPr>
                <p:cNvPr id="10829" name="Google Shape;10829;p135"/>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35"/>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135"/>
              <p:cNvGrpSpPr/>
              <p:nvPr/>
            </p:nvGrpSpPr>
            <p:grpSpPr>
              <a:xfrm>
                <a:off x="5036703" y="3764545"/>
                <a:ext cx="31499" cy="26898"/>
                <a:chOff x="5036703" y="3764545"/>
                <a:chExt cx="31499" cy="26898"/>
              </a:xfrm>
            </p:grpSpPr>
            <p:sp>
              <p:nvSpPr>
                <p:cNvPr id="10832" name="Google Shape;10832;p135"/>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35"/>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135"/>
              <p:cNvGrpSpPr/>
              <p:nvPr/>
            </p:nvGrpSpPr>
            <p:grpSpPr>
              <a:xfrm>
                <a:off x="4953546" y="3768352"/>
                <a:ext cx="31405" cy="26898"/>
                <a:chOff x="4953546" y="3768352"/>
                <a:chExt cx="31405" cy="26898"/>
              </a:xfrm>
            </p:grpSpPr>
            <p:sp>
              <p:nvSpPr>
                <p:cNvPr id="10835" name="Google Shape;10835;p135"/>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35"/>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135"/>
              <p:cNvGrpSpPr/>
              <p:nvPr/>
            </p:nvGrpSpPr>
            <p:grpSpPr>
              <a:xfrm>
                <a:off x="4964770" y="3814016"/>
                <a:ext cx="31499" cy="26993"/>
                <a:chOff x="4964770" y="3814016"/>
                <a:chExt cx="31499" cy="26993"/>
              </a:xfrm>
            </p:grpSpPr>
            <p:sp>
              <p:nvSpPr>
                <p:cNvPr id="10838" name="Google Shape;10838;p135"/>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35"/>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135"/>
              <p:cNvGrpSpPr/>
              <p:nvPr/>
            </p:nvGrpSpPr>
            <p:grpSpPr>
              <a:xfrm>
                <a:off x="4923290" y="3800504"/>
                <a:ext cx="31468" cy="26898"/>
                <a:chOff x="4923290" y="3800504"/>
                <a:chExt cx="31468" cy="26898"/>
              </a:xfrm>
            </p:grpSpPr>
            <p:sp>
              <p:nvSpPr>
                <p:cNvPr id="10841" name="Google Shape;10841;p135"/>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135"/>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135"/>
              <p:cNvGrpSpPr/>
              <p:nvPr/>
            </p:nvGrpSpPr>
            <p:grpSpPr>
              <a:xfrm>
                <a:off x="5108534" y="3650943"/>
                <a:ext cx="31405" cy="26993"/>
                <a:chOff x="5108534" y="3650943"/>
                <a:chExt cx="31405" cy="26993"/>
              </a:xfrm>
            </p:grpSpPr>
            <p:sp>
              <p:nvSpPr>
                <p:cNvPr id="10844" name="Google Shape;10844;p135"/>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35"/>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135"/>
              <p:cNvGrpSpPr/>
              <p:nvPr/>
            </p:nvGrpSpPr>
            <p:grpSpPr>
              <a:xfrm>
                <a:off x="5119380" y="3760739"/>
                <a:ext cx="31499" cy="26993"/>
                <a:chOff x="5119380" y="3760739"/>
                <a:chExt cx="31499" cy="26993"/>
              </a:xfrm>
            </p:grpSpPr>
            <p:sp>
              <p:nvSpPr>
                <p:cNvPr id="10847" name="Google Shape;10847;p135"/>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135"/>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135"/>
              <p:cNvGrpSpPr/>
              <p:nvPr/>
            </p:nvGrpSpPr>
            <p:grpSpPr>
              <a:xfrm>
                <a:off x="5119380" y="3788235"/>
                <a:ext cx="31499" cy="26993"/>
                <a:chOff x="5119380" y="3788235"/>
                <a:chExt cx="31499" cy="26993"/>
              </a:xfrm>
            </p:grpSpPr>
            <p:sp>
              <p:nvSpPr>
                <p:cNvPr id="10850" name="Google Shape;10850;p135"/>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35"/>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135"/>
              <p:cNvGrpSpPr/>
              <p:nvPr/>
            </p:nvGrpSpPr>
            <p:grpSpPr>
              <a:xfrm>
                <a:off x="5158005" y="3875284"/>
                <a:ext cx="31405" cy="27001"/>
                <a:chOff x="5158005" y="3875284"/>
                <a:chExt cx="31405" cy="27001"/>
              </a:xfrm>
            </p:grpSpPr>
            <p:sp>
              <p:nvSpPr>
                <p:cNvPr id="10853" name="Google Shape;10853;p135"/>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135"/>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5" name="Google Shape;10855;p135"/>
              <p:cNvGrpSpPr/>
              <p:nvPr/>
            </p:nvGrpSpPr>
            <p:grpSpPr>
              <a:xfrm>
                <a:off x="5233163" y="3764545"/>
                <a:ext cx="31499" cy="26898"/>
                <a:chOff x="5233163" y="3764545"/>
                <a:chExt cx="31499" cy="26898"/>
              </a:xfrm>
            </p:grpSpPr>
            <p:sp>
              <p:nvSpPr>
                <p:cNvPr id="10856" name="Google Shape;10856;p135"/>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135"/>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135"/>
              <p:cNvGrpSpPr/>
              <p:nvPr/>
            </p:nvGrpSpPr>
            <p:grpSpPr>
              <a:xfrm>
                <a:off x="5276168" y="3805545"/>
                <a:ext cx="31499" cy="26906"/>
                <a:chOff x="5276168" y="3805545"/>
                <a:chExt cx="31499" cy="26906"/>
              </a:xfrm>
            </p:grpSpPr>
            <p:sp>
              <p:nvSpPr>
                <p:cNvPr id="10859" name="Google Shape;10859;p135"/>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35"/>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135"/>
              <p:cNvGrpSpPr/>
              <p:nvPr/>
            </p:nvGrpSpPr>
            <p:grpSpPr>
              <a:xfrm>
                <a:off x="5294053" y="3851933"/>
                <a:ext cx="31405" cy="26945"/>
                <a:chOff x="5294053" y="3851933"/>
                <a:chExt cx="31405" cy="26945"/>
              </a:xfrm>
            </p:grpSpPr>
            <p:sp>
              <p:nvSpPr>
                <p:cNvPr id="10862" name="Google Shape;10862;p135"/>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35"/>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135"/>
              <p:cNvGrpSpPr/>
              <p:nvPr/>
            </p:nvGrpSpPr>
            <p:grpSpPr>
              <a:xfrm>
                <a:off x="5341723" y="3851902"/>
                <a:ext cx="31405" cy="26977"/>
                <a:chOff x="5341723" y="3851902"/>
                <a:chExt cx="31405" cy="26977"/>
              </a:xfrm>
            </p:grpSpPr>
            <p:sp>
              <p:nvSpPr>
                <p:cNvPr id="10865" name="Google Shape;10865;p135"/>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35"/>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135"/>
              <p:cNvGrpSpPr/>
              <p:nvPr/>
            </p:nvGrpSpPr>
            <p:grpSpPr>
              <a:xfrm>
                <a:off x="5054871" y="3507855"/>
                <a:ext cx="31405" cy="26993"/>
                <a:chOff x="5054871" y="3507855"/>
                <a:chExt cx="31405" cy="26993"/>
              </a:xfrm>
            </p:grpSpPr>
            <p:sp>
              <p:nvSpPr>
                <p:cNvPr id="10868" name="Google Shape;10868;p135"/>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35"/>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135"/>
              <p:cNvGrpSpPr/>
              <p:nvPr/>
            </p:nvGrpSpPr>
            <p:grpSpPr>
              <a:xfrm>
                <a:off x="4876579" y="3675325"/>
                <a:ext cx="31405" cy="26969"/>
                <a:chOff x="4876579" y="3675325"/>
                <a:chExt cx="31405" cy="26969"/>
              </a:xfrm>
            </p:grpSpPr>
            <p:sp>
              <p:nvSpPr>
                <p:cNvPr id="10871" name="Google Shape;10871;p135"/>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135"/>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3" name="Google Shape;10873;p135"/>
              <p:cNvGrpSpPr/>
              <p:nvPr/>
            </p:nvGrpSpPr>
            <p:grpSpPr>
              <a:xfrm>
                <a:off x="4842233" y="3688333"/>
                <a:ext cx="31405" cy="26993"/>
                <a:chOff x="4842233" y="3688333"/>
                <a:chExt cx="31405" cy="26993"/>
              </a:xfrm>
            </p:grpSpPr>
            <p:sp>
              <p:nvSpPr>
                <p:cNvPr id="10874" name="Google Shape;10874;p135"/>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135"/>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6" name="Google Shape;10876;p135"/>
              <p:cNvGrpSpPr/>
              <p:nvPr/>
            </p:nvGrpSpPr>
            <p:grpSpPr>
              <a:xfrm>
                <a:off x="5187876" y="3608032"/>
                <a:ext cx="31405" cy="27001"/>
                <a:chOff x="5187876" y="3608032"/>
                <a:chExt cx="31405" cy="27001"/>
              </a:xfrm>
            </p:grpSpPr>
            <p:sp>
              <p:nvSpPr>
                <p:cNvPr id="10877" name="Google Shape;10877;p135"/>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135"/>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9" name="Google Shape;10879;p135"/>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135"/>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1" name="Google Shape;10881;p135"/>
              <p:cNvGrpSpPr/>
              <p:nvPr/>
            </p:nvGrpSpPr>
            <p:grpSpPr>
              <a:xfrm>
                <a:off x="5269224" y="3304167"/>
                <a:ext cx="40253" cy="34402"/>
                <a:chOff x="5269224" y="3304167"/>
                <a:chExt cx="40253" cy="34402"/>
              </a:xfrm>
            </p:grpSpPr>
            <p:sp>
              <p:nvSpPr>
                <p:cNvPr id="10882" name="Google Shape;10882;p135"/>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35"/>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4" name="Google Shape;10884;p135"/>
              <p:cNvGrpSpPr/>
              <p:nvPr/>
            </p:nvGrpSpPr>
            <p:grpSpPr>
              <a:xfrm>
                <a:off x="5327354" y="3476615"/>
                <a:ext cx="49864" cy="42723"/>
                <a:chOff x="5327354" y="3476615"/>
                <a:chExt cx="49864" cy="42723"/>
              </a:xfrm>
            </p:grpSpPr>
            <p:sp>
              <p:nvSpPr>
                <p:cNvPr id="10885" name="Google Shape;10885;p135"/>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35"/>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7" name="Google Shape;10887;p135"/>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35"/>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9" name="Google Shape;10889;p135"/>
              <p:cNvGrpSpPr/>
              <p:nvPr/>
            </p:nvGrpSpPr>
            <p:grpSpPr>
              <a:xfrm>
                <a:off x="5341723" y="3775957"/>
                <a:ext cx="31405" cy="26898"/>
                <a:chOff x="5341723" y="3775957"/>
                <a:chExt cx="31405" cy="26898"/>
              </a:xfrm>
            </p:grpSpPr>
            <p:sp>
              <p:nvSpPr>
                <p:cNvPr id="10890" name="Google Shape;10890;p135"/>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135"/>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2" name="Google Shape;10892;p135"/>
              <p:cNvGrpSpPr/>
              <p:nvPr/>
            </p:nvGrpSpPr>
            <p:grpSpPr>
              <a:xfrm>
                <a:off x="5439053" y="3699274"/>
                <a:ext cx="31405" cy="26898"/>
                <a:chOff x="5439053" y="3699274"/>
                <a:chExt cx="31405" cy="26898"/>
              </a:xfrm>
            </p:grpSpPr>
            <p:sp>
              <p:nvSpPr>
                <p:cNvPr id="10893" name="Google Shape;10893;p135"/>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135"/>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135"/>
              <p:cNvGrpSpPr/>
              <p:nvPr/>
            </p:nvGrpSpPr>
            <p:grpSpPr>
              <a:xfrm>
                <a:off x="5412414" y="3622307"/>
                <a:ext cx="31499" cy="26993"/>
                <a:chOff x="5412414" y="3622307"/>
                <a:chExt cx="31499" cy="26993"/>
              </a:xfrm>
            </p:grpSpPr>
            <p:sp>
              <p:nvSpPr>
                <p:cNvPr id="10896" name="Google Shape;10896;p135"/>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135"/>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135"/>
              <p:cNvGrpSpPr/>
              <p:nvPr/>
            </p:nvGrpSpPr>
            <p:grpSpPr>
              <a:xfrm>
                <a:off x="5476254" y="3473949"/>
                <a:ext cx="26835" cy="26930"/>
                <a:chOff x="5476254" y="3473949"/>
                <a:chExt cx="26835" cy="26930"/>
              </a:xfrm>
            </p:grpSpPr>
            <p:sp>
              <p:nvSpPr>
                <p:cNvPr id="10899" name="Google Shape;10899;p135"/>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35"/>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135"/>
              <p:cNvGrpSpPr/>
              <p:nvPr/>
            </p:nvGrpSpPr>
            <p:grpSpPr>
              <a:xfrm>
                <a:off x="5564547" y="3481594"/>
                <a:ext cx="31397" cy="26898"/>
                <a:chOff x="5564547" y="3481594"/>
                <a:chExt cx="31397" cy="26898"/>
              </a:xfrm>
            </p:grpSpPr>
            <p:sp>
              <p:nvSpPr>
                <p:cNvPr id="10902" name="Google Shape;10902;p135"/>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35"/>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4" name="Google Shape;10904;p135"/>
              <p:cNvGrpSpPr/>
              <p:nvPr/>
            </p:nvGrpSpPr>
            <p:grpSpPr>
              <a:xfrm>
                <a:off x="5534101" y="3470174"/>
                <a:ext cx="31397" cy="26906"/>
                <a:chOff x="5534101" y="3470174"/>
                <a:chExt cx="31397" cy="26906"/>
              </a:xfrm>
            </p:grpSpPr>
            <p:sp>
              <p:nvSpPr>
                <p:cNvPr id="10905" name="Google Shape;10905;p135"/>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35"/>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7" name="Google Shape;10907;p135"/>
              <p:cNvGrpSpPr/>
              <p:nvPr/>
            </p:nvGrpSpPr>
            <p:grpSpPr>
              <a:xfrm>
                <a:off x="5610879" y="3314486"/>
                <a:ext cx="31499" cy="26938"/>
                <a:chOff x="5610879" y="3314486"/>
                <a:chExt cx="31499" cy="26938"/>
              </a:xfrm>
            </p:grpSpPr>
            <p:sp>
              <p:nvSpPr>
                <p:cNvPr id="10908" name="Google Shape;10908;p135"/>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35"/>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135"/>
              <p:cNvGrpSpPr/>
              <p:nvPr/>
            </p:nvGrpSpPr>
            <p:grpSpPr>
              <a:xfrm>
                <a:off x="4834525" y="3501382"/>
                <a:ext cx="31499" cy="26898"/>
                <a:chOff x="4834525" y="3501382"/>
                <a:chExt cx="31499" cy="26898"/>
              </a:xfrm>
            </p:grpSpPr>
            <p:sp>
              <p:nvSpPr>
                <p:cNvPr id="10911" name="Google Shape;10911;p135"/>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35"/>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3" name="Google Shape;10913;p135"/>
              <p:cNvGrpSpPr/>
              <p:nvPr/>
            </p:nvGrpSpPr>
            <p:grpSpPr>
              <a:xfrm>
                <a:off x="4898460" y="3580158"/>
                <a:ext cx="31405" cy="26898"/>
                <a:chOff x="4898460" y="3580158"/>
                <a:chExt cx="31405" cy="26898"/>
              </a:xfrm>
            </p:grpSpPr>
            <p:sp>
              <p:nvSpPr>
                <p:cNvPr id="10914" name="Google Shape;10914;p135"/>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35"/>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135"/>
              <p:cNvGrpSpPr/>
              <p:nvPr/>
            </p:nvGrpSpPr>
            <p:grpSpPr>
              <a:xfrm>
                <a:off x="4882667" y="3608032"/>
                <a:ext cx="31499" cy="27001"/>
                <a:chOff x="4882667" y="3608032"/>
                <a:chExt cx="31499" cy="27001"/>
              </a:xfrm>
            </p:grpSpPr>
            <p:sp>
              <p:nvSpPr>
                <p:cNvPr id="10917" name="Google Shape;10917;p135"/>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35"/>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135"/>
              <p:cNvGrpSpPr/>
              <p:nvPr/>
            </p:nvGrpSpPr>
            <p:grpSpPr>
              <a:xfrm>
                <a:off x="4843373" y="3631407"/>
                <a:ext cx="16273" cy="16186"/>
                <a:chOff x="4843373" y="3631407"/>
                <a:chExt cx="16273" cy="16186"/>
              </a:xfrm>
            </p:grpSpPr>
            <p:sp>
              <p:nvSpPr>
                <p:cNvPr id="10920" name="Google Shape;10920;p135"/>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35"/>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135"/>
              <p:cNvGrpSpPr/>
              <p:nvPr/>
            </p:nvGrpSpPr>
            <p:grpSpPr>
              <a:xfrm>
                <a:off x="4727773" y="3591578"/>
                <a:ext cx="31499" cy="26898"/>
                <a:chOff x="4727773" y="3591578"/>
                <a:chExt cx="31499" cy="26898"/>
              </a:xfrm>
            </p:grpSpPr>
            <p:sp>
              <p:nvSpPr>
                <p:cNvPr id="10923" name="Google Shape;10923;p135"/>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35"/>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5" name="Google Shape;10925;p135"/>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35"/>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7" name="Google Shape;10927;p135"/>
              <p:cNvGrpSpPr/>
              <p:nvPr/>
            </p:nvGrpSpPr>
            <p:grpSpPr>
              <a:xfrm>
                <a:off x="4609421" y="3577398"/>
                <a:ext cx="31499" cy="27001"/>
                <a:chOff x="4609421" y="3577398"/>
                <a:chExt cx="31499" cy="27001"/>
              </a:xfrm>
            </p:grpSpPr>
            <p:sp>
              <p:nvSpPr>
                <p:cNvPr id="10928" name="Google Shape;10928;p135"/>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35"/>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135"/>
              <p:cNvGrpSpPr/>
              <p:nvPr/>
            </p:nvGrpSpPr>
            <p:grpSpPr>
              <a:xfrm>
                <a:off x="4649289" y="3577398"/>
                <a:ext cx="31499" cy="27001"/>
                <a:chOff x="4649289" y="3577398"/>
                <a:chExt cx="31499" cy="27001"/>
              </a:xfrm>
            </p:grpSpPr>
            <p:sp>
              <p:nvSpPr>
                <p:cNvPr id="10931" name="Google Shape;10931;p135"/>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135"/>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3" name="Google Shape;10933;p135"/>
              <p:cNvGrpSpPr/>
              <p:nvPr/>
            </p:nvGrpSpPr>
            <p:grpSpPr>
              <a:xfrm>
                <a:off x="4605614" y="3639523"/>
                <a:ext cx="31499" cy="26906"/>
                <a:chOff x="4605614" y="3639523"/>
                <a:chExt cx="31499" cy="26906"/>
              </a:xfrm>
            </p:grpSpPr>
            <p:sp>
              <p:nvSpPr>
                <p:cNvPr id="10934" name="Google Shape;10934;p135"/>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35"/>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135"/>
              <p:cNvGrpSpPr/>
              <p:nvPr/>
            </p:nvGrpSpPr>
            <p:grpSpPr>
              <a:xfrm>
                <a:off x="4785149" y="3618846"/>
                <a:ext cx="26930" cy="26843"/>
                <a:chOff x="4785149" y="3618846"/>
                <a:chExt cx="26930" cy="26843"/>
              </a:xfrm>
            </p:grpSpPr>
            <p:sp>
              <p:nvSpPr>
                <p:cNvPr id="10937" name="Google Shape;10937;p135"/>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135"/>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135"/>
              <p:cNvGrpSpPr/>
              <p:nvPr/>
            </p:nvGrpSpPr>
            <p:grpSpPr>
              <a:xfrm>
                <a:off x="4810167" y="3601567"/>
                <a:ext cx="31405" cy="26898"/>
                <a:chOff x="4810167" y="3601567"/>
                <a:chExt cx="31405" cy="26898"/>
              </a:xfrm>
            </p:grpSpPr>
            <p:sp>
              <p:nvSpPr>
                <p:cNvPr id="10940" name="Google Shape;10940;p135"/>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35"/>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2" name="Google Shape;10942;p135"/>
              <p:cNvGrpSpPr/>
              <p:nvPr/>
            </p:nvGrpSpPr>
            <p:grpSpPr>
              <a:xfrm>
                <a:off x="4831002" y="3373230"/>
                <a:ext cx="31405" cy="26898"/>
                <a:chOff x="4831002" y="3373230"/>
                <a:chExt cx="31405" cy="26898"/>
              </a:xfrm>
            </p:grpSpPr>
            <p:sp>
              <p:nvSpPr>
                <p:cNvPr id="10943" name="Google Shape;10943;p135"/>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35"/>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135"/>
              <p:cNvGrpSpPr/>
              <p:nvPr/>
            </p:nvGrpSpPr>
            <p:grpSpPr>
              <a:xfrm>
                <a:off x="4719311" y="3355054"/>
                <a:ext cx="31499" cy="27001"/>
                <a:chOff x="4719311" y="3355054"/>
                <a:chExt cx="31499" cy="27001"/>
              </a:xfrm>
            </p:grpSpPr>
            <p:sp>
              <p:nvSpPr>
                <p:cNvPr id="10946" name="Google Shape;10946;p135"/>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135"/>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135"/>
              <p:cNvGrpSpPr/>
              <p:nvPr/>
            </p:nvGrpSpPr>
            <p:grpSpPr>
              <a:xfrm>
                <a:off x="4798755" y="3450260"/>
                <a:ext cx="26930" cy="26930"/>
                <a:chOff x="4798755" y="3450260"/>
                <a:chExt cx="26930" cy="26930"/>
              </a:xfrm>
            </p:grpSpPr>
            <p:sp>
              <p:nvSpPr>
                <p:cNvPr id="10949" name="Google Shape;10949;p135"/>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35"/>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1" name="Google Shape;10951;p135"/>
              <p:cNvGrpSpPr/>
              <p:nvPr/>
            </p:nvGrpSpPr>
            <p:grpSpPr>
              <a:xfrm>
                <a:off x="4645576" y="3467555"/>
                <a:ext cx="31405" cy="26953"/>
                <a:chOff x="4645576" y="3467555"/>
                <a:chExt cx="31405" cy="26953"/>
              </a:xfrm>
            </p:grpSpPr>
            <p:sp>
              <p:nvSpPr>
                <p:cNvPr id="10952" name="Google Shape;10952;p135"/>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135"/>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135"/>
              <p:cNvGrpSpPr/>
              <p:nvPr/>
            </p:nvGrpSpPr>
            <p:grpSpPr>
              <a:xfrm>
                <a:off x="4687631" y="3583965"/>
                <a:ext cx="31499" cy="26898"/>
                <a:chOff x="4687631" y="3583965"/>
                <a:chExt cx="31499" cy="26898"/>
              </a:xfrm>
            </p:grpSpPr>
            <p:sp>
              <p:nvSpPr>
                <p:cNvPr id="10955" name="Google Shape;10955;p135"/>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135"/>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7" name="Google Shape;10957;p135"/>
              <p:cNvGrpSpPr/>
              <p:nvPr/>
            </p:nvGrpSpPr>
            <p:grpSpPr>
              <a:xfrm>
                <a:off x="4719311" y="3471314"/>
                <a:ext cx="31499" cy="27001"/>
                <a:chOff x="4719311" y="3471314"/>
                <a:chExt cx="31499" cy="27001"/>
              </a:xfrm>
            </p:grpSpPr>
            <p:sp>
              <p:nvSpPr>
                <p:cNvPr id="10958" name="Google Shape;10958;p135"/>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35"/>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135"/>
              <p:cNvGrpSpPr/>
              <p:nvPr/>
            </p:nvGrpSpPr>
            <p:grpSpPr>
              <a:xfrm>
                <a:off x="4719311" y="3434404"/>
                <a:ext cx="31499" cy="26898"/>
                <a:chOff x="4719311" y="3434404"/>
                <a:chExt cx="31499" cy="26898"/>
              </a:xfrm>
            </p:grpSpPr>
            <p:sp>
              <p:nvSpPr>
                <p:cNvPr id="10961" name="Google Shape;10961;p135"/>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35"/>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3" name="Google Shape;10963;p135"/>
              <p:cNvGrpSpPr/>
              <p:nvPr/>
            </p:nvGrpSpPr>
            <p:grpSpPr>
              <a:xfrm>
                <a:off x="4768876" y="3401772"/>
                <a:ext cx="31499" cy="26898"/>
                <a:chOff x="4768876" y="3401772"/>
                <a:chExt cx="31499" cy="26898"/>
              </a:xfrm>
            </p:grpSpPr>
            <p:sp>
              <p:nvSpPr>
                <p:cNvPr id="10964" name="Google Shape;10964;p135"/>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135"/>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135"/>
              <p:cNvGrpSpPr/>
              <p:nvPr/>
            </p:nvGrpSpPr>
            <p:grpSpPr>
              <a:xfrm>
                <a:off x="4762214" y="3471377"/>
                <a:ext cx="26938" cy="26938"/>
                <a:chOff x="4762214" y="3471377"/>
                <a:chExt cx="26938" cy="26938"/>
              </a:xfrm>
            </p:grpSpPr>
            <p:sp>
              <p:nvSpPr>
                <p:cNvPr id="10967" name="Google Shape;10967;p135"/>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135"/>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9" name="Google Shape;10969;p135"/>
              <p:cNvGrpSpPr/>
              <p:nvPr/>
            </p:nvGrpSpPr>
            <p:grpSpPr>
              <a:xfrm>
                <a:off x="4790473" y="3344782"/>
                <a:ext cx="31405" cy="26898"/>
                <a:chOff x="4790473" y="3344782"/>
                <a:chExt cx="31405" cy="26898"/>
              </a:xfrm>
            </p:grpSpPr>
            <p:sp>
              <p:nvSpPr>
                <p:cNvPr id="10970" name="Google Shape;10970;p135"/>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35"/>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135"/>
              <p:cNvGrpSpPr/>
              <p:nvPr/>
            </p:nvGrpSpPr>
            <p:grpSpPr>
              <a:xfrm>
                <a:off x="4823774" y="3950733"/>
                <a:ext cx="37398" cy="32034"/>
                <a:chOff x="4823774" y="3950733"/>
                <a:chExt cx="37398" cy="32034"/>
              </a:xfrm>
            </p:grpSpPr>
            <p:sp>
              <p:nvSpPr>
                <p:cNvPr id="10973" name="Google Shape;10973;p135"/>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35"/>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5" name="Google Shape;10975;p135"/>
              <p:cNvGrpSpPr/>
              <p:nvPr/>
            </p:nvGrpSpPr>
            <p:grpSpPr>
              <a:xfrm>
                <a:off x="4823396" y="4110566"/>
                <a:ext cx="31405" cy="26906"/>
                <a:chOff x="4823396" y="4110566"/>
                <a:chExt cx="31405" cy="26906"/>
              </a:xfrm>
            </p:grpSpPr>
            <p:sp>
              <p:nvSpPr>
                <p:cNvPr id="10976" name="Google Shape;10976;p135"/>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35"/>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135"/>
              <p:cNvGrpSpPr/>
              <p:nvPr/>
            </p:nvGrpSpPr>
            <p:grpSpPr>
              <a:xfrm>
                <a:off x="4838332" y="3821150"/>
                <a:ext cx="31499" cy="26898"/>
                <a:chOff x="4838332" y="3821150"/>
                <a:chExt cx="31499" cy="26898"/>
              </a:xfrm>
            </p:grpSpPr>
            <p:sp>
              <p:nvSpPr>
                <p:cNvPr id="10979" name="Google Shape;10979;p135"/>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135"/>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1" name="Google Shape;10981;p135"/>
              <p:cNvGrpSpPr/>
              <p:nvPr/>
            </p:nvGrpSpPr>
            <p:grpSpPr>
              <a:xfrm>
                <a:off x="4661275" y="3815007"/>
                <a:ext cx="36824" cy="31523"/>
                <a:chOff x="4661275" y="3815007"/>
                <a:chExt cx="36824" cy="31523"/>
              </a:xfrm>
            </p:grpSpPr>
            <p:sp>
              <p:nvSpPr>
                <p:cNvPr id="10982" name="Google Shape;10982;p135"/>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35"/>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135"/>
              <p:cNvGrpSpPr/>
              <p:nvPr/>
            </p:nvGrpSpPr>
            <p:grpSpPr>
              <a:xfrm>
                <a:off x="4558998" y="3851037"/>
                <a:ext cx="33591" cy="28699"/>
                <a:chOff x="4558998" y="3851037"/>
                <a:chExt cx="33591" cy="28699"/>
              </a:xfrm>
            </p:grpSpPr>
            <p:sp>
              <p:nvSpPr>
                <p:cNvPr id="10985" name="Google Shape;10985;p135"/>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35"/>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7" name="Google Shape;10987;p135"/>
              <p:cNvGrpSpPr/>
              <p:nvPr/>
            </p:nvGrpSpPr>
            <p:grpSpPr>
              <a:xfrm>
                <a:off x="4696762" y="3638587"/>
                <a:ext cx="33591" cy="28794"/>
                <a:chOff x="4696762" y="3638587"/>
                <a:chExt cx="33591" cy="28794"/>
              </a:xfrm>
            </p:grpSpPr>
            <p:sp>
              <p:nvSpPr>
                <p:cNvPr id="10988" name="Google Shape;10988;p135"/>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135"/>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135"/>
              <p:cNvGrpSpPr/>
              <p:nvPr/>
            </p:nvGrpSpPr>
            <p:grpSpPr>
              <a:xfrm>
                <a:off x="4929479" y="3939140"/>
                <a:ext cx="33497" cy="28692"/>
                <a:chOff x="4929479" y="3939140"/>
                <a:chExt cx="33497" cy="28692"/>
              </a:xfrm>
            </p:grpSpPr>
            <p:sp>
              <p:nvSpPr>
                <p:cNvPr id="10991" name="Google Shape;10991;p135"/>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135"/>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3" name="Google Shape;10993;p135"/>
              <p:cNvGrpSpPr/>
              <p:nvPr/>
            </p:nvGrpSpPr>
            <p:grpSpPr>
              <a:xfrm>
                <a:off x="4907119" y="3986039"/>
                <a:ext cx="33497" cy="28699"/>
                <a:chOff x="4907119" y="3986039"/>
                <a:chExt cx="33497" cy="28699"/>
              </a:xfrm>
            </p:grpSpPr>
            <p:sp>
              <p:nvSpPr>
                <p:cNvPr id="10994" name="Google Shape;10994;p135"/>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35"/>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135"/>
              <p:cNvGrpSpPr/>
              <p:nvPr/>
            </p:nvGrpSpPr>
            <p:grpSpPr>
              <a:xfrm>
                <a:off x="4911783" y="4048102"/>
                <a:ext cx="33591" cy="28762"/>
                <a:chOff x="4911783" y="4048102"/>
                <a:chExt cx="33591" cy="28762"/>
              </a:xfrm>
            </p:grpSpPr>
            <p:sp>
              <p:nvSpPr>
                <p:cNvPr id="10997" name="Google Shape;10997;p135"/>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35"/>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9" name="Google Shape;10999;p135"/>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35"/>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1" name="Google Shape;11001;p135"/>
              <p:cNvGrpSpPr/>
              <p:nvPr/>
            </p:nvGrpSpPr>
            <p:grpSpPr>
              <a:xfrm>
                <a:off x="4762623" y="3837847"/>
                <a:ext cx="42416" cy="36273"/>
                <a:chOff x="4762623" y="3837847"/>
                <a:chExt cx="42416" cy="36273"/>
              </a:xfrm>
            </p:grpSpPr>
            <p:sp>
              <p:nvSpPr>
                <p:cNvPr id="11002" name="Google Shape;11002;p135"/>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35"/>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4" name="Google Shape;11004;p135"/>
              <p:cNvGrpSpPr/>
              <p:nvPr/>
            </p:nvGrpSpPr>
            <p:grpSpPr>
              <a:xfrm>
                <a:off x="4746044" y="4104966"/>
                <a:ext cx="33497" cy="28699"/>
                <a:chOff x="4746044" y="4104966"/>
                <a:chExt cx="33497" cy="28699"/>
              </a:xfrm>
            </p:grpSpPr>
            <p:sp>
              <p:nvSpPr>
                <p:cNvPr id="11005" name="Google Shape;11005;p135"/>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35"/>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135"/>
              <p:cNvGrpSpPr/>
              <p:nvPr/>
            </p:nvGrpSpPr>
            <p:grpSpPr>
              <a:xfrm>
                <a:off x="4859646" y="4162554"/>
                <a:ext cx="33591" cy="28762"/>
                <a:chOff x="4859646" y="4162554"/>
                <a:chExt cx="33591" cy="28762"/>
              </a:xfrm>
            </p:grpSpPr>
            <p:sp>
              <p:nvSpPr>
                <p:cNvPr id="11008" name="Google Shape;11008;p135"/>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135"/>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10" name="Google Shape;11010;p135"/>
            <p:cNvGrpSpPr/>
            <p:nvPr/>
          </p:nvGrpSpPr>
          <p:grpSpPr>
            <a:xfrm>
              <a:off x="3597785" y="3274438"/>
              <a:ext cx="855610" cy="1122100"/>
              <a:chOff x="3597785" y="3274438"/>
              <a:chExt cx="855610" cy="1122100"/>
            </a:xfrm>
          </p:grpSpPr>
          <p:grpSp>
            <p:nvGrpSpPr>
              <p:cNvPr id="11011" name="Google Shape;11011;p135"/>
              <p:cNvGrpSpPr/>
              <p:nvPr/>
            </p:nvGrpSpPr>
            <p:grpSpPr>
              <a:xfrm>
                <a:off x="3617857" y="3284717"/>
                <a:ext cx="826785" cy="1099165"/>
                <a:chOff x="3617857" y="3284717"/>
                <a:chExt cx="826785" cy="1099165"/>
              </a:xfrm>
            </p:grpSpPr>
            <p:sp>
              <p:nvSpPr>
                <p:cNvPr id="11012" name="Google Shape;11012;p135"/>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135"/>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135"/>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135"/>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35"/>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35"/>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135"/>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135"/>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135"/>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35"/>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135"/>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135"/>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35"/>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135"/>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135"/>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35"/>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35"/>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135"/>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35"/>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35"/>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35"/>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35"/>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35"/>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135"/>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35"/>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35"/>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35"/>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35"/>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135"/>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135"/>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35"/>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135"/>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35"/>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35"/>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35"/>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35"/>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35"/>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35"/>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35"/>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35"/>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135"/>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135"/>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35"/>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35"/>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35"/>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35"/>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35"/>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35"/>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35"/>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135"/>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135"/>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135"/>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35"/>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135"/>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135"/>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35"/>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8" name="Google Shape;11068;p135"/>
              <p:cNvGrpSpPr/>
              <p:nvPr/>
            </p:nvGrpSpPr>
            <p:grpSpPr>
              <a:xfrm>
                <a:off x="4180904" y="4251758"/>
                <a:ext cx="37783" cy="32420"/>
                <a:chOff x="4180904" y="4251758"/>
                <a:chExt cx="37783" cy="32420"/>
              </a:xfrm>
            </p:grpSpPr>
            <p:sp>
              <p:nvSpPr>
                <p:cNvPr id="11069" name="Google Shape;11069;p135"/>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35"/>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135"/>
              <p:cNvGrpSpPr/>
              <p:nvPr/>
            </p:nvGrpSpPr>
            <p:grpSpPr>
              <a:xfrm>
                <a:off x="4201644" y="4081324"/>
                <a:ext cx="37783" cy="32364"/>
                <a:chOff x="4201644" y="4081324"/>
                <a:chExt cx="37783" cy="32364"/>
              </a:xfrm>
            </p:grpSpPr>
            <p:sp>
              <p:nvSpPr>
                <p:cNvPr id="11072" name="Google Shape;11072;p135"/>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35"/>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135"/>
              <p:cNvGrpSpPr/>
              <p:nvPr/>
            </p:nvGrpSpPr>
            <p:grpSpPr>
              <a:xfrm>
                <a:off x="4284416" y="3887428"/>
                <a:ext cx="37783" cy="32451"/>
                <a:chOff x="4284416" y="3887428"/>
                <a:chExt cx="37783" cy="32451"/>
              </a:xfrm>
            </p:grpSpPr>
            <p:sp>
              <p:nvSpPr>
                <p:cNvPr id="11075" name="Google Shape;11075;p135"/>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135"/>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135"/>
              <p:cNvGrpSpPr/>
              <p:nvPr/>
            </p:nvGrpSpPr>
            <p:grpSpPr>
              <a:xfrm>
                <a:off x="4223721" y="3860404"/>
                <a:ext cx="37870" cy="32364"/>
                <a:chOff x="4223721" y="3860404"/>
                <a:chExt cx="37870" cy="32364"/>
              </a:xfrm>
            </p:grpSpPr>
            <p:sp>
              <p:nvSpPr>
                <p:cNvPr id="11078" name="Google Shape;11078;p135"/>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35"/>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135"/>
              <p:cNvGrpSpPr/>
              <p:nvPr/>
            </p:nvGrpSpPr>
            <p:grpSpPr>
              <a:xfrm>
                <a:off x="4104889" y="3699242"/>
                <a:ext cx="37776" cy="32357"/>
                <a:chOff x="4104889" y="3699242"/>
                <a:chExt cx="37776" cy="32357"/>
              </a:xfrm>
            </p:grpSpPr>
            <p:sp>
              <p:nvSpPr>
                <p:cNvPr id="11081" name="Google Shape;11081;p135"/>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35"/>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135"/>
              <p:cNvGrpSpPr/>
              <p:nvPr/>
            </p:nvGrpSpPr>
            <p:grpSpPr>
              <a:xfrm>
                <a:off x="4143608" y="3475121"/>
                <a:ext cx="37878" cy="32420"/>
                <a:chOff x="4143608" y="3475121"/>
                <a:chExt cx="37878" cy="32420"/>
              </a:xfrm>
            </p:grpSpPr>
            <p:sp>
              <p:nvSpPr>
                <p:cNvPr id="11084" name="Google Shape;11084;p135"/>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35"/>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135"/>
              <p:cNvGrpSpPr/>
              <p:nvPr/>
            </p:nvGrpSpPr>
            <p:grpSpPr>
              <a:xfrm>
                <a:off x="4217248" y="3570893"/>
                <a:ext cx="37776" cy="32364"/>
                <a:chOff x="4217248" y="3570893"/>
                <a:chExt cx="37776" cy="32364"/>
              </a:xfrm>
            </p:grpSpPr>
            <p:sp>
              <p:nvSpPr>
                <p:cNvPr id="11087" name="Google Shape;11087;p135"/>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35"/>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135"/>
              <p:cNvGrpSpPr/>
              <p:nvPr/>
            </p:nvGrpSpPr>
            <p:grpSpPr>
              <a:xfrm>
                <a:off x="4255307" y="3431612"/>
                <a:ext cx="37776" cy="32451"/>
                <a:chOff x="4255307" y="3431612"/>
                <a:chExt cx="37776" cy="32451"/>
              </a:xfrm>
            </p:grpSpPr>
            <p:sp>
              <p:nvSpPr>
                <p:cNvPr id="11090" name="Google Shape;11090;p135"/>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35"/>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135"/>
              <p:cNvGrpSpPr/>
              <p:nvPr/>
            </p:nvGrpSpPr>
            <p:grpSpPr>
              <a:xfrm>
                <a:off x="3853052" y="3577398"/>
                <a:ext cx="37776" cy="32420"/>
                <a:chOff x="3853052" y="3577398"/>
                <a:chExt cx="37776" cy="32420"/>
              </a:xfrm>
            </p:grpSpPr>
            <p:sp>
              <p:nvSpPr>
                <p:cNvPr id="11093" name="Google Shape;11093;p135"/>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35"/>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5" name="Google Shape;11095;p135"/>
              <p:cNvGrpSpPr/>
              <p:nvPr/>
            </p:nvGrpSpPr>
            <p:grpSpPr>
              <a:xfrm>
                <a:off x="4039908" y="3412107"/>
                <a:ext cx="37776" cy="32357"/>
                <a:chOff x="4039908" y="3412107"/>
                <a:chExt cx="37776" cy="32357"/>
              </a:xfrm>
            </p:grpSpPr>
            <p:sp>
              <p:nvSpPr>
                <p:cNvPr id="11096" name="Google Shape;11096;p135"/>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35"/>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135"/>
              <p:cNvGrpSpPr/>
              <p:nvPr/>
            </p:nvGrpSpPr>
            <p:grpSpPr>
              <a:xfrm>
                <a:off x="4017360" y="3342061"/>
                <a:ext cx="37870" cy="32380"/>
                <a:chOff x="4017360" y="3342061"/>
                <a:chExt cx="37870" cy="32380"/>
              </a:xfrm>
            </p:grpSpPr>
            <p:sp>
              <p:nvSpPr>
                <p:cNvPr id="11099" name="Google Shape;11099;p135"/>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35"/>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1" name="Google Shape;11101;p135"/>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35"/>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3" name="Google Shape;11103;p135"/>
              <p:cNvGrpSpPr/>
              <p:nvPr/>
            </p:nvGrpSpPr>
            <p:grpSpPr>
              <a:xfrm>
                <a:off x="3750870" y="3418650"/>
                <a:ext cx="37776" cy="32380"/>
                <a:chOff x="3750870" y="3418650"/>
                <a:chExt cx="37776" cy="32380"/>
              </a:xfrm>
            </p:grpSpPr>
            <p:sp>
              <p:nvSpPr>
                <p:cNvPr id="11104" name="Google Shape;11104;p135"/>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35"/>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135"/>
              <p:cNvGrpSpPr/>
              <p:nvPr/>
            </p:nvGrpSpPr>
            <p:grpSpPr>
              <a:xfrm>
                <a:off x="3632509" y="3274438"/>
                <a:ext cx="37783" cy="32357"/>
                <a:chOff x="3632509" y="3274438"/>
                <a:chExt cx="37783" cy="32357"/>
              </a:xfrm>
            </p:grpSpPr>
            <p:sp>
              <p:nvSpPr>
                <p:cNvPr id="11107" name="Google Shape;11107;p135"/>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35"/>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135"/>
              <p:cNvGrpSpPr/>
              <p:nvPr/>
            </p:nvGrpSpPr>
            <p:grpSpPr>
              <a:xfrm>
                <a:off x="3906424" y="3297561"/>
                <a:ext cx="37776" cy="32451"/>
                <a:chOff x="3906424" y="3297561"/>
                <a:chExt cx="37776" cy="32451"/>
              </a:xfrm>
            </p:grpSpPr>
            <p:sp>
              <p:nvSpPr>
                <p:cNvPr id="11110" name="Google Shape;11110;p135"/>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35"/>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2" name="Google Shape;11112;p135"/>
              <p:cNvGrpSpPr/>
              <p:nvPr/>
            </p:nvGrpSpPr>
            <p:grpSpPr>
              <a:xfrm>
                <a:off x="3866084" y="3412107"/>
                <a:ext cx="37776" cy="32357"/>
                <a:chOff x="3866084" y="3412107"/>
                <a:chExt cx="37776" cy="32357"/>
              </a:xfrm>
            </p:grpSpPr>
            <p:sp>
              <p:nvSpPr>
                <p:cNvPr id="11113" name="Google Shape;11113;p135"/>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35"/>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5" name="Google Shape;11115;p135"/>
              <p:cNvGrpSpPr/>
              <p:nvPr/>
            </p:nvGrpSpPr>
            <p:grpSpPr>
              <a:xfrm>
                <a:off x="4023919" y="3766409"/>
                <a:ext cx="37783" cy="32357"/>
                <a:chOff x="4023919" y="3766409"/>
                <a:chExt cx="37783" cy="32357"/>
              </a:xfrm>
            </p:grpSpPr>
            <p:sp>
              <p:nvSpPr>
                <p:cNvPr id="11116" name="Google Shape;11116;p135"/>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35"/>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8" name="Google Shape;11118;p135"/>
              <p:cNvGrpSpPr/>
              <p:nvPr/>
            </p:nvGrpSpPr>
            <p:grpSpPr>
              <a:xfrm>
                <a:off x="3973882" y="3779449"/>
                <a:ext cx="37776" cy="32357"/>
                <a:chOff x="3973882" y="3779449"/>
                <a:chExt cx="37776" cy="32357"/>
              </a:xfrm>
            </p:grpSpPr>
            <p:sp>
              <p:nvSpPr>
                <p:cNvPr id="11119" name="Google Shape;11119;p135"/>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35"/>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1" name="Google Shape;11121;p135"/>
              <p:cNvGrpSpPr/>
              <p:nvPr/>
            </p:nvGrpSpPr>
            <p:grpSpPr>
              <a:xfrm>
                <a:off x="4073398" y="3838028"/>
                <a:ext cx="37776" cy="32380"/>
                <a:chOff x="4073398" y="3838028"/>
                <a:chExt cx="37776" cy="32380"/>
              </a:xfrm>
            </p:grpSpPr>
            <p:sp>
              <p:nvSpPr>
                <p:cNvPr id="11122" name="Google Shape;11122;p135"/>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35"/>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135"/>
              <p:cNvGrpSpPr/>
              <p:nvPr/>
            </p:nvGrpSpPr>
            <p:grpSpPr>
              <a:xfrm>
                <a:off x="4342672" y="4144496"/>
                <a:ext cx="37752" cy="32364"/>
                <a:chOff x="4342672" y="4144496"/>
                <a:chExt cx="37752" cy="32364"/>
              </a:xfrm>
            </p:grpSpPr>
            <p:sp>
              <p:nvSpPr>
                <p:cNvPr id="11125" name="Google Shape;11125;p135"/>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35"/>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135"/>
              <p:cNvGrpSpPr/>
              <p:nvPr/>
            </p:nvGrpSpPr>
            <p:grpSpPr>
              <a:xfrm>
                <a:off x="4406386" y="4056872"/>
                <a:ext cx="37783" cy="32364"/>
                <a:chOff x="4406386" y="4056872"/>
                <a:chExt cx="37783" cy="32364"/>
              </a:xfrm>
            </p:grpSpPr>
            <p:sp>
              <p:nvSpPr>
                <p:cNvPr id="11128" name="Google Shape;11128;p135"/>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35"/>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0" name="Google Shape;11130;p135"/>
              <p:cNvGrpSpPr/>
              <p:nvPr/>
            </p:nvGrpSpPr>
            <p:grpSpPr>
              <a:xfrm>
                <a:off x="4284416" y="4245254"/>
                <a:ext cx="37783" cy="32357"/>
                <a:chOff x="4284416" y="4245254"/>
                <a:chExt cx="37783" cy="32357"/>
              </a:xfrm>
            </p:grpSpPr>
            <p:sp>
              <p:nvSpPr>
                <p:cNvPr id="11131" name="Google Shape;11131;p135"/>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35"/>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3" name="Google Shape;11133;p135"/>
              <p:cNvGrpSpPr/>
              <p:nvPr/>
            </p:nvGrpSpPr>
            <p:grpSpPr>
              <a:xfrm>
                <a:off x="4219057" y="4331258"/>
                <a:ext cx="37776" cy="32364"/>
                <a:chOff x="4219057" y="4331258"/>
                <a:chExt cx="37776" cy="32364"/>
              </a:xfrm>
            </p:grpSpPr>
            <p:sp>
              <p:nvSpPr>
                <p:cNvPr id="11134" name="Google Shape;11134;p135"/>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35"/>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135"/>
              <p:cNvGrpSpPr/>
              <p:nvPr/>
            </p:nvGrpSpPr>
            <p:grpSpPr>
              <a:xfrm>
                <a:off x="4204122" y="4141688"/>
                <a:ext cx="33497" cy="28699"/>
                <a:chOff x="4204122" y="4141688"/>
                <a:chExt cx="33497" cy="28699"/>
              </a:xfrm>
            </p:grpSpPr>
            <p:sp>
              <p:nvSpPr>
                <p:cNvPr id="11137" name="Google Shape;11137;p135"/>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35"/>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135"/>
              <p:cNvGrpSpPr/>
              <p:nvPr/>
            </p:nvGrpSpPr>
            <p:grpSpPr>
              <a:xfrm>
                <a:off x="4301546" y="4003869"/>
                <a:ext cx="38916" cy="33324"/>
                <a:chOff x="4301546" y="4003869"/>
                <a:chExt cx="38916" cy="33324"/>
              </a:xfrm>
            </p:grpSpPr>
            <p:sp>
              <p:nvSpPr>
                <p:cNvPr id="11140" name="Google Shape;11140;p135"/>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35"/>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135"/>
              <p:cNvGrpSpPr/>
              <p:nvPr/>
            </p:nvGrpSpPr>
            <p:grpSpPr>
              <a:xfrm>
                <a:off x="4210681" y="3924669"/>
                <a:ext cx="36549" cy="31366"/>
                <a:chOff x="4210681" y="3924669"/>
                <a:chExt cx="36549" cy="31366"/>
              </a:xfrm>
            </p:grpSpPr>
            <p:sp>
              <p:nvSpPr>
                <p:cNvPr id="11143" name="Google Shape;11143;p135"/>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35"/>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135"/>
              <p:cNvGrpSpPr/>
              <p:nvPr/>
            </p:nvGrpSpPr>
            <p:grpSpPr>
              <a:xfrm>
                <a:off x="3987771" y="3628874"/>
                <a:ext cx="31499" cy="26993"/>
                <a:chOff x="3987771" y="3628874"/>
                <a:chExt cx="31499" cy="26993"/>
              </a:xfrm>
            </p:grpSpPr>
            <p:sp>
              <p:nvSpPr>
                <p:cNvPr id="11146" name="Google Shape;11146;p135"/>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35"/>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135"/>
              <p:cNvGrpSpPr/>
              <p:nvPr/>
            </p:nvGrpSpPr>
            <p:grpSpPr>
              <a:xfrm>
                <a:off x="4087382" y="3775674"/>
                <a:ext cx="31405" cy="26898"/>
                <a:chOff x="4087382" y="3775674"/>
                <a:chExt cx="31405" cy="26898"/>
              </a:xfrm>
            </p:grpSpPr>
            <p:sp>
              <p:nvSpPr>
                <p:cNvPr id="11149" name="Google Shape;11149;p135"/>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35"/>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135"/>
              <p:cNvGrpSpPr/>
              <p:nvPr/>
            </p:nvGrpSpPr>
            <p:grpSpPr>
              <a:xfrm>
                <a:off x="4118873" y="3856637"/>
                <a:ext cx="31405" cy="26906"/>
                <a:chOff x="4118873" y="3856637"/>
                <a:chExt cx="31405" cy="26906"/>
              </a:xfrm>
            </p:grpSpPr>
            <p:sp>
              <p:nvSpPr>
                <p:cNvPr id="11152" name="Google Shape;11152;p135"/>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35"/>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4" name="Google Shape;11154;p135"/>
              <p:cNvGrpSpPr/>
              <p:nvPr/>
            </p:nvGrpSpPr>
            <p:grpSpPr>
              <a:xfrm>
                <a:off x="4168541" y="3639523"/>
                <a:ext cx="31499" cy="26906"/>
                <a:chOff x="4168541" y="3639523"/>
                <a:chExt cx="31499" cy="26906"/>
              </a:xfrm>
            </p:grpSpPr>
            <p:sp>
              <p:nvSpPr>
                <p:cNvPr id="11155" name="Google Shape;11155;p135"/>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135"/>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7" name="Google Shape;11157;p135"/>
              <p:cNvGrpSpPr/>
              <p:nvPr/>
            </p:nvGrpSpPr>
            <p:grpSpPr>
              <a:xfrm>
                <a:off x="3965789" y="3393545"/>
                <a:ext cx="31405" cy="26945"/>
                <a:chOff x="3965789" y="3393545"/>
                <a:chExt cx="31405" cy="26945"/>
              </a:xfrm>
            </p:grpSpPr>
            <p:sp>
              <p:nvSpPr>
                <p:cNvPr id="11158" name="Google Shape;11158;p135"/>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35"/>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135"/>
              <p:cNvGrpSpPr/>
              <p:nvPr/>
            </p:nvGrpSpPr>
            <p:grpSpPr>
              <a:xfrm>
                <a:off x="3925166" y="3491008"/>
                <a:ext cx="31405" cy="27001"/>
                <a:chOff x="3925166" y="3491008"/>
                <a:chExt cx="31405" cy="27001"/>
              </a:xfrm>
            </p:grpSpPr>
            <p:sp>
              <p:nvSpPr>
                <p:cNvPr id="11161" name="Google Shape;11161;p135"/>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35"/>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135"/>
              <p:cNvGrpSpPr/>
              <p:nvPr/>
            </p:nvGrpSpPr>
            <p:grpSpPr>
              <a:xfrm>
                <a:off x="3682845" y="3340976"/>
                <a:ext cx="31397" cy="26898"/>
                <a:chOff x="3682845" y="3340976"/>
                <a:chExt cx="31397" cy="26898"/>
              </a:xfrm>
            </p:grpSpPr>
            <p:sp>
              <p:nvSpPr>
                <p:cNvPr id="11164" name="Google Shape;11164;p135"/>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35"/>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6" name="Google Shape;11166;p135"/>
              <p:cNvGrpSpPr/>
              <p:nvPr/>
            </p:nvGrpSpPr>
            <p:grpSpPr>
              <a:xfrm>
                <a:off x="3795393" y="3353725"/>
                <a:ext cx="31499" cy="26993"/>
                <a:chOff x="3795393" y="3353725"/>
                <a:chExt cx="31499" cy="26993"/>
              </a:xfrm>
            </p:grpSpPr>
            <p:sp>
              <p:nvSpPr>
                <p:cNvPr id="11167" name="Google Shape;11167;p135"/>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135"/>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9" name="Google Shape;11169;p135"/>
              <p:cNvGrpSpPr/>
              <p:nvPr/>
            </p:nvGrpSpPr>
            <p:grpSpPr>
              <a:xfrm>
                <a:off x="4176909" y="4363221"/>
                <a:ext cx="38924" cy="33316"/>
                <a:chOff x="4176909" y="4363221"/>
                <a:chExt cx="38924" cy="33316"/>
              </a:xfrm>
            </p:grpSpPr>
            <p:sp>
              <p:nvSpPr>
                <p:cNvPr id="11170" name="Google Shape;11170;p135"/>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35"/>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135"/>
              <p:cNvGrpSpPr/>
              <p:nvPr/>
            </p:nvGrpSpPr>
            <p:grpSpPr>
              <a:xfrm>
                <a:off x="4226191" y="4007660"/>
                <a:ext cx="33560" cy="28770"/>
                <a:chOff x="4226191" y="4007660"/>
                <a:chExt cx="33560" cy="28770"/>
              </a:xfrm>
            </p:grpSpPr>
            <p:sp>
              <p:nvSpPr>
                <p:cNvPr id="11173" name="Google Shape;11173;p135"/>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35"/>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5" name="Google Shape;11175;p135"/>
              <p:cNvGrpSpPr/>
              <p:nvPr/>
            </p:nvGrpSpPr>
            <p:grpSpPr>
              <a:xfrm>
                <a:off x="3597785" y="3377045"/>
                <a:ext cx="33591" cy="28699"/>
                <a:chOff x="3597785" y="3377045"/>
                <a:chExt cx="33591" cy="28699"/>
              </a:xfrm>
            </p:grpSpPr>
            <p:sp>
              <p:nvSpPr>
                <p:cNvPr id="11176" name="Google Shape;11176;p135"/>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35"/>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135"/>
              <p:cNvGrpSpPr/>
              <p:nvPr/>
            </p:nvGrpSpPr>
            <p:grpSpPr>
              <a:xfrm>
                <a:off x="3887870" y="3669796"/>
                <a:ext cx="33591" cy="28692"/>
                <a:chOff x="3887870" y="3669796"/>
                <a:chExt cx="33591" cy="28692"/>
              </a:xfrm>
            </p:grpSpPr>
            <p:sp>
              <p:nvSpPr>
                <p:cNvPr id="11179" name="Google Shape;11179;p135"/>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135"/>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135"/>
              <p:cNvGrpSpPr/>
              <p:nvPr/>
            </p:nvGrpSpPr>
            <p:grpSpPr>
              <a:xfrm>
                <a:off x="3818320" y="3481625"/>
                <a:ext cx="33497" cy="28770"/>
                <a:chOff x="3818320" y="3481625"/>
                <a:chExt cx="33497" cy="28770"/>
              </a:xfrm>
            </p:grpSpPr>
            <p:sp>
              <p:nvSpPr>
                <p:cNvPr id="11182" name="Google Shape;11182;p135"/>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35"/>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135"/>
              <p:cNvGrpSpPr/>
              <p:nvPr/>
            </p:nvGrpSpPr>
            <p:grpSpPr>
              <a:xfrm>
                <a:off x="4278139" y="4120948"/>
                <a:ext cx="37492" cy="32129"/>
                <a:chOff x="4278139" y="4120948"/>
                <a:chExt cx="37492" cy="32129"/>
              </a:xfrm>
            </p:grpSpPr>
            <p:sp>
              <p:nvSpPr>
                <p:cNvPr id="11185" name="Google Shape;11185;p135"/>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35"/>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135"/>
              <p:cNvGrpSpPr/>
              <p:nvPr/>
            </p:nvGrpSpPr>
            <p:grpSpPr>
              <a:xfrm>
                <a:off x="4419898" y="3977388"/>
                <a:ext cx="33497" cy="28692"/>
                <a:chOff x="4419898" y="3977388"/>
                <a:chExt cx="33497" cy="28692"/>
              </a:xfrm>
            </p:grpSpPr>
            <p:sp>
              <p:nvSpPr>
                <p:cNvPr id="11188" name="Google Shape;11188;p135"/>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35"/>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135"/>
              <p:cNvGrpSpPr/>
              <p:nvPr/>
            </p:nvGrpSpPr>
            <p:grpSpPr>
              <a:xfrm>
                <a:off x="4158930" y="4034684"/>
                <a:ext cx="33497" cy="28762"/>
                <a:chOff x="4158930" y="4034684"/>
                <a:chExt cx="33497" cy="28762"/>
              </a:xfrm>
            </p:grpSpPr>
            <p:sp>
              <p:nvSpPr>
                <p:cNvPr id="11191" name="Google Shape;11191;p135"/>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35"/>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3" name="Google Shape;11193;p135"/>
              <p:cNvGrpSpPr/>
              <p:nvPr/>
            </p:nvGrpSpPr>
            <p:grpSpPr>
              <a:xfrm>
                <a:off x="4134949" y="3957049"/>
                <a:ext cx="33497" cy="28770"/>
                <a:chOff x="4134949" y="3957049"/>
                <a:chExt cx="33497" cy="28770"/>
              </a:xfrm>
            </p:grpSpPr>
            <p:sp>
              <p:nvSpPr>
                <p:cNvPr id="11194" name="Google Shape;11194;p135"/>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135"/>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135"/>
              <p:cNvGrpSpPr/>
              <p:nvPr/>
            </p:nvGrpSpPr>
            <p:grpSpPr>
              <a:xfrm>
                <a:off x="4193653" y="4184403"/>
                <a:ext cx="43580" cy="37264"/>
                <a:chOff x="4193653" y="4184403"/>
                <a:chExt cx="43580" cy="37264"/>
              </a:xfrm>
            </p:grpSpPr>
            <p:sp>
              <p:nvSpPr>
                <p:cNvPr id="11197" name="Google Shape;11197;p135"/>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35"/>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135"/>
              <p:cNvGrpSpPr/>
              <p:nvPr/>
            </p:nvGrpSpPr>
            <p:grpSpPr>
              <a:xfrm>
                <a:off x="4343600" y="3943844"/>
                <a:ext cx="43580" cy="37312"/>
                <a:chOff x="4343600" y="3943844"/>
                <a:chExt cx="43580" cy="37312"/>
              </a:xfrm>
            </p:grpSpPr>
            <p:sp>
              <p:nvSpPr>
                <p:cNvPr id="11200" name="Google Shape;11200;p135"/>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35"/>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2" name="Google Shape;11202;p135"/>
              <p:cNvGrpSpPr/>
              <p:nvPr/>
            </p:nvGrpSpPr>
            <p:grpSpPr>
              <a:xfrm>
                <a:off x="4172339" y="3381693"/>
                <a:ext cx="31499" cy="27001"/>
                <a:chOff x="4172339" y="3381693"/>
                <a:chExt cx="31499" cy="27001"/>
              </a:xfrm>
            </p:grpSpPr>
            <p:sp>
              <p:nvSpPr>
                <p:cNvPr id="11203" name="Google Shape;11203;p135"/>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35"/>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08" name="Shape 11208"/>
        <p:cNvGrpSpPr/>
        <p:nvPr/>
      </p:nvGrpSpPr>
      <p:grpSpPr>
        <a:xfrm>
          <a:off x="0" y="0"/>
          <a:ext cx="0" cy="0"/>
          <a:chOff x="0" y="0"/>
          <a:chExt cx="0" cy="0"/>
        </a:xfrm>
      </p:grpSpPr>
      <p:grpSp>
        <p:nvGrpSpPr>
          <p:cNvPr id="11209" name="Google Shape;11209;p136"/>
          <p:cNvGrpSpPr/>
          <p:nvPr/>
        </p:nvGrpSpPr>
        <p:grpSpPr>
          <a:xfrm>
            <a:off x="729274" y="969759"/>
            <a:ext cx="2507799" cy="206239"/>
            <a:chOff x="106648" y="895722"/>
            <a:chExt cx="4481413" cy="374300"/>
          </a:xfrm>
        </p:grpSpPr>
        <p:grpSp>
          <p:nvGrpSpPr>
            <p:cNvPr id="11210" name="Google Shape;11210;p136"/>
            <p:cNvGrpSpPr/>
            <p:nvPr/>
          </p:nvGrpSpPr>
          <p:grpSpPr>
            <a:xfrm>
              <a:off x="2233276" y="895722"/>
              <a:ext cx="1082667" cy="223591"/>
              <a:chOff x="4808316" y="2800065"/>
              <a:chExt cx="1999386" cy="412910"/>
            </a:xfrm>
          </p:grpSpPr>
          <p:sp>
            <p:nvSpPr>
              <p:cNvPr id="11211" name="Google Shape;11211;p136"/>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2" name="Google Shape;11212;p136"/>
              <p:cNvGrpSpPr/>
              <p:nvPr/>
            </p:nvGrpSpPr>
            <p:grpSpPr>
              <a:xfrm>
                <a:off x="4808316" y="2800065"/>
                <a:ext cx="92400" cy="411825"/>
                <a:chOff x="845575" y="2563700"/>
                <a:chExt cx="92400" cy="411825"/>
              </a:xfrm>
            </p:grpSpPr>
            <p:cxnSp>
              <p:nvCxnSpPr>
                <p:cNvPr id="11213" name="Google Shape;11213;p13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214" name="Google Shape;11214;p13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15" name="Google Shape;11215;p136"/>
            <p:cNvGrpSpPr/>
            <p:nvPr/>
          </p:nvGrpSpPr>
          <p:grpSpPr>
            <a:xfrm>
              <a:off x="106648" y="895722"/>
              <a:ext cx="1088401" cy="223591"/>
              <a:chOff x="881025" y="2800065"/>
              <a:chExt cx="2009975" cy="412910"/>
            </a:xfrm>
          </p:grpSpPr>
          <p:sp>
            <p:nvSpPr>
              <p:cNvPr id="11216" name="Google Shape;11216;p136"/>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7" name="Google Shape;11217;p136"/>
              <p:cNvGrpSpPr/>
              <p:nvPr/>
            </p:nvGrpSpPr>
            <p:grpSpPr>
              <a:xfrm>
                <a:off x="881025" y="2800065"/>
                <a:ext cx="92400" cy="411825"/>
                <a:chOff x="845575" y="2563700"/>
                <a:chExt cx="92400" cy="411825"/>
              </a:xfrm>
            </p:grpSpPr>
            <p:cxnSp>
              <p:nvCxnSpPr>
                <p:cNvPr id="11218" name="Google Shape;11218;p13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219" name="Google Shape;11219;p13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20" name="Google Shape;11220;p136"/>
            <p:cNvGrpSpPr/>
            <p:nvPr/>
          </p:nvGrpSpPr>
          <p:grpSpPr>
            <a:xfrm>
              <a:off x="1172346" y="1047018"/>
              <a:ext cx="1083151" cy="223003"/>
              <a:chOff x="2849073" y="3079467"/>
              <a:chExt cx="2000279" cy="411825"/>
            </a:xfrm>
          </p:grpSpPr>
          <p:sp>
            <p:nvSpPr>
              <p:cNvPr id="11221" name="Google Shape;11221;p136"/>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2" name="Google Shape;11222;p136"/>
              <p:cNvGrpSpPr/>
              <p:nvPr/>
            </p:nvGrpSpPr>
            <p:grpSpPr>
              <a:xfrm rot="10800000">
                <a:off x="2849073" y="3079467"/>
                <a:ext cx="92400" cy="411825"/>
                <a:chOff x="2070100" y="2563700"/>
                <a:chExt cx="92400" cy="411825"/>
              </a:xfrm>
            </p:grpSpPr>
            <p:cxnSp>
              <p:nvCxnSpPr>
                <p:cNvPr id="11223" name="Google Shape;11223;p13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224" name="Google Shape;11224;p13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25" name="Google Shape;11225;p136"/>
            <p:cNvGrpSpPr/>
            <p:nvPr/>
          </p:nvGrpSpPr>
          <p:grpSpPr>
            <a:xfrm>
              <a:off x="3290132" y="1047018"/>
              <a:ext cx="1297929" cy="223003"/>
              <a:chOff x="6760035" y="3079467"/>
              <a:chExt cx="2396914" cy="411825"/>
            </a:xfrm>
          </p:grpSpPr>
          <p:sp>
            <p:nvSpPr>
              <p:cNvPr id="11226" name="Google Shape;11226;p136"/>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7" name="Google Shape;11227;p136"/>
              <p:cNvGrpSpPr/>
              <p:nvPr/>
            </p:nvGrpSpPr>
            <p:grpSpPr>
              <a:xfrm rot="10800000">
                <a:off x="6760035" y="3079467"/>
                <a:ext cx="92400" cy="411825"/>
                <a:chOff x="2070100" y="2563700"/>
                <a:chExt cx="92400" cy="411825"/>
              </a:xfrm>
            </p:grpSpPr>
            <p:cxnSp>
              <p:nvCxnSpPr>
                <p:cNvPr id="11228" name="Google Shape;11228;p13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229" name="Google Shape;11229;p13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230" name="Google Shape;11230;p136"/>
          <p:cNvGrpSpPr/>
          <p:nvPr/>
        </p:nvGrpSpPr>
        <p:grpSpPr>
          <a:xfrm>
            <a:off x="2147036" y="3369130"/>
            <a:ext cx="1086701" cy="799429"/>
            <a:chOff x="2183288" y="3555572"/>
            <a:chExt cx="1136241" cy="835873"/>
          </a:xfrm>
        </p:grpSpPr>
        <p:sp>
          <p:nvSpPr>
            <p:cNvPr id="11231" name="Google Shape;11231;p136"/>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2" name="Google Shape;11232;p136"/>
            <p:cNvGrpSpPr/>
            <p:nvPr/>
          </p:nvGrpSpPr>
          <p:grpSpPr>
            <a:xfrm>
              <a:off x="2205895" y="3637269"/>
              <a:ext cx="1089848" cy="724993"/>
              <a:chOff x="2205895" y="3637269"/>
              <a:chExt cx="1089848" cy="724993"/>
            </a:xfrm>
          </p:grpSpPr>
          <p:sp>
            <p:nvSpPr>
              <p:cNvPr id="11233" name="Google Shape;11233;p136"/>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136"/>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36"/>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36"/>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36"/>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36"/>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9" name="Google Shape;11239;p136"/>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40" name="Google Shape;11240;p136"/>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1241" name="Google Shape;11241;p136"/>
            <p:cNvGrpSpPr/>
            <p:nvPr/>
          </p:nvGrpSpPr>
          <p:grpSpPr>
            <a:xfrm>
              <a:off x="3173850" y="3779426"/>
              <a:ext cx="145679" cy="70048"/>
              <a:chOff x="3173850" y="3779426"/>
              <a:chExt cx="145679" cy="70048"/>
            </a:xfrm>
          </p:grpSpPr>
          <p:cxnSp>
            <p:nvCxnSpPr>
              <p:cNvPr id="11242" name="Google Shape;11242;p136"/>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1243" name="Google Shape;11243;p136"/>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136"/>
            <p:cNvGrpSpPr/>
            <p:nvPr/>
          </p:nvGrpSpPr>
          <p:grpSpPr>
            <a:xfrm>
              <a:off x="2183288" y="4139483"/>
              <a:ext cx="145133" cy="70048"/>
              <a:chOff x="2183288" y="4139483"/>
              <a:chExt cx="145133" cy="70048"/>
            </a:xfrm>
          </p:grpSpPr>
          <p:cxnSp>
            <p:nvCxnSpPr>
              <p:cNvPr id="11245" name="Google Shape;11245;p136"/>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1246" name="Google Shape;11246;p136"/>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7" name="Google Shape;11247;p136"/>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48" name="Google Shape;11248;p136"/>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1249" name="Google Shape;11249;p136"/>
            <p:cNvGrpSpPr/>
            <p:nvPr/>
          </p:nvGrpSpPr>
          <p:grpSpPr>
            <a:xfrm>
              <a:off x="2943836" y="4268886"/>
              <a:ext cx="60717" cy="122559"/>
              <a:chOff x="2943836" y="4268886"/>
              <a:chExt cx="60717" cy="122559"/>
            </a:xfrm>
          </p:grpSpPr>
          <p:sp>
            <p:nvSpPr>
              <p:cNvPr id="11250" name="Google Shape;11250;p136"/>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51" name="Google Shape;11251;p136"/>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1252" name="Google Shape;11252;p136"/>
          <p:cNvGrpSpPr/>
          <p:nvPr/>
        </p:nvGrpSpPr>
        <p:grpSpPr>
          <a:xfrm>
            <a:off x="3409981" y="1290129"/>
            <a:ext cx="1675870" cy="758251"/>
            <a:chOff x="3530532" y="1496185"/>
            <a:chExt cx="1562000" cy="706730"/>
          </a:xfrm>
        </p:grpSpPr>
        <p:cxnSp>
          <p:nvCxnSpPr>
            <p:cNvPr id="11253" name="Google Shape;11253;p136"/>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1254" name="Google Shape;11254;p136"/>
            <p:cNvGrpSpPr/>
            <p:nvPr/>
          </p:nvGrpSpPr>
          <p:grpSpPr>
            <a:xfrm>
              <a:off x="3530532" y="1496185"/>
              <a:ext cx="323430" cy="463587"/>
              <a:chOff x="3530532" y="1496185"/>
              <a:chExt cx="323430" cy="463587"/>
            </a:xfrm>
          </p:grpSpPr>
          <p:grpSp>
            <p:nvGrpSpPr>
              <p:cNvPr id="11255" name="Google Shape;11255;p136"/>
              <p:cNvGrpSpPr/>
              <p:nvPr/>
            </p:nvGrpSpPr>
            <p:grpSpPr>
              <a:xfrm>
                <a:off x="3567462" y="1496185"/>
                <a:ext cx="286500" cy="361376"/>
                <a:chOff x="3567462" y="1496185"/>
                <a:chExt cx="286500" cy="361376"/>
              </a:xfrm>
            </p:grpSpPr>
            <p:cxnSp>
              <p:nvCxnSpPr>
                <p:cNvPr id="11256" name="Google Shape;11256;p136"/>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1257" name="Google Shape;11257;p136"/>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8" name="Google Shape;11258;p136"/>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136"/>
            <p:cNvGrpSpPr/>
            <p:nvPr/>
          </p:nvGrpSpPr>
          <p:grpSpPr>
            <a:xfrm>
              <a:off x="3891569" y="1779209"/>
              <a:ext cx="323945" cy="423706"/>
              <a:chOff x="3891569" y="1779209"/>
              <a:chExt cx="323945" cy="423706"/>
            </a:xfrm>
          </p:grpSpPr>
          <p:grpSp>
            <p:nvGrpSpPr>
              <p:cNvPr id="11260" name="Google Shape;11260;p136"/>
              <p:cNvGrpSpPr/>
              <p:nvPr/>
            </p:nvGrpSpPr>
            <p:grpSpPr>
              <a:xfrm>
                <a:off x="3929014" y="1881638"/>
                <a:ext cx="286500" cy="321278"/>
                <a:chOff x="3929014" y="1881638"/>
                <a:chExt cx="286500" cy="321278"/>
              </a:xfrm>
            </p:grpSpPr>
            <p:cxnSp>
              <p:nvCxnSpPr>
                <p:cNvPr id="11261" name="Google Shape;11261;p136"/>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1262" name="Google Shape;11262;p136"/>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3" name="Google Shape;11263;p136"/>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136"/>
            <p:cNvGrpSpPr/>
            <p:nvPr/>
          </p:nvGrpSpPr>
          <p:grpSpPr>
            <a:xfrm>
              <a:off x="4252606" y="1496185"/>
              <a:ext cx="324721" cy="463587"/>
              <a:chOff x="4252606" y="1496185"/>
              <a:chExt cx="324721" cy="463587"/>
            </a:xfrm>
          </p:grpSpPr>
          <p:grpSp>
            <p:nvGrpSpPr>
              <p:cNvPr id="11265" name="Google Shape;11265;p136"/>
              <p:cNvGrpSpPr/>
              <p:nvPr/>
            </p:nvGrpSpPr>
            <p:grpSpPr>
              <a:xfrm>
                <a:off x="4290828" y="1496185"/>
                <a:ext cx="286500" cy="361376"/>
                <a:chOff x="4290828" y="1496185"/>
                <a:chExt cx="286500" cy="361376"/>
              </a:xfrm>
            </p:grpSpPr>
            <p:cxnSp>
              <p:nvCxnSpPr>
                <p:cNvPr id="11266" name="Google Shape;11266;p136"/>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1267" name="Google Shape;11267;p136"/>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8" name="Google Shape;11268;p136"/>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136"/>
            <p:cNvGrpSpPr/>
            <p:nvPr/>
          </p:nvGrpSpPr>
          <p:grpSpPr>
            <a:xfrm>
              <a:off x="4613643" y="1763716"/>
              <a:ext cx="325308" cy="439200"/>
              <a:chOff x="4613643" y="1763716"/>
              <a:chExt cx="325308" cy="439200"/>
            </a:xfrm>
          </p:grpSpPr>
          <p:grpSp>
            <p:nvGrpSpPr>
              <p:cNvPr id="11270" name="Google Shape;11270;p136"/>
              <p:cNvGrpSpPr/>
              <p:nvPr/>
            </p:nvGrpSpPr>
            <p:grpSpPr>
              <a:xfrm>
                <a:off x="4652451" y="1879538"/>
                <a:ext cx="286500" cy="323378"/>
                <a:chOff x="4652451" y="1879538"/>
                <a:chExt cx="286500" cy="323378"/>
              </a:xfrm>
            </p:grpSpPr>
            <p:cxnSp>
              <p:nvCxnSpPr>
                <p:cNvPr id="11271" name="Google Shape;11271;p136"/>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1272" name="Google Shape;11272;p136"/>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3" name="Google Shape;11273;p136"/>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74" name="Google Shape;11274;p136"/>
          <p:cNvGrpSpPr/>
          <p:nvPr/>
        </p:nvGrpSpPr>
        <p:grpSpPr>
          <a:xfrm>
            <a:off x="3421841" y="2143755"/>
            <a:ext cx="1652173" cy="391517"/>
            <a:chOff x="3512551" y="2358270"/>
            <a:chExt cx="1597383" cy="378533"/>
          </a:xfrm>
        </p:grpSpPr>
        <p:cxnSp>
          <p:nvCxnSpPr>
            <p:cNvPr id="11275" name="Google Shape;11275;p136"/>
            <p:cNvCxnSpPr>
              <a:stCxn id="11276" idx="6"/>
              <a:endCxn id="11277"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1278" name="Google Shape;11278;p136"/>
            <p:cNvGrpSpPr/>
            <p:nvPr/>
          </p:nvGrpSpPr>
          <p:grpSpPr>
            <a:xfrm>
              <a:off x="3512551" y="2358270"/>
              <a:ext cx="225647" cy="307714"/>
              <a:chOff x="2182679" y="2004714"/>
              <a:chExt cx="792300" cy="1080458"/>
            </a:xfrm>
          </p:grpSpPr>
          <p:cxnSp>
            <p:nvCxnSpPr>
              <p:cNvPr id="11279" name="Google Shape;11279;p136"/>
              <p:cNvCxnSpPr>
                <a:stCxn id="11280"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1276" name="Google Shape;11276;p136"/>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36"/>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1" name="Google Shape;11281;p136"/>
            <p:cNvGrpSpPr/>
            <p:nvPr/>
          </p:nvGrpSpPr>
          <p:grpSpPr>
            <a:xfrm>
              <a:off x="3969644" y="2440153"/>
              <a:ext cx="225853" cy="296651"/>
              <a:chOff x="3775710" y="1729289"/>
              <a:chExt cx="136500" cy="179289"/>
            </a:xfrm>
          </p:grpSpPr>
          <p:cxnSp>
            <p:nvCxnSpPr>
              <p:cNvPr id="11282" name="Google Shape;11282;p136"/>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1283" name="Google Shape;11283;p136"/>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36"/>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136"/>
            <p:cNvGrpSpPr/>
            <p:nvPr/>
          </p:nvGrpSpPr>
          <p:grpSpPr>
            <a:xfrm>
              <a:off x="4427051" y="2358270"/>
              <a:ext cx="225647" cy="307714"/>
              <a:chOff x="5393704" y="2004714"/>
              <a:chExt cx="792300" cy="1080458"/>
            </a:xfrm>
          </p:grpSpPr>
          <p:cxnSp>
            <p:nvCxnSpPr>
              <p:cNvPr id="11286" name="Google Shape;11286;p136"/>
              <p:cNvCxnSpPr>
                <a:stCxn id="11287"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1288" name="Google Shape;11288;p136"/>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36"/>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136"/>
            <p:cNvGrpSpPr/>
            <p:nvPr/>
          </p:nvGrpSpPr>
          <p:grpSpPr>
            <a:xfrm>
              <a:off x="4884287" y="2440252"/>
              <a:ext cx="225647" cy="296532"/>
              <a:chOff x="6999166" y="2292572"/>
              <a:chExt cx="792300" cy="1041192"/>
            </a:xfrm>
          </p:grpSpPr>
          <p:cxnSp>
            <p:nvCxnSpPr>
              <p:cNvPr id="11290" name="Google Shape;11290;p136"/>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1277" name="Google Shape;11277;p136"/>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36"/>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92" name="Google Shape;11292;p136"/>
          <p:cNvGrpSpPr/>
          <p:nvPr/>
        </p:nvGrpSpPr>
        <p:grpSpPr>
          <a:xfrm>
            <a:off x="6842649" y="979955"/>
            <a:ext cx="1581844" cy="732818"/>
            <a:chOff x="634175" y="2986275"/>
            <a:chExt cx="3147949" cy="1458344"/>
          </a:xfrm>
        </p:grpSpPr>
        <p:cxnSp>
          <p:nvCxnSpPr>
            <p:cNvPr id="11293" name="Google Shape;11293;p136"/>
            <p:cNvCxnSpPr>
              <a:stCxn id="11294" idx="4"/>
              <a:endCxn id="11295"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1296" name="Google Shape;11296;p136"/>
            <p:cNvCxnSpPr>
              <a:stCxn id="11295" idx="0"/>
              <a:endCxn id="11297"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1298" name="Google Shape;11298;p136"/>
            <p:cNvCxnSpPr>
              <a:stCxn id="11297" idx="4"/>
              <a:endCxn id="11299"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1300" name="Google Shape;11300;p136"/>
            <p:cNvCxnSpPr>
              <a:stCxn id="11299" idx="0"/>
              <a:endCxn id="11301"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1301" name="Google Shape;11301;p136"/>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297" name="Google Shape;11297;p136"/>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294" name="Google Shape;11294;p136"/>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299" name="Google Shape;11299;p136"/>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295" name="Google Shape;11295;p136"/>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302" name="Google Shape;11302;p136"/>
          <p:cNvGrpSpPr/>
          <p:nvPr/>
        </p:nvGrpSpPr>
        <p:grpSpPr>
          <a:xfrm>
            <a:off x="3410364" y="2674265"/>
            <a:ext cx="1675128" cy="313674"/>
            <a:chOff x="998425" y="1182125"/>
            <a:chExt cx="1065400" cy="199500"/>
          </a:xfrm>
        </p:grpSpPr>
        <p:sp>
          <p:nvSpPr>
            <p:cNvPr id="11303" name="Google Shape;11303;p13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3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3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13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13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136"/>
          <p:cNvGrpSpPr/>
          <p:nvPr/>
        </p:nvGrpSpPr>
        <p:grpSpPr>
          <a:xfrm>
            <a:off x="3410363" y="3630231"/>
            <a:ext cx="1675129" cy="525345"/>
            <a:chOff x="5194708" y="3484366"/>
            <a:chExt cx="3148148" cy="987304"/>
          </a:xfrm>
        </p:grpSpPr>
        <p:grpSp>
          <p:nvGrpSpPr>
            <p:cNvPr id="11309" name="Google Shape;11309;p136"/>
            <p:cNvGrpSpPr/>
            <p:nvPr/>
          </p:nvGrpSpPr>
          <p:grpSpPr>
            <a:xfrm>
              <a:off x="7531521" y="3484366"/>
              <a:ext cx="811335" cy="987304"/>
              <a:chOff x="3379425" y="1617275"/>
              <a:chExt cx="1090650" cy="1327200"/>
            </a:xfrm>
          </p:grpSpPr>
          <p:sp>
            <p:nvSpPr>
              <p:cNvPr id="11310" name="Google Shape;11310;p13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13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13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136"/>
            <p:cNvGrpSpPr/>
            <p:nvPr/>
          </p:nvGrpSpPr>
          <p:grpSpPr>
            <a:xfrm>
              <a:off x="6752546" y="3484366"/>
              <a:ext cx="811428" cy="987304"/>
              <a:chOff x="2332275" y="1617275"/>
              <a:chExt cx="1090775" cy="1327200"/>
            </a:xfrm>
          </p:grpSpPr>
          <p:sp>
            <p:nvSpPr>
              <p:cNvPr id="11314" name="Google Shape;11314;p13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3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13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136"/>
            <p:cNvGrpSpPr/>
            <p:nvPr/>
          </p:nvGrpSpPr>
          <p:grpSpPr>
            <a:xfrm>
              <a:off x="5973664" y="3484366"/>
              <a:ext cx="811335" cy="987304"/>
              <a:chOff x="1285250" y="1617275"/>
              <a:chExt cx="1090650" cy="1327200"/>
            </a:xfrm>
          </p:grpSpPr>
          <p:sp>
            <p:nvSpPr>
              <p:cNvPr id="11318" name="Google Shape;11318;p13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13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13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136"/>
            <p:cNvGrpSpPr/>
            <p:nvPr/>
          </p:nvGrpSpPr>
          <p:grpSpPr>
            <a:xfrm>
              <a:off x="5194708" y="3484366"/>
              <a:ext cx="811409" cy="987304"/>
              <a:chOff x="238125" y="1617275"/>
              <a:chExt cx="1090750" cy="1327200"/>
            </a:xfrm>
          </p:grpSpPr>
          <p:sp>
            <p:nvSpPr>
              <p:cNvPr id="11322" name="Google Shape;11322;p13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3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13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25" name="Google Shape;11325;p136"/>
          <p:cNvGrpSpPr/>
          <p:nvPr/>
        </p:nvGrpSpPr>
        <p:grpSpPr>
          <a:xfrm>
            <a:off x="6844048" y="2276120"/>
            <a:ext cx="1579046" cy="522230"/>
            <a:chOff x="6853641" y="2534077"/>
            <a:chExt cx="1515545" cy="501229"/>
          </a:xfrm>
        </p:grpSpPr>
        <p:grpSp>
          <p:nvGrpSpPr>
            <p:cNvPr id="11326" name="Google Shape;11326;p136"/>
            <p:cNvGrpSpPr/>
            <p:nvPr/>
          </p:nvGrpSpPr>
          <p:grpSpPr>
            <a:xfrm>
              <a:off x="6853641" y="2618923"/>
              <a:ext cx="1515545" cy="324556"/>
              <a:chOff x="6853641" y="2618923"/>
              <a:chExt cx="1515545" cy="324556"/>
            </a:xfrm>
          </p:grpSpPr>
          <p:sp>
            <p:nvSpPr>
              <p:cNvPr id="11327" name="Google Shape;11327;p136"/>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36"/>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36"/>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136"/>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36"/>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2" name="Google Shape;11332;p136"/>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36"/>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36"/>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36"/>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36"/>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136"/>
          <p:cNvGrpSpPr/>
          <p:nvPr/>
        </p:nvGrpSpPr>
        <p:grpSpPr>
          <a:xfrm>
            <a:off x="3438940" y="3151161"/>
            <a:ext cx="1617976" cy="346616"/>
            <a:chOff x="1808063" y="4294338"/>
            <a:chExt cx="3370782" cy="721817"/>
          </a:xfrm>
        </p:grpSpPr>
        <p:sp>
          <p:nvSpPr>
            <p:cNvPr id="11338" name="Google Shape;11338;p13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3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3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3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3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13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3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3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13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13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136"/>
          <p:cNvGrpSpPr/>
          <p:nvPr/>
        </p:nvGrpSpPr>
        <p:grpSpPr>
          <a:xfrm>
            <a:off x="5264936" y="3817911"/>
            <a:ext cx="1417067" cy="350605"/>
            <a:chOff x="4234950" y="2101012"/>
            <a:chExt cx="4219974" cy="1044090"/>
          </a:xfrm>
        </p:grpSpPr>
        <p:sp>
          <p:nvSpPr>
            <p:cNvPr id="11349" name="Google Shape;11349;p136"/>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36"/>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36"/>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136"/>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136"/>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36"/>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36"/>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36"/>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36"/>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136"/>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136"/>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36"/>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136"/>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36"/>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36"/>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36"/>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5" name="Google Shape;11365;p136"/>
          <p:cNvGrpSpPr/>
          <p:nvPr/>
        </p:nvGrpSpPr>
        <p:grpSpPr>
          <a:xfrm>
            <a:off x="6840408" y="1808668"/>
            <a:ext cx="1586327" cy="371557"/>
            <a:chOff x="1247650" y="2075423"/>
            <a:chExt cx="6648477" cy="1557238"/>
          </a:xfrm>
        </p:grpSpPr>
        <p:sp>
          <p:nvSpPr>
            <p:cNvPr id="11366" name="Google Shape;11366;p13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13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3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13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13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3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136"/>
          <p:cNvGrpSpPr/>
          <p:nvPr/>
        </p:nvGrpSpPr>
        <p:grpSpPr>
          <a:xfrm>
            <a:off x="5271678" y="961858"/>
            <a:ext cx="1415601" cy="1648533"/>
            <a:chOff x="1839112" y="2209163"/>
            <a:chExt cx="1918159" cy="2233784"/>
          </a:xfrm>
        </p:grpSpPr>
        <p:sp>
          <p:nvSpPr>
            <p:cNvPr id="11373" name="Google Shape;11373;p136"/>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136"/>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36"/>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76" name="Google Shape;11376;p136"/>
            <p:cNvCxnSpPr>
              <a:stCxn id="11373" idx="6"/>
              <a:endCxn id="11374"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1377" name="Google Shape;11377;p136"/>
            <p:cNvCxnSpPr>
              <a:stCxn id="11374" idx="4"/>
              <a:endCxn id="11378"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1379" name="Google Shape;11379;p136"/>
            <p:cNvCxnSpPr>
              <a:stCxn id="11378" idx="6"/>
              <a:endCxn id="11375"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1380" name="Google Shape;11380;p136"/>
            <p:cNvCxnSpPr>
              <a:stCxn id="11375" idx="4"/>
              <a:endCxn id="11381"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1378" name="Google Shape;11378;p136"/>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36"/>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36"/>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83" name="Google Shape;11383;p136"/>
            <p:cNvCxnSpPr>
              <a:endCxn id="11382"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1384" name="Google Shape;11384;p136"/>
          <p:cNvGrpSpPr/>
          <p:nvPr/>
        </p:nvGrpSpPr>
        <p:grpSpPr>
          <a:xfrm>
            <a:off x="3428944" y="979942"/>
            <a:ext cx="1637968" cy="154942"/>
            <a:chOff x="238125" y="2506075"/>
            <a:chExt cx="7115411" cy="673075"/>
          </a:xfrm>
        </p:grpSpPr>
        <p:sp>
          <p:nvSpPr>
            <p:cNvPr id="11385" name="Google Shape;11385;p13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3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3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13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13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0" name="Google Shape;11390;p136"/>
          <p:cNvGrpSpPr/>
          <p:nvPr/>
        </p:nvGrpSpPr>
        <p:grpSpPr>
          <a:xfrm>
            <a:off x="1969680" y="1294660"/>
            <a:ext cx="1262932" cy="785408"/>
            <a:chOff x="548861" y="389676"/>
            <a:chExt cx="3843371" cy="2390163"/>
          </a:xfrm>
        </p:grpSpPr>
        <p:cxnSp>
          <p:nvCxnSpPr>
            <p:cNvPr id="11391" name="Google Shape;11391;p136"/>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1392" name="Google Shape;11392;p136"/>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1393" name="Google Shape;11393;p136"/>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1394" name="Google Shape;11394;p136"/>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1395" name="Google Shape;11395;p136"/>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396" name="Google Shape;11396;p136"/>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97" name="Google Shape;11397;p136"/>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398" name="Google Shape;11398;p136"/>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36"/>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136"/>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136"/>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36"/>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36"/>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136"/>
          <p:cNvGrpSpPr/>
          <p:nvPr/>
        </p:nvGrpSpPr>
        <p:grpSpPr>
          <a:xfrm>
            <a:off x="757812" y="2401537"/>
            <a:ext cx="1412054" cy="633562"/>
            <a:chOff x="1187400" y="2529299"/>
            <a:chExt cx="6769193" cy="2241903"/>
          </a:xfrm>
        </p:grpSpPr>
        <p:sp>
          <p:nvSpPr>
            <p:cNvPr id="11405" name="Google Shape;11405;p136"/>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1406" name="Google Shape;11406;p136"/>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407" name="Google Shape;11407;p136"/>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408" name="Google Shape;11408;p136"/>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409" name="Google Shape;11409;p136"/>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410" name="Google Shape;11410;p136"/>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411" name="Google Shape;11411;p136"/>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1412" name="Google Shape;11412;p136"/>
            <p:cNvCxnSpPr>
              <a:stCxn id="11405" idx="2"/>
              <a:endCxn id="11406"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413" name="Google Shape;11413;p136"/>
            <p:cNvCxnSpPr>
              <a:stCxn id="11407" idx="0"/>
              <a:endCxn id="11405"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414" name="Google Shape;11414;p136"/>
            <p:cNvCxnSpPr>
              <a:stCxn id="11407" idx="2"/>
              <a:endCxn id="11409"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415" name="Google Shape;11415;p136"/>
            <p:cNvCxnSpPr>
              <a:stCxn id="11408" idx="0"/>
              <a:endCxn id="11407"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416" name="Google Shape;11416;p136"/>
            <p:cNvCxnSpPr>
              <a:stCxn id="11406" idx="2"/>
              <a:endCxn id="11411"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417" name="Google Shape;11417;p136"/>
            <p:cNvCxnSpPr>
              <a:stCxn id="11410" idx="0"/>
              <a:endCxn id="11406"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1418" name="Google Shape;11418;p136"/>
          <p:cNvGrpSpPr/>
          <p:nvPr/>
        </p:nvGrpSpPr>
        <p:grpSpPr>
          <a:xfrm>
            <a:off x="6844058" y="2894246"/>
            <a:ext cx="1579035" cy="540873"/>
            <a:chOff x="6895650" y="3126697"/>
            <a:chExt cx="1436662" cy="492105"/>
          </a:xfrm>
        </p:grpSpPr>
        <p:sp>
          <p:nvSpPr>
            <p:cNvPr id="11419" name="Google Shape;11419;p136"/>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136"/>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136"/>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136"/>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36"/>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4" name="Google Shape;11424;p136"/>
            <p:cNvGrpSpPr/>
            <p:nvPr/>
          </p:nvGrpSpPr>
          <p:grpSpPr>
            <a:xfrm>
              <a:off x="6995957" y="3335810"/>
              <a:ext cx="1230393" cy="71754"/>
              <a:chOff x="6995957" y="3287964"/>
              <a:chExt cx="1230393" cy="71754"/>
            </a:xfrm>
          </p:grpSpPr>
          <p:sp>
            <p:nvSpPr>
              <p:cNvPr id="11425" name="Google Shape;11425;p136"/>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36"/>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36"/>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136"/>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136"/>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30" name="Google Shape;11430;p136"/>
          <p:cNvGrpSpPr/>
          <p:nvPr/>
        </p:nvGrpSpPr>
        <p:grpSpPr>
          <a:xfrm>
            <a:off x="6842640" y="3531009"/>
            <a:ext cx="1581862" cy="650625"/>
            <a:chOff x="6777990" y="3710194"/>
            <a:chExt cx="1646915" cy="677382"/>
          </a:xfrm>
        </p:grpSpPr>
        <p:grpSp>
          <p:nvGrpSpPr>
            <p:cNvPr id="11431" name="Google Shape;11431;p136"/>
            <p:cNvGrpSpPr/>
            <p:nvPr/>
          </p:nvGrpSpPr>
          <p:grpSpPr>
            <a:xfrm>
              <a:off x="6777990" y="3874492"/>
              <a:ext cx="411129" cy="513083"/>
              <a:chOff x="6777990" y="3874492"/>
              <a:chExt cx="411129" cy="513083"/>
            </a:xfrm>
          </p:grpSpPr>
          <p:cxnSp>
            <p:nvCxnSpPr>
              <p:cNvPr id="11432" name="Google Shape;11432;p136"/>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1433" name="Google Shape;11433;p136"/>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136"/>
            <p:cNvGrpSpPr/>
            <p:nvPr/>
          </p:nvGrpSpPr>
          <p:grpSpPr>
            <a:xfrm>
              <a:off x="7188425" y="3710194"/>
              <a:ext cx="411123" cy="520535"/>
              <a:chOff x="7188425" y="3710194"/>
              <a:chExt cx="411123" cy="520535"/>
            </a:xfrm>
          </p:grpSpPr>
          <p:cxnSp>
            <p:nvCxnSpPr>
              <p:cNvPr id="11435" name="Google Shape;11435;p136"/>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1436" name="Google Shape;11436;p136"/>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136"/>
            <p:cNvGrpSpPr/>
            <p:nvPr/>
          </p:nvGrpSpPr>
          <p:grpSpPr>
            <a:xfrm>
              <a:off x="7603341" y="3874492"/>
              <a:ext cx="411474" cy="513083"/>
              <a:chOff x="7603341" y="3874492"/>
              <a:chExt cx="411474" cy="513083"/>
            </a:xfrm>
          </p:grpSpPr>
          <p:cxnSp>
            <p:nvCxnSpPr>
              <p:cNvPr id="11438" name="Google Shape;11438;p136"/>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1439" name="Google Shape;11439;p136"/>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0" name="Google Shape;11440;p136"/>
            <p:cNvGrpSpPr/>
            <p:nvPr/>
          </p:nvGrpSpPr>
          <p:grpSpPr>
            <a:xfrm>
              <a:off x="8013776" y="3722847"/>
              <a:ext cx="411129" cy="507881"/>
              <a:chOff x="8013776" y="3722847"/>
              <a:chExt cx="411129" cy="507881"/>
            </a:xfrm>
          </p:grpSpPr>
          <p:cxnSp>
            <p:nvCxnSpPr>
              <p:cNvPr id="11441" name="Google Shape;11441;p136"/>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1442" name="Google Shape;11442;p136"/>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43" name="Google Shape;11443;p136"/>
          <p:cNvGrpSpPr/>
          <p:nvPr/>
        </p:nvGrpSpPr>
        <p:grpSpPr>
          <a:xfrm>
            <a:off x="5262155" y="2703849"/>
            <a:ext cx="1421889" cy="1020603"/>
            <a:chOff x="5190863" y="2824811"/>
            <a:chExt cx="1544860" cy="1108869"/>
          </a:xfrm>
        </p:grpSpPr>
        <p:grpSp>
          <p:nvGrpSpPr>
            <p:cNvPr id="11444" name="Google Shape;11444;p136"/>
            <p:cNvGrpSpPr/>
            <p:nvPr/>
          </p:nvGrpSpPr>
          <p:grpSpPr>
            <a:xfrm>
              <a:off x="5938695" y="3176919"/>
              <a:ext cx="685761" cy="404739"/>
              <a:chOff x="5938695" y="3176919"/>
              <a:chExt cx="685761" cy="404739"/>
            </a:xfrm>
          </p:grpSpPr>
          <p:grpSp>
            <p:nvGrpSpPr>
              <p:cNvPr id="11445" name="Google Shape;11445;p136"/>
              <p:cNvGrpSpPr/>
              <p:nvPr/>
            </p:nvGrpSpPr>
            <p:grpSpPr>
              <a:xfrm>
                <a:off x="5938695" y="3176919"/>
                <a:ext cx="685761" cy="404739"/>
                <a:chOff x="5938695" y="3176919"/>
                <a:chExt cx="685761" cy="404739"/>
              </a:xfrm>
            </p:grpSpPr>
            <p:sp>
              <p:nvSpPr>
                <p:cNvPr id="11446" name="Google Shape;11446;p136"/>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36"/>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8" name="Google Shape;11448;p136"/>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136"/>
            <p:cNvGrpSpPr/>
            <p:nvPr/>
          </p:nvGrpSpPr>
          <p:grpSpPr>
            <a:xfrm>
              <a:off x="5305233" y="3176835"/>
              <a:ext cx="685971" cy="404655"/>
              <a:chOff x="5305233" y="3176835"/>
              <a:chExt cx="685971" cy="404655"/>
            </a:xfrm>
          </p:grpSpPr>
          <p:grpSp>
            <p:nvGrpSpPr>
              <p:cNvPr id="11450" name="Google Shape;11450;p136"/>
              <p:cNvGrpSpPr/>
              <p:nvPr/>
            </p:nvGrpSpPr>
            <p:grpSpPr>
              <a:xfrm>
                <a:off x="5305233" y="3176835"/>
                <a:ext cx="685971" cy="404655"/>
                <a:chOff x="5305233" y="3176835"/>
                <a:chExt cx="685971" cy="404655"/>
              </a:xfrm>
            </p:grpSpPr>
            <p:sp>
              <p:nvSpPr>
                <p:cNvPr id="11451" name="Google Shape;11451;p136"/>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136"/>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3" name="Google Shape;11453;p136"/>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4" name="Google Shape;11454;p136"/>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5" name="Google Shape;11455;p136"/>
            <p:cNvGrpSpPr/>
            <p:nvPr/>
          </p:nvGrpSpPr>
          <p:grpSpPr>
            <a:xfrm>
              <a:off x="5657361" y="2824811"/>
              <a:ext cx="1078361" cy="404655"/>
              <a:chOff x="5657361" y="2824811"/>
              <a:chExt cx="1078361" cy="404655"/>
            </a:xfrm>
          </p:grpSpPr>
          <p:grpSp>
            <p:nvGrpSpPr>
              <p:cNvPr id="11456" name="Google Shape;11456;p136"/>
              <p:cNvGrpSpPr/>
              <p:nvPr/>
            </p:nvGrpSpPr>
            <p:grpSpPr>
              <a:xfrm>
                <a:off x="5657361" y="2824811"/>
                <a:ext cx="1078361" cy="404655"/>
                <a:chOff x="5657361" y="2824811"/>
                <a:chExt cx="1078361" cy="404655"/>
              </a:xfrm>
            </p:grpSpPr>
            <p:grpSp>
              <p:nvGrpSpPr>
                <p:cNvPr id="11457" name="Google Shape;11457;p136"/>
                <p:cNvGrpSpPr/>
                <p:nvPr/>
              </p:nvGrpSpPr>
              <p:grpSpPr>
                <a:xfrm>
                  <a:off x="5938485" y="2824811"/>
                  <a:ext cx="797237" cy="404655"/>
                  <a:chOff x="5938485" y="2824811"/>
                  <a:chExt cx="797237" cy="404655"/>
                </a:xfrm>
              </p:grpSpPr>
              <p:sp>
                <p:nvSpPr>
                  <p:cNvPr id="11458" name="Google Shape;11458;p136"/>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36"/>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0" name="Google Shape;11460;p136"/>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1" name="Google Shape;11461;p136"/>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2" name="Google Shape;11462;p136"/>
            <p:cNvGrpSpPr/>
            <p:nvPr/>
          </p:nvGrpSpPr>
          <p:grpSpPr>
            <a:xfrm>
              <a:off x="5190863" y="3528942"/>
              <a:ext cx="1078026" cy="404739"/>
              <a:chOff x="5190863" y="3528942"/>
              <a:chExt cx="1078026" cy="404739"/>
            </a:xfrm>
          </p:grpSpPr>
          <p:sp>
            <p:nvSpPr>
              <p:cNvPr id="11463" name="Google Shape;11463;p136"/>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4" name="Google Shape;11464;p136"/>
              <p:cNvGrpSpPr/>
              <p:nvPr/>
            </p:nvGrpSpPr>
            <p:grpSpPr>
              <a:xfrm>
                <a:off x="5190863" y="3528942"/>
                <a:ext cx="1078026" cy="404739"/>
                <a:chOff x="5190863" y="3528942"/>
                <a:chExt cx="1078026" cy="404739"/>
              </a:xfrm>
            </p:grpSpPr>
            <p:sp>
              <p:nvSpPr>
                <p:cNvPr id="11465" name="Google Shape;11465;p136"/>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36"/>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467" name="Google Shape;11467;p136"/>
          <p:cNvGrpSpPr/>
          <p:nvPr/>
        </p:nvGrpSpPr>
        <p:grpSpPr>
          <a:xfrm>
            <a:off x="728162" y="1268317"/>
            <a:ext cx="1086719" cy="879487"/>
            <a:chOff x="803162" y="1474292"/>
            <a:chExt cx="1086719" cy="879487"/>
          </a:xfrm>
        </p:grpSpPr>
        <p:grpSp>
          <p:nvGrpSpPr>
            <p:cNvPr id="11468" name="Google Shape;11468;p136"/>
            <p:cNvGrpSpPr/>
            <p:nvPr/>
          </p:nvGrpSpPr>
          <p:grpSpPr>
            <a:xfrm>
              <a:off x="803162" y="1625948"/>
              <a:ext cx="445856" cy="576579"/>
              <a:chOff x="803162" y="1625948"/>
              <a:chExt cx="445856" cy="576579"/>
            </a:xfrm>
          </p:grpSpPr>
          <p:sp>
            <p:nvSpPr>
              <p:cNvPr id="11469" name="Google Shape;11469;p136"/>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0" name="Google Shape;11470;p136"/>
              <p:cNvGrpSpPr/>
              <p:nvPr/>
            </p:nvGrpSpPr>
            <p:grpSpPr>
              <a:xfrm>
                <a:off x="1056023" y="1625948"/>
                <a:ext cx="192995" cy="576579"/>
                <a:chOff x="1056023" y="1625948"/>
                <a:chExt cx="192995" cy="576579"/>
              </a:xfrm>
            </p:grpSpPr>
            <p:sp>
              <p:nvSpPr>
                <p:cNvPr id="11471" name="Google Shape;11471;p136"/>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36"/>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136"/>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136"/>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136"/>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76" name="Google Shape;11476;p136"/>
            <p:cNvGrpSpPr/>
            <p:nvPr/>
          </p:nvGrpSpPr>
          <p:grpSpPr>
            <a:xfrm>
              <a:off x="1371406" y="1474292"/>
              <a:ext cx="518475" cy="879487"/>
              <a:chOff x="1398231" y="1474292"/>
              <a:chExt cx="518475" cy="879487"/>
            </a:xfrm>
          </p:grpSpPr>
          <p:grpSp>
            <p:nvGrpSpPr>
              <p:cNvPr id="11477" name="Google Shape;11477;p136"/>
              <p:cNvGrpSpPr/>
              <p:nvPr/>
            </p:nvGrpSpPr>
            <p:grpSpPr>
              <a:xfrm>
                <a:off x="1398231" y="1474292"/>
                <a:ext cx="518475" cy="341643"/>
                <a:chOff x="1398231" y="1474292"/>
                <a:chExt cx="518475" cy="341643"/>
              </a:xfrm>
            </p:grpSpPr>
            <p:sp>
              <p:nvSpPr>
                <p:cNvPr id="11478" name="Google Shape;11478;p136"/>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9" name="Google Shape;11479;p136"/>
                <p:cNvGrpSpPr/>
                <p:nvPr/>
              </p:nvGrpSpPr>
              <p:grpSpPr>
                <a:xfrm>
                  <a:off x="1616453" y="1474292"/>
                  <a:ext cx="300253" cy="341643"/>
                  <a:chOff x="1616453" y="1475379"/>
                  <a:chExt cx="300253" cy="341643"/>
                </a:xfrm>
              </p:grpSpPr>
              <p:sp>
                <p:nvSpPr>
                  <p:cNvPr id="11480" name="Google Shape;11480;p136"/>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36"/>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36"/>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136"/>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136"/>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36"/>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36"/>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7" name="Google Shape;11487;p136"/>
                  <p:cNvGrpSpPr/>
                  <p:nvPr/>
                </p:nvGrpSpPr>
                <p:grpSpPr>
                  <a:xfrm>
                    <a:off x="1839639" y="1475379"/>
                    <a:ext cx="77067" cy="341643"/>
                    <a:chOff x="1839639" y="1475379"/>
                    <a:chExt cx="77067" cy="341643"/>
                  </a:xfrm>
                </p:grpSpPr>
                <p:sp>
                  <p:nvSpPr>
                    <p:cNvPr id="11488" name="Google Shape;11488;p136"/>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36"/>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490" name="Google Shape;11490;p136"/>
              <p:cNvGrpSpPr/>
              <p:nvPr/>
            </p:nvGrpSpPr>
            <p:grpSpPr>
              <a:xfrm>
                <a:off x="1398451" y="2012951"/>
                <a:ext cx="518255" cy="340828"/>
                <a:chOff x="1398451" y="2012951"/>
                <a:chExt cx="518255" cy="340828"/>
              </a:xfrm>
            </p:grpSpPr>
            <p:sp>
              <p:nvSpPr>
                <p:cNvPr id="11491" name="Google Shape;11491;p136"/>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2" name="Google Shape;11492;p136"/>
                <p:cNvGrpSpPr/>
                <p:nvPr/>
              </p:nvGrpSpPr>
              <p:grpSpPr>
                <a:xfrm>
                  <a:off x="1616453" y="2012951"/>
                  <a:ext cx="300253" cy="340828"/>
                  <a:chOff x="1616453" y="2013538"/>
                  <a:chExt cx="300253" cy="340828"/>
                </a:xfrm>
              </p:grpSpPr>
              <p:sp>
                <p:nvSpPr>
                  <p:cNvPr id="11493" name="Google Shape;11493;p136"/>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36"/>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136"/>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136"/>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136"/>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136"/>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36"/>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0" name="Google Shape;11500;p136"/>
                  <p:cNvGrpSpPr/>
                  <p:nvPr/>
                </p:nvGrpSpPr>
                <p:grpSpPr>
                  <a:xfrm>
                    <a:off x="1839639" y="2013538"/>
                    <a:ext cx="77067" cy="340828"/>
                    <a:chOff x="1839639" y="2013538"/>
                    <a:chExt cx="77067" cy="340828"/>
                  </a:xfrm>
                </p:grpSpPr>
                <p:sp>
                  <p:nvSpPr>
                    <p:cNvPr id="11501" name="Google Shape;11501;p136"/>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36"/>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1503" name="Google Shape;11503;p136"/>
          <p:cNvGrpSpPr/>
          <p:nvPr/>
        </p:nvGrpSpPr>
        <p:grpSpPr>
          <a:xfrm>
            <a:off x="724986" y="3399503"/>
            <a:ext cx="1368681" cy="682918"/>
            <a:chOff x="724986" y="3605478"/>
            <a:chExt cx="1368681" cy="682918"/>
          </a:xfrm>
        </p:grpSpPr>
        <p:grpSp>
          <p:nvGrpSpPr>
            <p:cNvPr id="11504" name="Google Shape;11504;p136"/>
            <p:cNvGrpSpPr/>
            <p:nvPr/>
          </p:nvGrpSpPr>
          <p:grpSpPr>
            <a:xfrm>
              <a:off x="1289102" y="3823629"/>
              <a:ext cx="240442" cy="250435"/>
              <a:chOff x="-165066" y="3843615"/>
              <a:chExt cx="221259" cy="230455"/>
            </a:xfrm>
          </p:grpSpPr>
          <p:sp>
            <p:nvSpPr>
              <p:cNvPr id="11505" name="Google Shape;11505;p136"/>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36"/>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36"/>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136"/>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136"/>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36"/>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36"/>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136"/>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136"/>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36"/>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36"/>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36"/>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36"/>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136"/>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136"/>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36"/>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36"/>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136"/>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36"/>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36"/>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136"/>
            <p:cNvGrpSpPr/>
            <p:nvPr/>
          </p:nvGrpSpPr>
          <p:grpSpPr>
            <a:xfrm>
              <a:off x="724986" y="3605478"/>
              <a:ext cx="1368681" cy="682918"/>
              <a:chOff x="724986" y="3605478"/>
              <a:chExt cx="1368681" cy="682918"/>
            </a:xfrm>
          </p:grpSpPr>
          <p:grpSp>
            <p:nvGrpSpPr>
              <p:cNvPr id="11526" name="Google Shape;11526;p136"/>
              <p:cNvGrpSpPr/>
              <p:nvPr/>
            </p:nvGrpSpPr>
            <p:grpSpPr>
              <a:xfrm>
                <a:off x="1498221" y="4047614"/>
                <a:ext cx="529172" cy="240783"/>
                <a:chOff x="1498221" y="4047614"/>
                <a:chExt cx="529172" cy="240783"/>
              </a:xfrm>
            </p:grpSpPr>
            <p:grpSp>
              <p:nvGrpSpPr>
                <p:cNvPr id="11527" name="Google Shape;11527;p136"/>
                <p:cNvGrpSpPr/>
                <p:nvPr/>
              </p:nvGrpSpPr>
              <p:grpSpPr>
                <a:xfrm>
                  <a:off x="1826655" y="4224370"/>
                  <a:ext cx="200738" cy="25631"/>
                  <a:chOff x="1826655" y="4224370"/>
                  <a:chExt cx="200738" cy="25631"/>
                </a:xfrm>
              </p:grpSpPr>
              <p:sp>
                <p:nvSpPr>
                  <p:cNvPr id="11528" name="Google Shape;11528;p136"/>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136"/>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136"/>
                <p:cNvGrpSpPr/>
                <p:nvPr/>
              </p:nvGrpSpPr>
              <p:grpSpPr>
                <a:xfrm>
                  <a:off x="1498221" y="4047614"/>
                  <a:ext cx="328444" cy="240783"/>
                  <a:chOff x="1498221" y="4047614"/>
                  <a:chExt cx="328444" cy="240783"/>
                </a:xfrm>
              </p:grpSpPr>
              <p:sp>
                <p:nvSpPr>
                  <p:cNvPr id="11531" name="Google Shape;11531;p136"/>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2" name="Google Shape;11532;p136"/>
                  <p:cNvGrpSpPr/>
                  <p:nvPr/>
                </p:nvGrpSpPr>
                <p:grpSpPr>
                  <a:xfrm>
                    <a:off x="1498221" y="4047614"/>
                    <a:ext cx="150566" cy="190416"/>
                    <a:chOff x="1498221" y="4047614"/>
                    <a:chExt cx="150566" cy="190416"/>
                  </a:xfrm>
                </p:grpSpPr>
                <p:sp>
                  <p:nvSpPr>
                    <p:cNvPr id="11533" name="Google Shape;11533;p136"/>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36"/>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535" name="Google Shape;11535;p136"/>
              <p:cNvGrpSpPr/>
              <p:nvPr/>
            </p:nvGrpSpPr>
            <p:grpSpPr>
              <a:xfrm>
                <a:off x="1560718" y="3800594"/>
                <a:ext cx="532948" cy="302090"/>
                <a:chOff x="1560718" y="3800594"/>
                <a:chExt cx="532948" cy="302090"/>
              </a:xfrm>
            </p:grpSpPr>
            <p:grpSp>
              <p:nvGrpSpPr>
                <p:cNvPr id="11536" name="Google Shape;11536;p136"/>
                <p:cNvGrpSpPr/>
                <p:nvPr/>
              </p:nvGrpSpPr>
              <p:grpSpPr>
                <a:xfrm>
                  <a:off x="1912179" y="3827344"/>
                  <a:ext cx="181487" cy="25631"/>
                  <a:chOff x="1912179" y="3827344"/>
                  <a:chExt cx="181487" cy="25631"/>
                </a:xfrm>
              </p:grpSpPr>
              <p:sp>
                <p:nvSpPr>
                  <p:cNvPr id="11537" name="Google Shape;11537;p136"/>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136"/>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9" name="Google Shape;11539;p136"/>
                <p:cNvGrpSpPr/>
                <p:nvPr/>
              </p:nvGrpSpPr>
              <p:grpSpPr>
                <a:xfrm>
                  <a:off x="1912179" y="4044505"/>
                  <a:ext cx="181487" cy="25622"/>
                  <a:chOff x="1912179" y="4044506"/>
                  <a:chExt cx="181487" cy="25622"/>
                </a:xfrm>
              </p:grpSpPr>
              <p:sp>
                <p:nvSpPr>
                  <p:cNvPr id="11540" name="Google Shape;11540;p136"/>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36"/>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136"/>
                <p:cNvGrpSpPr/>
                <p:nvPr/>
              </p:nvGrpSpPr>
              <p:grpSpPr>
                <a:xfrm>
                  <a:off x="1560718" y="3800594"/>
                  <a:ext cx="351472" cy="302090"/>
                  <a:chOff x="1560718" y="3800594"/>
                  <a:chExt cx="351472" cy="302090"/>
                </a:xfrm>
              </p:grpSpPr>
              <p:grpSp>
                <p:nvGrpSpPr>
                  <p:cNvPr id="11543" name="Google Shape;11543;p136"/>
                  <p:cNvGrpSpPr/>
                  <p:nvPr/>
                </p:nvGrpSpPr>
                <p:grpSpPr>
                  <a:xfrm>
                    <a:off x="1560718" y="3842857"/>
                    <a:ext cx="173586" cy="217131"/>
                    <a:chOff x="1560718" y="3842857"/>
                    <a:chExt cx="173586" cy="217131"/>
                  </a:xfrm>
                </p:grpSpPr>
                <p:sp>
                  <p:nvSpPr>
                    <p:cNvPr id="11544" name="Google Shape;11544;p136"/>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36"/>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136"/>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7" name="Google Shape;11547;p136"/>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36"/>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549" name="Google Shape;11549;p136"/>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0" name="Google Shape;11550;p136"/>
              <p:cNvGrpSpPr/>
              <p:nvPr/>
            </p:nvGrpSpPr>
            <p:grpSpPr>
              <a:xfrm>
                <a:off x="785350" y="3605478"/>
                <a:ext cx="535311" cy="249245"/>
                <a:chOff x="785350" y="3605478"/>
                <a:chExt cx="535311" cy="249245"/>
              </a:xfrm>
            </p:grpSpPr>
            <p:grpSp>
              <p:nvGrpSpPr>
                <p:cNvPr id="11551" name="Google Shape;11551;p136"/>
                <p:cNvGrpSpPr/>
                <p:nvPr/>
              </p:nvGrpSpPr>
              <p:grpSpPr>
                <a:xfrm>
                  <a:off x="785350" y="3605478"/>
                  <a:ext cx="376191" cy="102736"/>
                  <a:chOff x="785350" y="3605478"/>
                  <a:chExt cx="376191" cy="102736"/>
                </a:xfrm>
              </p:grpSpPr>
              <p:sp>
                <p:nvSpPr>
                  <p:cNvPr id="11552" name="Google Shape;11552;p136"/>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136"/>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36"/>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5" name="Google Shape;11555;p136"/>
                <p:cNvGrpSpPr/>
                <p:nvPr/>
              </p:nvGrpSpPr>
              <p:grpSpPr>
                <a:xfrm>
                  <a:off x="1161530" y="3655851"/>
                  <a:ext cx="159131" cy="198872"/>
                  <a:chOff x="1161530" y="3655851"/>
                  <a:chExt cx="159131" cy="198872"/>
                </a:xfrm>
              </p:grpSpPr>
              <p:sp>
                <p:nvSpPr>
                  <p:cNvPr id="11556" name="Google Shape;11556;p136"/>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136"/>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58" name="Google Shape;11558;p136"/>
              <p:cNvGrpSpPr/>
              <p:nvPr/>
            </p:nvGrpSpPr>
            <p:grpSpPr>
              <a:xfrm>
                <a:off x="785350" y="4047614"/>
                <a:ext cx="535311" cy="240783"/>
                <a:chOff x="785350" y="4047614"/>
                <a:chExt cx="535311" cy="240783"/>
              </a:xfrm>
            </p:grpSpPr>
            <p:grpSp>
              <p:nvGrpSpPr>
                <p:cNvPr id="11559" name="Google Shape;11559;p136"/>
                <p:cNvGrpSpPr/>
                <p:nvPr/>
              </p:nvGrpSpPr>
              <p:grpSpPr>
                <a:xfrm>
                  <a:off x="1161636" y="4047614"/>
                  <a:ext cx="159025" cy="190415"/>
                  <a:chOff x="1161636" y="4047614"/>
                  <a:chExt cx="159025" cy="190415"/>
                </a:xfrm>
              </p:grpSpPr>
              <p:sp>
                <p:nvSpPr>
                  <p:cNvPr id="11560" name="Google Shape;11560;p136"/>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36"/>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136"/>
                <p:cNvGrpSpPr/>
                <p:nvPr/>
              </p:nvGrpSpPr>
              <p:grpSpPr>
                <a:xfrm>
                  <a:off x="785350" y="4185661"/>
                  <a:ext cx="376191" cy="102736"/>
                  <a:chOff x="785350" y="4185661"/>
                  <a:chExt cx="376191" cy="102736"/>
                </a:xfrm>
              </p:grpSpPr>
              <p:sp>
                <p:nvSpPr>
                  <p:cNvPr id="11563" name="Google Shape;11563;p136"/>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36"/>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36"/>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66" name="Google Shape;11566;p136"/>
              <p:cNvGrpSpPr/>
              <p:nvPr/>
            </p:nvGrpSpPr>
            <p:grpSpPr>
              <a:xfrm>
                <a:off x="1501054" y="3605478"/>
                <a:ext cx="526340" cy="249240"/>
                <a:chOff x="1501054" y="3605478"/>
                <a:chExt cx="526340" cy="249240"/>
              </a:xfrm>
            </p:grpSpPr>
            <p:grpSp>
              <p:nvGrpSpPr>
                <p:cNvPr id="11567" name="Google Shape;11567;p136"/>
                <p:cNvGrpSpPr/>
                <p:nvPr/>
              </p:nvGrpSpPr>
              <p:grpSpPr>
                <a:xfrm>
                  <a:off x="1834208" y="3643867"/>
                  <a:ext cx="193185" cy="25622"/>
                  <a:chOff x="1834208" y="3643867"/>
                  <a:chExt cx="193185" cy="25622"/>
                </a:xfrm>
              </p:grpSpPr>
              <p:sp>
                <p:nvSpPr>
                  <p:cNvPr id="11568" name="Google Shape;11568;p136"/>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136"/>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0" name="Google Shape;11570;p136"/>
                <p:cNvGrpSpPr/>
                <p:nvPr/>
              </p:nvGrpSpPr>
              <p:grpSpPr>
                <a:xfrm>
                  <a:off x="1501054" y="3605478"/>
                  <a:ext cx="333165" cy="249240"/>
                  <a:chOff x="1501054" y="3605478"/>
                  <a:chExt cx="333165" cy="249240"/>
                </a:xfrm>
              </p:grpSpPr>
              <p:sp>
                <p:nvSpPr>
                  <p:cNvPr id="11571" name="Google Shape;11571;p136"/>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2" name="Google Shape;11572;p136"/>
                  <p:cNvGrpSpPr/>
                  <p:nvPr/>
                </p:nvGrpSpPr>
                <p:grpSpPr>
                  <a:xfrm>
                    <a:off x="1501054" y="3655851"/>
                    <a:ext cx="155286" cy="198867"/>
                    <a:chOff x="1501054" y="3655851"/>
                    <a:chExt cx="155286" cy="198867"/>
                  </a:xfrm>
                </p:grpSpPr>
                <p:sp>
                  <p:nvSpPr>
                    <p:cNvPr id="11573" name="Google Shape;11573;p136"/>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136"/>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575" name="Google Shape;11575;p136"/>
              <p:cNvGrpSpPr/>
              <p:nvPr/>
            </p:nvGrpSpPr>
            <p:grpSpPr>
              <a:xfrm>
                <a:off x="724986" y="3800594"/>
                <a:ext cx="532950" cy="302090"/>
                <a:chOff x="724986" y="3800594"/>
                <a:chExt cx="532950" cy="302090"/>
              </a:xfrm>
            </p:grpSpPr>
            <p:grpSp>
              <p:nvGrpSpPr>
                <p:cNvPr id="11576" name="Google Shape;11576;p136"/>
                <p:cNvGrpSpPr/>
                <p:nvPr/>
              </p:nvGrpSpPr>
              <p:grpSpPr>
                <a:xfrm>
                  <a:off x="724986" y="4044367"/>
                  <a:ext cx="181314" cy="25626"/>
                  <a:chOff x="724986" y="4044367"/>
                  <a:chExt cx="181314" cy="25626"/>
                </a:xfrm>
              </p:grpSpPr>
              <p:sp>
                <p:nvSpPr>
                  <p:cNvPr id="11577" name="Google Shape;11577;p136"/>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136"/>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136"/>
                <p:cNvGrpSpPr/>
                <p:nvPr/>
              </p:nvGrpSpPr>
              <p:grpSpPr>
                <a:xfrm>
                  <a:off x="906290" y="3800594"/>
                  <a:ext cx="351646" cy="302090"/>
                  <a:chOff x="906290" y="3800594"/>
                  <a:chExt cx="351646" cy="302090"/>
                </a:xfrm>
              </p:grpSpPr>
              <p:grpSp>
                <p:nvGrpSpPr>
                  <p:cNvPr id="11580" name="Google Shape;11580;p136"/>
                  <p:cNvGrpSpPr/>
                  <p:nvPr/>
                </p:nvGrpSpPr>
                <p:grpSpPr>
                  <a:xfrm>
                    <a:off x="1084172" y="3842857"/>
                    <a:ext cx="173764" cy="217131"/>
                    <a:chOff x="1084172" y="3842857"/>
                    <a:chExt cx="173764" cy="217131"/>
                  </a:xfrm>
                </p:grpSpPr>
                <p:grpSp>
                  <p:nvGrpSpPr>
                    <p:cNvPr id="11581" name="Google Shape;11581;p136"/>
                    <p:cNvGrpSpPr/>
                    <p:nvPr/>
                  </p:nvGrpSpPr>
                  <p:grpSpPr>
                    <a:xfrm>
                      <a:off x="1156862" y="3936509"/>
                      <a:ext cx="101073" cy="25622"/>
                      <a:chOff x="1156862" y="3936509"/>
                      <a:chExt cx="101073" cy="25622"/>
                    </a:xfrm>
                  </p:grpSpPr>
                  <p:sp>
                    <p:nvSpPr>
                      <p:cNvPr id="11582" name="Google Shape;11582;p136"/>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136"/>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4" name="Google Shape;11584;p136"/>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5" name="Google Shape;11585;p136"/>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36"/>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7" name="Google Shape;11587;p136"/>
                <p:cNvGrpSpPr/>
                <p:nvPr/>
              </p:nvGrpSpPr>
              <p:grpSpPr>
                <a:xfrm>
                  <a:off x="724986" y="3830189"/>
                  <a:ext cx="189533" cy="25626"/>
                  <a:chOff x="724986" y="3830189"/>
                  <a:chExt cx="189533" cy="25626"/>
                </a:xfrm>
              </p:grpSpPr>
              <p:sp>
                <p:nvSpPr>
                  <p:cNvPr id="11588" name="Google Shape;11588;p136"/>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36"/>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1590" name="Google Shape;11590;p136"/>
          <p:cNvGrpSpPr/>
          <p:nvPr/>
        </p:nvGrpSpPr>
        <p:grpSpPr>
          <a:xfrm>
            <a:off x="2253298" y="2249665"/>
            <a:ext cx="948701" cy="935378"/>
            <a:chOff x="2253298" y="2428317"/>
            <a:chExt cx="948701" cy="935378"/>
          </a:xfrm>
        </p:grpSpPr>
        <p:sp>
          <p:nvSpPr>
            <p:cNvPr id="11591" name="Google Shape;11591;p136"/>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36"/>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36"/>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136"/>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136"/>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36"/>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136"/>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136"/>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36"/>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136"/>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136"/>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136"/>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36"/>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36"/>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36"/>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136"/>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136"/>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36"/>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36"/>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36"/>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36"/>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136"/>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136"/>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136"/>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136"/>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136"/>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136"/>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136"/>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36"/>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36"/>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136"/>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36"/>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36"/>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27" name="Shape 11627"/>
        <p:cNvGrpSpPr/>
        <p:nvPr/>
      </p:nvGrpSpPr>
      <p:grpSpPr>
        <a:xfrm>
          <a:off x="0" y="0"/>
          <a:ext cx="0" cy="0"/>
          <a:chOff x="0" y="0"/>
          <a:chExt cx="0" cy="0"/>
        </a:xfrm>
      </p:grpSpPr>
      <p:graphicFrame>
        <p:nvGraphicFramePr>
          <p:cNvPr id="11628" name="Google Shape;11628;p137"/>
          <p:cNvGraphicFramePr/>
          <p:nvPr/>
        </p:nvGraphicFramePr>
        <p:xfrm>
          <a:off x="3342575" y="2130450"/>
          <a:ext cx="3000000" cy="3000000"/>
        </p:xfrm>
        <a:graphic>
          <a:graphicData uri="http://schemas.openxmlformats.org/drawingml/2006/table">
            <a:tbl>
              <a:tblPr>
                <a:noFill/>
                <a:tableStyleId>{87CC78D9-A9CD-4001-82E7-596E4BF683FC}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1629" name="Google Shape;11629;p137"/>
          <p:cNvGrpSpPr/>
          <p:nvPr/>
        </p:nvGrpSpPr>
        <p:grpSpPr>
          <a:xfrm>
            <a:off x="3339744" y="952977"/>
            <a:ext cx="2363393" cy="1017867"/>
            <a:chOff x="3292400" y="1219146"/>
            <a:chExt cx="2615240" cy="1110239"/>
          </a:xfrm>
        </p:grpSpPr>
        <p:sp>
          <p:nvSpPr>
            <p:cNvPr id="11630" name="Google Shape;11630;p137"/>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11631" name="Google Shape;11631;p137"/>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632" name="Google Shape;11632;p137"/>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1633" name="Google Shape;11633;p137"/>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1634" name="Google Shape;11634;p137"/>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1635" name="Google Shape;11635;p137"/>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1636" name="Google Shape;11636;p137"/>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1637" name="Google Shape;11637;p137"/>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1638" name="Google Shape;11638;p137"/>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1639" name="Google Shape;11639;p137"/>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1640" name="Google Shape;11640;p137"/>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641" name="Google Shape;11641;p137"/>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1642" name="Google Shape;11642;p137"/>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643" name="Google Shape;11643;p137"/>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1644" name="Google Shape;11644;p137"/>
            <p:cNvGrpSpPr/>
            <p:nvPr/>
          </p:nvGrpSpPr>
          <p:grpSpPr>
            <a:xfrm>
              <a:off x="3748438" y="1378608"/>
              <a:ext cx="2159202" cy="903971"/>
              <a:chOff x="1683525" y="2179850"/>
              <a:chExt cx="4519050" cy="2134525"/>
            </a:xfrm>
          </p:grpSpPr>
          <p:sp>
            <p:nvSpPr>
              <p:cNvPr id="11645" name="Google Shape;11645;p13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646" name="Google Shape;11646;p13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647" name="Google Shape;11647;p13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648" name="Google Shape;11648;p13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649" name="Google Shape;11649;p13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650" name="Google Shape;11650;p13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651" name="Google Shape;11651;p13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652" name="Google Shape;11652;p13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653" name="Google Shape;11653;p13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654" name="Google Shape;11654;p13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655" name="Google Shape;11655;p13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656" name="Google Shape;11656;p13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11657" name="Google Shape;11657;p137"/>
          <p:cNvGraphicFramePr/>
          <p:nvPr/>
        </p:nvGraphicFramePr>
        <p:xfrm>
          <a:off x="5935838" y="2130450"/>
          <a:ext cx="3000000" cy="3000000"/>
        </p:xfrm>
        <a:graphic>
          <a:graphicData uri="http://schemas.openxmlformats.org/drawingml/2006/table">
            <a:tbl>
              <a:tblPr>
                <a:noFill/>
                <a:tableStyleId>{87CC78D9-A9CD-4001-82E7-596E4BF683FC}</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1658" name="Google Shape;11658;p137"/>
          <p:cNvGrpSpPr/>
          <p:nvPr/>
        </p:nvGrpSpPr>
        <p:grpSpPr>
          <a:xfrm>
            <a:off x="5913087" y="3189047"/>
            <a:ext cx="2519825" cy="1001454"/>
            <a:chOff x="1906114" y="789980"/>
            <a:chExt cx="1487676" cy="606868"/>
          </a:xfrm>
        </p:grpSpPr>
        <p:cxnSp>
          <p:nvCxnSpPr>
            <p:cNvPr id="11659" name="Google Shape;11659;p13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660" name="Google Shape;11660;p13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661" name="Google Shape;11661;p13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1662" name="Google Shape;11662;p137"/>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1663" name="Google Shape;11663;p137"/>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1664" name="Google Shape;11664;p137"/>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1665" name="Google Shape;11665;p137"/>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1666" name="Google Shape;11666;p13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13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13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3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3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3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37"/>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1673" name="Google Shape;11673;p137"/>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1674" name="Google Shape;11674;p137"/>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1675" name="Google Shape;11675;p13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6" name="Google Shape;11676;p137"/>
          <p:cNvGrpSpPr/>
          <p:nvPr/>
        </p:nvGrpSpPr>
        <p:grpSpPr>
          <a:xfrm>
            <a:off x="712562" y="998005"/>
            <a:ext cx="2394370" cy="976502"/>
            <a:chOff x="749309" y="1112739"/>
            <a:chExt cx="2371603" cy="976502"/>
          </a:xfrm>
        </p:grpSpPr>
        <p:sp>
          <p:nvSpPr>
            <p:cNvPr id="11677" name="Google Shape;11677;p137"/>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37"/>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37"/>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37"/>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37"/>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37"/>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137"/>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137"/>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37"/>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37"/>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137"/>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137"/>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37"/>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37"/>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137"/>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37"/>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37"/>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37"/>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37"/>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37"/>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137"/>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137"/>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37"/>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137"/>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37"/>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137"/>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137"/>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137"/>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3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13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13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3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1709" name="Google Shape;11709;p137"/>
          <p:cNvGraphicFramePr/>
          <p:nvPr/>
        </p:nvGraphicFramePr>
        <p:xfrm>
          <a:off x="5935863" y="996300"/>
          <a:ext cx="3000000" cy="3000000"/>
        </p:xfrm>
        <a:graphic>
          <a:graphicData uri="http://schemas.openxmlformats.org/drawingml/2006/table">
            <a:tbl>
              <a:tblPr>
                <a:noFill/>
                <a:tableStyleId>{87CC78D9-A9CD-4001-82E7-596E4BF683FC}</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11710" name="Google Shape;11710;p137"/>
          <p:cNvGrpSpPr/>
          <p:nvPr/>
        </p:nvGrpSpPr>
        <p:grpSpPr>
          <a:xfrm>
            <a:off x="4086504" y="2517093"/>
            <a:ext cx="1517436" cy="74460"/>
            <a:chOff x="3980086" y="2804397"/>
            <a:chExt cx="1227600" cy="66900"/>
          </a:xfrm>
        </p:grpSpPr>
        <p:sp>
          <p:nvSpPr>
            <p:cNvPr id="11711" name="Google Shape;11711;p13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13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3" name="Google Shape;11713;p137"/>
          <p:cNvGrpSpPr/>
          <p:nvPr/>
        </p:nvGrpSpPr>
        <p:grpSpPr>
          <a:xfrm>
            <a:off x="4711569" y="2809680"/>
            <a:ext cx="892956" cy="74460"/>
            <a:chOff x="3980086" y="2804397"/>
            <a:chExt cx="1227600" cy="66900"/>
          </a:xfrm>
        </p:grpSpPr>
        <p:sp>
          <p:nvSpPr>
            <p:cNvPr id="11714" name="Google Shape;11714;p13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3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137"/>
          <p:cNvGrpSpPr/>
          <p:nvPr/>
        </p:nvGrpSpPr>
        <p:grpSpPr>
          <a:xfrm>
            <a:off x="3344661" y="3168563"/>
            <a:ext cx="2363244" cy="1005943"/>
            <a:chOff x="3358415" y="3361302"/>
            <a:chExt cx="2363244" cy="1024695"/>
          </a:xfrm>
        </p:grpSpPr>
        <p:grpSp>
          <p:nvGrpSpPr>
            <p:cNvPr id="11717" name="Google Shape;11717;p137"/>
            <p:cNvGrpSpPr/>
            <p:nvPr/>
          </p:nvGrpSpPr>
          <p:grpSpPr>
            <a:xfrm>
              <a:off x="3358415" y="3361302"/>
              <a:ext cx="441300" cy="1024695"/>
              <a:chOff x="3358415" y="3361302"/>
              <a:chExt cx="441300" cy="1024695"/>
            </a:xfrm>
          </p:grpSpPr>
          <p:sp>
            <p:nvSpPr>
              <p:cNvPr id="11718" name="Google Shape;11718;p137"/>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37"/>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137"/>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137"/>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137"/>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37"/>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4" name="Google Shape;11724;p137"/>
            <p:cNvGrpSpPr/>
            <p:nvPr/>
          </p:nvGrpSpPr>
          <p:grpSpPr>
            <a:xfrm>
              <a:off x="3838901" y="3361302"/>
              <a:ext cx="441300" cy="1024695"/>
              <a:chOff x="3838901" y="3361302"/>
              <a:chExt cx="441300" cy="1024695"/>
            </a:xfrm>
          </p:grpSpPr>
          <p:sp>
            <p:nvSpPr>
              <p:cNvPr id="11725" name="Google Shape;11725;p137"/>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137"/>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137"/>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37"/>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37"/>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37"/>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1" name="Google Shape;11731;p137"/>
            <p:cNvGrpSpPr/>
            <p:nvPr/>
          </p:nvGrpSpPr>
          <p:grpSpPr>
            <a:xfrm>
              <a:off x="4319387" y="3361302"/>
              <a:ext cx="441300" cy="1024695"/>
              <a:chOff x="4319387" y="3361302"/>
              <a:chExt cx="441300" cy="1024695"/>
            </a:xfrm>
          </p:grpSpPr>
          <p:sp>
            <p:nvSpPr>
              <p:cNvPr id="11732" name="Google Shape;11732;p137"/>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137"/>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37"/>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37"/>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137"/>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137"/>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8" name="Google Shape;11738;p137"/>
            <p:cNvGrpSpPr/>
            <p:nvPr/>
          </p:nvGrpSpPr>
          <p:grpSpPr>
            <a:xfrm>
              <a:off x="4799873" y="3361302"/>
              <a:ext cx="441300" cy="1024695"/>
              <a:chOff x="4799873" y="3361302"/>
              <a:chExt cx="441300" cy="1024695"/>
            </a:xfrm>
          </p:grpSpPr>
          <p:sp>
            <p:nvSpPr>
              <p:cNvPr id="11739" name="Google Shape;11739;p137"/>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137"/>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37"/>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137"/>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37"/>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37"/>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5" name="Google Shape;11745;p137"/>
            <p:cNvGrpSpPr/>
            <p:nvPr/>
          </p:nvGrpSpPr>
          <p:grpSpPr>
            <a:xfrm>
              <a:off x="5280360" y="3361302"/>
              <a:ext cx="441300" cy="1024695"/>
              <a:chOff x="5280360" y="3361302"/>
              <a:chExt cx="441300" cy="1024695"/>
            </a:xfrm>
          </p:grpSpPr>
          <p:sp>
            <p:nvSpPr>
              <p:cNvPr id="11746" name="Google Shape;11746;p137"/>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137"/>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37"/>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37"/>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37"/>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37"/>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1752" name="Google Shape;11752;p137"/>
          <p:cNvGraphicFramePr/>
          <p:nvPr/>
        </p:nvGraphicFramePr>
        <p:xfrm>
          <a:off x="711088" y="2130450"/>
          <a:ext cx="3000000" cy="3000000"/>
        </p:xfrm>
        <a:graphic>
          <a:graphicData uri="http://schemas.openxmlformats.org/drawingml/2006/table">
            <a:tbl>
              <a:tblPr>
                <a:noFill/>
                <a:tableStyleId>{87CC78D9-A9CD-4001-82E7-596E4BF683FC}</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1753" name="Google Shape;11753;p137"/>
          <p:cNvGrpSpPr/>
          <p:nvPr/>
        </p:nvGrpSpPr>
        <p:grpSpPr>
          <a:xfrm>
            <a:off x="712613" y="3180175"/>
            <a:ext cx="2403614" cy="1005900"/>
            <a:chOff x="726450" y="3372825"/>
            <a:chExt cx="2403614" cy="1005900"/>
          </a:xfrm>
        </p:grpSpPr>
        <p:grpSp>
          <p:nvGrpSpPr>
            <p:cNvPr id="11754" name="Google Shape;11754;p137"/>
            <p:cNvGrpSpPr/>
            <p:nvPr/>
          </p:nvGrpSpPr>
          <p:grpSpPr>
            <a:xfrm>
              <a:off x="726450" y="3696000"/>
              <a:ext cx="2403614" cy="500898"/>
              <a:chOff x="726450" y="3696000"/>
              <a:chExt cx="2403614" cy="500898"/>
            </a:xfrm>
          </p:grpSpPr>
          <p:sp>
            <p:nvSpPr>
              <p:cNvPr id="11755" name="Google Shape;11755;p137"/>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756" name="Google Shape;11756;p137"/>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757" name="Google Shape;11757;p137"/>
            <p:cNvGrpSpPr/>
            <p:nvPr/>
          </p:nvGrpSpPr>
          <p:grpSpPr>
            <a:xfrm>
              <a:off x="1348050" y="3372825"/>
              <a:ext cx="1720425" cy="1005900"/>
              <a:chOff x="1348050" y="3372825"/>
              <a:chExt cx="1720425" cy="1005900"/>
            </a:xfrm>
          </p:grpSpPr>
          <p:sp>
            <p:nvSpPr>
              <p:cNvPr id="11758" name="Google Shape;11758;p137"/>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759" name="Google Shape;11759;p137"/>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760" name="Google Shape;11760;p137"/>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761" name="Google Shape;11761;p137"/>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762" name="Google Shape;11762;p137"/>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763" name="Google Shape;11763;p137"/>
            <p:cNvGrpSpPr/>
            <p:nvPr/>
          </p:nvGrpSpPr>
          <p:grpSpPr>
            <a:xfrm>
              <a:off x="1455707" y="3731058"/>
              <a:ext cx="1491150" cy="417657"/>
              <a:chOff x="1455707" y="3731058"/>
              <a:chExt cx="1491150" cy="417657"/>
            </a:xfrm>
          </p:grpSpPr>
          <p:grpSp>
            <p:nvGrpSpPr>
              <p:cNvPr id="11764" name="Google Shape;11764;p137"/>
              <p:cNvGrpSpPr/>
              <p:nvPr/>
            </p:nvGrpSpPr>
            <p:grpSpPr>
              <a:xfrm>
                <a:off x="1472938" y="3745828"/>
                <a:ext cx="72126" cy="53788"/>
                <a:chOff x="1472938" y="3745828"/>
                <a:chExt cx="72126" cy="53788"/>
              </a:xfrm>
            </p:grpSpPr>
            <p:sp>
              <p:nvSpPr>
                <p:cNvPr id="11765" name="Google Shape;11765;p137"/>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37"/>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137"/>
              <p:cNvGrpSpPr/>
              <p:nvPr/>
            </p:nvGrpSpPr>
            <p:grpSpPr>
              <a:xfrm>
                <a:off x="1819181" y="4089633"/>
                <a:ext cx="72126" cy="53788"/>
                <a:chOff x="1819181" y="4089633"/>
                <a:chExt cx="72126" cy="53788"/>
              </a:xfrm>
            </p:grpSpPr>
            <p:sp>
              <p:nvSpPr>
                <p:cNvPr id="11768" name="Google Shape;11768;p137"/>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37"/>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0" name="Google Shape;11770;p137"/>
              <p:cNvGrpSpPr/>
              <p:nvPr/>
            </p:nvGrpSpPr>
            <p:grpSpPr>
              <a:xfrm>
                <a:off x="1455707" y="4084171"/>
                <a:ext cx="64321" cy="64544"/>
                <a:chOff x="1455707" y="4084171"/>
                <a:chExt cx="64321" cy="64544"/>
              </a:xfrm>
            </p:grpSpPr>
            <p:sp>
              <p:nvSpPr>
                <p:cNvPr id="11771" name="Google Shape;11771;p137"/>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37"/>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137"/>
              <p:cNvGrpSpPr/>
              <p:nvPr/>
            </p:nvGrpSpPr>
            <p:grpSpPr>
              <a:xfrm>
                <a:off x="1818610" y="3731058"/>
                <a:ext cx="64321" cy="64544"/>
                <a:chOff x="1818610" y="3731058"/>
                <a:chExt cx="64321" cy="64544"/>
              </a:xfrm>
            </p:grpSpPr>
            <p:sp>
              <p:nvSpPr>
                <p:cNvPr id="11774" name="Google Shape;11774;p137"/>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137"/>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137"/>
              <p:cNvGrpSpPr/>
              <p:nvPr/>
            </p:nvGrpSpPr>
            <p:grpSpPr>
              <a:xfrm>
                <a:off x="2172491" y="4089633"/>
                <a:ext cx="72126" cy="53788"/>
                <a:chOff x="2172491" y="4089633"/>
                <a:chExt cx="72126" cy="53788"/>
              </a:xfrm>
            </p:grpSpPr>
            <p:sp>
              <p:nvSpPr>
                <p:cNvPr id="11777" name="Google Shape;11777;p137"/>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37"/>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9" name="Google Shape;11779;p137"/>
              <p:cNvGrpSpPr/>
              <p:nvPr/>
            </p:nvGrpSpPr>
            <p:grpSpPr>
              <a:xfrm>
                <a:off x="2171920" y="3731058"/>
                <a:ext cx="64321" cy="64544"/>
                <a:chOff x="2171920" y="3731058"/>
                <a:chExt cx="64321" cy="64544"/>
              </a:xfrm>
            </p:grpSpPr>
            <p:sp>
              <p:nvSpPr>
                <p:cNvPr id="11780" name="Google Shape;11780;p137"/>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37"/>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137"/>
              <p:cNvGrpSpPr/>
              <p:nvPr/>
            </p:nvGrpSpPr>
            <p:grpSpPr>
              <a:xfrm>
                <a:off x="2874730" y="3745828"/>
                <a:ext cx="72126" cy="53788"/>
                <a:chOff x="2874730" y="3745828"/>
                <a:chExt cx="72126" cy="53788"/>
              </a:xfrm>
            </p:grpSpPr>
            <p:sp>
              <p:nvSpPr>
                <p:cNvPr id="11783" name="Google Shape;11783;p137"/>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37"/>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137"/>
              <p:cNvGrpSpPr/>
              <p:nvPr/>
            </p:nvGrpSpPr>
            <p:grpSpPr>
              <a:xfrm>
                <a:off x="2878589" y="4081481"/>
                <a:ext cx="64321" cy="64544"/>
                <a:chOff x="2878589" y="4081481"/>
                <a:chExt cx="64321" cy="64544"/>
              </a:xfrm>
            </p:grpSpPr>
            <p:sp>
              <p:nvSpPr>
                <p:cNvPr id="11786" name="Google Shape;11786;p137"/>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37"/>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8" name="Google Shape;11788;p137"/>
              <p:cNvGrpSpPr/>
              <p:nvPr/>
            </p:nvGrpSpPr>
            <p:grpSpPr>
              <a:xfrm>
                <a:off x="2525796" y="4089633"/>
                <a:ext cx="72126" cy="53788"/>
                <a:chOff x="2525796" y="4089633"/>
                <a:chExt cx="72126" cy="53788"/>
              </a:xfrm>
            </p:grpSpPr>
            <p:sp>
              <p:nvSpPr>
                <p:cNvPr id="11789" name="Google Shape;11789;p137"/>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37"/>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137"/>
              <p:cNvGrpSpPr/>
              <p:nvPr/>
            </p:nvGrpSpPr>
            <p:grpSpPr>
              <a:xfrm>
                <a:off x="2525225" y="3731058"/>
                <a:ext cx="64321" cy="64544"/>
                <a:chOff x="2525225" y="3731058"/>
                <a:chExt cx="64321" cy="64544"/>
              </a:xfrm>
            </p:grpSpPr>
            <p:sp>
              <p:nvSpPr>
                <p:cNvPr id="11792" name="Google Shape;11792;p137"/>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137"/>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97" name="Shape 11797"/>
        <p:cNvGrpSpPr/>
        <p:nvPr/>
      </p:nvGrpSpPr>
      <p:grpSpPr>
        <a:xfrm>
          <a:off x="0" y="0"/>
          <a:ext cx="0" cy="0"/>
          <a:chOff x="0" y="0"/>
          <a:chExt cx="0" cy="0"/>
        </a:xfrm>
      </p:grpSpPr>
      <p:grpSp>
        <p:nvGrpSpPr>
          <p:cNvPr id="11798" name="Google Shape;11798;p138"/>
          <p:cNvGrpSpPr/>
          <p:nvPr/>
        </p:nvGrpSpPr>
        <p:grpSpPr>
          <a:xfrm>
            <a:off x="716991" y="971306"/>
            <a:ext cx="845921" cy="690752"/>
            <a:chOff x="732428" y="1198513"/>
            <a:chExt cx="845921" cy="690752"/>
          </a:xfrm>
        </p:grpSpPr>
        <p:grpSp>
          <p:nvGrpSpPr>
            <p:cNvPr id="11799" name="Google Shape;11799;p138"/>
            <p:cNvGrpSpPr/>
            <p:nvPr/>
          </p:nvGrpSpPr>
          <p:grpSpPr>
            <a:xfrm>
              <a:off x="823030" y="1198513"/>
              <a:ext cx="755319" cy="690752"/>
              <a:chOff x="823030" y="1198513"/>
              <a:chExt cx="755319" cy="690752"/>
            </a:xfrm>
          </p:grpSpPr>
          <p:sp>
            <p:nvSpPr>
              <p:cNvPr id="11800" name="Google Shape;11800;p138"/>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38"/>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138"/>
            <p:cNvGrpSpPr/>
            <p:nvPr/>
          </p:nvGrpSpPr>
          <p:grpSpPr>
            <a:xfrm>
              <a:off x="732428" y="1239937"/>
              <a:ext cx="739912" cy="607886"/>
              <a:chOff x="732428" y="1239937"/>
              <a:chExt cx="739912" cy="607886"/>
            </a:xfrm>
          </p:grpSpPr>
          <p:sp>
            <p:nvSpPr>
              <p:cNvPr id="11803" name="Google Shape;11803;p138"/>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138"/>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138"/>
            <p:cNvGrpSpPr/>
            <p:nvPr/>
          </p:nvGrpSpPr>
          <p:grpSpPr>
            <a:xfrm>
              <a:off x="732428" y="1277018"/>
              <a:ext cx="702832" cy="533758"/>
              <a:chOff x="732428" y="1277018"/>
              <a:chExt cx="702832" cy="533758"/>
            </a:xfrm>
          </p:grpSpPr>
          <p:sp>
            <p:nvSpPr>
              <p:cNvPr id="11806" name="Google Shape;11806;p138"/>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138"/>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138"/>
            <p:cNvGrpSpPr/>
            <p:nvPr/>
          </p:nvGrpSpPr>
          <p:grpSpPr>
            <a:xfrm>
              <a:off x="931170" y="1306653"/>
              <a:ext cx="647179" cy="474455"/>
              <a:chOff x="931170" y="1306653"/>
              <a:chExt cx="647179" cy="474455"/>
            </a:xfrm>
          </p:grpSpPr>
          <p:sp>
            <p:nvSpPr>
              <p:cNvPr id="11809" name="Google Shape;11809;p138"/>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138"/>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1" name="Google Shape;11811;p138"/>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2" name="Google Shape;11812;p138"/>
          <p:cNvGrpSpPr/>
          <p:nvPr/>
        </p:nvGrpSpPr>
        <p:grpSpPr>
          <a:xfrm>
            <a:off x="3948600" y="971313"/>
            <a:ext cx="634656" cy="699982"/>
            <a:chOff x="5985650" y="2860025"/>
            <a:chExt cx="1396075" cy="1539775"/>
          </a:xfrm>
        </p:grpSpPr>
        <p:sp>
          <p:nvSpPr>
            <p:cNvPr id="11813" name="Google Shape;11813;p138"/>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138"/>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138"/>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138"/>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138"/>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138"/>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138"/>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38"/>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38"/>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38"/>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138"/>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138"/>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138"/>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38"/>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138"/>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138"/>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138"/>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38"/>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138"/>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138"/>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38"/>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138"/>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138"/>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38"/>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38"/>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38"/>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138"/>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138"/>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38"/>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38"/>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138"/>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138"/>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138"/>
          <p:cNvGrpSpPr/>
          <p:nvPr/>
        </p:nvGrpSpPr>
        <p:grpSpPr>
          <a:xfrm>
            <a:off x="4704250" y="971306"/>
            <a:ext cx="725845" cy="699975"/>
            <a:chOff x="4249973" y="1201875"/>
            <a:chExt cx="1958568" cy="1888762"/>
          </a:xfrm>
        </p:grpSpPr>
        <p:sp>
          <p:nvSpPr>
            <p:cNvPr id="11846" name="Google Shape;11846;p138"/>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7" name="Google Shape;11847;p138"/>
            <p:cNvGrpSpPr/>
            <p:nvPr/>
          </p:nvGrpSpPr>
          <p:grpSpPr>
            <a:xfrm>
              <a:off x="5853086" y="1789142"/>
              <a:ext cx="355454" cy="1048099"/>
              <a:chOff x="5576108" y="2016725"/>
              <a:chExt cx="565200" cy="1666560"/>
            </a:xfrm>
          </p:grpSpPr>
          <p:sp>
            <p:nvSpPr>
              <p:cNvPr id="11848" name="Google Shape;11848;p138"/>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849" name="Google Shape;11849;p13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138"/>
            <p:cNvGrpSpPr/>
            <p:nvPr/>
          </p:nvGrpSpPr>
          <p:grpSpPr>
            <a:xfrm>
              <a:off x="4869455" y="2691676"/>
              <a:ext cx="1013897" cy="398961"/>
              <a:chOff x="4012057" y="3451825"/>
              <a:chExt cx="1612175" cy="634379"/>
            </a:xfrm>
          </p:grpSpPr>
          <p:sp>
            <p:nvSpPr>
              <p:cNvPr id="11851" name="Google Shape;11851;p138"/>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852" name="Google Shape;11852;p13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3" name="Google Shape;11853;p138"/>
            <p:cNvGrpSpPr/>
            <p:nvPr/>
          </p:nvGrpSpPr>
          <p:grpSpPr>
            <a:xfrm>
              <a:off x="4276937" y="2155961"/>
              <a:ext cx="651965" cy="891358"/>
              <a:chOff x="3069908" y="2599997"/>
              <a:chExt cx="1036675" cy="1417328"/>
            </a:xfrm>
          </p:grpSpPr>
          <p:sp>
            <p:nvSpPr>
              <p:cNvPr id="11854" name="Google Shape;11854;p138"/>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855" name="Google Shape;11855;p13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138"/>
            <p:cNvGrpSpPr/>
            <p:nvPr/>
          </p:nvGrpSpPr>
          <p:grpSpPr>
            <a:xfrm>
              <a:off x="5054918" y="1201875"/>
              <a:ext cx="999548" cy="602711"/>
              <a:chOff x="4306958" y="1082925"/>
              <a:chExt cx="1589359" cy="958358"/>
            </a:xfrm>
          </p:grpSpPr>
          <p:sp>
            <p:nvSpPr>
              <p:cNvPr id="11857" name="Google Shape;11857;p138"/>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858" name="Google Shape;11858;p13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9" name="Google Shape;11859;p138"/>
            <p:cNvGrpSpPr/>
            <p:nvPr/>
          </p:nvGrpSpPr>
          <p:grpSpPr>
            <a:xfrm>
              <a:off x="4249973" y="1303451"/>
              <a:ext cx="799317" cy="841334"/>
              <a:chOff x="3027033" y="1244439"/>
              <a:chExt cx="1270977" cy="1337786"/>
            </a:xfrm>
          </p:grpSpPr>
          <p:sp>
            <p:nvSpPr>
              <p:cNvPr id="11860" name="Google Shape;11860;p138"/>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861" name="Google Shape;11861;p13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62" name="Google Shape;11862;p138"/>
          <p:cNvGrpSpPr/>
          <p:nvPr/>
        </p:nvGrpSpPr>
        <p:grpSpPr>
          <a:xfrm>
            <a:off x="4057114" y="1858087"/>
            <a:ext cx="750769" cy="683784"/>
            <a:chOff x="4204684" y="2104422"/>
            <a:chExt cx="699822" cy="637382"/>
          </a:xfrm>
        </p:grpSpPr>
        <p:grpSp>
          <p:nvGrpSpPr>
            <p:cNvPr id="11863" name="Google Shape;11863;p138"/>
            <p:cNvGrpSpPr/>
            <p:nvPr/>
          </p:nvGrpSpPr>
          <p:grpSpPr>
            <a:xfrm>
              <a:off x="4204684" y="2430067"/>
              <a:ext cx="342957" cy="311738"/>
              <a:chOff x="4204684" y="2430067"/>
              <a:chExt cx="342957" cy="311738"/>
            </a:xfrm>
          </p:grpSpPr>
          <p:sp>
            <p:nvSpPr>
              <p:cNvPr id="11864" name="Google Shape;11864;p138"/>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38"/>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138"/>
            <p:cNvGrpSpPr/>
            <p:nvPr/>
          </p:nvGrpSpPr>
          <p:grpSpPr>
            <a:xfrm>
              <a:off x="4561586" y="2430067"/>
              <a:ext cx="342920" cy="311738"/>
              <a:chOff x="4561586" y="2430067"/>
              <a:chExt cx="342920" cy="311738"/>
            </a:xfrm>
          </p:grpSpPr>
          <p:sp>
            <p:nvSpPr>
              <p:cNvPr id="11867" name="Google Shape;11867;p138"/>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38"/>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138"/>
            <p:cNvGrpSpPr/>
            <p:nvPr/>
          </p:nvGrpSpPr>
          <p:grpSpPr>
            <a:xfrm>
              <a:off x="4561586" y="2104422"/>
              <a:ext cx="342920" cy="311738"/>
              <a:chOff x="4561586" y="2104422"/>
              <a:chExt cx="342920" cy="311738"/>
            </a:xfrm>
          </p:grpSpPr>
          <p:sp>
            <p:nvSpPr>
              <p:cNvPr id="11870" name="Google Shape;11870;p138"/>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138"/>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2" name="Google Shape;11872;p138"/>
            <p:cNvGrpSpPr/>
            <p:nvPr/>
          </p:nvGrpSpPr>
          <p:grpSpPr>
            <a:xfrm>
              <a:off x="4204684" y="2104422"/>
              <a:ext cx="342957" cy="311664"/>
              <a:chOff x="4204684" y="2104422"/>
              <a:chExt cx="342957" cy="311664"/>
            </a:xfrm>
          </p:grpSpPr>
          <p:sp>
            <p:nvSpPr>
              <p:cNvPr id="11873" name="Google Shape;11873;p138"/>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138"/>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75" name="Google Shape;11875;p138"/>
          <p:cNvGrpSpPr/>
          <p:nvPr/>
        </p:nvGrpSpPr>
        <p:grpSpPr>
          <a:xfrm>
            <a:off x="5521547" y="971301"/>
            <a:ext cx="660591" cy="688867"/>
            <a:chOff x="5830645" y="1267368"/>
            <a:chExt cx="530340" cy="553040"/>
          </a:xfrm>
        </p:grpSpPr>
        <p:sp>
          <p:nvSpPr>
            <p:cNvPr id="11876" name="Google Shape;11876;p138"/>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7" name="Google Shape;11877;p138"/>
            <p:cNvGrpSpPr/>
            <p:nvPr/>
          </p:nvGrpSpPr>
          <p:grpSpPr>
            <a:xfrm>
              <a:off x="5830645" y="1267368"/>
              <a:ext cx="259743" cy="269909"/>
              <a:chOff x="5830645" y="1267368"/>
              <a:chExt cx="259743" cy="269909"/>
            </a:xfrm>
          </p:grpSpPr>
          <p:sp>
            <p:nvSpPr>
              <p:cNvPr id="11878" name="Google Shape;11878;p138"/>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138"/>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138"/>
            <p:cNvGrpSpPr/>
            <p:nvPr/>
          </p:nvGrpSpPr>
          <p:grpSpPr>
            <a:xfrm>
              <a:off x="6101293" y="1267368"/>
              <a:ext cx="259692" cy="269909"/>
              <a:chOff x="6101293" y="1267368"/>
              <a:chExt cx="259692" cy="269909"/>
            </a:xfrm>
          </p:grpSpPr>
          <p:sp>
            <p:nvSpPr>
              <p:cNvPr id="11881" name="Google Shape;11881;p138"/>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38"/>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138"/>
            <p:cNvGrpSpPr/>
            <p:nvPr/>
          </p:nvGrpSpPr>
          <p:grpSpPr>
            <a:xfrm>
              <a:off x="5830645" y="1550500"/>
              <a:ext cx="259692" cy="269909"/>
              <a:chOff x="5830645" y="1550500"/>
              <a:chExt cx="259692" cy="269909"/>
            </a:xfrm>
          </p:grpSpPr>
          <p:sp>
            <p:nvSpPr>
              <p:cNvPr id="11884" name="Google Shape;11884;p138"/>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138"/>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6" name="Google Shape;11886;p138"/>
            <p:cNvGrpSpPr/>
            <p:nvPr/>
          </p:nvGrpSpPr>
          <p:grpSpPr>
            <a:xfrm>
              <a:off x="6101293" y="1550500"/>
              <a:ext cx="259692" cy="269909"/>
              <a:chOff x="6101293" y="1550500"/>
              <a:chExt cx="259692" cy="269909"/>
            </a:xfrm>
          </p:grpSpPr>
          <p:sp>
            <p:nvSpPr>
              <p:cNvPr id="11887" name="Google Shape;11887;p138"/>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38"/>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89" name="Google Shape;11889;p138"/>
          <p:cNvGrpSpPr/>
          <p:nvPr/>
        </p:nvGrpSpPr>
        <p:grpSpPr>
          <a:xfrm>
            <a:off x="723700" y="1861760"/>
            <a:ext cx="697154" cy="679574"/>
            <a:chOff x="2679875" y="2361475"/>
            <a:chExt cx="780425" cy="760575"/>
          </a:xfrm>
        </p:grpSpPr>
        <p:sp>
          <p:nvSpPr>
            <p:cNvPr id="11890" name="Google Shape;11890;p138"/>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38"/>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3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38"/>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3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3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6" name="Google Shape;11896;p138"/>
          <p:cNvGrpSpPr/>
          <p:nvPr/>
        </p:nvGrpSpPr>
        <p:grpSpPr>
          <a:xfrm>
            <a:off x="3122859" y="971352"/>
            <a:ext cx="735829" cy="684547"/>
            <a:chOff x="3351965" y="1148808"/>
            <a:chExt cx="750770" cy="698375"/>
          </a:xfrm>
        </p:grpSpPr>
        <p:grpSp>
          <p:nvGrpSpPr>
            <p:cNvPr id="11897" name="Google Shape;11897;p138"/>
            <p:cNvGrpSpPr/>
            <p:nvPr/>
          </p:nvGrpSpPr>
          <p:grpSpPr>
            <a:xfrm>
              <a:off x="3586796" y="1148808"/>
              <a:ext cx="294857" cy="286830"/>
              <a:chOff x="3750225" y="1774000"/>
              <a:chExt cx="149575" cy="145525"/>
            </a:xfrm>
          </p:grpSpPr>
          <p:sp>
            <p:nvSpPr>
              <p:cNvPr id="11898" name="Google Shape;11898;p13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3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0" name="Google Shape;11900;p138"/>
            <p:cNvGrpSpPr/>
            <p:nvPr/>
          </p:nvGrpSpPr>
          <p:grpSpPr>
            <a:xfrm>
              <a:off x="3779245" y="1375768"/>
              <a:ext cx="323490" cy="286978"/>
              <a:chOff x="3847850" y="1889150"/>
              <a:chExt cx="164100" cy="145600"/>
            </a:xfrm>
          </p:grpSpPr>
          <p:sp>
            <p:nvSpPr>
              <p:cNvPr id="11901" name="Google Shape;11901;p13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3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3" name="Google Shape;11903;p138"/>
            <p:cNvGrpSpPr/>
            <p:nvPr/>
          </p:nvGrpSpPr>
          <p:grpSpPr>
            <a:xfrm>
              <a:off x="3351965" y="1330435"/>
              <a:ext cx="295449" cy="285401"/>
              <a:chOff x="3631100" y="1866150"/>
              <a:chExt cx="149875" cy="144800"/>
            </a:xfrm>
          </p:grpSpPr>
          <p:sp>
            <p:nvSpPr>
              <p:cNvPr id="11904" name="Google Shape;11904;p138"/>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138"/>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6" name="Google Shape;11906;p138"/>
            <p:cNvGrpSpPr/>
            <p:nvPr/>
          </p:nvGrpSpPr>
          <p:grpSpPr>
            <a:xfrm>
              <a:off x="3548208" y="1560352"/>
              <a:ext cx="294808" cy="286830"/>
              <a:chOff x="3730650" y="1982800"/>
              <a:chExt cx="149550" cy="145525"/>
            </a:xfrm>
          </p:grpSpPr>
          <p:sp>
            <p:nvSpPr>
              <p:cNvPr id="11907" name="Google Shape;11907;p13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13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09" name="Google Shape;11909;p138"/>
          <p:cNvGrpSpPr/>
          <p:nvPr/>
        </p:nvGrpSpPr>
        <p:grpSpPr>
          <a:xfrm>
            <a:off x="7624512" y="971306"/>
            <a:ext cx="804565" cy="677795"/>
            <a:chOff x="7636443" y="1204988"/>
            <a:chExt cx="804565" cy="677795"/>
          </a:xfrm>
        </p:grpSpPr>
        <p:grpSp>
          <p:nvGrpSpPr>
            <p:cNvPr id="11910" name="Google Shape;11910;p138"/>
            <p:cNvGrpSpPr/>
            <p:nvPr/>
          </p:nvGrpSpPr>
          <p:grpSpPr>
            <a:xfrm>
              <a:off x="7636443" y="1509705"/>
              <a:ext cx="804565" cy="373078"/>
              <a:chOff x="7636443" y="1509705"/>
              <a:chExt cx="804565" cy="373078"/>
            </a:xfrm>
          </p:grpSpPr>
          <p:sp>
            <p:nvSpPr>
              <p:cNvPr id="11911" name="Google Shape;11911;p138"/>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38"/>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3" name="Google Shape;11913;p138"/>
            <p:cNvGrpSpPr/>
            <p:nvPr/>
          </p:nvGrpSpPr>
          <p:grpSpPr>
            <a:xfrm>
              <a:off x="7636443" y="1408133"/>
              <a:ext cx="804565" cy="373078"/>
              <a:chOff x="7636443" y="1408133"/>
              <a:chExt cx="804565" cy="373078"/>
            </a:xfrm>
          </p:grpSpPr>
          <p:sp>
            <p:nvSpPr>
              <p:cNvPr id="11914" name="Google Shape;11914;p138"/>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38"/>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6" name="Google Shape;11916;p138"/>
            <p:cNvGrpSpPr/>
            <p:nvPr/>
          </p:nvGrpSpPr>
          <p:grpSpPr>
            <a:xfrm>
              <a:off x="7636443" y="1306560"/>
              <a:ext cx="804565" cy="373078"/>
              <a:chOff x="7636443" y="1306560"/>
              <a:chExt cx="804565" cy="373078"/>
            </a:xfrm>
          </p:grpSpPr>
          <p:sp>
            <p:nvSpPr>
              <p:cNvPr id="11917" name="Google Shape;11917;p138"/>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138"/>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9" name="Google Shape;11919;p138"/>
            <p:cNvGrpSpPr/>
            <p:nvPr/>
          </p:nvGrpSpPr>
          <p:grpSpPr>
            <a:xfrm>
              <a:off x="7636443" y="1204988"/>
              <a:ext cx="804565" cy="373078"/>
              <a:chOff x="7636443" y="1204988"/>
              <a:chExt cx="804565" cy="373078"/>
            </a:xfrm>
          </p:grpSpPr>
          <p:sp>
            <p:nvSpPr>
              <p:cNvPr id="11920" name="Google Shape;11920;p138"/>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138"/>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22" name="Google Shape;11922;p138"/>
          <p:cNvGrpSpPr/>
          <p:nvPr/>
        </p:nvGrpSpPr>
        <p:grpSpPr>
          <a:xfrm>
            <a:off x="4963358" y="1878721"/>
            <a:ext cx="661339" cy="661188"/>
            <a:chOff x="3990000" y="975400"/>
            <a:chExt cx="3934200" cy="3933300"/>
          </a:xfrm>
        </p:grpSpPr>
        <p:sp>
          <p:nvSpPr>
            <p:cNvPr id="11923" name="Google Shape;11923;p138"/>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38"/>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138"/>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38"/>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138"/>
          <p:cNvGrpSpPr/>
          <p:nvPr/>
        </p:nvGrpSpPr>
        <p:grpSpPr>
          <a:xfrm>
            <a:off x="6607006" y="1857359"/>
            <a:ext cx="868881" cy="684241"/>
            <a:chOff x="6598259" y="2078634"/>
            <a:chExt cx="868881" cy="684241"/>
          </a:xfrm>
        </p:grpSpPr>
        <p:sp>
          <p:nvSpPr>
            <p:cNvPr id="11928" name="Google Shape;11928;p138"/>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38"/>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38"/>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138"/>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38"/>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38"/>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4" name="Google Shape;11934;p138"/>
            <p:cNvGrpSpPr/>
            <p:nvPr/>
          </p:nvGrpSpPr>
          <p:grpSpPr>
            <a:xfrm>
              <a:off x="6808175" y="2078634"/>
              <a:ext cx="452229" cy="684241"/>
              <a:chOff x="6808175" y="2078634"/>
              <a:chExt cx="452229" cy="684241"/>
            </a:xfrm>
          </p:grpSpPr>
          <p:sp>
            <p:nvSpPr>
              <p:cNvPr id="11935" name="Google Shape;11935;p138"/>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138"/>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38"/>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38"/>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138"/>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138"/>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1" name="Google Shape;11941;p138"/>
              <p:cNvGrpSpPr/>
              <p:nvPr/>
            </p:nvGrpSpPr>
            <p:grpSpPr>
              <a:xfrm>
                <a:off x="6821586" y="2078634"/>
                <a:ext cx="426871" cy="684241"/>
                <a:chOff x="6821586" y="2078634"/>
                <a:chExt cx="426871" cy="684241"/>
              </a:xfrm>
            </p:grpSpPr>
            <p:grpSp>
              <p:nvGrpSpPr>
                <p:cNvPr id="11942" name="Google Shape;11942;p138"/>
                <p:cNvGrpSpPr/>
                <p:nvPr/>
              </p:nvGrpSpPr>
              <p:grpSpPr>
                <a:xfrm>
                  <a:off x="6821586" y="2078634"/>
                  <a:ext cx="426871" cy="684241"/>
                  <a:chOff x="6821586" y="2078634"/>
                  <a:chExt cx="426871" cy="684241"/>
                </a:xfrm>
              </p:grpSpPr>
              <p:sp>
                <p:nvSpPr>
                  <p:cNvPr id="11943" name="Google Shape;11943;p138"/>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138"/>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138"/>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138"/>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138"/>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138"/>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138"/>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38"/>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38"/>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38"/>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38"/>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38"/>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38"/>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138"/>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138"/>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38"/>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38"/>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38"/>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38"/>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2" name="Google Shape;11962;p138"/>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38"/>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38"/>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38"/>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38"/>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38"/>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968" name="Google Shape;11968;p138"/>
          <p:cNvGrpSpPr/>
          <p:nvPr/>
        </p:nvGrpSpPr>
        <p:grpSpPr>
          <a:xfrm>
            <a:off x="5780173" y="1862968"/>
            <a:ext cx="671358" cy="671358"/>
            <a:chOff x="6535625" y="760425"/>
            <a:chExt cx="1665900" cy="1665900"/>
          </a:xfrm>
        </p:grpSpPr>
        <p:sp>
          <p:nvSpPr>
            <p:cNvPr id="11969" name="Google Shape;11969;p138"/>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38"/>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38"/>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38"/>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138"/>
          <p:cNvGrpSpPr/>
          <p:nvPr/>
        </p:nvGrpSpPr>
        <p:grpSpPr>
          <a:xfrm>
            <a:off x="716989" y="3531368"/>
            <a:ext cx="1340789" cy="640830"/>
            <a:chOff x="238125" y="1151100"/>
            <a:chExt cx="7139450" cy="3412300"/>
          </a:xfrm>
        </p:grpSpPr>
        <p:sp>
          <p:nvSpPr>
            <p:cNvPr id="11974" name="Google Shape;11974;p138"/>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38"/>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138"/>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38"/>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38"/>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38"/>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38"/>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138"/>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138"/>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138"/>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38"/>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38"/>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6" name="Google Shape;11986;p138"/>
          <p:cNvGrpSpPr/>
          <p:nvPr/>
        </p:nvGrpSpPr>
        <p:grpSpPr>
          <a:xfrm>
            <a:off x="5584212" y="2734649"/>
            <a:ext cx="985357" cy="585764"/>
            <a:chOff x="5145061" y="2881789"/>
            <a:chExt cx="1107641" cy="658458"/>
          </a:xfrm>
        </p:grpSpPr>
        <p:grpSp>
          <p:nvGrpSpPr>
            <p:cNvPr id="11987" name="Google Shape;11987;p138"/>
            <p:cNvGrpSpPr/>
            <p:nvPr/>
          </p:nvGrpSpPr>
          <p:grpSpPr>
            <a:xfrm>
              <a:off x="5722989" y="3244587"/>
              <a:ext cx="529713" cy="295659"/>
              <a:chOff x="5722989" y="3244587"/>
              <a:chExt cx="529713" cy="295659"/>
            </a:xfrm>
          </p:grpSpPr>
          <p:sp>
            <p:nvSpPr>
              <p:cNvPr id="11988" name="Google Shape;11988;p138"/>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989" name="Google Shape;11989;p138"/>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990" name="Google Shape;11990;p138"/>
            <p:cNvGrpSpPr/>
            <p:nvPr/>
          </p:nvGrpSpPr>
          <p:grpSpPr>
            <a:xfrm>
              <a:off x="5145061" y="3244587"/>
              <a:ext cx="536807" cy="295659"/>
              <a:chOff x="5145061" y="3244587"/>
              <a:chExt cx="536807" cy="295659"/>
            </a:xfrm>
          </p:grpSpPr>
          <p:sp>
            <p:nvSpPr>
              <p:cNvPr id="11991" name="Google Shape;11991;p138"/>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992" name="Google Shape;11992;p138"/>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993" name="Google Shape;11993;p138"/>
            <p:cNvGrpSpPr/>
            <p:nvPr/>
          </p:nvGrpSpPr>
          <p:grpSpPr>
            <a:xfrm>
              <a:off x="5341327" y="2898245"/>
              <a:ext cx="532309" cy="614891"/>
              <a:chOff x="5341327" y="2898245"/>
              <a:chExt cx="532309" cy="614891"/>
            </a:xfrm>
          </p:grpSpPr>
          <p:sp>
            <p:nvSpPr>
              <p:cNvPr id="11994" name="Google Shape;11994;p138"/>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995" name="Google Shape;11995;p138"/>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996" name="Google Shape;11996;p138"/>
            <p:cNvGrpSpPr/>
            <p:nvPr/>
          </p:nvGrpSpPr>
          <p:grpSpPr>
            <a:xfrm>
              <a:off x="5532290" y="2881789"/>
              <a:ext cx="620516" cy="305456"/>
              <a:chOff x="5532290" y="2881789"/>
              <a:chExt cx="620516" cy="305456"/>
            </a:xfrm>
          </p:grpSpPr>
          <p:sp>
            <p:nvSpPr>
              <p:cNvPr id="11997" name="Google Shape;11997;p138"/>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998" name="Google Shape;11998;p138"/>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1999" name="Google Shape;11999;p138"/>
          <p:cNvGrpSpPr/>
          <p:nvPr/>
        </p:nvGrpSpPr>
        <p:grpSpPr>
          <a:xfrm>
            <a:off x="8163135" y="3526707"/>
            <a:ext cx="269068" cy="645491"/>
            <a:chOff x="7026852" y="3311869"/>
            <a:chExt cx="434331" cy="1041954"/>
          </a:xfrm>
        </p:grpSpPr>
        <p:sp>
          <p:nvSpPr>
            <p:cNvPr id="12000" name="Google Shape;12000;p138"/>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138"/>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38"/>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3" name="Google Shape;12003;p138"/>
          <p:cNvGrpSpPr/>
          <p:nvPr/>
        </p:nvGrpSpPr>
        <p:grpSpPr>
          <a:xfrm>
            <a:off x="6179716" y="3565945"/>
            <a:ext cx="293882" cy="293836"/>
            <a:chOff x="4873519" y="3311869"/>
            <a:chExt cx="499374" cy="499296"/>
          </a:xfrm>
        </p:grpSpPr>
        <p:sp>
          <p:nvSpPr>
            <p:cNvPr id="12004" name="Google Shape;12004;p138"/>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38"/>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138"/>
          <p:cNvGrpSpPr/>
          <p:nvPr/>
        </p:nvGrpSpPr>
        <p:grpSpPr>
          <a:xfrm>
            <a:off x="6179716" y="3878316"/>
            <a:ext cx="293882" cy="293882"/>
            <a:chOff x="4873519" y="3875839"/>
            <a:chExt cx="499374" cy="499374"/>
          </a:xfrm>
        </p:grpSpPr>
        <p:sp>
          <p:nvSpPr>
            <p:cNvPr id="12007" name="Google Shape;12007;p138"/>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38"/>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9" name="Google Shape;12009;p138"/>
          <p:cNvGrpSpPr/>
          <p:nvPr/>
        </p:nvGrpSpPr>
        <p:grpSpPr>
          <a:xfrm>
            <a:off x="2410244" y="1850269"/>
            <a:ext cx="698104" cy="698208"/>
            <a:chOff x="2565073" y="2075876"/>
            <a:chExt cx="672482" cy="672518"/>
          </a:xfrm>
        </p:grpSpPr>
        <p:sp>
          <p:nvSpPr>
            <p:cNvPr id="12010" name="Google Shape;12010;p138"/>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38"/>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38"/>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38"/>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38"/>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38"/>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6" name="Google Shape;12016;p138"/>
          <p:cNvGrpSpPr/>
          <p:nvPr/>
        </p:nvGrpSpPr>
        <p:grpSpPr>
          <a:xfrm>
            <a:off x="5633655" y="3534869"/>
            <a:ext cx="438354" cy="637329"/>
            <a:chOff x="1697726" y="3244179"/>
            <a:chExt cx="788124" cy="1146069"/>
          </a:xfrm>
        </p:grpSpPr>
        <p:sp>
          <p:nvSpPr>
            <p:cNvPr id="12017" name="Google Shape;12017;p13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3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9" name="Google Shape;12019;p138"/>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0" name="Google Shape;12020;p138"/>
          <p:cNvGrpSpPr/>
          <p:nvPr/>
        </p:nvGrpSpPr>
        <p:grpSpPr>
          <a:xfrm>
            <a:off x="7634869" y="1863232"/>
            <a:ext cx="799565" cy="670282"/>
            <a:chOff x="7617850" y="2063282"/>
            <a:chExt cx="799565" cy="670282"/>
          </a:xfrm>
        </p:grpSpPr>
        <p:cxnSp>
          <p:nvCxnSpPr>
            <p:cNvPr id="12021" name="Google Shape;12021;p138"/>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022" name="Google Shape;12022;p138"/>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023" name="Google Shape;12023;p138"/>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024" name="Google Shape;12024;p138"/>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025" name="Google Shape;12025;p138"/>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2026" name="Google Shape;12026;p138"/>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2027" name="Google Shape;12027;p138"/>
            <p:cNvGrpSpPr/>
            <p:nvPr/>
          </p:nvGrpSpPr>
          <p:grpSpPr>
            <a:xfrm>
              <a:off x="7734309" y="2063282"/>
              <a:ext cx="570957" cy="620095"/>
              <a:chOff x="7734309" y="2063282"/>
              <a:chExt cx="570957" cy="620095"/>
            </a:xfrm>
          </p:grpSpPr>
          <p:grpSp>
            <p:nvGrpSpPr>
              <p:cNvPr id="12028" name="Google Shape;12028;p138"/>
              <p:cNvGrpSpPr/>
              <p:nvPr/>
            </p:nvGrpSpPr>
            <p:grpSpPr>
              <a:xfrm>
                <a:off x="8031573" y="2063282"/>
                <a:ext cx="273693" cy="620095"/>
                <a:chOff x="8031573" y="2063282"/>
                <a:chExt cx="273693" cy="620095"/>
              </a:xfrm>
            </p:grpSpPr>
            <p:sp>
              <p:nvSpPr>
                <p:cNvPr id="12029" name="Google Shape;12029;p13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13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3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13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138"/>
              <p:cNvGrpSpPr/>
              <p:nvPr/>
            </p:nvGrpSpPr>
            <p:grpSpPr>
              <a:xfrm flipH="1">
                <a:off x="7734309" y="2063282"/>
                <a:ext cx="273693" cy="620095"/>
                <a:chOff x="8031573" y="2063282"/>
                <a:chExt cx="273693" cy="620095"/>
              </a:xfrm>
            </p:grpSpPr>
            <p:sp>
              <p:nvSpPr>
                <p:cNvPr id="12034" name="Google Shape;12034;p13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3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13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3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2038" name="Google Shape;12038;p138"/>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38"/>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0" name="Google Shape;12040;p138"/>
          <p:cNvGrpSpPr/>
          <p:nvPr/>
        </p:nvGrpSpPr>
        <p:grpSpPr>
          <a:xfrm>
            <a:off x="7821475" y="2716715"/>
            <a:ext cx="602567" cy="601884"/>
            <a:chOff x="1186975" y="238125"/>
            <a:chExt cx="5244275" cy="5238325"/>
          </a:xfrm>
        </p:grpSpPr>
        <p:sp>
          <p:nvSpPr>
            <p:cNvPr id="12041" name="Google Shape;12041;p13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138"/>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138"/>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38"/>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5" name="Google Shape;12045;p138"/>
          <p:cNvGrpSpPr/>
          <p:nvPr/>
        </p:nvGrpSpPr>
        <p:grpSpPr>
          <a:xfrm>
            <a:off x="3264213" y="1856199"/>
            <a:ext cx="651848" cy="687338"/>
            <a:chOff x="3400515" y="2056248"/>
            <a:chExt cx="698134" cy="735987"/>
          </a:xfrm>
        </p:grpSpPr>
        <p:grpSp>
          <p:nvGrpSpPr>
            <p:cNvPr id="12046" name="Google Shape;12046;p138"/>
            <p:cNvGrpSpPr/>
            <p:nvPr/>
          </p:nvGrpSpPr>
          <p:grpSpPr>
            <a:xfrm>
              <a:off x="3400515" y="2283913"/>
              <a:ext cx="312919" cy="219900"/>
              <a:chOff x="3400515" y="2283913"/>
              <a:chExt cx="312919" cy="219900"/>
            </a:xfrm>
          </p:grpSpPr>
          <p:sp>
            <p:nvSpPr>
              <p:cNvPr id="12047" name="Google Shape;12047;p138"/>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048" name="Google Shape;12048;p138"/>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2049" name="Google Shape;12049;p138"/>
            <p:cNvGrpSpPr/>
            <p:nvPr/>
          </p:nvGrpSpPr>
          <p:grpSpPr>
            <a:xfrm>
              <a:off x="3547823" y="2461089"/>
              <a:ext cx="219900" cy="331146"/>
              <a:chOff x="3547823" y="2461089"/>
              <a:chExt cx="219900" cy="331146"/>
            </a:xfrm>
          </p:grpSpPr>
          <p:sp>
            <p:nvSpPr>
              <p:cNvPr id="12050" name="Google Shape;12050;p138"/>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051" name="Google Shape;12051;p138"/>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2052" name="Google Shape;12052;p138"/>
            <p:cNvGrpSpPr/>
            <p:nvPr/>
          </p:nvGrpSpPr>
          <p:grpSpPr>
            <a:xfrm>
              <a:off x="3734138" y="2461089"/>
              <a:ext cx="219900" cy="331146"/>
              <a:chOff x="3734138" y="2461089"/>
              <a:chExt cx="219900" cy="331146"/>
            </a:xfrm>
          </p:grpSpPr>
          <p:sp>
            <p:nvSpPr>
              <p:cNvPr id="12053" name="Google Shape;12053;p138"/>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054" name="Google Shape;12054;p138"/>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2055" name="Google Shape;12055;p138"/>
            <p:cNvGrpSpPr/>
            <p:nvPr/>
          </p:nvGrpSpPr>
          <p:grpSpPr>
            <a:xfrm>
              <a:off x="3787560" y="2281742"/>
              <a:ext cx="311089" cy="219900"/>
              <a:chOff x="3787560" y="2281742"/>
              <a:chExt cx="311089" cy="219900"/>
            </a:xfrm>
          </p:grpSpPr>
          <p:sp>
            <p:nvSpPr>
              <p:cNvPr id="12056" name="Google Shape;12056;p138"/>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057" name="Google Shape;12057;p138"/>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2058" name="Google Shape;12058;p138"/>
            <p:cNvGrpSpPr/>
            <p:nvPr/>
          </p:nvGrpSpPr>
          <p:grpSpPr>
            <a:xfrm>
              <a:off x="3637290" y="2056248"/>
              <a:ext cx="219900" cy="330736"/>
              <a:chOff x="3637290" y="2056248"/>
              <a:chExt cx="219900" cy="330736"/>
            </a:xfrm>
          </p:grpSpPr>
          <p:sp>
            <p:nvSpPr>
              <p:cNvPr id="12059" name="Google Shape;12059;p138"/>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2060" name="Google Shape;12060;p138"/>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2061" name="Google Shape;12061;p138"/>
          <p:cNvGrpSpPr/>
          <p:nvPr/>
        </p:nvGrpSpPr>
        <p:grpSpPr>
          <a:xfrm>
            <a:off x="2555919" y="2726205"/>
            <a:ext cx="1268144" cy="592394"/>
            <a:chOff x="238125" y="1188750"/>
            <a:chExt cx="7140450" cy="3335550"/>
          </a:xfrm>
        </p:grpSpPr>
        <p:sp>
          <p:nvSpPr>
            <p:cNvPr id="12062" name="Google Shape;12062;p13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13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3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3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13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138"/>
          <p:cNvGrpSpPr/>
          <p:nvPr/>
        </p:nvGrpSpPr>
        <p:grpSpPr>
          <a:xfrm>
            <a:off x="6663819" y="2728360"/>
            <a:ext cx="1053944" cy="590147"/>
            <a:chOff x="238125" y="1335475"/>
            <a:chExt cx="5418735" cy="3034175"/>
          </a:xfrm>
        </p:grpSpPr>
        <p:sp>
          <p:nvSpPr>
            <p:cNvPr id="12068" name="Google Shape;12068;p13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3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13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1" name="Google Shape;12071;p138"/>
          <p:cNvGrpSpPr/>
          <p:nvPr/>
        </p:nvGrpSpPr>
        <p:grpSpPr>
          <a:xfrm>
            <a:off x="4094628" y="3533259"/>
            <a:ext cx="1268207" cy="638939"/>
            <a:chOff x="3967651" y="3645904"/>
            <a:chExt cx="1479304" cy="745292"/>
          </a:xfrm>
        </p:grpSpPr>
        <p:grpSp>
          <p:nvGrpSpPr>
            <p:cNvPr id="12072" name="Google Shape;12072;p138"/>
            <p:cNvGrpSpPr/>
            <p:nvPr/>
          </p:nvGrpSpPr>
          <p:grpSpPr>
            <a:xfrm>
              <a:off x="3967651" y="4009026"/>
              <a:ext cx="1479304" cy="382170"/>
              <a:chOff x="3967651" y="4009026"/>
              <a:chExt cx="1479304" cy="382170"/>
            </a:xfrm>
          </p:grpSpPr>
          <p:grpSp>
            <p:nvGrpSpPr>
              <p:cNvPr id="12073" name="Google Shape;12073;p138"/>
              <p:cNvGrpSpPr/>
              <p:nvPr/>
            </p:nvGrpSpPr>
            <p:grpSpPr>
              <a:xfrm>
                <a:off x="4892216" y="4195630"/>
                <a:ext cx="554739" cy="195566"/>
                <a:chOff x="3604375" y="4892160"/>
                <a:chExt cx="1651500" cy="582215"/>
              </a:xfrm>
            </p:grpSpPr>
            <p:sp>
              <p:nvSpPr>
                <p:cNvPr id="12074" name="Google Shape;12074;p138"/>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38"/>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138"/>
              <p:cNvGrpSpPr/>
              <p:nvPr/>
            </p:nvGrpSpPr>
            <p:grpSpPr>
              <a:xfrm>
                <a:off x="3967651" y="4146303"/>
                <a:ext cx="579402" cy="244893"/>
                <a:chOff x="851875" y="4745310"/>
                <a:chExt cx="1724925" cy="729065"/>
              </a:xfrm>
            </p:grpSpPr>
            <p:sp>
              <p:nvSpPr>
                <p:cNvPr id="12077" name="Google Shape;12077;p138"/>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138"/>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138"/>
              <p:cNvGrpSpPr/>
              <p:nvPr/>
            </p:nvGrpSpPr>
            <p:grpSpPr>
              <a:xfrm>
                <a:off x="4460753" y="4009026"/>
                <a:ext cx="493110" cy="382170"/>
                <a:chOff x="2319875" y="4336625"/>
                <a:chExt cx="1468025" cy="1137750"/>
              </a:xfrm>
            </p:grpSpPr>
            <p:sp>
              <p:nvSpPr>
                <p:cNvPr id="12080" name="Google Shape;12080;p138"/>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38"/>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82" name="Google Shape;12082;p138"/>
            <p:cNvGrpSpPr/>
            <p:nvPr/>
          </p:nvGrpSpPr>
          <p:grpSpPr>
            <a:xfrm>
              <a:off x="4479443" y="3645904"/>
              <a:ext cx="455965" cy="388789"/>
              <a:chOff x="2957425" y="238100"/>
              <a:chExt cx="1910200" cy="1628775"/>
            </a:xfrm>
          </p:grpSpPr>
          <p:sp>
            <p:nvSpPr>
              <p:cNvPr id="12083" name="Google Shape;12083;p138"/>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38"/>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138"/>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138"/>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38"/>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38"/>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38"/>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38"/>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38"/>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138"/>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93" name="Google Shape;12093;p138"/>
          <p:cNvGrpSpPr/>
          <p:nvPr/>
        </p:nvGrpSpPr>
        <p:grpSpPr>
          <a:xfrm>
            <a:off x="2480742" y="3534460"/>
            <a:ext cx="1243128" cy="637739"/>
            <a:chOff x="2496310" y="3693351"/>
            <a:chExt cx="1342906" cy="688926"/>
          </a:xfrm>
        </p:grpSpPr>
        <p:grpSp>
          <p:nvGrpSpPr>
            <p:cNvPr id="12094" name="Google Shape;12094;p138"/>
            <p:cNvGrpSpPr/>
            <p:nvPr/>
          </p:nvGrpSpPr>
          <p:grpSpPr>
            <a:xfrm>
              <a:off x="2496310" y="3693351"/>
              <a:ext cx="1342906" cy="688875"/>
              <a:chOff x="2496310" y="3693351"/>
              <a:chExt cx="1342906" cy="688875"/>
            </a:xfrm>
          </p:grpSpPr>
          <p:sp>
            <p:nvSpPr>
              <p:cNvPr id="12095" name="Google Shape;12095;p138"/>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38"/>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38"/>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38"/>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38"/>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38"/>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01" name="Google Shape;12101;p138"/>
              <p:cNvCxnSpPr>
                <a:stCxn id="12099"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2102" name="Google Shape;12102;p138"/>
              <p:cNvCxnSpPr>
                <a:stCxn id="12096"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2103" name="Google Shape;12103;p138"/>
              <p:cNvCxnSpPr>
                <a:stCxn id="12097"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2104" name="Google Shape;12104;p138"/>
              <p:cNvCxnSpPr>
                <a:stCxn id="12100"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2105" name="Google Shape;12105;p138"/>
              <p:cNvCxnSpPr>
                <a:stCxn id="12098"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106" name="Google Shape;12106;p138"/>
            <p:cNvGrpSpPr/>
            <p:nvPr/>
          </p:nvGrpSpPr>
          <p:grpSpPr>
            <a:xfrm>
              <a:off x="2675275" y="3930557"/>
              <a:ext cx="1003306" cy="451719"/>
              <a:chOff x="2675275" y="4174282"/>
              <a:chExt cx="1003306" cy="451719"/>
            </a:xfrm>
          </p:grpSpPr>
          <p:sp>
            <p:nvSpPr>
              <p:cNvPr id="12107" name="Google Shape;12107;p138"/>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38"/>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138"/>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10" name="Google Shape;12110;p138"/>
          <p:cNvGrpSpPr/>
          <p:nvPr/>
        </p:nvGrpSpPr>
        <p:grpSpPr>
          <a:xfrm>
            <a:off x="1654412" y="971306"/>
            <a:ext cx="574511" cy="874709"/>
            <a:chOff x="1715404" y="1112080"/>
            <a:chExt cx="642270" cy="977984"/>
          </a:xfrm>
        </p:grpSpPr>
        <p:grpSp>
          <p:nvGrpSpPr>
            <p:cNvPr id="12111" name="Google Shape;12111;p138"/>
            <p:cNvGrpSpPr/>
            <p:nvPr/>
          </p:nvGrpSpPr>
          <p:grpSpPr>
            <a:xfrm>
              <a:off x="1715404" y="1112080"/>
              <a:ext cx="642270" cy="977984"/>
              <a:chOff x="1715404" y="1112080"/>
              <a:chExt cx="642270" cy="977984"/>
            </a:xfrm>
          </p:grpSpPr>
          <p:sp>
            <p:nvSpPr>
              <p:cNvPr id="12112" name="Google Shape;12112;p138"/>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138"/>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138"/>
            <p:cNvGrpSpPr/>
            <p:nvPr/>
          </p:nvGrpSpPr>
          <p:grpSpPr>
            <a:xfrm>
              <a:off x="1768927" y="1165603"/>
              <a:ext cx="535225" cy="851367"/>
              <a:chOff x="1768927" y="1165603"/>
              <a:chExt cx="535225" cy="851367"/>
            </a:xfrm>
          </p:grpSpPr>
          <p:sp>
            <p:nvSpPr>
              <p:cNvPr id="12115" name="Google Shape;12115;p138"/>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138"/>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138"/>
            <p:cNvGrpSpPr/>
            <p:nvPr/>
          </p:nvGrpSpPr>
          <p:grpSpPr>
            <a:xfrm>
              <a:off x="1822449" y="1219125"/>
              <a:ext cx="428180" cy="718859"/>
              <a:chOff x="1822449" y="1219125"/>
              <a:chExt cx="428180" cy="718859"/>
            </a:xfrm>
          </p:grpSpPr>
          <p:sp>
            <p:nvSpPr>
              <p:cNvPr id="12118" name="Google Shape;12118;p138"/>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38"/>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0" name="Google Shape;12120;p138"/>
            <p:cNvGrpSpPr/>
            <p:nvPr/>
          </p:nvGrpSpPr>
          <p:grpSpPr>
            <a:xfrm>
              <a:off x="1875972" y="1272648"/>
              <a:ext cx="321135" cy="586939"/>
              <a:chOff x="1875972" y="1272648"/>
              <a:chExt cx="321135" cy="586939"/>
            </a:xfrm>
          </p:grpSpPr>
          <p:sp>
            <p:nvSpPr>
              <p:cNvPr id="12121" name="Google Shape;12121;p138"/>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38"/>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23" name="Google Shape;12123;p138"/>
          <p:cNvGrpSpPr/>
          <p:nvPr/>
        </p:nvGrpSpPr>
        <p:grpSpPr>
          <a:xfrm>
            <a:off x="7761573" y="3528028"/>
            <a:ext cx="293855" cy="644170"/>
            <a:chOff x="241025" y="3151575"/>
            <a:chExt cx="293855" cy="644170"/>
          </a:xfrm>
        </p:grpSpPr>
        <p:sp>
          <p:nvSpPr>
            <p:cNvPr id="12124" name="Google Shape;12124;p138"/>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38"/>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138"/>
          <p:cNvGrpSpPr/>
          <p:nvPr/>
        </p:nvGrpSpPr>
        <p:grpSpPr>
          <a:xfrm>
            <a:off x="709557" y="2728028"/>
            <a:ext cx="1779649" cy="591620"/>
            <a:chOff x="246070" y="1983375"/>
            <a:chExt cx="1855347" cy="616849"/>
          </a:xfrm>
        </p:grpSpPr>
        <p:sp>
          <p:nvSpPr>
            <p:cNvPr id="12127" name="Google Shape;12127;p138"/>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38"/>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38"/>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38"/>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38"/>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38"/>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38"/>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38"/>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38"/>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6" name="Google Shape;12136;p138"/>
          <p:cNvGrpSpPr/>
          <p:nvPr/>
        </p:nvGrpSpPr>
        <p:grpSpPr>
          <a:xfrm>
            <a:off x="2320424" y="971306"/>
            <a:ext cx="711055" cy="745993"/>
            <a:chOff x="2496269" y="1171698"/>
            <a:chExt cx="761953" cy="799392"/>
          </a:xfrm>
        </p:grpSpPr>
        <p:grpSp>
          <p:nvGrpSpPr>
            <p:cNvPr id="12137" name="Google Shape;12137;p138"/>
            <p:cNvGrpSpPr/>
            <p:nvPr/>
          </p:nvGrpSpPr>
          <p:grpSpPr>
            <a:xfrm>
              <a:off x="2496269" y="1171698"/>
              <a:ext cx="761953" cy="723022"/>
              <a:chOff x="2496269" y="1171698"/>
              <a:chExt cx="761953" cy="723022"/>
            </a:xfrm>
          </p:grpSpPr>
          <p:sp>
            <p:nvSpPr>
              <p:cNvPr id="12138" name="Google Shape;12138;p138"/>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38"/>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0" name="Google Shape;12140;p138"/>
              <p:cNvGrpSpPr/>
              <p:nvPr/>
            </p:nvGrpSpPr>
            <p:grpSpPr>
              <a:xfrm>
                <a:off x="2496269" y="1171698"/>
                <a:ext cx="761953" cy="723022"/>
                <a:chOff x="2496269" y="1120652"/>
                <a:chExt cx="761953" cy="723022"/>
              </a:xfrm>
            </p:grpSpPr>
            <p:grpSp>
              <p:nvGrpSpPr>
                <p:cNvPr id="12141" name="Google Shape;12141;p138"/>
                <p:cNvGrpSpPr/>
                <p:nvPr/>
              </p:nvGrpSpPr>
              <p:grpSpPr>
                <a:xfrm>
                  <a:off x="2496269" y="1120652"/>
                  <a:ext cx="761953" cy="723022"/>
                  <a:chOff x="2496269" y="1120652"/>
                  <a:chExt cx="761953" cy="723022"/>
                </a:xfrm>
              </p:grpSpPr>
              <p:grpSp>
                <p:nvGrpSpPr>
                  <p:cNvPr id="12142" name="Google Shape;12142;p138"/>
                  <p:cNvGrpSpPr/>
                  <p:nvPr/>
                </p:nvGrpSpPr>
                <p:grpSpPr>
                  <a:xfrm>
                    <a:off x="2496269" y="1304589"/>
                    <a:ext cx="407089" cy="305057"/>
                    <a:chOff x="2496269" y="1304589"/>
                    <a:chExt cx="407089" cy="305057"/>
                  </a:xfrm>
                </p:grpSpPr>
                <p:sp>
                  <p:nvSpPr>
                    <p:cNvPr id="12143" name="Google Shape;12143;p138"/>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38"/>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138"/>
                  <p:cNvGrpSpPr/>
                  <p:nvPr/>
                </p:nvGrpSpPr>
                <p:grpSpPr>
                  <a:xfrm>
                    <a:off x="2586468" y="1493376"/>
                    <a:ext cx="358850" cy="349656"/>
                    <a:chOff x="2586468" y="1493376"/>
                    <a:chExt cx="358850" cy="349656"/>
                  </a:xfrm>
                </p:grpSpPr>
                <p:sp>
                  <p:nvSpPr>
                    <p:cNvPr id="12146" name="Google Shape;12146;p138"/>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38"/>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138"/>
                  <p:cNvGrpSpPr/>
                  <p:nvPr/>
                </p:nvGrpSpPr>
                <p:grpSpPr>
                  <a:xfrm>
                    <a:off x="2807939" y="1494024"/>
                    <a:ext cx="358857" cy="349650"/>
                    <a:chOff x="2807939" y="1494024"/>
                    <a:chExt cx="358857" cy="349650"/>
                  </a:xfrm>
                </p:grpSpPr>
                <p:sp>
                  <p:nvSpPr>
                    <p:cNvPr id="12149" name="Google Shape;12149;p138"/>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38"/>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1" name="Google Shape;12151;p138"/>
                  <p:cNvGrpSpPr/>
                  <p:nvPr/>
                </p:nvGrpSpPr>
                <p:grpSpPr>
                  <a:xfrm>
                    <a:off x="2851133" y="1305635"/>
                    <a:ext cx="407089" cy="305057"/>
                    <a:chOff x="2851133" y="1305635"/>
                    <a:chExt cx="407089" cy="305057"/>
                  </a:xfrm>
                </p:grpSpPr>
                <p:sp>
                  <p:nvSpPr>
                    <p:cNvPr id="12152" name="Google Shape;12152;p138"/>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38"/>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4" name="Google Shape;12154;p138"/>
                  <p:cNvGrpSpPr/>
                  <p:nvPr/>
                </p:nvGrpSpPr>
                <p:grpSpPr>
                  <a:xfrm>
                    <a:off x="2727495" y="1120652"/>
                    <a:ext cx="300271" cy="396358"/>
                    <a:chOff x="2727495" y="1120652"/>
                    <a:chExt cx="300271" cy="396358"/>
                  </a:xfrm>
                </p:grpSpPr>
                <p:sp>
                  <p:nvSpPr>
                    <p:cNvPr id="12155" name="Google Shape;12155;p138"/>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38"/>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57" name="Google Shape;12157;p138"/>
                <p:cNvGrpSpPr/>
                <p:nvPr/>
              </p:nvGrpSpPr>
              <p:grpSpPr>
                <a:xfrm>
                  <a:off x="2722305" y="1350460"/>
                  <a:ext cx="308357" cy="308344"/>
                  <a:chOff x="2722305" y="1350460"/>
                  <a:chExt cx="308357" cy="308344"/>
                </a:xfrm>
              </p:grpSpPr>
              <p:sp>
                <p:nvSpPr>
                  <p:cNvPr id="12158" name="Google Shape;12158;p138"/>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9" name="Google Shape;12159;p138"/>
                  <p:cNvGrpSpPr/>
                  <p:nvPr/>
                </p:nvGrpSpPr>
                <p:grpSpPr>
                  <a:xfrm>
                    <a:off x="2725064" y="1364529"/>
                    <a:ext cx="297954" cy="280182"/>
                    <a:chOff x="2725064" y="1364529"/>
                    <a:chExt cx="297954" cy="280182"/>
                  </a:xfrm>
                </p:grpSpPr>
                <p:sp>
                  <p:nvSpPr>
                    <p:cNvPr id="12160" name="Google Shape;12160;p138"/>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38"/>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38"/>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38"/>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138"/>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2165" name="Google Shape;12165;p138"/>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38"/>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38"/>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138"/>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138"/>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0" name="Google Shape;12170;p138"/>
          <p:cNvGrpSpPr/>
          <p:nvPr/>
        </p:nvGrpSpPr>
        <p:grpSpPr>
          <a:xfrm>
            <a:off x="3909124" y="2727412"/>
            <a:ext cx="1569144" cy="591015"/>
            <a:chOff x="3820100" y="3023049"/>
            <a:chExt cx="1303926" cy="491162"/>
          </a:xfrm>
        </p:grpSpPr>
        <p:grpSp>
          <p:nvGrpSpPr>
            <p:cNvPr id="12171" name="Google Shape;12171;p138"/>
            <p:cNvGrpSpPr/>
            <p:nvPr/>
          </p:nvGrpSpPr>
          <p:grpSpPr>
            <a:xfrm>
              <a:off x="3820100" y="3023072"/>
              <a:ext cx="1303926" cy="491139"/>
              <a:chOff x="3820100" y="3023072"/>
              <a:chExt cx="1303926" cy="491139"/>
            </a:xfrm>
          </p:grpSpPr>
          <p:sp>
            <p:nvSpPr>
              <p:cNvPr id="12172" name="Google Shape;12172;p138"/>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38"/>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4" name="Google Shape;12174;p138"/>
            <p:cNvGrpSpPr/>
            <p:nvPr/>
          </p:nvGrpSpPr>
          <p:grpSpPr>
            <a:xfrm>
              <a:off x="4132439" y="3023645"/>
              <a:ext cx="393633" cy="177096"/>
              <a:chOff x="4132439" y="3023645"/>
              <a:chExt cx="393633" cy="177096"/>
            </a:xfrm>
          </p:grpSpPr>
          <p:sp>
            <p:nvSpPr>
              <p:cNvPr id="12175" name="Google Shape;12175;p138"/>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138"/>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7" name="Google Shape;12177;p138"/>
            <p:cNvGrpSpPr/>
            <p:nvPr/>
          </p:nvGrpSpPr>
          <p:grpSpPr>
            <a:xfrm>
              <a:off x="3921811" y="3023049"/>
              <a:ext cx="1002397" cy="388943"/>
              <a:chOff x="3921811" y="3023049"/>
              <a:chExt cx="1002397" cy="388943"/>
            </a:xfrm>
          </p:grpSpPr>
          <p:sp>
            <p:nvSpPr>
              <p:cNvPr id="12178" name="Google Shape;12178;p138"/>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38"/>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138"/>
            <p:cNvGrpSpPr/>
            <p:nvPr/>
          </p:nvGrpSpPr>
          <p:grpSpPr>
            <a:xfrm>
              <a:off x="4023645" y="3023049"/>
              <a:ext cx="683032" cy="286722"/>
              <a:chOff x="4023645" y="3023049"/>
              <a:chExt cx="683032" cy="286722"/>
            </a:xfrm>
          </p:grpSpPr>
          <p:sp>
            <p:nvSpPr>
              <p:cNvPr id="12181" name="Google Shape;12181;p138"/>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38"/>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83" name="Google Shape;12183;p138"/>
          <p:cNvGrpSpPr/>
          <p:nvPr/>
        </p:nvGrpSpPr>
        <p:grpSpPr>
          <a:xfrm>
            <a:off x="1541246" y="1854257"/>
            <a:ext cx="713522" cy="688025"/>
            <a:chOff x="1706078" y="2092648"/>
            <a:chExt cx="660913" cy="637296"/>
          </a:xfrm>
        </p:grpSpPr>
        <p:sp>
          <p:nvSpPr>
            <p:cNvPr id="12184" name="Google Shape;12184;p138"/>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5" name="Google Shape;12185;p138"/>
            <p:cNvGrpSpPr/>
            <p:nvPr/>
          </p:nvGrpSpPr>
          <p:grpSpPr>
            <a:xfrm>
              <a:off x="1706078" y="2092648"/>
              <a:ext cx="660913" cy="575241"/>
              <a:chOff x="1706078" y="2092648"/>
              <a:chExt cx="660913" cy="575241"/>
            </a:xfrm>
          </p:grpSpPr>
          <p:sp>
            <p:nvSpPr>
              <p:cNvPr id="12186" name="Google Shape;12186;p138"/>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38"/>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38"/>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89" name="Google Shape;12189;p138"/>
          <p:cNvGrpSpPr/>
          <p:nvPr/>
        </p:nvGrpSpPr>
        <p:grpSpPr>
          <a:xfrm>
            <a:off x="6303104" y="971806"/>
            <a:ext cx="1317459" cy="684168"/>
            <a:chOff x="238125" y="999450"/>
            <a:chExt cx="7140700" cy="3708225"/>
          </a:xfrm>
        </p:grpSpPr>
        <p:sp>
          <p:nvSpPr>
            <p:cNvPr id="12190" name="Google Shape;12190;p138"/>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13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13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3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138"/>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13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3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3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13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02" name="Shape 12202"/>
        <p:cNvGrpSpPr/>
        <p:nvPr/>
      </p:nvGrpSpPr>
      <p:grpSpPr>
        <a:xfrm>
          <a:off x="0" y="0"/>
          <a:ext cx="0" cy="0"/>
          <a:chOff x="0" y="0"/>
          <a:chExt cx="0" cy="0"/>
        </a:xfrm>
      </p:grpSpPr>
      <p:grpSp>
        <p:nvGrpSpPr>
          <p:cNvPr id="12203" name="Google Shape;12203;p139"/>
          <p:cNvGrpSpPr/>
          <p:nvPr/>
        </p:nvGrpSpPr>
        <p:grpSpPr>
          <a:xfrm>
            <a:off x="717025" y="967615"/>
            <a:ext cx="1636117" cy="1526144"/>
            <a:chOff x="729238" y="1179665"/>
            <a:chExt cx="1636117" cy="1526144"/>
          </a:xfrm>
        </p:grpSpPr>
        <p:grpSp>
          <p:nvGrpSpPr>
            <p:cNvPr id="12204" name="Google Shape;12204;p139"/>
            <p:cNvGrpSpPr/>
            <p:nvPr/>
          </p:nvGrpSpPr>
          <p:grpSpPr>
            <a:xfrm>
              <a:off x="729238" y="1179665"/>
              <a:ext cx="80700" cy="1526144"/>
              <a:chOff x="729238" y="1179665"/>
              <a:chExt cx="80700" cy="1526144"/>
            </a:xfrm>
          </p:grpSpPr>
          <p:sp>
            <p:nvSpPr>
              <p:cNvPr id="12205" name="Google Shape;12205;p139"/>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39"/>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39"/>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39"/>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3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13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3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3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13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3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139"/>
            <p:cNvGrpSpPr/>
            <p:nvPr/>
          </p:nvGrpSpPr>
          <p:grpSpPr>
            <a:xfrm>
              <a:off x="903098" y="1179665"/>
              <a:ext cx="80700" cy="1526144"/>
              <a:chOff x="903098" y="1179665"/>
              <a:chExt cx="80700" cy="1526144"/>
            </a:xfrm>
          </p:grpSpPr>
          <p:sp>
            <p:nvSpPr>
              <p:cNvPr id="12216" name="Google Shape;12216;p139"/>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39"/>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39"/>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39"/>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39"/>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39"/>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3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13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13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3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6" name="Google Shape;12226;p139"/>
            <p:cNvGrpSpPr/>
            <p:nvPr/>
          </p:nvGrpSpPr>
          <p:grpSpPr>
            <a:xfrm>
              <a:off x="1076958" y="1179665"/>
              <a:ext cx="80700" cy="1526144"/>
              <a:chOff x="1076958" y="1179665"/>
              <a:chExt cx="80700" cy="1526144"/>
            </a:xfrm>
          </p:grpSpPr>
          <p:sp>
            <p:nvSpPr>
              <p:cNvPr id="12227" name="Google Shape;12227;p139"/>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139"/>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139"/>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39"/>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39"/>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139"/>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39"/>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13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3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3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139"/>
            <p:cNvGrpSpPr/>
            <p:nvPr/>
          </p:nvGrpSpPr>
          <p:grpSpPr>
            <a:xfrm>
              <a:off x="1247707" y="1179665"/>
              <a:ext cx="80700" cy="1526144"/>
              <a:chOff x="1247707" y="1179665"/>
              <a:chExt cx="80700" cy="1526144"/>
            </a:xfrm>
          </p:grpSpPr>
          <p:sp>
            <p:nvSpPr>
              <p:cNvPr id="12238" name="Google Shape;12238;p139"/>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39"/>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139"/>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3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3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3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3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3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3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3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8" name="Google Shape;12248;p139"/>
            <p:cNvGrpSpPr/>
            <p:nvPr/>
          </p:nvGrpSpPr>
          <p:grpSpPr>
            <a:xfrm>
              <a:off x="1421567" y="1179665"/>
              <a:ext cx="80700" cy="1526144"/>
              <a:chOff x="1421567" y="1179665"/>
              <a:chExt cx="80700" cy="1526144"/>
            </a:xfrm>
          </p:grpSpPr>
          <p:sp>
            <p:nvSpPr>
              <p:cNvPr id="12249" name="Google Shape;12249;p139"/>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139"/>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139"/>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39"/>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39"/>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39"/>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39"/>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39"/>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3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3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9" name="Google Shape;12259;p139"/>
            <p:cNvGrpSpPr/>
            <p:nvPr/>
          </p:nvGrpSpPr>
          <p:grpSpPr>
            <a:xfrm>
              <a:off x="1592327" y="1179665"/>
              <a:ext cx="80700" cy="1526144"/>
              <a:chOff x="1592327" y="1179665"/>
              <a:chExt cx="80700" cy="1526144"/>
            </a:xfrm>
          </p:grpSpPr>
          <p:sp>
            <p:nvSpPr>
              <p:cNvPr id="12260" name="Google Shape;12260;p139"/>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139"/>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39"/>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39"/>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139"/>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39"/>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3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3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13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3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0" name="Google Shape;12270;p139"/>
            <p:cNvGrpSpPr/>
            <p:nvPr/>
          </p:nvGrpSpPr>
          <p:grpSpPr>
            <a:xfrm>
              <a:off x="1766187" y="1179665"/>
              <a:ext cx="80700" cy="1526144"/>
              <a:chOff x="1766187" y="1179665"/>
              <a:chExt cx="80700" cy="1526144"/>
            </a:xfrm>
          </p:grpSpPr>
          <p:sp>
            <p:nvSpPr>
              <p:cNvPr id="12271" name="Google Shape;12271;p139"/>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139"/>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139"/>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39"/>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39"/>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39"/>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39"/>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139"/>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39"/>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3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139"/>
            <p:cNvGrpSpPr/>
            <p:nvPr/>
          </p:nvGrpSpPr>
          <p:grpSpPr>
            <a:xfrm>
              <a:off x="1936935" y="1179665"/>
              <a:ext cx="80700" cy="1526144"/>
              <a:chOff x="1936935" y="1179665"/>
              <a:chExt cx="80700" cy="1526144"/>
            </a:xfrm>
          </p:grpSpPr>
          <p:sp>
            <p:nvSpPr>
              <p:cNvPr id="12282" name="Google Shape;12282;p139"/>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39"/>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139"/>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139"/>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39"/>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13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13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13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13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13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2" name="Google Shape;12292;p139"/>
            <p:cNvGrpSpPr/>
            <p:nvPr/>
          </p:nvGrpSpPr>
          <p:grpSpPr>
            <a:xfrm>
              <a:off x="2110795" y="1179665"/>
              <a:ext cx="80700" cy="1526144"/>
              <a:chOff x="2110795" y="1179665"/>
              <a:chExt cx="80700" cy="1526144"/>
            </a:xfrm>
          </p:grpSpPr>
          <p:sp>
            <p:nvSpPr>
              <p:cNvPr id="12293" name="Google Shape;12293;p139"/>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139"/>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39"/>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39"/>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3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3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3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13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3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3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3" name="Google Shape;12303;p139"/>
            <p:cNvGrpSpPr/>
            <p:nvPr/>
          </p:nvGrpSpPr>
          <p:grpSpPr>
            <a:xfrm>
              <a:off x="2284655" y="1179665"/>
              <a:ext cx="80700" cy="1526144"/>
              <a:chOff x="2284655" y="1179665"/>
              <a:chExt cx="80700" cy="1526144"/>
            </a:xfrm>
          </p:grpSpPr>
          <p:sp>
            <p:nvSpPr>
              <p:cNvPr id="12304" name="Google Shape;12304;p139"/>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139"/>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139"/>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39"/>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139"/>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39"/>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3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3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3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3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14" name="Google Shape;12314;p139"/>
          <p:cNvGrpSpPr/>
          <p:nvPr/>
        </p:nvGrpSpPr>
        <p:grpSpPr>
          <a:xfrm>
            <a:off x="2611692" y="986753"/>
            <a:ext cx="1364248" cy="1102133"/>
            <a:chOff x="2623904" y="1198803"/>
            <a:chExt cx="1364248" cy="1102133"/>
          </a:xfrm>
        </p:grpSpPr>
        <p:grpSp>
          <p:nvGrpSpPr>
            <p:cNvPr id="12315" name="Google Shape;12315;p139"/>
            <p:cNvGrpSpPr/>
            <p:nvPr/>
          </p:nvGrpSpPr>
          <p:grpSpPr>
            <a:xfrm>
              <a:off x="2623907" y="1198803"/>
              <a:ext cx="1364245" cy="273000"/>
              <a:chOff x="2623907" y="1198803"/>
              <a:chExt cx="1364245" cy="273000"/>
            </a:xfrm>
          </p:grpSpPr>
          <p:sp>
            <p:nvSpPr>
              <p:cNvPr id="12316" name="Google Shape;12316;p13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13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13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3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139"/>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139"/>
            <p:cNvGrpSpPr/>
            <p:nvPr/>
          </p:nvGrpSpPr>
          <p:grpSpPr>
            <a:xfrm>
              <a:off x="2623904" y="1476964"/>
              <a:ext cx="1364245" cy="273000"/>
              <a:chOff x="2623904" y="1476964"/>
              <a:chExt cx="1364245" cy="273000"/>
            </a:xfrm>
          </p:grpSpPr>
          <p:sp>
            <p:nvSpPr>
              <p:cNvPr id="12322" name="Google Shape;12322;p13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3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139"/>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139"/>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39"/>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139"/>
            <p:cNvGrpSpPr/>
            <p:nvPr/>
          </p:nvGrpSpPr>
          <p:grpSpPr>
            <a:xfrm>
              <a:off x="2623907" y="1749775"/>
              <a:ext cx="1364245" cy="273000"/>
              <a:chOff x="2623907" y="1749775"/>
              <a:chExt cx="1364245" cy="273000"/>
            </a:xfrm>
          </p:grpSpPr>
          <p:sp>
            <p:nvSpPr>
              <p:cNvPr id="12328" name="Google Shape;12328;p13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13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13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139"/>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39"/>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3" name="Google Shape;12333;p139"/>
            <p:cNvGrpSpPr/>
            <p:nvPr/>
          </p:nvGrpSpPr>
          <p:grpSpPr>
            <a:xfrm>
              <a:off x="2623904" y="2027936"/>
              <a:ext cx="1364245" cy="273000"/>
              <a:chOff x="2623904" y="2027936"/>
              <a:chExt cx="1364245" cy="273000"/>
            </a:xfrm>
          </p:grpSpPr>
          <p:sp>
            <p:nvSpPr>
              <p:cNvPr id="12334" name="Google Shape;12334;p13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13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3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3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13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39" name="Google Shape;12339;p139"/>
          <p:cNvGrpSpPr/>
          <p:nvPr/>
        </p:nvGrpSpPr>
        <p:grpSpPr>
          <a:xfrm>
            <a:off x="2601153" y="2445826"/>
            <a:ext cx="1387541" cy="159124"/>
            <a:chOff x="3200660" y="2180272"/>
            <a:chExt cx="2563824" cy="378237"/>
          </a:xfrm>
        </p:grpSpPr>
        <p:sp>
          <p:nvSpPr>
            <p:cNvPr id="12340" name="Google Shape;12340;p13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13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13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13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3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13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13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13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3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3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13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3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3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13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13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3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3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3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8" name="Google Shape;12358;p139"/>
          <p:cNvGrpSpPr/>
          <p:nvPr/>
        </p:nvGrpSpPr>
        <p:grpSpPr>
          <a:xfrm>
            <a:off x="2597677" y="2723590"/>
            <a:ext cx="1390502" cy="159625"/>
            <a:chOff x="3530150" y="2790075"/>
            <a:chExt cx="1962600" cy="225300"/>
          </a:xfrm>
        </p:grpSpPr>
        <p:sp>
          <p:nvSpPr>
            <p:cNvPr id="12359" name="Google Shape;12359;p139"/>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139"/>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1" name="Google Shape;12361;p139"/>
          <p:cNvGrpSpPr/>
          <p:nvPr/>
        </p:nvGrpSpPr>
        <p:grpSpPr>
          <a:xfrm>
            <a:off x="2597735" y="3001855"/>
            <a:ext cx="1411629" cy="154175"/>
            <a:chOff x="3558802" y="4011244"/>
            <a:chExt cx="1866000" cy="111600"/>
          </a:xfrm>
        </p:grpSpPr>
        <p:sp>
          <p:nvSpPr>
            <p:cNvPr id="12362" name="Google Shape;12362;p139"/>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139"/>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4" name="Google Shape;12364;p139"/>
          <p:cNvGrpSpPr/>
          <p:nvPr/>
        </p:nvGrpSpPr>
        <p:grpSpPr>
          <a:xfrm>
            <a:off x="2598023" y="2207425"/>
            <a:ext cx="1383503" cy="119761"/>
            <a:chOff x="3465975" y="2270258"/>
            <a:chExt cx="1986364" cy="171947"/>
          </a:xfrm>
        </p:grpSpPr>
        <p:sp>
          <p:nvSpPr>
            <p:cNvPr id="12365" name="Google Shape;12365;p13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3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139"/>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39"/>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139"/>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13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39"/>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39"/>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3" name="Google Shape;12373;p139"/>
          <p:cNvGrpSpPr/>
          <p:nvPr/>
        </p:nvGrpSpPr>
        <p:grpSpPr>
          <a:xfrm>
            <a:off x="2609030" y="3571198"/>
            <a:ext cx="1369531" cy="195460"/>
            <a:chOff x="723300" y="4253549"/>
            <a:chExt cx="2276482" cy="324900"/>
          </a:xfrm>
        </p:grpSpPr>
        <p:sp>
          <p:nvSpPr>
            <p:cNvPr id="12374" name="Google Shape;12374;p13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3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3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13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39"/>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9" name="Google Shape;12379;p139"/>
          <p:cNvGrpSpPr/>
          <p:nvPr/>
        </p:nvGrpSpPr>
        <p:grpSpPr>
          <a:xfrm>
            <a:off x="2598591" y="3272439"/>
            <a:ext cx="1389066" cy="180119"/>
            <a:chOff x="705948" y="3788465"/>
            <a:chExt cx="2308953" cy="299400"/>
          </a:xfrm>
        </p:grpSpPr>
        <p:sp>
          <p:nvSpPr>
            <p:cNvPr id="12380" name="Google Shape;12380;p13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13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13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39"/>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39"/>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139"/>
          <p:cNvGrpSpPr/>
          <p:nvPr/>
        </p:nvGrpSpPr>
        <p:grpSpPr>
          <a:xfrm>
            <a:off x="4195581" y="1876393"/>
            <a:ext cx="1433821" cy="191501"/>
            <a:chOff x="4273350" y="2088443"/>
            <a:chExt cx="1433821" cy="191501"/>
          </a:xfrm>
        </p:grpSpPr>
        <p:grpSp>
          <p:nvGrpSpPr>
            <p:cNvPr id="12386" name="Google Shape;12386;p139"/>
            <p:cNvGrpSpPr/>
            <p:nvPr/>
          </p:nvGrpSpPr>
          <p:grpSpPr>
            <a:xfrm>
              <a:off x="4273350" y="2088443"/>
              <a:ext cx="1433821" cy="0"/>
              <a:chOff x="5224975" y="2962250"/>
              <a:chExt cx="1544400" cy="0"/>
            </a:xfrm>
          </p:grpSpPr>
          <p:cxnSp>
            <p:nvCxnSpPr>
              <p:cNvPr id="12387" name="Google Shape;12387;p13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2388" name="Google Shape;12388;p139"/>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2389" name="Google Shape;12389;p139"/>
            <p:cNvGrpSpPr/>
            <p:nvPr/>
          </p:nvGrpSpPr>
          <p:grpSpPr>
            <a:xfrm>
              <a:off x="4273350" y="2279944"/>
              <a:ext cx="1433821" cy="0"/>
              <a:chOff x="5224975" y="2962250"/>
              <a:chExt cx="1544400" cy="0"/>
            </a:xfrm>
          </p:grpSpPr>
          <p:cxnSp>
            <p:nvCxnSpPr>
              <p:cNvPr id="12390" name="Google Shape;12390;p13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2391" name="Google Shape;12391;p139"/>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2392" name="Google Shape;12392;p139"/>
          <p:cNvGrpSpPr/>
          <p:nvPr/>
        </p:nvGrpSpPr>
        <p:grpSpPr>
          <a:xfrm>
            <a:off x="2646528" y="3885297"/>
            <a:ext cx="1304609" cy="294074"/>
            <a:chOff x="2658741" y="4097347"/>
            <a:chExt cx="1304609" cy="294074"/>
          </a:xfrm>
        </p:grpSpPr>
        <p:grpSp>
          <p:nvGrpSpPr>
            <p:cNvPr id="12393" name="Google Shape;12393;p139"/>
            <p:cNvGrpSpPr/>
            <p:nvPr/>
          </p:nvGrpSpPr>
          <p:grpSpPr>
            <a:xfrm>
              <a:off x="2658741" y="4097347"/>
              <a:ext cx="118572" cy="294074"/>
              <a:chOff x="3343310" y="4475555"/>
              <a:chExt cx="127717" cy="316753"/>
            </a:xfrm>
          </p:grpSpPr>
          <p:sp>
            <p:nvSpPr>
              <p:cNvPr id="12394" name="Google Shape;12394;p13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13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139"/>
            <p:cNvGrpSpPr/>
            <p:nvPr/>
          </p:nvGrpSpPr>
          <p:grpSpPr>
            <a:xfrm>
              <a:off x="3815519" y="4098388"/>
              <a:ext cx="147831" cy="291991"/>
              <a:chOff x="3527539" y="4476677"/>
              <a:chExt cx="159232" cy="314510"/>
            </a:xfrm>
          </p:grpSpPr>
          <p:sp>
            <p:nvSpPr>
              <p:cNvPr id="12397" name="Google Shape;12397;p13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3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9" name="Google Shape;12399;p139"/>
            <p:cNvGrpSpPr/>
            <p:nvPr/>
          </p:nvGrpSpPr>
          <p:grpSpPr>
            <a:xfrm>
              <a:off x="3511696" y="4098388"/>
              <a:ext cx="147831" cy="291991"/>
              <a:chOff x="3527539" y="4476677"/>
              <a:chExt cx="159232" cy="314510"/>
            </a:xfrm>
          </p:grpSpPr>
          <p:sp>
            <p:nvSpPr>
              <p:cNvPr id="12400" name="Google Shape;12400;p13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3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139"/>
            <p:cNvGrpSpPr/>
            <p:nvPr/>
          </p:nvGrpSpPr>
          <p:grpSpPr>
            <a:xfrm>
              <a:off x="3207874" y="4098388"/>
              <a:ext cx="147831" cy="291991"/>
              <a:chOff x="3527539" y="4476677"/>
              <a:chExt cx="159232" cy="314510"/>
            </a:xfrm>
          </p:grpSpPr>
          <p:sp>
            <p:nvSpPr>
              <p:cNvPr id="12403" name="Google Shape;12403;p13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13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5" name="Google Shape;12405;p139"/>
            <p:cNvGrpSpPr/>
            <p:nvPr/>
          </p:nvGrpSpPr>
          <p:grpSpPr>
            <a:xfrm>
              <a:off x="2933305" y="4097347"/>
              <a:ext cx="118572" cy="294074"/>
              <a:chOff x="3343310" y="4475555"/>
              <a:chExt cx="127717" cy="316753"/>
            </a:xfrm>
          </p:grpSpPr>
          <p:sp>
            <p:nvSpPr>
              <p:cNvPr id="12406" name="Google Shape;12406;p13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3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08" name="Google Shape;12408;p139"/>
          <p:cNvGrpSpPr/>
          <p:nvPr/>
        </p:nvGrpSpPr>
        <p:grpSpPr>
          <a:xfrm>
            <a:off x="4197136" y="963991"/>
            <a:ext cx="1430711" cy="751237"/>
            <a:chOff x="5159450" y="1919950"/>
            <a:chExt cx="1541050" cy="862500"/>
          </a:xfrm>
        </p:grpSpPr>
        <p:sp>
          <p:nvSpPr>
            <p:cNvPr id="12409" name="Google Shape;12409;p13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2410" name="Google Shape;12410;p139"/>
            <p:cNvGrpSpPr/>
            <p:nvPr/>
          </p:nvGrpSpPr>
          <p:grpSpPr>
            <a:xfrm>
              <a:off x="5159450" y="1919950"/>
              <a:ext cx="1541050" cy="862500"/>
              <a:chOff x="5159450" y="1919950"/>
              <a:chExt cx="1541050" cy="862500"/>
            </a:xfrm>
          </p:grpSpPr>
          <p:cxnSp>
            <p:nvCxnSpPr>
              <p:cNvPr id="12411" name="Google Shape;12411;p13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2412" name="Google Shape;12412;p13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2413" name="Google Shape;12413;p139"/>
          <p:cNvGrpSpPr/>
          <p:nvPr/>
        </p:nvGrpSpPr>
        <p:grpSpPr>
          <a:xfrm>
            <a:off x="4245274" y="2227761"/>
            <a:ext cx="1334436" cy="967914"/>
            <a:chOff x="4294923" y="2439811"/>
            <a:chExt cx="1334436" cy="967914"/>
          </a:xfrm>
        </p:grpSpPr>
        <p:grpSp>
          <p:nvGrpSpPr>
            <p:cNvPr id="12414" name="Google Shape;12414;p139"/>
            <p:cNvGrpSpPr/>
            <p:nvPr/>
          </p:nvGrpSpPr>
          <p:grpSpPr>
            <a:xfrm>
              <a:off x="4960455" y="2469658"/>
              <a:ext cx="668904" cy="885524"/>
              <a:chOff x="4960455" y="2469658"/>
              <a:chExt cx="668904" cy="885524"/>
            </a:xfrm>
          </p:grpSpPr>
          <p:sp>
            <p:nvSpPr>
              <p:cNvPr id="12415" name="Google Shape;12415;p139"/>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39"/>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39"/>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139"/>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39"/>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39"/>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139"/>
            <p:cNvGrpSpPr/>
            <p:nvPr/>
          </p:nvGrpSpPr>
          <p:grpSpPr>
            <a:xfrm>
              <a:off x="4294923" y="2469658"/>
              <a:ext cx="668951" cy="885524"/>
              <a:chOff x="4294923" y="2469658"/>
              <a:chExt cx="668951" cy="885524"/>
            </a:xfrm>
          </p:grpSpPr>
          <p:sp>
            <p:nvSpPr>
              <p:cNvPr id="12422" name="Google Shape;12422;p139"/>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39"/>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39"/>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139"/>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39"/>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139"/>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8" name="Google Shape;12428;p139"/>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9" name="Google Shape;12429;p139"/>
          <p:cNvGrpSpPr/>
          <p:nvPr/>
        </p:nvGrpSpPr>
        <p:grpSpPr>
          <a:xfrm>
            <a:off x="4231477" y="3282206"/>
            <a:ext cx="1430949" cy="897289"/>
            <a:chOff x="4351371" y="3547942"/>
            <a:chExt cx="1345130" cy="843475"/>
          </a:xfrm>
        </p:grpSpPr>
        <p:grpSp>
          <p:nvGrpSpPr>
            <p:cNvPr id="12430" name="Google Shape;12430;p139"/>
            <p:cNvGrpSpPr/>
            <p:nvPr/>
          </p:nvGrpSpPr>
          <p:grpSpPr>
            <a:xfrm>
              <a:off x="4351371" y="4209917"/>
              <a:ext cx="1345130" cy="181500"/>
              <a:chOff x="4351371" y="4209917"/>
              <a:chExt cx="1345130" cy="181500"/>
            </a:xfrm>
          </p:grpSpPr>
          <p:sp>
            <p:nvSpPr>
              <p:cNvPr id="12431" name="Google Shape;12431;p139"/>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32" name="Google Shape;12432;p139"/>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2433" name="Google Shape;12433;p139"/>
            <p:cNvGrpSpPr/>
            <p:nvPr/>
          </p:nvGrpSpPr>
          <p:grpSpPr>
            <a:xfrm>
              <a:off x="4403010" y="3985221"/>
              <a:ext cx="1109518" cy="181500"/>
              <a:chOff x="4403010" y="3985221"/>
              <a:chExt cx="1109518" cy="181500"/>
            </a:xfrm>
          </p:grpSpPr>
          <p:sp>
            <p:nvSpPr>
              <p:cNvPr id="12434" name="Google Shape;12434;p139"/>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35" name="Google Shape;12435;p139"/>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2436" name="Google Shape;12436;p139"/>
            <p:cNvGrpSpPr/>
            <p:nvPr/>
          </p:nvGrpSpPr>
          <p:grpSpPr>
            <a:xfrm>
              <a:off x="4618704" y="3766582"/>
              <a:ext cx="807858" cy="181500"/>
              <a:chOff x="4618704" y="3766582"/>
              <a:chExt cx="807858" cy="181500"/>
            </a:xfrm>
          </p:grpSpPr>
          <p:sp>
            <p:nvSpPr>
              <p:cNvPr id="12437" name="Google Shape;12437;p139"/>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38" name="Google Shape;12438;p139"/>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2439" name="Google Shape;12439;p139"/>
            <p:cNvGrpSpPr/>
            <p:nvPr/>
          </p:nvGrpSpPr>
          <p:grpSpPr>
            <a:xfrm>
              <a:off x="4735238" y="3547942"/>
              <a:ext cx="462839" cy="181500"/>
              <a:chOff x="4735238" y="3547942"/>
              <a:chExt cx="462839" cy="181500"/>
            </a:xfrm>
          </p:grpSpPr>
          <p:sp>
            <p:nvSpPr>
              <p:cNvPr id="12440" name="Google Shape;12440;p139"/>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41" name="Google Shape;12441;p139"/>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2442" name="Google Shape;12442;p139"/>
          <p:cNvGrpSpPr/>
          <p:nvPr/>
        </p:nvGrpSpPr>
        <p:grpSpPr>
          <a:xfrm>
            <a:off x="7407835" y="2217530"/>
            <a:ext cx="1020955" cy="928853"/>
            <a:chOff x="926675" y="238125"/>
            <a:chExt cx="5755100" cy="5232975"/>
          </a:xfrm>
        </p:grpSpPr>
        <p:sp>
          <p:nvSpPr>
            <p:cNvPr id="12443" name="Google Shape;12443;p139"/>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139"/>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139"/>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39"/>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7" name="Google Shape;12447;p139"/>
          <p:cNvGrpSpPr/>
          <p:nvPr/>
        </p:nvGrpSpPr>
        <p:grpSpPr>
          <a:xfrm>
            <a:off x="715208" y="2616265"/>
            <a:ext cx="1695374" cy="1560837"/>
            <a:chOff x="727421" y="2828315"/>
            <a:chExt cx="1695374" cy="1560837"/>
          </a:xfrm>
        </p:grpSpPr>
        <p:grpSp>
          <p:nvGrpSpPr>
            <p:cNvPr id="12448" name="Google Shape;12448;p139"/>
            <p:cNvGrpSpPr/>
            <p:nvPr/>
          </p:nvGrpSpPr>
          <p:grpSpPr>
            <a:xfrm>
              <a:off x="727421" y="2828315"/>
              <a:ext cx="1695374" cy="1560837"/>
              <a:chOff x="734799" y="2782450"/>
              <a:chExt cx="1571100" cy="1577400"/>
            </a:xfrm>
          </p:grpSpPr>
          <p:cxnSp>
            <p:nvCxnSpPr>
              <p:cNvPr id="12449" name="Google Shape;12449;p13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2450" name="Google Shape;12450;p13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2451" name="Google Shape;12451;p139"/>
            <p:cNvGrpSpPr/>
            <p:nvPr/>
          </p:nvGrpSpPr>
          <p:grpSpPr>
            <a:xfrm>
              <a:off x="819108" y="2882501"/>
              <a:ext cx="1556791" cy="1426186"/>
              <a:chOff x="819108" y="2882501"/>
              <a:chExt cx="1556791" cy="1426186"/>
            </a:xfrm>
          </p:grpSpPr>
          <p:grpSp>
            <p:nvGrpSpPr>
              <p:cNvPr id="12452" name="Google Shape;12452;p139"/>
              <p:cNvGrpSpPr/>
              <p:nvPr/>
            </p:nvGrpSpPr>
            <p:grpSpPr>
              <a:xfrm>
                <a:off x="819108" y="2882501"/>
                <a:ext cx="103104" cy="1426186"/>
                <a:chOff x="4674013" y="3100904"/>
                <a:chExt cx="122758" cy="1698043"/>
              </a:xfrm>
            </p:grpSpPr>
            <p:sp>
              <p:nvSpPr>
                <p:cNvPr id="12453" name="Google Shape;12453;p13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3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3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3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3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13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3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0" name="Google Shape;12460;p139"/>
              <p:cNvGrpSpPr/>
              <p:nvPr/>
            </p:nvGrpSpPr>
            <p:grpSpPr>
              <a:xfrm>
                <a:off x="1062475" y="2882501"/>
                <a:ext cx="103104" cy="1426186"/>
                <a:chOff x="4940438" y="3100904"/>
                <a:chExt cx="122758" cy="1698043"/>
              </a:xfrm>
            </p:grpSpPr>
            <p:sp>
              <p:nvSpPr>
                <p:cNvPr id="12461" name="Google Shape;12461;p13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3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13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3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13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13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3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8" name="Google Shape;12468;p139"/>
              <p:cNvGrpSpPr/>
              <p:nvPr/>
            </p:nvGrpSpPr>
            <p:grpSpPr>
              <a:xfrm>
                <a:off x="1299324" y="2882501"/>
                <a:ext cx="103104" cy="1426186"/>
                <a:chOff x="5206863" y="3100904"/>
                <a:chExt cx="122758" cy="1698043"/>
              </a:xfrm>
            </p:grpSpPr>
            <p:sp>
              <p:nvSpPr>
                <p:cNvPr id="12469" name="Google Shape;12469;p13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3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3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13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13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3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3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6" name="Google Shape;12476;p139"/>
              <p:cNvGrpSpPr/>
              <p:nvPr/>
            </p:nvGrpSpPr>
            <p:grpSpPr>
              <a:xfrm>
                <a:off x="1786057" y="2882501"/>
                <a:ext cx="103104" cy="1426186"/>
                <a:chOff x="6006138" y="3143629"/>
                <a:chExt cx="122758" cy="1698043"/>
              </a:xfrm>
            </p:grpSpPr>
            <p:sp>
              <p:nvSpPr>
                <p:cNvPr id="12477" name="Google Shape;12477;p13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3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3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3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3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13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13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4" name="Google Shape;12484;p139"/>
              <p:cNvGrpSpPr/>
              <p:nvPr/>
            </p:nvGrpSpPr>
            <p:grpSpPr>
              <a:xfrm>
                <a:off x="2029422" y="2882501"/>
                <a:ext cx="103104" cy="1426186"/>
                <a:chOff x="6805413" y="3100904"/>
                <a:chExt cx="122758" cy="1698043"/>
              </a:xfrm>
            </p:grpSpPr>
            <p:sp>
              <p:nvSpPr>
                <p:cNvPr id="12485" name="Google Shape;12485;p13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13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13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13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3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3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3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2" name="Google Shape;12492;p139"/>
              <p:cNvGrpSpPr/>
              <p:nvPr/>
            </p:nvGrpSpPr>
            <p:grpSpPr>
              <a:xfrm>
                <a:off x="2272795" y="2882501"/>
                <a:ext cx="103104" cy="1426186"/>
                <a:chOff x="5206863" y="3100904"/>
                <a:chExt cx="122758" cy="1698043"/>
              </a:xfrm>
            </p:grpSpPr>
            <p:sp>
              <p:nvSpPr>
                <p:cNvPr id="12493" name="Google Shape;12493;p13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3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3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3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3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3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3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139"/>
              <p:cNvGrpSpPr/>
              <p:nvPr/>
            </p:nvGrpSpPr>
            <p:grpSpPr>
              <a:xfrm>
                <a:off x="1542694" y="2882501"/>
                <a:ext cx="103104" cy="1426186"/>
                <a:chOff x="6006138" y="3143629"/>
                <a:chExt cx="122758" cy="1698043"/>
              </a:xfrm>
            </p:grpSpPr>
            <p:sp>
              <p:nvSpPr>
                <p:cNvPr id="12501" name="Google Shape;12501;p13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13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13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13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3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3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13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508" name="Google Shape;12508;p139"/>
          <p:cNvGrpSpPr/>
          <p:nvPr/>
        </p:nvGrpSpPr>
        <p:grpSpPr>
          <a:xfrm>
            <a:off x="5671259" y="3305987"/>
            <a:ext cx="2749952" cy="870677"/>
            <a:chOff x="238125" y="1725700"/>
            <a:chExt cx="7139025" cy="2260325"/>
          </a:xfrm>
        </p:grpSpPr>
        <p:sp>
          <p:nvSpPr>
            <p:cNvPr id="12509" name="Google Shape;12509;p139"/>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139"/>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39"/>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39"/>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139"/>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139"/>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39"/>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39"/>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39"/>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39"/>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9" name="Google Shape;12519;p139"/>
          <p:cNvGrpSpPr/>
          <p:nvPr/>
        </p:nvGrpSpPr>
        <p:grpSpPr>
          <a:xfrm>
            <a:off x="5941423" y="2247733"/>
            <a:ext cx="1105452" cy="916747"/>
            <a:chOff x="5249100" y="1210600"/>
            <a:chExt cx="3502700" cy="2904775"/>
          </a:xfrm>
        </p:grpSpPr>
        <p:sp>
          <p:nvSpPr>
            <p:cNvPr id="12520" name="Google Shape;12520;p13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3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3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13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24" name="Google Shape;12524;p139"/>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2525" name="Google Shape;12525;p139"/>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2526" name="Google Shape;12526;p139"/>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2527" name="Google Shape;12527;p139"/>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2528" name="Google Shape;12528;p139"/>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9" name="Google Shape;12529;p139"/>
          <p:cNvGrpSpPr/>
          <p:nvPr/>
        </p:nvGrpSpPr>
        <p:grpSpPr>
          <a:xfrm>
            <a:off x="7123971" y="967151"/>
            <a:ext cx="1304650" cy="1124856"/>
            <a:chOff x="7287122" y="1165658"/>
            <a:chExt cx="1219413" cy="1051365"/>
          </a:xfrm>
        </p:grpSpPr>
        <p:grpSp>
          <p:nvGrpSpPr>
            <p:cNvPr id="12530" name="Google Shape;12530;p139"/>
            <p:cNvGrpSpPr/>
            <p:nvPr/>
          </p:nvGrpSpPr>
          <p:grpSpPr>
            <a:xfrm>
              <a:off x="7287122" y="1969723"/>
              <a:ext cx="1219413" cy="247300"/>
              <a:chOff x="7287122" y="1969723"/>
              <a:chExt cx="1219413" cy="247300"/>
            </a:xfrm>
          </p:grpSpPr>
          <p:sp>
            <p:nvSpPr>
              <p:cNvPr id="12531" name="Google Shape;12531;p13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2" name="Google Shape;12532;p139"/>
              <p:cNvGrpSpPr/>
              <p:nvPr/>
            </p:nvGrpSpPr>
            <p:grpSpPr>
              <a:xfrm>
                <a:off x="7287122" y="2063892"/>
                <a:ext cx="1151753" cy="73428"/>
                <a:chOff x="7287122" y="2063892"/>
                <a:chExt cx="1151753" cy="73428"/>
              </a:xfrm>
            </p:grpSpPr>
            <p:sp>
              <p:nvSpPr>
                <p:cNvPr id="12533" name="Google Shape;12533;p13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34" name="Google Shape;12534;p13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2535" name="Google Shape;12535;p139"/>
            <p:cNvGrpSpPr/>
            <p:nvPr/>
          </p:nvGrpSpPr>
          <p:grpSpPr>
            <a:xfrm>
              <a:off x="7287122" y="1712201"/>
              <a:ext cx="1219403" cy="246767"/>
              <a:chOff x="7287122" y="1712201"/>
              <a:chExt cx="1219403" cy="246767"/>
            </a:xfrm>
          </p:grpSpPr>
          <p:sp>
            <p:nvSpPr>
              <p:cNvPr id="12536" name="Google Shape;12536;p13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7" name="Google Shape;12537;p139"/>
              <p:cNvGrpSpPr/>
              <p:nvPr/>
            </p:nvGrpSpPr>
            <p:grpSpPr>
              <a:xfrm>
                <a:off x="7287122" y="1842861"/>
                <a:ext cx="1005303" cy="73419"/>
                <a:chOff x="7287122" y="1842861"/>
                <a:chExt cx="1005303" cy="73419"/>
              </a:xfrm>
            </p:grpSpPr>
            <p:sp>
              <p:nvSpPr>
                <p:cNvPr id="12538" name="Google Shape;12538;p13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39" name="Google Shape;12539;p13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2540" name="Google Shape;12540;p139"/>
            <p:cNvGrpSpPr/>
            <p:nvPr/>
          </p:nvGrpSpPr>
          <p:grpSpPr>
            <a:xfrm>
              <a:off x="7287122" y="1447520"/>
              <a:ext cx="1219403" cy="286667"/>
              <a:chOff x="7287122" y="1447520"/>
              <a:chExt cx="1219403" cy="286667"/>
            </a:xfrm>
          </p:grpSpPr>
          <p:sp>
            <p:nvSpPr>
              <p:cNvPr id="12541" name="Google Shape;12541;p13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2" name="Google Shape;12542;p139"/>
              <p:cNvGrpSpPr/>
              <p:nvPr/>
            </p:nvGrpSpPr>
            <p:grpSpPr>
              <a:xfrm>
                <a:off x="7287122" y="1581977"/>
                <a:ext cx="852803" cy="73428"/>
                <a:chOff x="7287122" y="1581977"/>
                <a:chExt cx="852803" cy="73428"/>
              </a:xfrm>
            </p:grpSpPr>
            <p:sp>
              <p:nvSpPr>
                <p:cNvPr id="12543" name="Google Shape;12543;p13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44" name="Google Shape;12544;p13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2545" name="Google Shape;12545;p139"/>
            <p:cNvGrpSpPr/>
            <p:nvPr/>
          </p:nvGrpSpPr>
          <p:grpSpPr>
            <a:xfrm>
              <a:off x="7287122" y="1165658"/>
              <a:ext cx="1219403" cy="344253"/>
              <a:chOff x="7287122" y="1165658"/>
              <a:chExt cx="1219403" cy="344253"/>
            </a:xfrm>
          </p:grpSpPr>
          <p:sp>
            <p:nvSpPr>
              <p:cNvPr id="12546" name="Google Shape;12546;p13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7" name="Google Shape;12547;p139"/>
              <p:cNvGrpSpPr/>
              <p:nvPr/>
            </p:nvGrpSpPr>
            <p:grpSpPr>
              <a:xfrm>
                <a:off x="7287122" y="1341025"/>
                <a:ext cx="695703" cy="73419"/>
                <a:chOff x="7287122" y="1341025"/>
                <a:chExt cx="695703" cy="73419"/>
              </a:xfrm>
            </p:grpSpPr>
            <p:sp>
              <p:nvSpPr>
                <p:cNvPr id="12548" name="Google Shape;12548;p13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49" name="Google Shape;12549;p13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2550" name="Google Shape;12550;p139"/>
          <p:cNvGrpSpPr/>
          <p:nvPr/>
        </p:nvGrpSpPr>
        <p:grpSpPr>
          <a:xfrm>
            <a:off x="5790463" y="973174"/>
            <a:ext cx="1397729" cy="1098540"/>
            <a:chOff x="5900602" y="1193063"/>
            <a:chExt cx="1299851" cy="1021707"/>
          </a:xfrm>
        </p:grpSpPr>
        <p:grpSp>
          <p:nvGrpSpPr>
            <p:cNvPr id="12551" name="Google Shape;12551;p139"/>
            <p:cNvGrpSpPr/>
            <p:nvPr/>
          </p:nvGrpSpPr>
          <p:grpSpPr>
            <a:xfrm>
              <a:off x="6520337" y="1193063"/>
              <a:ext cx="341815" cy="799959"/>
              <a:chOff x="6520337" y="1193063"/>
              <a:chExt cx="341815" cy="799959"/>
            </a:xfrm>
          </p:grpSpPr>
          <p:grpSp>
            <p:nvGrpSpPr>
              <p:cNvPr id="12552" name="Google Shape;12552;p139"/>
              <p:cNvGrpSpPr/>
              <p:nvPr/>
            </p:nvGrpSpPr>
            <p:grpSpPr>
              <a:xfrm>
                <a:off x="6520337" y="1589527"/>
                <a:ext cx="213950" cy="403494"/>
                <a:chOff x="6520337" y="1589527"/>
                <a:chExt cx="213950" cy="403494"/>
              </a:xfrm>
            </p:grpSpPr>
            <p:sp>
              <p:nvSpPr>
                <p:cNvPr id="12553" name="Google Shape;12553;p13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139"/>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139"/>
              <p:cNvGrpSpPr/>
              <p:nvPr/>
            </p:nvGrpSpPr>
            <p:grpSpPr>
              <a:xfrm>
                <a:off x="6577204" y="1193063"/>
                <a:ext cx="284947" cy="464512"/>
                <a:chOff x="6577204" y="1193063"/>
                <a:chExt cx="284947" cy="464512"/>
              </a:xfrm>
            </p:grpSpPr>
            <p:sp>
              <p:nvSpPr>
                <p:cNvPr id="12556" name="Google Shape;12556;p13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57" name="Google Shape;12557;p139"/>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2558" name="Google Shape;12558;p139"/>
            <p:cNvGrpSpPr/>
            <p:nvPr/>
          </p:nvGrpSpPr>
          <p:grpSpPr>
            <a:xfrm>
              <a:off x="6238903" y="1193063"/>
              <a:ext cx="300475" cy="900152"/>
              <a:chOff x="6238903" y="1193063"/>
              <a:chExt cx="300475" cy="900152"/>
            </a:xfrm>
          </p:grpSpPr>
          <p:grpSp>
            <p:nvGrpSpPr>
              <p:cNvPr id="12559" name="Google Shape;12559;p139"/>
              <p:cNvGrpSpPr/>
              <p:nvPr/>
            </p:nvGrpSpPr>
            <p:grpSpPr>
              <a:xfrm>
                <a:off x="6290865" y="1489315"/>
                <a:ext cx="248514" cy="603900"/>
                <a:chOff x="6290865" y="1489315"/>
                <a:chExt cx="248514" cy="603900"/>
              </a:xfrm>
            </p:grpSpPr>
            <p:sp>
              <p:nvSpPr>
                <p:cNvPr id="12560" name="Google Shape;12560;p13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139"/>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2" name="Google Shape;12562;p139"/>
              <p:cNvGrpSpPr/>
              <p:nvPr/>
            </p:nvGrpSpPr>
            <p:grpSpPr>
              <a:xfrm>
                <a:off x="6238903" y="1193063"/>
                <a:ext cx="284947" cy="333087"/>
                <a:chOff x="6238903" y="1193063"/>
                <a:chExt cx="284947" cy="333087"/>
              </a:xfrm>
            </p:grpSpPr>
            <p:sp>
              <p:nvSpPr>
                <p:cNvPr id="12563" name="Google Shape;12563;p13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64" name="Google Shape;12564;p139"/>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2565" name="Google Shape;12565;p139"/>
            <p:cNvGrpSpPr/>
            <p:nvPr/>
          </p:nvGrpSpPr>
          <p:grpSpPr>
            <a:xfrm>
              <a:off x="5900602" y="1193063"/>
              <a:ext cx="444345" cy="1021707"/>
              <a:chOff x="5900602" y="1193063"/>
              <a:chExt cx="444345" cy="1021707"/>
            </a:xfrm>
          </p:grpSpPr>
          <p:grpSp>
            <p:nvGrpSpPr>
              <p:cNvPr id="12566" name="Google Shape;12566;p139"/>
              <p:cNvGrpSpPr/>
              <p:nvPr/>
            </p:nvGrpSpPr>
            <p:grpSpPr>
              <a:xfrm>
                <a:off x="6046501" y="1367785"/>
                <a:ext cx="298446" cy="846986"/>
                <a:chOff x="6046501" y="1367785"/>
                <a:chExt cx="298446" cy="846986"/>
              </a:xfrm>
            </p:grpSpPr>
            <p:sp>
              <p:nvSpPr>
                <p:cNvPr id="12567" name="Google Shape;12567;p13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39"/>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9" name="Google Shape;12569;p139"/>
              <p:cNvGrpSpPr/>
              <p:nvPr/>
            </p:nvGrpSpPr>
            <p:grpSpPr>
              <a:xfrm>
                <a:off x="5900602" y="1193063"/>
                <a:ext cx="284947" cy="182312"/>
                <a:chOff x="5900602" y="1193063"/>
                <a:chExt cx="284947" cy="182312"/>
              </a:xfrm>
            </p:grpSpPr>
            <p:sp>
              <p:nvSpPr>
                <p:cNvPr id="12570" name="Google Shape;12570;p13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71" name="Google Shape;12571;p13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2572" name="Google Shape;12572;p139"/>
            <p:cNvGrpSpPr/>
            <p:nvPr/>
          </p:nvGrpSpPr>
          <p:grpSpPr>
            <a:xfrm>
              <a:off x="6738300" y="1193063"/>
              <a:ext cx="462153" cy="707634"/>
              <a:chOff x="6738300" y="1193063"/>
              <a:chExt cx="462153" cy="707634"/>
            </a:xfrm>
          </p:grpSpPr>
          <p:grpSp>
            <p:nvGrpSpPr>
              <p:cNvPr id="12573" name="Google Shape;12573;p139"/>
              <p:cNvGrpSpPr/>
              <p:nvPr/>
            </p:nvGrpSpPr>
            <p:grpSpPr>
              <a:xfrm>
                <a:off x="6915505" y="1193063"/>
                <a:ext cx="284947" cy="597387"/>
                <a:chOff x="6915505" y="1193063"/>
                <a:chExt cx="284947" cy="597387"/>
              </a:xfrm>
            </p:grpSpPr>
            <p:sp>
              <p:nvSpPr>
                <p:cNvPr id="12574" name="Google Shape;12574;p13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75" name="Google Shape;12575;p139"/>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2576" name="Google Shape;12576;p139"/>
              <p:cNvGrpSpPr/>
              <p:nvPr/>
            </p:nvGrpSpPr>
            <p:grpSpPr>
              <a:xfrm>
                <a:off x="6738300" y="1684725"/>
                <a:ext cx="230066" cy="215971"/>
                <a:chOff x="6738300" y="1684725"/>
                <a:chExt cx="230066" cy="215971"/>
              </a:xfrm>
            </p:grpSpPr>
            <p:sp>
              <p:nvSpPr>
                <p:cNvPr id="12577" name="Google Shape;12577;p139"/>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139"/>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82" name="Shape 12582"/>
        <p:cNvGrpSpPr/>
        <p:nvPr/>
      </p:nvGrpSpPr>
      <p:grpSpPr>
        <a:xfrm>
          <a:off x="0" y="0"/>
          <a:ext cx="0" cy="0"/>
          <a:chOff x="0" y="0"/>
          <a:chExt cx="0" cy="0"/>
        </a:xfrm>
      </p:grpSpPr>
      <p:grpSp>
        <p:nvGrpSpPr>
          <p:cNvPr id="12583" name="Google Shape;12583;p140"/>
          <p:cNvGrpSpPr/>
          <p:nvPr/>
        </p:nvGrpSpPr>
        <p:grpSpPr>
          <a:xfrm>
            <a:off x="839307" y="2318098"/>
            <a:ext cx="387992" cy="329326"/>
            <a:chOff x="839307" y="2318098"/>
            <a:chExt cx="387992" cy="329326"/>
          </a:xfrm>
        </p:grpSpPr>
        <p:sp>
          <p:nvSpPr>
            <p:cNvPr id="12584" name="Google Shape;12584;p140"/>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40"/>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40"/>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40"/>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40"/>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40"/>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40"/>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40"/>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140"/>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140"/>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4" name="Google Shape;12594;p140"/>
          <p:cNvGrpSpPr/>
          <p:nvPr/>
        </p:nvGrpSpPr>
        <p:grpSpPr>
          <a:xfrm>
            <a:off x="1414990" y="2289671"/>
            <a:ext cx="387073" cy="385996"/>
            <a:chOff x="1414990" y="2289671"/>
            <a:chExt cx="387073" cy="385996"/>
          </a:xfrm>
        </p:grpSpPr>
        <p:sp>
          <p:nvSpPr>
            <p:cNvPr id="12595" name="Google Shape;12595;p140"/>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140"/>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140"/>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40"/>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40"/>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140"/>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140"/>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140"/>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40"/>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40"/>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40"/>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40"/>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40"/>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140"/>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140"/>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40"/>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40"/>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40"/>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3" name="Google Shape;12613;p140"/>
          <p:cNvGrpSpPr/>
          <p:nvPr/>
        </p:nvGrpSpPr>
        <p:grpSpPr>
          <a:xfrm>
            <a:off x="1989911" y="2306065"/>
            <a:ext cx="387099" cy="353207"/>
            <a:chOff x="1989911" y="2306065"/>
            <a:chExt cx="387099" cy="353207"/>
          </a:xfrm>
        </p:grpSpPr>
        <p:sp>
          <p:nvSpPr>
            <p:cNvPr id="12614" name="Google Shape;12614;p140"/>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40"/>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40"/>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140"/>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40"/>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40"/>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40"/>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1" name="Google Shape;12621;p140"/>
          <p:cNvGrpSpPr/>
          <p:nvPr/>
        </p:nvGrpSpPr>
        <p:grpSpPr>
          <a:xfrm>
            <a:off x="2593102" y="2288778"/>
            <a:ext cx="204663" cy="363007"/>
            <a:chOff x="2593102" y="2288778"/>
            <a:chExt cx="204663" cy="363007"/>
          </a:xfrm>
        </p:grpSpPr>
        <p:sp>
          <p:nvSpPr>
            <p:cNvPr id="12622" name="Google Shape;12622;p140"/>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40"/>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40"/>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40"/>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40"/>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40"/>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40"/>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40"/>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40"/>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1" name="Google Shape;12631;p140"/>
          <p:cNvGrpSpPr/>
          <p:nvPr/>
        </p:nvGrpSpPr>
        <p:grpSpPr>
          <a:xfrm>
            <a:off x="2970874" y="2329763"/>
            <a:ext cx="403651" cy="305996"/>
            <a:chOff x="2970874" y="2329763"/>
            <a:chExt cx="403651" cy="305996"/>
          </a:xfrm>
        </p:grpSpPr>
        <p:sp>
          <p:nvSpPr>
            <p:cNvPr id="12632" name="Google Shape;12632;p140"/>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40"/>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40"/>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40"/>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40"/>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40"/>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40"/>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140"/>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40"/>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140"/>
          <p:cNvGrpSpPr/>
          <p:nvPr/>
        </p:nvGrpSpPr>
        <p:grpSpPr>
          <a:xfrm>
            <a:off x="3545795" y="2318755"/>
            <a:ext cx="387835" cy="327933"/>
            <a:chOff x="3545795" y="2318755"/>
            <a:chExt cx="387835" cy="327933"/>
          </a:xfrm>
        </p:grpSpPr>
        <p:sp>
          <p:nvSpPr>
            <p:cNvPr id="12642" name="Google Shape;12642;p140"/>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40"/>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40"/>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5" name="Google Shape;12645;p140"/>
            <p:cNvGrpSpPr/>
            <p:nvPr/>
          </p:nvGrpSpPr>
          <p:grpSpPr>
            <a:xfrm>
              <a:off x="3545795" y="2322301"/>
              <a:ext cx="387835" cy="324387"/>
              <a:chOff x="3545795" y="2322301"/>
              <a:chExt cx="387835" cy="324387"/>
            </a:xfrm>
          </p:grpSpPr>
          <p:sp>
            <p:nvSpPr>
              <p:cNvPr id="12646" name="Google Shape;12646;p140"/>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140"/>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40"/>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40"/>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140"/>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140"/>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140"/>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53" name="Google Shape;12653;p140"/>
          <p:cNvGrpSpPr/>
          <p:nvPr/>
        </p:nvGrpSpPr>
        <p:grpSpPr>
          <a:xfrm>
            <a:off x="4718468" y="2306984"/>
            <a:ext cx="364294" cy="351552"/>
            <a:chOff x="4718468" y="2306984"/>
            <a:chExt cx="364294" cy="351552"/>
          </a:xfrm>
        </p:grpSpPr>
        <p:sp>
          <p:nvSpPr>
            <p:cNvPr id="12654" name="Google Shape;12654;p140"/>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40"/>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140"/>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40"/>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40"/>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40"/>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140"/>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140"/>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40"/>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40"/>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140"/>
          <p:cNvGrpSpPr/>
          <p:nvPr/>
        </p:nvGrpSpPr>
        <p:grpSpPr>
          <a:xfrm>
            <a:off x="4147908" y="2303017"/>
            <a:ext cx="361194" cy="359355"/>
            <a:chOff x="4147908" y="2303017"/>
            <a:chExt cx="361194" cy="359355"/>
          </a:xfrm>
        </p:grpSpPr>
        <p:sp>
          <p:nvSpPr>
            <p:cNvPr id="12665" name="Google Shape;12665;p140"/>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40"/>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140"/>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140"/>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140"/>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140"/>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40"/>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40"/>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140"/>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140"/>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40"/>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140"/>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40"/>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140"/>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9" name="Google Shape;12679;p140"/>
          <p:cNvGrpSpPr/>
          <p:nvPr/>
        </p:nvGrpSpPr>
        <p:grpSpPr>
          <a:xfrm>
            <a:off x="5292128" y="2299891"/>
            <a:ext cx="367027" cy="365214"/>
            <a:chOff x="5292128" y="2299891"/>
            <a:chExt cx="367027" cy="365214"/>
          </a:xfrm>
        </p:grpSpPr>
        <p:sp>
          <p:nvSpPr>
            <p:cNvPr id="12680" name="Google Shape;12680;p140"/>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40"/>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40"/>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140"/>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140"/>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140"/>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6" name="Google Shape;12686;p140"/>
          <p:cNvGrpSpPr/>
          <p:nvPr/>
        </p:nvGrpSpPr>
        <p:grpSpPr>
          <a:xfrm>
            <a:off x="5873617" y="2309901"/>
            <a:ext cx="345720" cy="345720"/>
            <a:chOff x="5873617" y="2309901"/>
            <a:chExt cx="345720" cy="345720"/>
          </a:xfrm>
        </p:grpSpPr>
        <p:sp>
          <p:nvSpPr>
            <p:cNvPr id="12687" name="Google Shape;12687;p140"/>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140"/>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140"/>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140"/>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140"/>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140"/>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140"/>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140"/>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140"/>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140"/>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140"/>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140"/>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140"/>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140"/>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140"/>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140"/>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140"/>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40"/>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140"/>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6" name="Google Shape;12706;p140"/>
          <p:cNvGrpSpPr/>
          <p:nvPr/>
        </p:nvGrpSpPr>
        <p:grpSpPr>
          <a:xfrm>
            <a:off x="6863329" y="2297710"/>
            <a:ext cx="391460" cy="370127"/>
            <a:chOff x="6863329" y="2297710"/>
            <a:chExt cx="391460" cy="370127"/>
          </a:xfrm>
        </p:grpSpPr>
        <p:sp>
          <p:nvSpPr>
            <p:cNvPr id="12707" name="Google Shape;12707;p140"/>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140"/>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140"/>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140"/>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140"/>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140"/>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140"/>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140"/>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140"/>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140"/>
          <p:cNvGrpSpPr/>
          <p:nvPr/>
        </p:nvGrpSpPr>
        <p:grpSpPr>
          <a:xfrm>
            <a:off x="7421488" y="2318518"/>
            <a:ext cx="342620" cy="328459"/>
            <a:chOff x="7421488" y="2318518"/>
            <a:chExt cx="342620" cy="328459"/>
          </a:xfrm>
        </p:grpSpPr>
        <p:sp>
          <p:nvSpPr>
            <p:cNvPr id="12717" name="Google Shape;12717;p140"/>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140"/>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140"/>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140"/>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140"/>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140"/>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140"/>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4" name="Google Shape;12724;p140"/>
          <p:cNvGrpSpPr/>
          <p:nvPr/>
        </p:nvGrpSpPr>
        <p:grpSpPr>
          <a:xfrm>
            <a:off x="2508373" y="2779889"/>
            <a:ext cx="337523" cy="337680"/>
            <a:chOff x="2508373" y="2779889"/>
            <a:chExt cx="337523" cy="337680"/>
          </a:xfrm>
        </p:grpSpPr>
        <p:sp>
          <p:nvSpPr>
            <p:cNvPr id="12725" name="Google Shape;12725;p140"/>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140"/>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140"/>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140"/>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140"/>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140"/>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1" name="Google Shape;12731;p140"/>
          <p:cNvGrpSpPr/>
          <p:nvPr/>
        </p:nvGrpSpPr>
        <p:grpSpPr>
          <a:xfrm>
            <a:off x="1884401" y="4141593"/>
            <a:ext cx="410613" cy="372229"/>
            <a:chOff x="1884401" y="4141593"/>
            <a:chExt cx="410613" cy="372229"/>
          </a:xfrm>
        </p:grpSpPr>
        <p:sp>
          <p:nvSpPr>
            <p:cNvPr id="12732" name="Google Shape;12732;p140"/>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140"/>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140"/>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140"/>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140"/>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140"/>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140"/>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9" name="Google Shape;12739;p140"/>
          <p:cNvGrpSpPr/>
          <p:nvPr/>
        </p:nvGrpSpPr>
        <p:grpSpPr>
          <a:xfrm>
            <a:off x="1430832" y="2773689"/>
            <a:ext cx="294515" cy="349897"/>
            <a:chOff x="1430832" y="2773689"/>
            <a:chExt cx="294515" cy="349897"/>
          </a:xfrm>
        </p:grpSpPr>
        <p:sp>
          <p:nvSpPr>
            <p:cNvPr id="12740" name="Google Shape;12740;p140"/>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140"/>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140"/>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140"/>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140"/>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140"/>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140"/>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140"/>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140"/>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140"/>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140"/>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140"/>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140"/>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3" name="Google Shape;12753;p140"/>
          <p:cNvGrpSpPr/>
          <p:nvPr/>
        </p:nvGrpSpPr>
        <p:grpSpPr>
          <a:xfrm>
            <a:off x="3082217" y="2788586"/>
            <a:ext cx="288866" cy="320236"/>
            <a:chOff x="3082217" y="2788586"/>
            <a:chExt cx="288866" cy="320236"/>
          </a:xfrm>
        </p:grpSpPr>
        <p:sp>
          <p:nvSpPr>
            <p:cNvPr id="12754" name="Google Shape;12754;p140"/>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140"/>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140"/>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140"/>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140"/>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140"/>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40"/>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1" name="Google Shape;12761;p140"/>
          <p:cNvGrpSpPr/>
          <p:nvPr/>
        </p:nvGrpSpPr>
        <p:grpSpPr>
          <a:xfrm>
            <a:off x="3610557" y="2780704"/>
            <a:ext cx="325017" cy="336052"/>
            <a:chOff x="3610557" y="2780704"/>
            <a:chExt cx="325017" cy="336052"/>
          </a:xfrm>
        </p:grpSpPr>
        <p:sp>
          <p:nvSpPr>
            <p:cNvPr id="12762" name="Google Shape;12762;p140"/>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40"/>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140"/>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5" name="Google Shape;12765;p140"/>
          <p:cNvGrpSpPr/>
          <p:nvPr/>
        </p:nvGrpSpPr>
        <p:grpSpPr>
          <a:xfrm>
            <a:off x="4179067" y="2811495"/>
            <a:ext cx="286475" cy="274390"/>
            <a:chOff x="4179067" y="2811495"/>
            <a:chExt cx="286475" cy="274390"/>
          </a:xfrm>
        </p:grpSpPr>
        <p:sp>
          <p:nvSpPr>
            <p:cNvPr id="12766" name="Google Shape;12766;p140"/>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140"/>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140"/>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140"/>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140"/>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140"/>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40"/>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140"/>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140"/>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5" name="Google Shape;12775;p140"/>
          <p:cNvGrpSpPr/>
          <p:nvPr/>
        </p:nvGrpSpPr>
        <p:grpSpPr>
          <a:xfrm>
            <a:off x="4686757" y="2762156"/>
            <a:ext cx="371047" cy="374199"/>
            <a:chOff x="4686757" y="2762156"/>
            <a:chExt cx="371047" cy="374199"/>
          </a:xfrm>
        </p:grpSpPr>
        <p:sp>
          <p:nvSpPr>
            <p:cNvPr id="12776" name="Google Shape;12776;p140"/>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140"/>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140"/>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140"/>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140"/>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140"/>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140"/>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3" name="Google Shape;12783;p140"/>
          <p:cNvGrpSpPr/>
          <p:nvPr/>
        </p:nvGrpSpPr>
        <p:grpSpPr>
          <a:xfrm>
            <a:off x="5221613" y="2784802"/>
            <a:ext cx="406567" cy="327855"/>
            <a:chOff x="5221613" y="2784802"/>
            <a:chExt cx="406567" cy="327855"/>
          </a:xfrm>
        </p:grpSpPr>
        <p:sp>
          <p:nvSpPr>
            <p:cNvPr id="12784" name="Google Shape;12784;p140"/>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140"/>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140"/>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140"/>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140"/>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140"/>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140"/>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140"/>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40"/>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140"/>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140"/>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140"/>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140"/>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140"/>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140"/>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140"/>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140"/>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140"/>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140"/>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140"/>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140"/>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140"/>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140"/>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140"/>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140"/>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140"/>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140"/>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140"/>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140"/>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140"/>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4" name="Google Shape;12814;p140"/>
          <p:cNvGrpSpPr/>
          <p:nvPr/>
        </p:nvGrpSpPr>
        <p:grpSpPr>
          <a:xfrm>
            <a:off x="5812586" y="2760921"/>
            <a:ext cx="303605" cy="375434"/>
            <a:chOff x="5812586" y="2760921"/>
            <a:chExt cx="303605" cy="375434"/>
          </a:xfrm>
        </p:grpSpPr>
        <p:sp>
          <p:nvSpPr>
            <p:cNvPr id="12815" name="Google Shape;12815;p140"/>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140"/>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140"/>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140"/>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140"/>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140"/>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140"/>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140"/>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140"/>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140"/>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140"/>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6" name="Google Shape;12826;p140"/>
          <p:cNvGrpSpPr/>
          <p:nvPr/>
        </p:nvGrpSpPr>
        <p:grpSpPr>
          <a:xfrm>
            <a:off x="6334673" y="2759633"/>
            <a:ext cx="378508" cy="378166"/>
            <a:chOff x="6334673" y="2759633"/>
            <a:chExt cx="378508" cy="378166"/>
          </a:xfrm>
        </p:grpSpPr>
        <p:sp>
          <p:nvSpPr>
            <p:cNvPr id="12827" name="Google Shape;12827;p140"/>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140"/>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140"/>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140"/>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1" name="Google Shape;12831;p140"/>
          <p:cNvGrpSpPr/>
          <p:nvPr/>
        </p:nvGrpSpPr>
        <p:grpSpPr>
          <a:xfrm>
            <a:off x="8012645" y="2806477"/>
            <a:ext cx="319763" cy="284505"/>
            <a:chOff x="8012645" y="2806477"/>
            <a:chExt cx="319763" cy="284505"/>
          </a:xfrm>
        </p:grpSpPr>
        <p:sp>
          <p:nvSpPr>
            <p:cNvPr id="12832" name="Google Shape;12832;p140"/>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140"/>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140"/>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140"/>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140"/>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140"/>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140"/>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140"/>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140"/>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140"/>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2" name="Google Shape;12842;p140"/>
          <p:cNvGrpSpPr/>
          <p:nvPr/>
        </p:nvGrpSpPr>
        <p:grpSpPr>
          <a:xfrm>
            <a:off x="2454435" y="4162138"/>
            <a:ext cx="385339" cy="388071"/>
            <a:chOff x="2454435" y="4162138"/>
            <a:chExt cx="385339" cy="388071"/>
          </a:xfrm>
        </p:grpSpPr>
        <p:sp>
          <p:nvSpPr>
            <p:cNvPr id="12843" name="Google Shape;12843;p140"/>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140"/>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140"/>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140"/>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140"/>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140"/>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140"/>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140"/>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140"/>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140"/>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140"/>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4" name="Google Shape;12854;p140"/>
          <p:cNvGrpSpPr/>
          <p:nvPr/>
        </p:nvGrpSpPr>
        <p:grpSpPr>
          <a:xfrm>
            <a:off x="3601939" y="4161192"/>
            <a:ext cx="275178" cy="388912"/>
            <a:chOff x="3601939" y="4161192"/>
            <a:chExt cx="275178" cy="388912"/>
          </a:xfrm>
        </p:grpSpPr>
        <p:sp>
          <p:nvSpPr>
            <p:cNvPr id="12855" name="Google Shape;12855;p140"/>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140"/>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140"/>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140"/>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140"/>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140"/>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140"/>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140"/>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140"/>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140"/>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5" name="Google Shape;12865;p140"/>
          <p:cNvGrpSpPr/>
          <p:nvPr/>
        </p:nvGrpSpPr>
        <p:grpSpPr>
          <a:xfrm>
            <a:off x="836023" y="3215146"/>
            <a:ext cx="375802" cy="371677"/>
            <a:chOff x="836023" y="3215146"/>
            <a:chExt cx="375802" cy="371677"/>
          </a:xfrm>
        </p:grpSpPr>
        <p:sp>
          <p:nvSpPr>
            <p:cNvPr id="12866" name="Google Shape;12866;p140"/>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140"/>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140"/>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140"/>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140"/>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140"/>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140"/>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140"/>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140"/>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140"/>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140"/>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140"/>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140"/>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140"/>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140"/>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140"/>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2" name="Google Shape;12882;p140"/>
          <p:cNvGrpSpPr/>
          <p:nvPr/>
        </p:nvGrpSpPr>
        <p:grpSpPr>
          <a:xfrm>
            <a:off x="1356297" y="3210890"/>
            <a:ext cx="431368" cy="380189"/>
            <a:chOff x="1356297" y="3210890"/>
            <a:chExt cx="431368" cy="380189"/>
          </a:xfrm>
        </p:grpSpPr>
        <p:sp>
          <p:nvSpPr>
            <p:cNvPr id="12883" name="Google Shape;12883;p140"/>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140"/>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140"/>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140"/>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140"/>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140"/>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140"/>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140"/>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140"/>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140"/>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140"/>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140"/>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140"/>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6" name="Google Shape;12896;p140"/>
          <p:cNvGrpSpPr/>
          <p:nvPr/>
        </p:nvGrpSpPr>
        <p:grpSpPr>
          <a:xfrm>
            <a:off x="1903737" y="3215540"/>
            <a:ext cx="411874" cy="370731"/>
            <a:chOff x="1903737" y="3215540"/>
            <a:chExt cx="411874" cy="370731"/>
          </a:xfrm>
        </p:grpSpPr>
        <p:sp>
          <p:nvSpPr>
            <p:cNvPr id="12897" name="Google Shape;12897;p140"/>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140"/>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140"/>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140"/>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140"/>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140"/>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140"/>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140"/>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140"/>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6" name="Google Shape;12906;p140"/>
          <p:cNvGrpSpPr/>
          <p:nvPr/>
        </p:nvGrpSpPr>
        <p:grpSpPr>
          <a:xfrm>
            <a:off x="2468465" y="3248854"/>
            <a:ext cx="397818" cy="304078"/>
            <a:chOff x="2468465" y="3248854"/>
            <a:chExt cx="397818" cy="304078"/>
          </a:xfrm>
        </p:grpSpPr>
        <p:sp>
          <p:nvSpPr>
            <p:cNvPr id="12907" name="Google Shape;12907;p140"/>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140"/>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140"/>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140"/>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140"/>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140"/>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3" name="Google Shape;12913;p140"/>
          <p:cNvGrpSpPr/>
          <p:nvPr/>
        </p:nvGrpSpPr>
        <p:grpSpPr>
          <a:xfrm>
            <a:off x="3017166" y="3216013"/>
            <a:ext cx="394376" cy="369812"/>
            <a:chOff x="3017166" y="3216013"/>
            <a:chExt cx="394376" cy="369812"/>
          </a:xfrm>
        </p:grpSpPr>
        <p:sp>
          <p:nvSpPr>
            <p:cNvPr id="12914" name="Google Shape;12914;p140"/>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140"/>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6" name="Google Shape;12916;p140"/>
          <p:cNvGrpSpPr/>
          <p:nvPr/>
        </p:nvGrpSpPr>
        <p:grpSpPr>
          <a:xfrm>
            <a:off x="4210043" y="3213228"/>
            <a:ext cx="199014" cy="375408"/>
            <a:chOff x="4210043" y="3213228"/>
            <a:chExt cx="199014" cy="375408"/>
          </a:xfrm>
        </p:grpSpPr>
        <p:sp>
          <p:nvSpPr>
            <p:cNvPr id="12917" name="Google Shape;12917;p140"/>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140"/>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140"/>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140"/>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140"/>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140"/>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140"/>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140"/>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140"/>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140"/>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7" name="Google Shape;12927;p140"/>
          <p:cNvGrpSpPr/>
          <p:nvPr/>
        </p:nvGrpSpPr>
        <p:grpSpPr>
          <a:xfrm>
            <a:off x="4818146" y="3203323"/>
            <a:ext cx="77845" cy="395165"/>
            <a:chOff x="4818146" y="3203323"/>
            <a:chExt cx="77845" cy="395165"/>
          </a:xfrm>
        </p:grpSpPr>
        <p:sp>
          <p:nvSpPr>
            <p:cNvPr id="12928" name="Google Shape;12928;p140"/>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140"/>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140"/>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140"/>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140"/>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140"/>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140"/>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140"/>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140"/>
          <p:cNvGrpSpPr/>
          <p:nvPr/>
        </p:nvGrpSpPr>
        <p:grpSpPr>
          <a:xfrm>
            <a:off x="5228890" y="3235428"/>
            <a:ext cx="344091" cy="332767"/>
            <a:chOff x="5228890" y="3235428"/>
            <a:chExt cx="344091" cy="332767"/>
          </a:xfrm>
        </p:grpSpPr>
        <p:sp>
          <p:nvSpPr>
            <p:cNvPr id="12937" name="Google Shape;12937;p140"/>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140"/>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140"/>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140"/>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140"/>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2" name="Google Shape;12942;p140"/>
          <p:cNvGrpSpPr/>
          <p:nvPr/>
        </p:nvGrpSpPr>
        <p:grpSpPr>
          <a:xfrm>
            <a:off x="5757913" y="3227047"/>
            <a:ext cx="388544" cy="347927"/>
            <a:chOff x="5757913" y="3227047"/>
            <a:chExt cx="388544" cy="347927"/>
          </a:xfrm>
        </p:grpSpPr>
        <p:sp>
          <p:nvSpPr>
            <p:cNvPr id="12943" name="Google Shape;12943;p140"/>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140"/>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5" name="Google Shape;12945;p140"/>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140"/>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140"/>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140"/>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140"/>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140"/>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140"/>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140"/>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140"/>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140"/>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140"/>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140"/>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140"/>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140"/>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140"/>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140"/>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61" name="Google Shape;12961;p140"/>
          <p:cNvGrpSpPr/>
          <p:nvPr/>
        </p:nvGrpSpPr>
        <p:grpSpPr>
          <a:xfrm>
            <a:off x="7414946" y="3220873"/>
            <a:ext cx="360091" cy="360117"/>
            <a:chOff x="7414946" y="3220873"/>
            <a:chExt cx="360091" cy="360117"/>
          </a:xfrm>
        </p:grpSpPr>
        <p:sp>
          <p:nvSpPr>
            <p:cNvPr id="12962" name="Google Shape;12962;p140"/>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140"/>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140"/>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140"/>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140"/>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140"/>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140"/>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140"/>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140"/>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140"/>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140"/>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3" name="Google Shape;12973;p140"/>
          <p:cNvGrpSpPr/>
          <p:nvPr/>
        </p:nvGrpSpPr>
        <p:grpSpPr>
          <a:xfrm>
            <a:off x="8027227" y="3215041"/>
            <a:ext cx="231829" cy="371782"/>
            <a:chOff x="8027227" y="3215041"/>
            <a:chExt cx="231829" cy="371782"/>
          </a:xfrm>
        </p:grpSpPr>
        <p:sp>
          <p:nvSpPr>
            <p:cNvPr id="12974" name="Google Shape;12974;p140"/>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140"/>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140"/>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140"/>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140"/>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140"/>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140"/>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140"/>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140"/>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140"/>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4" name="Google Shape;12984;p140"/>
          <p:cNvGrpSpPr/>
          <p:nvPr/>
        </p:nvGrpSpPr>
        <p:grpSpPr>
          <a:xfrm>
            <a:off x="4093603" y="4146138"/>
            <a:ext cx="395638" cy="420544"/>
            <a:chOff x="4093603" y="4146138"/>
            <a:chExt cx="395638" cy="420544"/>
          </a:xfrm>
        </p:grpSpPr>
        <p:sp>
          <p:nvSpPr>
            <p:cNvPr id="12985" name="Google Shape;12985;p140"/>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140"/>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140"/>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140"/>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140"/>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140"/>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140"/>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140"/>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140"/>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140"/>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140"/>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140"/>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140"/>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140"/>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140"/>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140"/>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140"/>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2" name="Google Shape;13002;p140"/>
          <p:cNvGrpSpPr/>
          <p:nvPr/>
        </p:nvGrpSpPr>
        <p:grpSpPr>
          <a:xfrm>
            <a:off x="4644406" y="4162322"/>
            <a:ext cx="392065" cy="387887"/>
            <a:chOff x="4644406" y="4162322"/>
            <a:chExt cx="392065" cy="387887"/>
          </a:xfrm>
        </p:grpSpPr>
        <p:sp>
          <p:nvSpPr>
            <p:cNvPr id="13003" name="Google Shape;13003;p140"/>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140"/>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140"/>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140"/>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140"/>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140"/>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9" name="Google Shape;13009;p140"/>
          <p:cNvGrpSpPr/>
          <p:nvPr/>
        </p:nvGrpSpPr>
        <p:grpSpPr>
          <a:xfrm>
            <a:off x="5728383" y="4221698"/>
            <a:ext cx="417128" cy="269162"/>
            <a:chOff x="5728383" y="4221698"/>
            <a:chExt cx="417128" cy="269162"/>
          </a:xfrm>
        </p:grpSpPr>
        <p:sp>
          <p:nvSpPr>
            <p:cNvPr id="13010" name="Google Shape;13010;p140"/>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140"/>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140"/>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140"/>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140"/>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140"/>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140"/>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140"/>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140"/>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140"/>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140"/>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140"/>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2" name="Google Shape;13022;p140"/>
          <p:cNvGrpSpPr/>
          <p:nvPr/>
        </p:nvGrpSpPr>
        <p:grpSpPr>
          <a:xfrm>
            <a:off x="834210" y="3696905"/>
            <a:ext cx="371782" cy="342751"/>
            <a:chOff x="834210" y="3696905"/>
            <a:chExt cx="371782" cy="342751"/>
          </a:xfrm>
        </p:grpSpPr>
        <p:sp>
          <p:nvSpPr>
            <p:cNvPr id="13023" name="Google Shape;13023;p140"/>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140"/>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140"/>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140"/>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140"/>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140"/>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140"/>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140"/>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140"/>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140"/>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140"/>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140"/>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5" name="Google Shape;13035;p140"/>
          <p:cNvGrpSpPr/>
          <p:nvPr/>
        </p:nvGrpSpPr>
        <p:grpSpPr>
          <a:xfrm>
            <a:off x="1359398" y="3682271"/>
            <a:ext cx="395296" cy="371966"/>
            <a:chOff x="1359398" y="3682271"/>
            <a:chExt cx="395296" cy="371966"/>
          </a:xfrm>
        </p:grpSpPr>
        <p:sp>
          <p:nvSpPr>
            <p:cNvPr id="13036" name="Google Shape;13036;p140"/>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140"/>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140"/>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140"/>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140"/>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140"/>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140"/>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3" name="Google Shape;13043;p140"/>
          <p:cNvGrpSpPr/>
          <p:nvPr/>
        </p:nvGrpSpPr>
        <p:grpSpPr>
          <a:xfrm>
            <a:off x="1908099" y="3682271"/>
            <a:ext cx="395296" cy="371966"/>
            <a:chOff x="1908099" y="3682271"/>
            <a:chExt cx="395296" cy="371966"/>
          </a:xfrm>
        </p:grpSpPr>
        <p:sp>
          <p:nvSpPr>
            <p:cNvPr id="13044" name="Google Shape;13044;p140"/>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140"/>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140"/>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140"/>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140"/>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140"/>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140"/>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1" name="Google Shape;13051;p140"/>
          <p:cNvGrpSpPr/>
          <p:nvPr/>
        </p:nvGrpSpPr>
        <p:grpSpPr>
          <a:xfrm>
            <a:off x="2456800" y="3682271"/>
            <a:ext cx="395270" cy="371966"/>
            <a:chOff x="2456800" y="3682271"/>
            <a:chExt cx="395270" cy="371966"/>
          </a:xfrm>
        </p:grpSpPr>
        <p:sp>
          <p:nvSpPr>
            <p:cNvPr id="13052" name="Google Shape;13052;p140"/>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140"/>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140"/>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140"/>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140"/>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140"/>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140"/>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140"/>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140"/>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1" name="Google Shape;13061;p140"/>
          <p:cNvGrpSpPr/>
          <p:nvPr/>
        </p:nvGrpSpPr>
        <p:grpSpPr>
          <a:xfrm>
            <a:off x="3014250" y="3682271"/>
            <a:ext cx="391092" cy="371940"/>
            <a:chOff x="3014250" y="3682271"/>
            <a:chExt cx="391092" cy="371940"/>
          </a:xfrm>
        </p:grpSpPr>
        <p:sp>
          <p:nvSpPr>
            <p:cNvPr id="13062" name="Google Shape;13062;p140"/>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140"/>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140"/>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5" name="Google Shape;13065;p140"/>
          <p:cNvGrpSpPr/>
          <p:nvPr/>
        </p:nvGrpSpPr>
        <p:grpSpPr>
          <a:xfrm>
            <a:off x="3569125" y="3702947"/>
            <a:ext cx="388728" cy="330692"/>
            <a:chOff x="3569125" y="3702947"/>
            <a:chExt cx="388728" cy="330692"/>
          </a:xfrm>
        </p:grpSpPr>
        <p:sp>
          <p:nvSpPr>
            <p:cNvPr id="13066" name="Google Shape;13066;p140"/>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140"/>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140"/>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140"/>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0" name="Google Shape;13070;p140"/>
          <p:cNvGrpSpPr/>
          <p:nvPr/>
        </p:nvGrpSpPr>
        <p:grpSpPr>
          <a:xfrm>
            <a:off x="4111994" y="3682455"/>
            <a:ext cx="387992" cy="371625"/>
            <a:chOff x="4111994" y="3682455"/>
            <a:chExt cx="387992" cy="371625"/>
          </a:xfrm>
        </p:grpSpPr>
        <p:sp>
          <p:nvSpPr>
            <p:cNvPr id="13071" name="Google Shape;13071;p140"/>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140"/>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3" name="Google Shape;13073;p140"/>
          <p:cNvGrpSpPr/>
          <p:nvPr/>
        </p:nvGrpSpPr>
        <p:grpSpPr>
          <a:xfrm>
            <a:off x="4674908" y="3682271"/>
            <a:ext cx="371966" cy="371966"/>
            <a:chOff x="4674908" y="3682271"/>
            <a:chExt cx="371966" cy="371966"/>
          </a:xfrm>
        </p:grpSpPr>
        <p:sp>
          <p:nvSpPr>
            <p:cNvPr id="13074" name="Google Shape;13074;p140"/>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140"/>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140"/>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140"/>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8" name="Google Shape;13078;p140"/>
          <p:cNvGrpSpPr/>
          <p:nvPr/>
        </p:nvGrpSpPr>
        <p:grpSpPr>
          <a:xfrm>
            <a:off x="5223609" y="3731112"/>
            <a:ext cx="371782" cy="274285"/>
            <a:chOff x="5223609" y="3731112"/>
            <a:chExt cx="371782" cy="274285"/>
          </a:xfrm>
        </p:grpSpPr>
        <p:sp>
          <p:nvSpPr>
            <p:cNvPr id="13079" name="Google Shape;13079;p140"/>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140"/>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81" name="Google Shape;13081;p140"/>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82" name="Google Shape;13082;p140"/>
          <p:cNvGrpSpPr/>
          <p:nvPr/>
        </p:nvGrpSpPr>
        <p:grpSpPr>
          <a:xfrm>
            <a:off x="6319908" y="3696721"/>
            <a:ext cx="373963" cy="343119"/>
            <a:chOff x="6319908" y="3696721"/>
            <a:chExt cx="373963" cy="343119"/>
          </a:xfrm>
        </p:grpSpPr>
        <p:sp>
          <p:nvSpPr>
            <p:cNvPr id="13083" name="Google Shape;13083;p140"/>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140"/>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140"/>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140"/>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140"/>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140"/>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140"/>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140"/>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140"/>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2" name="Google Shape;13092;p140"/>
          <p:cNvGrpSpPr/>
          <p:nvPr/>
        </p:nvGrpSpPr>
        <p:grpSpPr>
          <a:xfrm>
            <a:off x="6871342" y="3740044"/>
            <a:ext cx="371966" cy="256420"/>
            <a:chOff x="6871342" y="3740044"/>
            <a:chExt cx="371966" cy="256420"/>
          </a:xfrm>
        </p:grpSpPr>
        <p:sp>
          <p:nvSpPr>
            <p:cNvPr id="13093" name="Google Shape;13093;p140"/>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140"/>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140"/>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140"/>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140"/>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140"/>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140"/>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140"/>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140"/>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140"/>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140"/>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140"/>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5" name="Google Shape;13105;p140"/>
          <p:cNvGrpSpPr/>
          <p:nvPr/>
        </p:nvGrpSpPr>
        <p:grpSpPr>
          <a:xfrm>
            <a:off x="7402362" y="3681535"/>
            <a:ext cx="402757" cy="372728"/>
            <a:chOff x="7402362" y="3681535"/>
            <a:chExt cx="402757" cy="372728"/>
          </a:xfrm>
        </p:grpSpPr>
        <p:sp>
          <p:nvSpPr>
            <p:cNvPr id="13106" name="Google Shape;13106;p140"/>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140"/>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140"/>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140"/>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140"/>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140"/>
            <p:cNvSpPr/>
            <p:nvPr/>
          </p:nvSpPr>
          <p:spPr>
            <a:xfrm>
              <a:off x="7511524" y="3731295"/>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140"/>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140"/>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140"/>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140"/>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140"/>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140"/>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140"/>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140"/>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140"/>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140"/>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2" name="Google Shape;13122;p140"/>
          <p:cNvGrpSpPr/>
          <p:nvPr/>
        </p:nvGrpSpPr>
        <p:grpSpPr>
          <a:xfrm>
            <a:off x="7960705" y="3736235"/>
            <a:ext cx="378902" cy="264065"/>
            <a:chOff x="7960705" y="3736235"/>
            <a:chExt cx="378902" cy="264065"/>
          </a:xfrm>
        </p:grpSpPr>
        <p:sp>
          <p:nvSpPr>
            <p:cNvPr id="13123" name="Google Shape;13123;p140"/>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140"/>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140"/>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140"/>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140"/>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140"/>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140"/>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140"/>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140"/>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140"/>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140"/>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140"/>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140"/>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140"/>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7" name="Google Shape;13137;p140"/>
          <p:cNvGrpSpPr/>
          <p:nvPr/>
        </p:nvGrpSpPr>
        <p:grpSpPr>
          <a:xfrm>
            <a:off x="6400828" y="4162270"/>
            <a:ext cx="166200" cy="388019"/>
            <a:chOff x="6400828" y="4162270"/>
            <a:chExt cx="166200" cy="388019"/>
          </a:xfrm>
        </p:grpSpPr>
        <p:sp>
          <p:nvSpPr>
            <p:cNvPr id="13138" name="Google Shape;13138;p140"/>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140"/>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140"/>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140"/>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140"/>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140"/>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140"/>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5" name="Google Shape;13145;p140"/>
          <p:cNvGrpSpPr/>
          <p:nvPr/>
        </p:nvGrpSpPr>
        <p:grpSpPr>
          <a:xfrm>
            <a:off x="6919815" y="4162270"/>
            <a:ext cx="225260" cy="388019"/>
            <a:chOff x="6919815" y="4162270"/>
            <a:chExt cx="225260" cy="388019"/>
          </a:xfrm>
        </p:grpSpPr>
        <p:sp>
          <p:nvSpPr>
            <p:cNvPr id="13146" name="Google Shape;13146;p140"/>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140"/>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140"/>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140"/>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140"/>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140"/>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140"/>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140"/>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4" name="Google Shape;13154;p140"/>
          <p:cNvGrpSpPr/>
          <p:nvPr/>
        </p:nvGrpSpPr>
        <p:grpSpPr>
          <a:xfrm>
            <a:off x="7385600" y="4177035"/>
            <a:ext cx="388728" cy="358383"/>
            <a:chOff x="7385600" y="4177035"/>
            <a:chExt cx="388728" cy="358383"/>
          </a:xfrm>
        </p:grpSpPr>
        <p:sp>
          <p:nvSpPr>
            <p:cNvPr id="13155" name="Google Shape;13155;p140"/>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140"/>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140"/>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140"/>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140"/>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140"/>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140"/>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2" name="Google Shape;13162;p140"/>
          <p:cNvGrpSpPr/>
          <p:nvPr/>
        </p:nvGrpSpPr>
        <p:grpSpPr>
          <a:xfrm>
            <a:off x="3625085" y="3259862"/>
            <a:ext cx="369207" cy="258259"/>
            <a:chOff x="3625085" y="3259862"/>
            <a:chExt cx="369207" cy="258259"/>
          </a:xfrm>
        </p:grpSpPr>
        <p:sp>
          <p:nvSpPr>
            <p:cNvPr id="13163" name="Google Shape;13163;p140"/>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140"/>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140"/>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140"/>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140"/>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140"/>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140"/>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140"/>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140"/>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140"/>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140"/>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140"/>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140"/>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6" name="Google Shape;13176;p140"/>
          <p:cNvGrpSpPr/>
          <p:nvPr/>
        </p:nvGrpSpPr>
        <p:grpSpPr>
          <a:xfrm>
            <a:off x="6317360" y="3276808"/>
            <a:ext cx="363217" cy="248590"/>
            <a:chOff x="6317360" y="3276808"/>
            <a:chExt cx="363217" cy="248590"/>
          </a:xfrm>
        </p:grpSpPr>
        <p:sp>
          <p:nvSpPr>
            <p:cNvPr id="13177" name="Google Shape;13177;p140"/>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140"/>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140"/>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140"/>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140"/>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140"/>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140"/>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140"/>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140"/>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140"/>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140"/>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140"/>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140"/>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140"/>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140"/>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140"/>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140"/>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140"/>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140"/>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140"/>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140"/>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140"/>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140"/>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140"/>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140"/>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140"/>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140"/>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4" name="Google Shape;13204;p140"/>
          <p:cNvGrpSpPr/>
          <p:nvPr/>
        </p:nvGrpSpPr>
        <p:grpSpPr>
          <a:xfrm>
            <a:off x="5084391" y="4183682"/>
            <a:ext cx="504064" cy="325595"/>
            <a:chOff x="5084391" y="4183682"/>
            <a:chExt cx="504064" cy="325595"/>
          </a:xfrm>
        </p:grpSpPr>
        <p:sp>
          <p:nvSpPr>
            <p:cNvPr id="13205" name="Google Shape;13205;p140"/>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140"/>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140"/>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140"/>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140"/>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140"/>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140"/>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140"/>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140"/>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140"/>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140"/>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140"/>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140"/>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140"/>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140"/>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140"/>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1" name="Google Shape;13221;p140"/>
          <p:cNvGrpSpPr/>
          <p:nvPr/>
        </p:nvGrpSpPr>
        <p:grpSpPr>
          <a:xfrm>
            <a:off x="7947595" y="2347996"/>
            <a:ext cx="379795" cy="267165"/>
            <a:chOff x="7947595" y="2347996"/>
            <a:chExt cx="379795" cy="267165"/>
          </a:xfrm>
        </p:grpSpPr>
        <p:sp>
          <p:nvSpPr>
            <p:cNvPr id="13222" name="Google Shape;13222;p140"/>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140"/>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140"/>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140"/>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140"/>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140"/>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140"/>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140"/>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140"/>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140"/>
          <p:cNvGrpSpPr/>
          <p:nvPr/>
        </p:nvGrpSpPr>
        <p:grpSpPr>
          <a:xfrm>
            <a:off x="6400644" y="2310269"/>
            <a:ext cx="275362" cy="338784"/>
            <a:chOff x="6400644" y="2310269"/>
            <a:chExt cx="275362" cy="338784"/>
          </a:xfrm>
        </p:grpSpPr>
        <p:sp>
          <p:nvSpPr>
            <p:cNvPr id="13232" name="Google Shape;13232;p140"/>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140"/>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140"/>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140"/>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140"/>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140"/>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140"/>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140"/>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140"/>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140"/>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140"/>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140"/>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140"/>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5" name="Google Shape;13245;p140"/>
          <p:cNvGrpSpPr/>
          <p:nvPr/>
        </p:nvGrpSpPr>
        <p:grpSpPr>
          <a:xfrm>
            <a:off x="1342268" y="4161009"/>
            <a:ext cx="359565" cy="358094"/>
            <a:chOff x="1342268" y="4161009"/>
            <a:chExt cx="359565" cy="358094"/>
          </a:xfrm>
        </p:grpSpPr>
        <p:sp>
          <p:nvSpPr>
            <p:cNvPr id="13246" name="Google Shape;13246;p140"/>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140"/>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140"/>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140"/>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140"/>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140"/>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140"/>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140"/>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140"/>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5" name="Google Shape;13255;p140"/>
          <p:cNvGrpSpPr/>
          <p:nvPr/>
        </p:nvGrpSpPr>
        <p:grpSpPr>
          <a:xfrm>
            <a:off x="1913012" y="2764940"/>
            <a:ext cx="417523" cy="374252"/>
            <a:chOff x="1913012" y="2764940"/>
            <a:chExt cx="417523" cy="374252"/>
          </a:xfrm>
        </p:grpSpPr>
        <p:sp>
          <p:nvSpPr>
            <p:cNvPr id="13256" name="Google Shape;13256;p140"/>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140"/>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140"/>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140"/>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140"/>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140"/>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140"/>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140"/>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140"/>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140"/>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140"/>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140"/>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8" name="Google Shape;13268;p140"/>
          <p:cNvGrpSpPr/>
          <p:nvPr/>
        </p:nvGrpSpPr>
        <p:grpSpPr>
          <a:xfrm>
            <a:off x="830742" y="2763601"/>
            <a:ext cx="384734" cy="381556"/>
            <a:chOff x="830742" y="2763601"/>
            <a:chExt cx="384734" cy="381556"/>
          </a:xfrm>
        </p:grpSpPr>
        <p:sp>
          <p:nvSpPr>
            <p:cNvPr id="13269" name="Google Shape;13269;p140"/>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140"/>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140"/>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140"/>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140"/>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140"/>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140"/>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140"/>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140"/>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140"/>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140"/>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140"/>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140"/>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140"/>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140"/>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140"/>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140"/>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140"/>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140"/>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140"/>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140"/>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0" name="Google Shape;13290;p140"/>
          <p:cNvGrpSpPr/>
          <p:nvPr/>
        </p:nvGrpSpPr>
        <p:grpSpPr>
          <a:xfrm>
            <a:off x="3007498" y="4183419"/>
            <a:ext cx="375434" cy="329667"/>
            <a:chOff x="3007498" y="4183419"/>
            <a:chExt cx="375434" cy="329667"/>
          </a:xfrm>
        </p:grpSpPr>
        <p:sp>
          <p:nvSpPr>
            <p:cNvPr id="13291" name="Google Shape;13291;p140"/>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140"/>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140"/>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140"/>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140"/>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140"/>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140"/>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140"/>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140"/>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140"/>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140"/>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140"/>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140"/>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140"/>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140"/>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140"/>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140"/>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140"/>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140"/>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140"/>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1" name="Google Shape;13311;p140"/>
          <p:cNvGrpSpPr/>
          <p:nvPr/>
        </p:nvGrpSpPr>
        <p:grpSpPr>
          <a:xfrm>
            <a:off x="6919276" y="2766990"/>
            <a:ext cx="274550" cy="354728"/>
            <a:chOff x="7606826" y="2419290"/>
            <a:chExt cx="274550" cy="354728"/>
          </a:xfrm>
        </p:grpSpPr>
        <p:sp>
          <p:nvSpPr>
            <p:cNvPr id="13312" name="Google Shape;13312;p140"/>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140"/>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140"/>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140"/>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140"/>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140"/>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140"/>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140"/>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140"/>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140"/>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140"/>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140"/>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140"/>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140"/>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140"/>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7" name="Google Shape;13327;p140"/>
          <p:cNvGrpSpPr/>
          <p:nvPr/>
        </p:nvGrpSpPr>
        <p:grpSpPr>
          <a:xfrm>
            <a:off x="7550168" y="2777003"/>
            <a:ext cx="263316" cy="354728"/>
            <a:chOff x="8062968" y="2419290"/>
            <a:chExt cx="263316" cy="354728"/>
          </a:xfrm>
        </p:grpSpPr>
        <p:sp>
          <p:nvSpPr>
            <p:cNvPr id="13328" name="Google Shape;13328;p140"/>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140"/>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140"/>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140"/>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140"/>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140"/>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140"/>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140"/>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140"/>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140"/>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140"/>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140"/>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140"/>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140"/>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140"/>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140"/>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140"/>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5" name="Google Shape;13345;p140"/>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3346" name="Google Shape;13346;p14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50" name="Shape 13350"/>
        <p:cNvGrpSpPr/>
        <p:nvPr/>
      </p:nvGrpSpPr>
      <p:grpSpPr>
        <a:xfrm>
          <a:off x="0" y="0"/>
          <a:ext cx="0" cy="0"/>
          <a:chOff x="0" y="0"/>
          <a:chExt cx="0" cy="0"/>
        </a:xfrm>
      </p:grpSpPr>
      <p:grpSp>
        <p:nvGrpSpPr>
          <p:cNvPr id="13351" name="Google Shape;13351;p141"/>
          <p:cNvGrpSpPr/>
          <p:nvPr/>
        </p:nvGrpSpPr>
        <p:grpSpPr>
          <a:xfrm>
            <a:off x="7075663" y="2261129"/>
            <a:ext cx="362163" cy="347098"/>
            <a:chOff x="7075663" y="2444129"/>
            <a:chExt cx="362163" cy="347098"/>
          </a:xfrm>
        </p:grpSpPr>
        <p:sp>
          <p:nvSpPr>
            <p:cNvPr id="13352" name="Google Shape;13352;p141"/>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141"/>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141"/>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141"/>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141"/>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141"/>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141"/>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141"/>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0" name="Google Shape;13360;p141"/>
          <p:cNvGrpSpPr/>
          <p:nvPr/>
        </p:nvGrpSpPr>
        <p:grpSpPr>
          <a:xfrm>
            <a:off x="6638175" y="2253584"/>
            <a:ext cx="372197" cy="362163"/>
            <a:chOff x="6638175" y="2436584"/>
            <a:chExt cx="372197" cy="362163"/>
          </a:xfrm>
        </p:grpSpPr>
        <p:sp>
          <p:nvSpPr>
            <p:cNvPr id="13361" name="Google Shape;13361;p141"/>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141"/>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141"/>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141"/>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141"/>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141"/>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141"/>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141"/>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141"/>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141"/>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141"/>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141"/>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141"/>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4" name="Google Shape;13374;p141"/>
          <p:cNvGrpSpPr/>
          <p:nvPr/>
        </p:nvGrpSpPr>
        <p:grpSpPr>
          <a:xfrm>
            <a:off x="6192906" y="2256440"/>
            <a:ext cx="371699" cy="356084"/>
            <a:chOff x="6192906" y="2439440"/>
            <a:chExt cx="371699" cy="356084"/>
          </a:xfrm>
        </p:grpSpPr>
        <p:sp>
          <p:nvSpPr>
            <p:cNvPr id="13375" name="Google Shape;13375;p141"/>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141"/>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141"/>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141"/>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141"/>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141"/>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141"/>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141"/>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141"/>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141"/>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141"/>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141"/>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141"/>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8" name="Google Shape;13388;p141"/>
          <p:cNvGrpSpPr/>
          <p:nvPr/>
        </p:nvGrpSpPr>
        <p:grpSpPr>
          <a:xfrm>
            <a:off x="5762467" y="2253584"/>
            <a:ext cx="362163" cy="362163"/>
            <a:chOff x="5762467" y="2436584"/>
            <a:chExt cx="362163" cy="362163"/>
          </a:xfrm>
        </p:grpSpPr>
        <p:sp>
          <p:nvSpPr>
            <p:cNvPr id="13389" name="Google Shape;13389;p141"/>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141"/>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141"/>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141"/>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141"/>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141"/>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141"/>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141"/>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141"/>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141"/>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141"/>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141"/>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141"/>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141"/>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141"/>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141"/>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141"/>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141"/>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141"/>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141"/>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141"/>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141"/>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141"/>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141"/>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141"/>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4" name="Google Shape;13414;p141"/>
          <p:cNvGrpSpPr/>
          <p:nvPr/>
        </p:nvGrpSpPr>
        <p:grpSpPr>
          <a:xfrm>
            <a:off x="5323721" y="2254029"/>
            <a:ext cx="362922" cy="361219"/>
            <a:chOff x="5323721" y="2437029"/>
            <a:chExt cx="362922" cy="361219"/>
          </a:xfrm>
        </p:grpSpPr>
        <p:sp>
          <p:nvSpPr>
            <p:cNvPr id="13415" name="Google Shape;13415;p141"/>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141"/>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141"/>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141"/>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141"/>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141"/>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141"/>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141"/>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141"/>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141"/>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141"/>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141"/>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141"/>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141"/>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141"/>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141"/>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141"/>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2" name="Google Shape;13432;p141"/>
          <p:cNvGrpSpPr/>
          <p:nvPr/>
        </p:nvGrpSpPr>
        <p:grpSpPr>
          <a:xfrm>
            <a:off x="4875937" y="2285731"/>
            <a:ext cx="407122" cy="315448"/>
            <a:chOff x="4875937" y="2468731"/>
            <a:chExt cx="407122" cy="315448"/>
          </a:xfrm>
        </p:grpSpPr>
        <p:sp>
          <p:nvSpPr>
            <p:cNvPr id="13433" name="Google Shape;13433;p141"/>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141"/>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141"/>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141"/>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141"/>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141"/>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141"/>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141"/>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141"/>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141"/>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141"/>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141"/>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141"/>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141"/>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141"/>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141"/>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141"/>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141"/>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141"/>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2" name="Google Shape;13452;p141"/>
          <p:cNvGrpSpPr/>
          <p:nvPr/>
        </p:nvGrpSpPr>
        <p:grpSpPr>
          <a:xfrm>
            <a:off x="4893282" y="3621774"/>
            <a:ext cx="242114" cy="362163"/>
            <a:chOff x="4893282" y="3804774"/>
            <a:chExt cx="242114" cy="362163"/>
          </a:xfrm>
        </p:grpSpPr>
        <p:sp>
          <p:nvSpPr>
            <p:cNvPr id="13453" name="Google Shape;13453;p141"/>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141"/>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141"/>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141"/>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141"/>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141"/>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141"/>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141"/>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141"/>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141"/>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141"/>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141"/>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141"/>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141"/>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141"/>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141"/>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141"/>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141"/>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141"/>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141"/>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141"/>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141"/>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141"/>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141"/>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141"/>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141"/>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9" name="Google Shape;13479;p141"/>
          <p:cNvGrpSpPr/>
          <p:nvPr/>
        </p:nvGrpSpPr>
        <p:grpSpPr>
          <a:xfrm>
            <a:off x="6248162" y="3621774"/>
            <a:ext cx="231058" cy="362425"/>
            <a:chOff x="6248162" y="3804774"/>
            <a:chExt cx="231058" cy="362425"/>
          </a:xfrm>
        </p:grpSpPr>
        <p:sp>
          <p:nvSpPr>
            <p:cNvPr id="13480" name="Google Shape;13480;p141"/>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141"/>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141"/>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141"/>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4" name="Google Shape;13484;p141"/>
          <p:cNvGrpSpPr/>
          <p:nvPr/>
        </p:nvGrpSpPr>
        <p:grpSpPr>
          <a:xfrm>
            <a:off x="5346568" y="3621774"/>
            <a:ext cx="233337" cy="362163"/>
            <a:chOff x="5346568" y="3804774"/>
            <a:chExt cx="233337" cy="362163"/>
          </a:xfrm>
        </p:grpSpPr>
        <p:sp>
          <p:nvSpPr>
            <p:cNvPr id="13485" name="Google Shape;13485;p141"/>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141"/>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141"/>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141"/>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141"/>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141"/>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141"/>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141"/>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141"/>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141"/>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141"/>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141"/>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141"/>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141"/>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141"/>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141"/>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141"/>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141"/>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141"/>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4" name="Google Shape;13504;p141"/>
          <p:cNvGrpSpPr/>
          <p:nvPr/>
        </p:nvGrpSpPr>
        <p:grpSpPr>
          <a:xfrm>
            <a:off x="6704985" y="3622141"/>
            <a:ext cx="209967" cy="361639"/>
            <a:chOff x="6704985" y="3805141"/>
            <a:chExt cx="209967" cy="361639"/>
          </a:xfrm>
        </p:grpSpPr>
        <p:sp>
          <p:nvSpPr>
            <p:cNvPr id="13505" name="Google Shape;13505;p141"/>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141"/>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141"/>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141"/>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141"/>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141"/>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141"/>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141"/>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141"/>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141"/>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141"/>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141"/>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7" name="Google Shape;13517;p141"/>
          <p:cNvGrpSpPr/>
          <p:nvPr/>
        </p:nvGrpSpPr>
        <p:grpSpPr>
          <a:xfrm>
            <a:off x="7513884" y="2265269"/>
            <a:ext cx="363184" cy="338792"/>
            <a:chOff x="7513884" y="2448269"/>
            <a:chExt cx="363184" cy="338792"/>
          </a:xfrm>
        </p:grpSpPr>
        <p:sp>
          <p:nvSpPr>
            <p:cNvPr id="13518" name="Google Shape;13518;p141"/>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141"/>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141"/>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141"/>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141"/>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141"/>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4" name="Google Shape;13524;p141"/>
          <p:cNvGrpSpPr/>
          <p:nvPr/>
        </p:nvGrpSpPr>
        <p:grpSpPr>
          <a:xfrm>
            <a:off x="5777767" y="3621826"/>
            <a:ext cx="258699" cy="362136"/>
            <a:chOff x="5777767" y="3804826"/>
            <a:chExt cx="258699" cy="362136"/>
          </a:xfrm>
        </p:grpSpPr>
        <p:sp>
          <p:nvSpPr>
            <p:cNvPr id="13525" name="Google Shape;13525;p141"/>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141"/>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141"/>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8" name="Google Shape;13528;p141"/>
          <p:cNvGrpSpPr/>
          <p:nvPr/>
        </p:nvGrpSpPr>
        <p:grpSpPr>
          <a:xfrm>
            <a:off x="7953101" y="2253584"/>
            <a:ext cx="361691" cy="362163"/>
            <a:chOff x="7953101" y="2436584"/>
            <a:chExt cx="361691" cy="362163"/>
          </a:xfrm>
        </p:grpSpPr>
        <p:sp>
          <p:nvSpPr>
            <p:cNvPr id="13529" name="Google Shape;13529;p141"/>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141"/>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141"/>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141"/>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141"/>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141"/>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141"/>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141"/>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141"/>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8" name="Google Shape;13538;p141"/>
          <p:cNvGrpSpPr/>
          <p:nvPr/>
        </p:nvGrpSpPr>
        <p:grpSpPr>
          <a:xfrm>
            <a:off x="4859353" y="3172130"/>
            <a:ext cx="373481" cy="362267"/>
            <a:chOff x="4859353" y="3355130"/>
            <a:chExt cx="373481" cy="362267"/>
          </a:xfrm>
        </p:grpSpPr>
        <p:sp>
          <p:nvSpPr>
            <p:cNvPr id="13539" name="Google Shape;13539;p141"/>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141"/>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141"/>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141"/>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141"/>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141"/>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141"/>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141"/>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141"/>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141"/>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141"/>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141"/>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141"/>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141"/>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3" name="Google Shape;13553;p141"/>
          <p:cNvGrpSpPr/>
          <p:nvPr/>
        </p:nvGrpSpPr>
        <p:grpSpPr>
          <a:xfrm>
            <a:off x="6637678" y="1317982"/>
            <a:ext cx="378721" cy="362005"/>
            <a:chOff x="6637678" y="1500982"/>
            <a:chExt cx="378721" cy="362005"/>
          </a:xfrm>
        </p:grpSpPr>
        <p:sp>
          <p:nvSpPr>
            <p:cNvPr id="13554" name="Google Shape;13554;p141"/>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141"/>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141"/>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141"/>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141"/>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141"/>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141"/>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141"/>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141"/>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141"/>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141"/>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141"/>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141"/>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141"/>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141"/>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141"/>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0" name="Google Shape;13570;p141"/>
          <p:cNvGrpSpPr/>
          <p:nvPr/>
        </p:nvGrpSpPr>
        <p:grpSpPr>
          <a:xfrm>
            <a:off x="5827993" y="3172496"/>
            <a:ext cx="223041" cy="362163"/>
            <a:chOff x="5827993" y="3355496"/>
            <a:chExt cx="223041" cy="362163"/>
          </a:xfrm>
        </p:grpSpPr>
        <p:sp>
          <p:nvSpPr>
            <p:cNvPr id="13571" name="Google Shape;13571;p141"/>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141"/>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141"/>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141"/>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141"/>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141"/>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141"/>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141"/>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141"/>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141"/>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141"/>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141"/>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141"/>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141"/>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141"/>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6" name="Google Shape;13586;p141"/>
          <p:cNvGrpSpPr/>
          <p:nvPr/>
        </p:nvGrpSpPr>
        <p:grpSpPr>
          <a:xfrm>
            <a:off x="7528713" y="1317641"/>
            <a:ext cx="370520" cy="361586"/>
            <a:chOff x="7528713" y="1500641"/>
            <a:chExt cx="370520" cy="361586"/>
          </a:xfrm>
        </p:grpSpPr>
        <p:sp>
          <p:nvSpPr>
            <p:cNvPr id="13587" name="Google Shape;13587;p141"/>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141"/>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141"/>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141"/>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141"/>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141"/>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141"/>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4" name="Google Shape;13594;p141"/>
          <p:cNvGrpSpPr/>
          <p:nvPr/>
        </p:nvGrpSpPr>
        <p:grpSpPr>
          <a:xfrm>
            <a:off x="5317198" y="3172496"/>
            <a:ext cx="367429" cy="362163"/>
            <a:chOff x="5317198" y="3355496"/>
            <a:chExt cx="367429" cy="362163"/>
          </a:xfrm>
        </p:grpSpPr>
        <p:sp>
          <p:nvSpPr>
            <p:cNvPr id="13595" name="Google Shape;13595;p141"/>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141"/>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141"/>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141"/>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141"/>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141"/>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141"/>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141"/>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141"/>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141"/>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141"/>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141"/>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141"/>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141"/>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141"/>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141"/>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1" name="Google Shape;13611;p141"/>
          <p:cNvGrpSpPr/>
          <p:nvPr/>
        </p:nvGrpSpPr>
        <p:grpSpPr>
          <a:xfrm>
            <a:off x="5302971" y="1317563"/>
            <a:ext cx="383175" cy="362241"/>
            <a:chOff x="5302971" y="1500563"/>
            <a:chExt cx="383175" cy="362241"/>
          </a:xfrm>
        </p:grpSpPr>
        <p:sp>
          <p:nvSpPr>
            <p:cNvPr id="13612" name="Google Shape;13612;p141"/>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141"/>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4" name="Google Shape;13614;p141"/>
          <p:cNvGrpSpPr/>
          <p:nvPr/>
        </p:nvGrpSpPr>
        <p:grpSpPr>
          <a:xfrm>
            <a:off x="6202705" y="1342453"/>
            <a:ext cx="364180" cy="312461"/>
            <a:chOff x="6202705" y="1525453"/>
            <a:chExt cx="364180" cy="312461"/>
          </a:xfrm>
        </p:grpSpPr>
        <p:sp>
          <p:nvSpPr>
            <p:cNvPr id="13615" name="Google Shape;13615;p141"/>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141"/>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141"/>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141"/>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141"/>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141"/>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141"/>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2" name="Google Shape;13622;p141"/>
          <p:cNvGrpSpPr/>
          <p:nvPr/>
        </p:nvGrpSpPr>
        <p:grpSpPr>
          <a:xfrm>
            <a:off x="7087217" y="1320602"/>
            <a:ext cx="362398" cy="356163"/>
            <a:chOff x="7087217" y="1503602"/>
            <a:chExt cx="362398" cy="356163"/>
          </a:xfrm>
        </p:grpSpPr>
        <p:sp>
          <p:nvSpPr>
            <p:cNvPr id="13623" name="Google Shape;13623;p141"/>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141"/>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141"/>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141"/>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141"/>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141"/>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141"/>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141"/>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141"/>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141"/>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141"/>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141"/>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141"/>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141"/>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141"/>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141"/>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141"/>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141"/>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141"/>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141"/>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141"/>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4" name="Google Shape;13644;p141"/>
          <p:cNvGrpSpPr/>
          <p:nvPr/>
        </p:nvGrpSpPr>
        <p:grpSpPr>
          <a:xfrm>
            <a:off x="7968952" y="1317877"/>
            <a:ext cx="378747" cy="361455"/>
            <a:chOff x="7968952" y="1500877"/>
            <a:chExt cx="378747" cy="361455"/>
          </a:xfrm>
        </p:grpSpPr>
        <p:sp>
          <p:nvSpPr>
            <p:cNvPr id="13645" name="Google Shape;13645;p141"/>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141"/>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141"/>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141"/>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141"/>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141"/>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141"/>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141"/>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141"/>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141"/>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141"/>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141"/>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141"/>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141"/>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141"/>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0" name="Google Shape;13660;p141"/>
          <p:cNvGrpSpPr/>
          <p:nvPr/>
        </p:nvGrpSpPr>
        <p:grpSpPr>
          <a:xfrm>
            <a:off x="5761445" y="1358723"/>
            <a:ext cx="362163" cy="279737"/>
            <a:chOff x="5761445" y="1541723"/>
            <a:chExt cx="362163" cy="279737"/>
          </a:xfrm>
        </p:grpSpPr>
        <p:sp>
          <p:nvSpPr>
            <p:cNvPr id="13661" name="Google Shape;13661;p141"/>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141"/>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141"/>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141"/>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141"/>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141"/>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7" name="Google Shape;13667;p141"/>
          <p:cNvGrpSpPr/>
          <p:nvPr/>
        </p:nvGrpSpPr>
        <p:grpSpPr>
          <a:xfrm>
            <a:off x="6204958" y="3172575"/>
            <a:ext cx="358390" cy="362320"/>
            <a:chOff x="6204958" y="3355575"/>
            <a:chExt cx="358390" cy="362320"/>
          </a:xfrm>
        </p:grpSpPr>
        <p:sp>
          <p:nvSpPr>
            <p:cNvPr id="13668" name="Google Shape;13668;p141"/>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141"/>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141"/>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141"/>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141"/>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141"/>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141"/>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141"/>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141"/>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141"/>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141"/>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141"/>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141"/>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141"/>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141"/>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141"/>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4" name="Google Shape;13684;p141"/>
          <p:cNvGrpSpPr/>
          <p:nvPr/>
        </p:nvGrpSpPr>
        <p:grpSpPr>
          <a:xfrm>
            <a:off x="4939970" y="1316855"/>
            <a:ext cx="242979" cy="362660"/>
            <a:chOff x="4939970" y="1499855"/>
            <a:chExt cx="242979" cy="362660"/>
          </a:xfrm>
        </p:grpSpPr>
        <p:sp>
          <p:nvSpPr>
            <p:cNvPr id="13685" name="Google Shape;13685;p141"/>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141"/>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141"/>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141"/>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141"/>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141"/>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1" name="Google Shape;13691;p141"/>
          <p:cNvGrpSpPr/>
          <p:nvPr/>
        </p:nvGrpSpPr>
        <p:grpSpPr>
          <a:xfrm>
            <a:off x="8023448" y="3172496"/>
            <a:ext cx="284322" cy="362163"/>
            <a:chOff x="8023448" y="3355496"/>
            <a:chExt cx="284322" cy="362163"/>
          </a:xfrm>
        </p:grpSpPr>
        <p:sp>
          <p:nvSpPr>
            <p:cNvPr id="13692" name="Google Shape;13692;p141"/>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141"/>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141"/>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141"/>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141"/>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141"/>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141"/>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141"/>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141"/>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1" name="Google Shape;13701;p141"/>
          <p:cNvGrpSpPr/>
          <p:nvPr/>
        </p:nvGrpSpPr>
        <p:grpSpPr>
          <a:xfrm>
            <a:off x="6644201" y="3172496"/>
            <a:ext cx="366695" cy="361979"/>
            <a:chOff x="6644201" y="3355496"/>
            <a:chExt cx="366695" cy="361979"/>
          </a:xfrm>
        </p:grpSpPr>
        <p:sp>
          <p:nvSpPr>
            <p:cNvPr id="13702" name="Google Shape;13702;p141"/>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141"/>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141"/>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141"/>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141"/>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141"/>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141"/>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141"/>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141"/>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141"/>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141"/>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141"/>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141"/>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141"/>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141"/>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141"/>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141"/>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141"/>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141"/>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141"/>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141"/>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141"/>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4" name="Google Shape;13724;p141"/>
          <p:cNvGrpSpPr/>
          <p:nvPr/>
        </p:nvGrpSpPr>
        <p:grpSpPr>
          <a:xfrm>
            <a:off x="7955145" y="1836192"/>
            <a:ext cx="365176" cy="271013"/>
            <a:chOff x="7955145" y="2019192"/>
            <a:chExt cx="365176" cy="271013"/>
          </a:xfrm>
        </p:grpSpPr>
        <p:sp>
          <p:nvSpPr>
            <p:cNvPr id="13725" name="Google Shape;13725;p141"/>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141"/>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141"/>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141"/>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141"/>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141"/>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1" name="Google Shape;13731;p141"/>
          <p:cNvGrpSpPr/>
          <p:nvPr/>
        </p:nvGrpSpPr>
        <p:grpSpPr>
          <a:xfrm>
            <a:off x="7518155" y="1826471"/>
            <a:ext cx="361927" cy="290270"/>
            <a:chOff x="7518155" y="2009471"/>
            <a:chExt cx="361927" cy="290270"/>
          </a:xfrm>
        </p:grpSpPr>
        <p:sp>
          <p:nvSpPr>
            <p:cNvPr id="13732" name="Google Shape;13732;p141"/>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141"/>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141"/>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141"/>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141"/>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141"/>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141"/>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141"/>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141"/>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141"/>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141"/>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141"/>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141"/>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5" name="Google Shape;13745;p141"/>
          <p:cNvGrpSpPr/>
          <p:nvPr/>
        </p:nvGrpSpPr>
        <p:grpSpPr>
          <a:xfrm>
            <a:off x="7079672" y="1808053"/>
            <a:ext cx="362163" cy="327264"/>
            <a:chOff x="7079672" y="1991053"/>
            <a:chExt cx="362163" cy="327264"/>
          </a:xfrm>
        </p:grpSpPr>
        <p:sp>
          <p:nvSpPr>
            <p:cNvPr id="13746" name="Google Shape;13746;p141"/>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141"/>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141"/>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141"/>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141"/>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141"/>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141"/>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141"/>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141"/>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141"/>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141"/>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141"/>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141"/>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141"/>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141"/>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141"/>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2" name="Google Shape;13762;p141"/>
          <p:cNvGrpSpPr/>
          <p:nvPr/>
        </p:nvGrpSpPr>
        <p:grpSpPr>
          <a:xfrm>
            <a:off x="6641188" y="1852514"/>
            <a:ext cx="361901" cy="238132"/>
            <a:chOff x="6641188" y="2035514"/>
            <a:chExt cx="361901" cy="238132"/>
          </a:xfrm>
        </p:grpSpPr>
        <p:sp>
          <p:nvSpPr>
            <p:cNvPr id="13763" name="Google Shape;13763;p141"/>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141"/>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141"/>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141"/>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141"/>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141"/>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141"/>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141"/>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141"/>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141"/>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141"/>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141"/>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141"/>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141"/>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141"/>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141"/>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141"/>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141"/>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141"/>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141"/>
          <p:cNvGrpSpPr/>
          <p:nvPr/>
        </p:nvGrpSpPr>
        <p:grpSpPr>
          <a:xfrm>
            <a:off x="6202443" y="1803677"/>
            <a:ext cx="362425" cy="335884"/>
            <a:chOff x="6202443" y="1986677"/>
            <a:chExt cx="362425" cy="335884"/>
          </a:xfrm>
        </p:grpSpPr>
        <p:sp>
          <p:nvSpPr>
            <p:cNvPr id="13783" name="Google Shape;13783;p141"/>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141"/>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141"/>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141"/>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141"/>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141"/>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141"/>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141"/>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141"/>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141"/>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141"/>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141"/>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141"/>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141"/>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141"/>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141"/>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141"/>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141"/>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141"/>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141"/>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3" name="Google Shape;13803;p141"/>
          <p:cNvGrpSpPr/>
          <p:nvPr/>
        </p:nvGrpSpPr>
        <p:grpSpPr>
          <a:xfrm>
            <a:off x="5764222" y="1833598"/>
            <a:ext cx="374293" cy="276069"/>
            <a:chOff x="5764222" y="2016598"/>
            <a:chExt cx="374293" cy="276069"/>
          </a:xfrm>
        </p:grpSpPr>
        <p:sp>
          <p:nvSpPr>
            <p:cNvPr id="13804" name="Google Shape;13804;p141"/>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141"/>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141"/>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141"/>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141"/>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141"/>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141"/>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141"/>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141"/>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141"/>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141"/>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5" name="Google Shape;13815;p141"/>
          <p:cNvGrpSpPr/>
          <p:nvPr/>
        </p:nvGrpSpPr>
        <p:grpSpPr>
          <a:xfrm>
            <a:off x="5325477" y="1833441"/>
            <a:ext cx="361927" cy="276515"/>
            <a:chOff x="5325477" y="2016441"/>
            <a:chExt cx="361927" cy="276515"/>
          </a:xfrm>
        </p:grpSpPr>
        <p:sp>
          <p:nvSpPr>
            <p:cNvPr id="13816" name="Google Shape;13816;p141"/>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141"/>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141"/>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141"/>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141"/>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141"/>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141"/>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141"/>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141"/>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141"/>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141"/>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141"/>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141"/>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141"/>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141"/>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141"/>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141"/>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141"/>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141"/>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141"/>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6" name="Google Shape;13836;p141"/>
          <p:cNvGrpSpPr/>
          <p:nvPr/>
        </p:nvGrpSpPr>
        <p:grpSpPr>
          <a:xfrm>
            <a:off x="4870671" y="1834200"/>
            <a:ext cx="364180" cy="274812"/>
            <a:chOff x="4870671" y="2017200"/>
            <a:chExt cx="364180" cy="274812"/>
          </a:xfrm>
        </p:grpSpPr>
        <p:sp>
          <p:nvSpPr>
            <p:cNvPr id="13837" name="Google Shape;13837;p141"/>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141"/>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141"/>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141"/>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141"/>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141"/>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141"/>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141"/>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141"/>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141"/>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141"/>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141"/>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141"/>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0" name="Google Shape;13850;p141"/>
          <p:cNvGrpSpPr/>
          <p:nvPr/>
        </p:nvGrpSpPr>
        <p:grpSpPr>
          <a:xfrm>
            <a:off x="7144726" y="3172496"/>
            <a:ext cx="260690" cy="362032"/>
            <a:chOff x="7144726" y="3355496"/>
            <a:chExt cx="260690" cy="362032"/>
          </a:xfrm>
        </p:grpSpPr>
        <p:sp>
          <p:nvSpPr>
            <p:cNvPr id="13851" name="Google Shape;13851;p141"/>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141"/>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141"/>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141"/>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141"/>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141"/>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7" name="Google Shape;13857;p141"/>
          <p:cNvGrpSpPr/>
          <p:nvPr/>
        </p:nvGrpSpPr>
        <p:grpSpPr>
          <a:xfrm>
            <a:off x="6705719" y="4095051"/>
            <a:ext cx="261712" cy="361770"/>
            <a:chOff x="6705719" y="4278051"/>
            <a:chExt cx="261712" cy="361770"/>
          </a:xfrm>
        </p:grpSpPr>
        <p:sp>
          <p:nvSpPr>
            <p:cNvPr id="13858" name="Google Shape;13858;p141"/>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141"/>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141"/>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141"/>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141"/>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141"/>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141"/>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141"/>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141"/>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141"/>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141"/>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141"/>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141"/>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141"/>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141"/>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3" name="Google Shape;13873;p141"/>
          <p:cNvGrpSpPr/>
          <p:nvPr/>
        </p:nvGrpSpPr>
        <p:grpSpPr>
          <a:xfrm>
            <a:off x="5750650" y="2708652"/>
            <a:ext cx="320216" cy="361403"/>
            <a:chOff x="5750650" y="2891652"/>
            <a:chExt cx="320216" cy="361403"/>
          </a:xfrm>
        </p:grpSpPr>
        <p:sp>
          <p:nvSpPr>
            <p:cNvPr id="13874" name="Google Shape;13874;p141"/>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141"/>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141"/>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141"/>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141"/>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141"/>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141"/>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141"/>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141"/>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141"/>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141"/>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141"/>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141"/>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141"/>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141"/>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9" name="Google Shape;13889;p141"/>
          <p:cNvGrpSpPr/>
          <p:nvPr/>
        </p:nvGrpSpPr>
        <p:grpSpPr>
          <a:xfrm>
            <a:off x="6658009" y="2708390"/>
            <a:ext cx="315972" cy="361927"/>
            <a:chOff x="6658009" y="2891390"/>
            <a:chExt cx="315972" cy="361927"/>
          </a:xfrm>
        </p:grpSpPr>
        <p:sp>
          <p:nvSpPr>
            <p:cNvPr id="13890" name="Google Shape;13890;p141"/>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141"/>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141"/>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141"/>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141"/>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141"/>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141"/>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7" name="Google Shape;13897;p141"/>
          <p:cNvGrpSpPr/>
          <p:nvPr/>
        </p:nvGrpSpPr>
        <p:grpSpPr>
          <a:xfrm>
            <a:off x="6203465" y="2708206"/>
            <a:ext cx="320478" cy="362110"/>
            <a:chOff x="6203465" y="2891206"/>
            <a:chExt cx="320478" cy="362110"/>
          </a:xfrm>
        </p:grpSpPr>
        <p:sp>
          <p:nvSpPr>
            <p:cNvPr id="13898" name="Google Shape;13898;p141"/>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141"/>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141"/>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141"/>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141"/>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3" name="Google Shape;13903;p141"/>
          <p:cNvGrpSpPr/>
          <p:nvPr/>
        </p:nvGrpSpPr>
        <p:grpSpPr>
          <a:xfrm>
            <a:off x="7567280" y="2708259"/>
            <a:ext cx="307116" cy="362294"/>
            <a:chOff x="7567280" y="2891259"/>
            <a:chExt cx="307116" cy="362294"/>
          </a:xfrm>
        </p:grpSpPr>
        <p:sp>
          <p:nvSpPr>
            <p:cNvPr id="13904" name="Google Shape;13904;p141"/>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141"/>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141"/>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141"/>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141"/>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141"/>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141"/>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141"/>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141"/>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141"/>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141"/>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141"/>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6" name="Google Shape;13916;p141"/>
          <p:cNvGrpSpPr/>
          <p:nvPr/>
        </p:nvGrpSpPr>
        <p:grpSpPr>
          <a:xfrm>
            <a:off x="7112579" y="2708521"/>
            <a:ext cx="338556" cy="361534"/>
            <a:chOff x="7112579" y="2891521"/>
            <a:chExt cx="338556" cy="361534"/>
          </a:xfrm>
        </p:grpSpPr>
        <p:sp>
          <p:nvSpPr>
            <p:cNvPr id="13917" name="Google Shape;13917;p141"/>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141"/>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9" name="Google Shape;13919;p141"/>
          <p:cNvGrpSpPr/>
          <p:nvPr/>
        </p:nvGrpSpPr>
        <p:grpSpPr>
          <a:xfrm>
            <a:off x="7155259" y="3622036"/>
            <a:ext cx="207478" cy="361272"/>
            <a:chOff x="7155259" y="3805036"/>
            <a:chExt cx="207478" cy="361272"/>
          </a:xfrm>
        </p:grpSpPr>
        <p:sp>
          <p:nvSpPr>
            <p:cNvPr id="13920" name="Google Shape;13920;p141"/>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141"/>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141"/>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141"/>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141"/>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141"/>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141"/>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141"/>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141"/>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141"/>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141"/>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141"/>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2" name="Google Shape;13932;p141"/>
          <p:cNvGrpSpPr/>
          <p:nvPr/>
        </p:nvGrpSpPr>
        <p:grpSpPr>
          <a:xfrm>
            <a:off x="4915368" y="2708390"/>
            <a:ext cx="182850" cy="361927"/>
            <a:chOff x="4915368" y="2891390"/>
            <a:chExt cx="182850" cy="361927"/>
          </a:xfrm>
        </p:grpSpPr>
        <p:sp>
          <p:nvSpPr>
            <p:cNvPr id="13933" name="Google Shape;13933;p141"/>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141"/>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141"/>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141"/>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141"/>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141"/>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141"/>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141"/>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141"/>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141"/>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141"/>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4" name="Google Shape;13944;p141"/>
          <p:cNvGrpSpPr/>
          <p:nvPr/>
        </p:nvGrpSpPr>
        <p:grpSpPr>
          <a:xfrm>
            <a:off x="8028714" y="2708652"/>
            <a:ext cx="289589" cy="361403"/>
            <a:chOff x="8028714" y="2891652"/>
            <a:chExt cx="289589" cy="361403"/>
          </a:xfrm>
        </p:grpSpPr>
        <p:sp>
          <p:nvSpPr>
            <p:cNvPr id="13945" name="Google Shape;13945;p141"/>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141"/>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141"/>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141"/>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141"/>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141"/>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141"/>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141"/>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141"/>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141"/>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141"/>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141"/>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141"/>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141"/>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141"/>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141"/>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141"/>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141"/>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141"/>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141"/>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5" name="Google Shape;13965;p141"/>
          <p:cNvGrpSpPr/>
          <p:nvPr/>
        </p:nvGrpSpPr>
        <p:grpSpPr>
          <a:xfrm>
            <a:off x="7551822" y="3621774"/>
            <a:ext cx="293335" cy="361927"/>
            <a:chOff x="7551822" y="3804774"/>
            <a:chExt cx="293335" cy="361927"/>
          </a:xfrm>
        </p:grpSpPr>
        <p:sp>
          <p:nvSpPr>
            <p:cNvPr id="13966" name="Google Shape;13966;p141"/>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141"/>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141"/>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141"/>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141"/>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141"/>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141"/>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141"/>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141"/>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141"/>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141"/>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7" name="Google Shape;13977;p141"/>
          <p:cNvGrpSpPr/>
          <p:nvPr/>
        </p:nvGrpSpPr>
        <p:grpSpPr>
          <a:xfrm>
            <a:off x="6263725" y="4094658"/>
            <a:ext cx="210491" cy="362163"/>
            <a:chOff x="6263725" y="4277658"/>
            <a:chExt cx="210491" cy="362163"/>
          </a:xfrm>
        </p:grpSpPr>
        <p:sp>
          <p:nvSpPr>
            <p:cNvPr id="13978" name="Google Shape;13978;p141"/>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141"/>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141"/>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141"/>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141"/>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141"/>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141"/>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141"/>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141"/>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141"/>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141"/>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141"/>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141"/>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141"/>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141"/>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3" name="Google Shape;13993;p141"/>
          <p:cNvGrpSpPr/>
          <p:nvPr/>
        </p:nvGrpSpPr>
        <p:grpSpPr>
          <a:xfrm>
            <a:off x="7987790" y="3621695"/>
            <a:ext cx="336303" cy="362005"/>
            <a:chOff x="7987790" y="3804695"/>
            <a:chExt cx="336303" cy="362005"/>
          </a:xfrm>
        </p:grpSpPr>
        <p:sp>
          <p:nvSpPr>
            <p:cNvPr id="13994" name="Google Shape;13994;p141"/>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141"/>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141"/>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141"/>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141"/>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141"/>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141"/>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141"/>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141"/>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141"/>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4" name="Google Shape;14004;p141"/>
          <p:cNvGrpSpPr/>
          <p:nvPr/>
        </p:nvGrpSpPr>
        <p:grpSpPr>
          <a:xfrm>
            <a:off x="5273444" y="2708285"/>
            <a:ext cx="371123" cy="362267"/>
            <a:chOff x="5273444" y="2891285"/>
            <a:chExt cx="371123" cy="362267"/>
          </a:xfrm>
        </p:grpSpPr>
        <p:sp>
          <p:nvSpPr>
            <p:cNvPr id="14005" name="Google Shape;14005;p141"/>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141"/>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141"/>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141"/>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141"/>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141"/>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141"/>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141"/>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141"/>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141"/>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141"/>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141"/>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141"/>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141"/>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9" name="Google Shape;14019;p141"/>
          <p:cNvGrpSpPr/>
          <p:nvPr/>
        </p:nvGrpSpPr>
        <p:grpSpPr>
          <a:xfrm>
            <a:off x="7630397" y="3175399"/>
            <a:ext cx="214759" cy="357030"/>
            <a:chOff x="2235125" y="238075"/>
            <a:chExt cx="3144350" cy="5227375"/>
          </a:xfrm>
        </p:grpSpPr>
        <p:sp>
          <p:nvSpPr>
            <p:cNvPr id="14020" name="Google Shape;14020;p141"/>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141"/>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141"/>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141"/>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141"/>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141"/>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141"/>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141"/>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141"/>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9" name="Google Shape;14029;p141"/>
          <p:cNvGrpSpPr/>
          <p:nvPr/>
        </p:nvGrpSpPr>
        <p:grpSpPr>
          <a:xfrm>
            <a:off x="2810729" y="4084107"/>
            <a:ext cx="342496" cy="351944"/>
            <a:chOff x="2810729" y="4267107"/>
            <a:chExt cx="342496" cy="351944"/>
          </a:xfrm>
        </p:grpSpPr>
        <p:sp>
          <p:nvSpPr>
            <p:cNvPr id="14030" name="Google Shape;14030;p141"/>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141"/>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141"/>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141"/>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141"/>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141"/>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141"/>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141"/>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141"/>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141"/>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141"/>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141"/>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141"/>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141"/>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141"/>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141"/>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141"/>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141"/>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141"/>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141"/>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141"/>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141"/>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141"/>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141"/>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141"/>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141"/>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141"/>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141"/>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141"/>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141"/>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0" name="Google Shape;14060;p141"/>
          <p:cNvGrpSpPr/>
          <p:nvPr/>
        </p:nvGrpSpPr>
        <p:grpSpPr>
          <a:xfrm>
            <a:off x="1779168" y="3622625"/>
            <a:ext cx="282381" cy="343454"/>
            <a:chOff x="1779168" y="3805625"/>
            <a:chExt cx="282381" cy="343454"/>
          </a:xfrm>
        </p:grpSpPr>
        <p:sp>
          <p:nvSpPr>
            <p:cNvPr id="14061" name="Google Shape;14061;p141"/>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141"/>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141"/>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141"/>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141"/>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141"/>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141"/>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141"/>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141"/>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141"/>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141"/>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141"/>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141"/>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141"/>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141"/>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141"/>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141"/>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141"/>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141"/>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141"/>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141"/>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141"/>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141"/>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141"/>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141"/>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141"/>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141"/>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141"/>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9" name="Google Shape;14089;p141"/>
          <p:cNvGrpSpPr/>
          <p:nvPr/>
        </p:nvGrpSpPr>
        <p:grpSpPr>
          <a:xfrm>
            <a:off x="2593522" y="2224029"/>
            <a:ext cx="391606" cy="364535"/>
            <a:chOff x="2593522" y="2407029"/>
            <a:chExt cx="391606" cy="364535"/>
          </a:xfrm>
        </p:grpSpPr>
        <p:sp>
          <p:nvSpPr>
            <p:cNvPr id="14090" name="Google Shape;14090;p141"/>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141"/>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141"/>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141"/>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141"/>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141"/>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141"/>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141"/>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141"/>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141"/>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141"/>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141"/>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141"/>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141"/>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141"/>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141"/>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141"/>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141"/>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141"/>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141"/>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141"/>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141"/>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141"/>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141"/>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141"/>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141"/>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141"/>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141"/>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141"/>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141"/>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141"/>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141"/>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141"/>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141"/>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141"/>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141"/>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141"/>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141"/>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141"/>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9" name="Google Shape;14129;p141"/>
          <p:cNvGrpSpPr/>
          <p:nvPr/>
        </p:nvGrpSpPr>
        <p:grpSpPr>
          <a:xfrm>
            <a:off x="3955047" y="2249242"/>
            <a:ext cx="322912" cy="334396"/>
            <a:chOff x="3955047" y="2432242"/>
            <a:chExt cx="322912" cy="334396"/>
          </a:xfrm>
        </p:grpSpPr>
        <p:sp>
          <p:nvSpPr>
            <p:cNvPr id="14130" name="Google Shape;14130;p141"/>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141"/>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141"/>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3" name="Google Shape;14133;p141"/>
          <p:cNvGrpSpPr/>
          <p:nvPr/>
        </p:nvGrpSpPr>
        <p:grpSpPr>
          <a:xfrm>
            <a:off x="1802465" y="1779854"/>
            <a:ext cx="265373" cy="351944"/>
            <a:chOff x="1802465" y="1962854"/>
            <a:chExt cx="265373" cy="351944"/>
          </a:xfrm>
        </p:grpSpPr>
        <p:sp>
          <p:nvSpPr>
            <p:cNvPr id="14134" name="Google Shape;14134;p141"/>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141"/>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141"/>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141"/>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141"/>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141"/>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141"/>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1" name="Google Shape;14141;p141"/>
          <p:cNvGrpSpPr/>
          <p:nvPr/>
        </p:nvGrpSpPr>
        <p:grpSpPr>
          <a:xfrm>
            <a:off x="3512070" y="1773222"/>
            <a:ext cx="373983" cy="363622"/>
            <a:chOff x="3512070" y="1956222"/>
            <a:chExt cx="373983" cy="363622"/>
          </a:xfrm>
        </p:grpSpPr>
        <p:sp>
          <p:nvSpPr>
            <p:cNvPr id="14142" name="Google Shape;14142;p141"/>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141"/>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141"/>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141"/>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141"/>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141"/>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141"/>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141"/>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141"/>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141"/>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141"/>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141"/>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141"/>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141"/>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141"/>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141"/>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141"/>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9" name="Google Shape;14159;p141"/>
          <p:cNvGrpSpPr/>
          <p:nvPr/>
        </p:nvGrpSpPr>
        <p:grpSpPr>
          <a:xfrm>
            <a:off x="842683" y="2211751"/>
            <a:ext cx="345640" cy="356660"/>
            <a:chOff x="842683" y="2394751"/>
            <a:chExt cx="345640" cy="356660"/>
          </a:xfrm>
        </p:grpSpPr>
        <p:sp>
          <p:nvSpPr>
            <p:cNvPr id="14160" name="Google Shape;14160;p141"/>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141"/>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141"/>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141"/>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141"/>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141"/>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141"/>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141"/>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141"/>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141"/>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141"/>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141"/>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141"/>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141"/>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141"/>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141"/>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6" name="Google Shape;14176;p141"/>
          <p:cNvGrpSpPr/>
          <p:nvPr/>
        </p:nvGrpSpPr>
        <p:grpSpPr>
          <a:xfrm>
            <a:off x="1290615" y="2216467"/>
            <a:ext cx="336836" cy="342511"/>
            <a:chOff x="1290615" y="2399467"/>
            <a:chExt cx="336836" cy="342511"/>
          </a:xfrm>
        </p:grpSpPr>
        <p:sp>
          <p:nvSpPr>
            <p:cNvPr id="14177" name="Google Shape;14177;p141"/>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141"/>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141"/>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141"/>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141"/>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141"/>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141"/>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141"/>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141"/>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141"/>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141"/>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141"/>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141"/>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141"/>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141"/>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141"/>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141"/>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141"/>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141"/>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6" name="Google Shape;14196;p141"/>
          <p:cNvGrpSpPr/>
          <p:nvPr/>
        </p:nvGrpSpPr>
        <p:grpSpPr>
          <a:xfrm>
            <a:off x="1748310" y="2225601"/>
            <a:ext cx="308508" cy="333378"/>
            <a:chOff x="1748310" y="2408601"/>
            <a:chExt cx="308508" cy="333378"/>
          </a:xfrm>
        </p:grpSpPr>
        <p:sp>
          <p:nvSpPr>
            <p:cNvPr id="14197" name="Google Shape;14197;p141"/>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141"/>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141"/>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141"/>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141"/>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141"/>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141"/>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141"/>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5" name="Google Shape;14205;p141"/>
          <p:cNvGrpSpPr/>
          <p:nvPr/>
        </p:nvGrpSpPr>
        <p:grpSpPr>
          <a:xfrm>
            <a:off x="3044614" y="2235033"/>
            <a:ext cx="376184" cy="315141"/>
            <a:chOff x="3044614" y="2418033"/>
            <a:chExt cx="376184" cy="315141"/>
          </a:xfrm>
        </p:grpSpPr>
        <p:sp>
          <p:nvSpPr>
            <p:cNvPr id="14206" name="Google Shape;14206;p141"/>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141"/>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141"/>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141"/>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141"/>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141"/>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141"/>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141"/>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141"/>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5" name="Google Shape;14215;p141"/>
          <p:cNvGrpSpPr/>
          <p:nvPr/>
        </p:nvGrpSpPr>
        <p:grpSpPr>
          <a:xfrm>
            <a:off x="3943638" y="3632072"/>
            <a:ext cx="357933" cy="342676"/>
            <a:chOff x="3943638" y="3815072"/>
            <a:chExt cx="357933" cy="342676"/>
          </a:xfrm>
        </p:grpSpPr>
        <p:sp>
          <p:nvSpPr>
            <p:cNvPr id="14216" name="Google Shape;14216;p141"/>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141"/>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141"/>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141"/>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141"/>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141"/>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141"/>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141"/>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141"/>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5" name="Google Shape;14225;p141"/>
          <p:cNvGrpSpPr/>
          <p:nvPr/>
        </p:nvGrpSpPr>
        <p:grpSpPr>
          <a:xfrm>
            <a:off x="3508282" y="3627341"/>
            <a:ext cx="351644" cy="351959"/>
            <a:chOff x="3508282" y="3810341"/>
            <a:chExt cx="351644" cy="351959"/>
          </a:xfrm>
        </p:grpSpPr>
        <p:sp>
          <p:nvSpPr>
            <p:cNvPr id="14226" name="Google Shape;14226;p141"/>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141"/>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141"/>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141"/>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141"/>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141"/>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141"/>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141"/>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141"/>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141"/>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141"/>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141"/>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141"/>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9" name="Google Shape;14239;p141"/>
          <p:cNvGrpSpPr/>
          <p:nvPr/>
        </p:nvGrpSpPr>
        <p:grpSpPr>
          <a:xfrm>
            <a:off x="2224585" y="1779854"/>
            <a:ext cx="303163" cy="351809"/>
            <a:chOff x="2224585" y="1962854"/>
            <a:chExt cx="303163" cy="351809"/>
          </a:xfrm>
        </p:grpSpPr>
        <p:sp>
          <p:nvSpPr>
            <p:cNvPr id="14240" name="Google Shape;14240;p141"/>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141"/>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141"/>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141"/>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141"/>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141"/>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141"/>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141"/>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8" name="Google Shape;14248;p141"/>
          <p:cNvGrpSpPr/>
          <p:nvPr/>
        </p:nvGrpSpPr>
        <p:grpSpPr>
          <a:xfrm>
            <a:off x="2622794" y="1807868"/>
            <a:ext cx="389090" cy="296231"/>
            <a:chOff x="2622794" y="1990868"/>
            <a:chExt cx="389090" cy="296231"/>
          </a:xfrm>
        </p:grpSpPr>
        <p:sp>
          <p:nvSpPr>
            <p:cNvPr id="14249" name="Google Shape;14249;p141"/>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141"/>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141"/>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141"/>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141"/>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141"/>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141"/>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141"/>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141"/>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8" name="Google Shape;14258;p141"/>
          <p:cNvGrpSpPr/>
          <p:nvPr/>
        </p:nvGrpSpPr>
        <p:grpSpPr>
          <a:xfrm>
            <a:off x="3977326" y="1769149"/>
            <a:ext cx="327074" cy="375241"/>
            <a:chOff x="3977326" y="1952149"/>
            <a:chExt cx="327074" cy="375241"/>
          </a:xfrm>
        </p:grpSpPr>
        <p:sp>
          <p:nvSpPr>
            <p:cNvPr id="14259" name="Google Shape;14259;p141"/>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141"/>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141"/>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141"/>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141"/>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141"/>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141"/>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141"/>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141"/>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141"/>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141"/>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141"/>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141"/>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141"/>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141"/>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141"/>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141"/>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6" name="Google Shape;14276;p141"/>
          <p:cNvGrpSpPr/>
          <p:nvPr/>
        </p:nvGrpSpPr>
        <p:grpSpPr>
          <a:xfrm>
            <a:off x="1341612" y="3157055"/>
            <a:ext cx="259399" cy="370524"/>
            <a:chOff x="1341612" y="3340055"/>
            <a:chExt cx="259399" cy="370524"/>
          </a:xfrm>
        </p:grpSpPr>
        <p:sp>
          <p:nvSpPr>
            <p:cNvPr id="14277" name="Google Shape;14277;p141"/>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141"/>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141"/>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141"/>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141"/>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141"/>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141"/>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141"/>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141"/>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141"/>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141"/>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141"/>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141"/>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141"/>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141"/>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141"/>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141"/>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141"/>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5" name="Google Shape;14295;p141"/>
          <p:cNvGrpSpPr/>
          <p:nvPr/>
        </p:nvGrpSpPr>
        <p:grpSpPr>
          <a:xfrm>
            <a:off x="2179892" y="3661972"/>
            <a:ext cx="351629" cy="282381"/>
            <a:chOff x="2179892" y="3844972"/>
            <a:chExt cx="351629" cy="282381"/>
          </a:xfrm>
        </p:grpSpPr>
        <p:sp>
          <p:nvSpPr>
            <p:cNvPr id="14296" name="Google Shape;14296;p141"/>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141"/>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141"/>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141"/>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141"/>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141"/>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141"/>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141"/>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141"/>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141"/>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141"/>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141"/>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141"/>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141"/>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141"/>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141"/>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141"/>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141"/>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141"/>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141"/>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6" name="Google Shape;14316;p141"/>
          <p:cNvGrpSpPr/>
          <p:nvPr/>
        </p:nvGrpSpPr>
        <p:grpSpPr>
          <a:xfrm>
            <a:off x="3131170" y="3633884"/>
            <a:ext cx="220051" cy="338169"/>
            <a:chOff x="3131170" y="3816884"/>
            <a:chExt cx="220051" cy="338169"/>
          </a:xfrm>
        </p:grpSpPr>
        <p:sp>
          <p:nvSpPr>
            <p:cNvPr id="14317" name="Google Shape;14317;p141"/>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141"/>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141"/>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141"/>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141"/>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141"/>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141"/>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141"/>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141"/>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141"/>
          <p:cNvGrpSpPr/>
          <p:nvPr/>
        </p:nvGrpSpPr>
        <p:grpSpPr>
          <a:xfrm>
            <a:off x="903502" y="3176564"/>
            <a:ext cx="247990" cy="333393"/>
            <a:chOff x="903502" y="3359564"/>
            <a:chExt cx="247990" cy="333393"/>
          </a:xfrm>
        </p:grpSpPr>
        <p:sp>
          <p:nvSpPr>
            <p:cNvPr id="14327" name="Google Shape;14327;p141"/>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141"/>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141"/>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141"/>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141"/>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141"/>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141"/>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141"/>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141"/>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141"/>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141"/>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141"/>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141"/>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141"/>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141"/>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141"/>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141"/>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141"/>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141"/>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141"/>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141"/>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141"/>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9" name="Google Shape;14349;p141"/>
          <p:cNvGrpSpPr/>
          <p:nvPr/>
        </p:nvGrpSpPr>
        <p:grpSpPr>
          <a:xfrm>
            <a:off x="2616191" y="2707461"/>
            <a:ext cx="365793" cy="361152"/>
            <a:chOff x="2616191" y="2890461"/>
            <a:chExt cx="365793" cy="361152"/>
          </a:xfrm>
        </p:grpSpPr>
        <p:sp>
          <p:nvSpPr>
            <p:cNvPr id="14350" name="Google Shape;14350;p141"/>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141"/>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141"/>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141"/>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141"/>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141"/>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141"/>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141"/>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141"/>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141"/>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141"/>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1" name="Google Shape;14361;p141"/>
          <p:cNvGrpSpPr/>
          <p:nvPr/>
        </p:nvGrpSpPr>
        <p:grpSpPr>
          <a:xfrm>
            <a:off x="3049959" y="1762861"/>
            <a:ext cx="402940" cy="388536"/>
            <a:chOff x="3049959" y="1945861"/>
            <a:chExt cx="402940" cy="388536"/>
          </a:xfrm>
        </p:grpSpPr>
        <p:sp>
          <p:nvSpPr>
            <p:cNvPr id="14362" name="Google Shape;14362;p141"/>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141"/>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141"/>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141"/>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141"/>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141"/>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8" name="Google Shape;14368;p141"/>
          <p:cNvGrpSpPr/>
          <p:nvPr/>
        </p:nvGrpSpPr>
        <p:grpSpPr>
          <a:xfrm>
            <a:off x="2483025" y="4085679"/>
            <a:ext cx="202428" cy="349114"/>
            <a:chOff x="2483025" y="4268679"/>
            <a:chExt cx="202428" cy="349114"/>
          </a:xfrm>
        </p:grpSpPr>
        <p:sp>
          <p:nvSpPr>
            <p:cNvPr id="14369" name="Google Shape;14369;p141"/>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141"/>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141"/>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141"/>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141"/>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141"/>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5" name="Google Shape;14375;p141"/>
          <p:cNvGrpSpPr/>
          <p:nvPr/>
        </p:nvGrpSpPr>
        <p:grpSpPr>
          <a:xfrm>
            <a:off x="862507" y="2702984"/>
            <a:ext cx="329590" cy="365000"/>
            <a:chOff x="862507" y="2885984"/>
            <a:chExt cx="329590" cy="365000"/>
          </a:xfrm>
        </p:grpSpPr>
        <p:sp>
          <p:nvSpPr>
            <p:cNvPr id="14376" name="Google Shape;14376;p141"/>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141"/>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141"/>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141"/>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141"/>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141"/>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141"/>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3" name="Google Shape;14383;p141"/>
          <p:cNvGrpSpPr/>
          <p:nvPr/>
        </p:nvGrpSpPr>
        <p:grpSpPr>
          <a:xfrm>
            <a:off x="3082075" y="2688805"/>
            <a:ext cx="318884" cy="379807"/>
            <a:chOff x="3082075" y="2871805"/>
            <a:chExt cx="318884" cy="379807"/>
          </a:xfrm>
        </p:grpSpPr>
        <p:sp>
          <p:nvSpPr>
            <p:cNvPr id="14384" name="Google Shape;14384;p141"/>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141"/>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141"/>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141"/>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141"/>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141"/>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141"/>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141"/>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141"/>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141"/>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141"/>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141"/>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141"/>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141"/>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141"/>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141"/>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141"/>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141"/>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141"/>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141"/>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4" name="Google Shape;14404;p141"/>
          <p:cNvGrpSpPr/>
          <p:nvPr/>
        </p:nvGrpSpPr>
        <p:grpSpPr>
          <a:xfrm>
            <a:off x="2594780" y="1333494"/>
            <a:ext cx="410187" cy="324244"/>
            <a:chOff x="2594780" y="1516494"/>
            <a:chExt cx="410187" cy="324244"/>
          </a:xfrm>
        </p:grpSpPr>
        <p:sp>
          <p:nvSpPr>
            <p:cNvPr id="14405" name="Google Shape;14405;p141"/>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141"/>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141"/>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141"/>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141"/>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141"/>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141"/>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141"/>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3" name="Google Shape;14413;p141"/>
          <p:cNvGrpSpPr/>
          <p:nvPr/>
        </p:nvGrpSpPr>
        <p:grpSpPr>
          <a:xfrm>
            <a:off x="1742965" y="1319959"/>
            <a:ext cx="333692" cy="333363"/>
            <a:chOff x="1742965" y="1502959"/>
            <a:chExt cx="333692" cy="333363"/>
          </a:xfrm>
        </p:grpSpPr>
        <p:sp>
          <p:nvSpPr>
            <p:cNvPr id="14414" name="Google Shape;14414;p141"/>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141"/>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141"/>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141"/>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8" name="Google Shape;14418;p141"/>
          <p:cNvGrpSpPr/>
          <p:nvPr/>
        </p:nvGrpSpPr>
        <p:grpSpPr>
          <a:xfrm>
            <a:off x="3051531" y="1333809"/>
            <a:ext cx="390034" cy="296545"/>
            <a:chOff x="3051531" y="1516809"/>
            <a:chExt cx="390034" cy="296545"/>
          </a:xfrm>
        </p:grpSpPr>
        <p:sp>
          <p:nvSpPr>
            <p:cNvPr id="14419" name="Google Shape;14419;p141"/>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141"/>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141"/>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141"/>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141"/>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141"/>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141"/>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141"/>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141"/>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141"/>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141"/>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141"/>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141"/>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141"/>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141"/>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4" name="Google Shape;14434;p141"/>
          <p:cNvGrpSpPr/>
          <p:nvPr/>
        </p:nvGrpSpPr>
        <p:grpSpPr>
          <a:xfrm>
            <a:off x="3514900" y="1306020"/>
            <a:ext cx="354145" cy="351869"/>
            <a:chOff x="3514900" y="1489020"/>
            <a:chExt cx="354145" cy="351869"/>
          </a:xfrm>
        </p:grpSpPr>
        <p:sp>
          <p:nvSpPr>
            <p:cNvPr id="14435" name="Google Shape;14435;p141"/>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141"/>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141"/>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141"/>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141"/>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141"/>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141"/>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141"/>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141"/>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141"/>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141"/>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141"/>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141"/>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141"/>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141"/>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141"/>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141"/>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141"/>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141"/>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141"/>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141"/>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141"/>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7" name="Google Shape;14457;p141"/>
          <p:cNvGrpSpPr/>
          <p:nvPr/>
        </p:nvGrpSpPr>
        <p:grpSpPr>
          <a:xfrm>
            <a:off x="3066324" y="3167446"/>
            <a:ext cx="346598" cy="333183"/>
            <a:chOff x="3066324" y="3350446"/>
            <a:chExt cx="346598" cy="333183"/>
          </a:xfrm>
        </p:grpSpPr>
        <p:sp>
          <p:nvSpPr>
            <p:cNvPr id="14458" name="Google Shape;14458;p141"/>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141"/>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141"/>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141"/>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141"/>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141"/>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141"/>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141"/>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141"/>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141"/>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8" name="Google Shape;14468;p141"/>
          <p:cNvGrpSpPr/>
          <p:nvPr/>
        </p:nvGrpSpPr>
        <p:grpSpPr>
          <a:xfrm>
            <a:off x="1282755" y="1769089"/>
            <a:ext cx="363278" cy="363338"/>
            <a:chOff x="1282755" y="1952089"/>
            <a:chExt cx="363278" cy="363338"/>
          </a:xfrm>
        </p:grpSpPr>
        <p:sp>
          <p:nvSpPr>
            <p:cNvPr id="14469" name="Google Shape;14469;p141"/>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141"/>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141"/>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141"/>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141"/>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141"/>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141"/>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6" name="Google Shape;14476;p141"/>
          <p:cNvGrpSpPr/>
          <p:nvPr/>
        </p:nvGrpSpPr>
        <p:grpSpPr>
          <a:xfrm>
            <a:off x="3510094" y="2726281"/>
            <a:ext cx="355133" cy="343574"/>
            <a:chOff x="3510094" y="2909281"/>
            <a:chExt cx="355133" cy="343574"/>
          </a:xfrm>
        </p:grpSpPr>
        <p:sp>
          <p:nvSpPr>
            <p:cNvPr id="14477" name="Google Shape;14477;p141"/>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141"/>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141"/>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141"/>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141"/>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141"/>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141"/>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141"/>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141"/>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141"/>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141"/>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141"/>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141"/>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90" name="Google Shape;14490;p141"/>
          <p:cNvSpPr/>
          <p:nvPr/>
        </p:nvSpPr>
        <p:spPr>
          <a:xfrm>
            <a:off x="2513884" y="1629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1" name="Google Shape;14491;p141"/>
          <p:cNvGrpSpPr/>
          <p:nvPr/>
        </p:nvGrpSpPr>
        <p:grpSpPr>
          <a:xfrm>
            <a:off x="2163842" y="1323972"/>
            <a:ext cx="382787" cy="331566"/>
            <a:chOff x="2163842" y="1506972"/>
            <a:chExt cx="382787" cy="331566"/>
          </a:xfrm>
        </p:grpSpPr>
        <p:sp>
          <p:nvSpPr>
            <p:cNvPr id="14492" name="Google Shape;14492;p141"/>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141"/>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141"/>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141"/>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141"/>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141"/>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141"/>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141"/>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0" name="Google Shape;14500;p141"/>
          <p:cNvGrpSpPr/>
          <p:nvPr/>
        </p:nvGrpSpPr>
        <p:grpSpPr>
          <a:xfrm>
            <a:off x="1738877" y="3166652"/>
            <a:ext cx="357918" cy="350536"/>
            <a:chOff x="1738877" y="3349652"/>
            <a:chExt cx="357918" cy="350536"/>
          </a:xfrm>
        </p:grpSpPr>
        <p:sp>
          <p:nvSpPr>
            <p:cNvPr id="14501" name="Google Shape;14501;p141"/>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141"/>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141"/>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141"/>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141"/>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141"/>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141"/>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141"/>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141"/>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141"/>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141"/>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141"/>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141"/>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141"/>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141"/>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141"/>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141"/>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141"/>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9" name="Google Shape;14519;p141"/>
          <p:cNvGrpSpPr/>
          <p:nvPr/>
        </p:nvGrpSpPr>
        <p:grpSpPr>
          <a:xfrm>
            <a:off x="1971819" y="4093854"/>
            <a:ext cx="383281" cy="333947"/>
            <a:chOff x="1971819" y="4276854"/>
            <a:chExt cx="383281" cy="333947"/>
          </a:xfrm>
        </p:grpSpPr>
        <p:sp>
          <p:nvSpPr>
            <p:cNvPr id="14520" name="Google Shape;14520;p141"/>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141"/>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141"/>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141"/>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141"/>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141"/>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141"/>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141"/>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141"/>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141"/>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0" name="Google Shape;14530;p141"/>
          <p:cNvGrpSpPr/>
          <p:nvPr/>
        </p:nvGrpSpPr>
        <p:grpSpPr>
          <a:xfrm>
            <a:off x="1825119" y="2702819"/>
            <a:ext cx="175987" cy="361391"/>
            <a:chOff x="1825119" y="2885819"/>
            <a:chExt cx="175987" cy="361391"/>
          </a:xfrm>
        </p:grpSpPr>
        <p:sp>
          <p:nvSpPr>
            <p:cNvPr id="14531" name="Google Shape;14531;p141"/>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141"/>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141"/>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141"/>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141"/>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141"/>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141"/>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141"/>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141"/>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141"/>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1" name="Google Shape;14541;p141"/>
          <p:cNvGrpSpPr/>
          <p:nvPr/>
        </p:nvGrpSpPr>
        <p:grpSpPr>
          <a:xfrm>
            <a:off x="3504824" y="3222844"/>
            <a:ext cx="369896" cy="226339"/>
            <a:chOff x="3504824" y="3405844"/>
            <a:chExt cx="369896" cy="226339"/>
          </a:xfrm>
        </p:grpSpPr>
        <p:sp>
          <p:nvSpPr>
            <p:cNvPr id="14542" name="Google Shape;14542;p141"/>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141"/>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141"/>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141"/>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141"/>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141"/>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141"/>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141"/>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141"/>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141"/>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141"/>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141"/>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141"/>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141"/>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141"/>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141"/>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8" name="Google Shape;14558;p141"/>
          <p:cNvGrpSpPr/>
          <p:nvPr/>
        </p:nvGrpSpPr>
        <p:grpSpPr>
          <a:xfrm>
            <a:off x="1295661" y="3636594"/>
            <a:ext cx="345640" cy="342900"/>
            <a:chOff x="1295661" y="3819594"/>
            <a:chExt cx="345640" cy="342900"/>
          </a:xfrm>
        </p:grpSpPr>
        <p:sp>
          <p:nvSpPr>
            <p:cNvPr id="14559" name="Google Shape;14559;p141"/>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141"/>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141"/>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141"/>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141"/>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141"/>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141"/>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141"/>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141"/>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141"/>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141"/>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141"/>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141"/>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141"/>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141"/>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141"/>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141"/>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6" name="Google Shape;14576;p141"/>
          <p:cNvGrpSpPr/>
          <p:nvPr/>
        </p:nvGrpSpPr>
        <p:grpSpPr>
          <a:xfrm>
            <a:off x="3486572" y="2250470"/>
            <a:ext cx="379328" cy="281738"/>
            <a:chOff x="3486572" y="2433470"/>
            <a:chExt cx="379328" cy="281738"/>
          </a:xfrm>
        </p:grpSpPr>
        <p:sp>
          <p:nvSpPr>
            <p:cNvPr id="14577" name="Google Shape;14577;p141"/>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141"/>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141"/>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141"/>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141"/>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141"/>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141"/>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84" name="Google Shape;14584;p141"/>
          <p:cNvSpPr/>
          <p:nvPr/>
        </p:nvSpPr>
        <p:spPr>
          <a:xfrm>
            <a:off x="3751930" y="2526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85" name="Google Shape;14585;p141"/>
          <p:cNvGrpSpPr/>
          <p:nvPr/>
        </p:nvGrpSpPr>
        <p:grpSpPr>
          <a:xfrm>
            <a:off x="3997149" y="3146634"/>
            <a:ext cx="270733" cy="355762"/>
            <a:chOff x="3997149" y="3329634"/>
            <a:chExt cx="270733" cy="355762"/>
          </a:xfrm>
        </p:grpSpPr>
        <p:sp>
          <p:nvSpPr>
            <p:cNvPr id="14586" name="Google Shape;14586;p141"/>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141"/>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141"/>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141"/>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141"/>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141"/>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141"/>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141"/>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141"/>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141"/>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141"/>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141"/>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141"/>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141"/>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141"/>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141"/>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141"/>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141"/>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141"/>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141"/>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141"/>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7" name="Google Shape;14607;p141"/>
          <p:cNvGrpSpPr/>
          <p:nvPr/>
        </p:nvGrpSpPr>
        <p:grpSpPr>
          <a:xfrm>
            <a:off x="3954343" y="2716354"/>
            <a:ext cx="345655" cy="343529"/>
            <a:chOff x="3954343" y="2899354"/>
            <a:chExt cx="345655" cy="343529"/>
          </a:xfrm>
        </p:grpSpPr>
        <p:sp>
          <p:nvSpPr>
            <p:cNvPr id="14608" name="Google Shape;14608;p141"/>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141"/>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141"/>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141"/>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141"/>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141"/>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141"/>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141"/>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141"/>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141"/>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141"/>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141"/>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141"/>
          <p:cNvGrpSpPr/>
          <p:nvPr/>
        </p:nvGrpSpPr>
        <p:grpSpPr>
          <a:xfrm>
            <a:off x="2166043" y="3168344"/>
            <a:ext cx="369566" cy="349803"/>
            <a:chOff x="2166043" y="3351344"/>
            <a:chExt cx="369566" cy="349803"/>
          </a:xfrm>
        </p:grpSpPr>
        <p:sp>
          <p:nvSpPr>
            <p:cNvPr id="14621" name="Google Shape;14621;p141"/>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141"/>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141"/>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141"/>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141"/>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141"/>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141"/>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141"/>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141"/>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0" name="Google Shape;14630;p141"/>
          <p:cNvGrpSpPr/>
          <p:nvPr/>
        </p:nvGrpSpPr>
        <p:grpSpPr>
          <a:xfrm>
            <a:off x="2619649" y="3169332"/>
            <a:ext cx="365793" cy="329275"/>
            <a:chOff x="2619649" y="3352332"/>
            <a:chExt cx="365793" cy="329275"/>
          </a:xfrm>
        </p:grpSpPr>
        <p:sp>
          <p:nvSpPr>
            <p:cNvPr id="14631" name="Google Shape;14631;p141"/>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141"/>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141"/>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141"/>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141"/>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141"/>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141"/>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141"/>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141"/>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141"/>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1" name="Google Shape;14641;p141"/>
          <p:cNvGrpSpPr/>
          <p:nvPr/>
        </p:nvGrpSpPr>
        <p:grpSpPr>
          <a:xfrm>
            <a:off x="1296135" y="1332240"/>
            <a:ext cx="340624" cy="351944"/>
            <a:chOff x="1293760" y="1498228"/>
            <a:chExt cx="340624" cy="351944"/>
          </a:xfrm>
        </p:grpSpPr>
        <p:sp>
          <p:nvSpPr>
            <p:cNvPr id="14642" name="Google Shape;14642;p141"/>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141"/>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141"/>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141"/>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141"/>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141"/>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141"/>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141"/>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141"/>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141"/>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141"/>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141"/>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141"/>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141"/>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6" name="Google Shape;14656;p141"/>
          <p:cNvGrpSpPr/>
          <p:nvPr/>
        </p:nvGrpSpPr>
        <p:grpSpPr>
          <a:xfrm>
            <a:off x="849601" y="1769074"/>
            <a:ext cx="406713" cy="383745"/>
            <a:chOff x="849601" y="1952074"/>
            <a:chExt cx="406713" cy="383745"/>
          </a:xfrm>
        </p:grpSpPr>
        <p:sp>
          <p:nvSpPr>
            <p:cNvPr id="14657" name="Google Shape;14657;p141"/>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141"/>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141"/>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141"/>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141"/>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141"/>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141"/>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4" name="Google Shape;14664;p141"/>
          <p:cNvGrpSpPr/>
          <p:nvPr/>
        </p:nvGrpSpPr>
        <p:grpSpPr>
          <a:xfrm>
            <a:off x="2253871" y="2710365"/>
            <a:ext cx="203985" cy="355417"/>
            <a:chOff x="2253871" y="2893365"/>
            <a:chExt cx="203985" cy="355417"/>
          </a:xfrm>
        </p:grpSpPr>
        <p:sp>
          <p:nvSpPr>
            <p:cNvPr id="14665" name="Google Shape;14665;p141"/>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141"/>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141"/>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141"/>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141"/>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141"/>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141"/>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141"/>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141"/>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141"/>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141"/>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6" name="Google Shape;14676;p141"/>
          <p:cNvGrpSpPr/>
          <p:nvPr/>
        </p:nvGrpSpPr>
        <p:grpSpPr>
          <a:xfrm>
            <a:off x="2191541" y="2225601"/>
            <a:ext cx="308823" cy="342571"/>
            <a:chOff x="2191541" y="2408601"/>
            <a:chExt cx="308823" cy="342571"/>
          </a:xfrm>
        </p:grpSpPr>
        <p:sp>
          <p:nvSpPr>
            <p:cNvPr id="14677" name="Google Shape;14677;p141"/>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141"/>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141"/>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141"/>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141"/>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141"/>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141"/>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141"/>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141"/>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141"/>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141"/>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141"/>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141"/>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0" name="Google Shape;14690;p141"/>
          <p:cNvGrpSpPr/>
          <p:nvPr/>
        </p:nvGrpSpPr>
        <p:grpSpPr>
          <a:xfrm>
            <a:off x="847400" y="1320588"/>
            <a:ext cx="342496" cy="341553"/>
            <a:chOff x="847400" y="1503588"/>
            <a:chExt cx="342496" cy="341553"/>
          </a:xfrm>
        </p:grpSpPr>
        <p:sp>
          <p:nvSpPr>
            <p:cNvPr id="14691" name="Google Shape;14691;p141"/>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141"/>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141"/>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141"/>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141"/>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141"/>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141"/>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141"/>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141"/>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141"/>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141"/>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141"/>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141"/>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141"/>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141"/>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141"/>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141"/>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141"/>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141"/>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141"/>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1" name="Google Shape;14711;p141"/>
          <p:cNvGrpSpPr/>
          <p:nvPr/>
        </p:nvGrpSpPr>
        <p:grpSpPr>
          <a:xfrm>
            <a:off x="1329963" y="2716669"/>
            <a:ext cx="280495" cy="361077"/>
            <a:chOff x="1329963" y="2899669"/>
            <a:chExt cx="280495" cy="361077"/>
          </a:xfrm>
        </p:grpSpPr>
        <p:sp>
          <p:nvSpPr>
            <p:cNvPr id="14712" name="Google Shape;14712;p141"/>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141"/>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141"/>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141"/>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141"/>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141"/>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141"/>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9" name="Google Shape;14719;p141"/>
          <p:cNvGrpSpPr/>
          <p:nvPr/>
        </p:nvGrpSpPr>
        <p:grpSpPr>
          <a:xfrm>
            <a:off x="937429" y="3617908"/>
            <a:ext cx="195496" cy="343439"/>
            <a:chOff x="937429" y="3800908"/>
            <a:chExt cx="195496" cy="343439"/>
          </a:xfrm>
        </p:grpSpPr>
        <p:sp>
          <p:nvSpPr>
            <p:cNvPr id="14720" name="Google Shape;14720;p141"/>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141"/>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141"/>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141"/>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141"/>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141"/>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141"/>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141"/>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141"/>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141"/>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141"/>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141"/>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141"/>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3" name="Google Shape;14733;p141"/>
          <p:cNvGrpSpPr/>
          <p:nvPr/>
        </p:nvGrpSpPr>
        <p:grpSpPr>
          <a:xfrm>
            <a:off x="2687659" y="3627655"/>
            <a:ext cx="365164" cy="342511"/>
            <a:chOff x="2611459" y="3810655"/>
            <a:chExt cx="365164" cy="342511"/>
          </a:xfrm>
        </p:grpSpPr>
        <p:sp>
          <p:nvSpPr>
            <p:cNvPr id="14734" name="Google Shape;14734;p141"/>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141"/>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141"/>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141"/>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141"/>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141"/>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141"/>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141"/>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141"/>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141"/>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141"/>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5" name="Google Shape;14745;p141"/>
          <p:cNvGrpSpPr/>
          <p:nvPr/>
        </p:nvGrpSpPr>
        <p:grpSpPr>
          <a:xfrm>
            <a:off x="3952456" y="1341280"/>
            <a:ext cx="370195" cy="300154"/>
            <a:chOff x="3952456" y="1524280"/>
            <a:chExt cx="370195" cy="300154"/>
          </a:xfrm>
        </p:grpSpPr>
        <p:sp>
          <p:nvSpPr>
            <p:cNvPr id="14746" name="Google Shape;14746;p141"/>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141"/>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141"/>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141"/>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141"/>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141"/>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52" name="Google Shape;14752;p141"/>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4753" name="Google Shape;14753;p141"/>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757" name="Shape 14757"/>
        <p:cNvGrpSpPr/>
        <p:nvPr/>
      </p:nvGrpSpPr>
      <p:grpSpPr>
        <a:xfrm>
          <a:off x="0" y="0"/>
          <a:ext cx="0" cy="0"/>
          <a:chOff x="0" y="0"/>
          <a:chExt cx="0" cy="0"/>
        </a:xfrm>
      </p:grpSpPr>
      <p:grpSp>
        <p:nvGrpSpPr>
          <p:cNvPr id="14758" name="Google Shape;14758;p142"/>
          <p:cNvGrpSpPr/>
          <p:nvPr/>
        </p:nvGrpSpPr>
        <p:grpSpPr>
          <a:xfrm>
            <a:off x="908482" y="1350185"/>
            <a:ext cx="257112" cy="362808"/>
            <a:chOff x="908482" y="1502585"/>
            <a:chExt cx="257112" cy="362808"/>
          </a:xfrm>
        </p:grpSpPr>
        <p:sp>
          <p:nvSpPr>
            <p:cNvPr id="14759" name="Google Shape;14759;p142"/>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142"/>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142"/>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142"/>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142"/>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142"/>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142"/>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142"/>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142"/>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142"/>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142"/>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142"/>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142"/>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142"/>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142"/>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142"/>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142"/>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142"/>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142"/>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142"/>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9" name="Google Shape;14779;p142"/>
          <p:cNvGrpSpPr/>
          <p:nvPr/>
        </p:nvGrpSpPr>
        <p:grpSpPr>
          <a:xfrm>
            <a:off x="1303537" y="1350316"/>
            <a:ext cx="362939" cy="362677"/>
            <a:chOff x="1303537" y="1502716"/>
            <a:chExt cx="362939" cy="362677"/>
          </a:xfrm>
        </p:grpSpPr>
        <p:sp>
          <p:nvSpPr>
            <p:cNvPr id="14780" name="Google Shape;14780;p142"/>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142"/>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142"/>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142"/>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142"/>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142"/>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142"/>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142"/>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142"/>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142"/>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142"/>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1" name="Google Shape;14791;p142"/>
          <p:cNvGrpSpPr/>
          <p:nvPr/>
        </p:nvGrpSpPr>
        <p:grpSpPr>
          <a:xfrm>
            <a:off x="1751901" y="1350316"/>
            <a:ext cx="362677" cy="362677"/>
            <a:chOff x="1751901" y="1502716"/>
            <a:chExt cx="362677" cy="362677"/>
          </a:xfrm>
        </p:grpSpPr>
        <p:sp>
          <p:nvSpPr>
            <p:cNvPr id="14792" name="Google Shape;14792;p142"/>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142"/>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142"/>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142"/>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142"/>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142"/>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142"/>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142"/>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142"/>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142"/>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142"/>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142"/>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142"/>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142"/>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142"/>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142"/>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142"/>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142"/>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142"/>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1" name="Google Shape;14811;p142"/>
          <p:cNvGrpSpPr/>
          <p:nvPr/>
        </p:nvGrpSpPr>
        <p:grpSpPr>
          <a:xfrm>
            <a:off x="3095178" y="1350316"/>
            <a:ext cx="334290" cy="362677"/>
            <a:chOff x="3095178" y="1502716"/>
            <a:chExt cx="334290" cy="362677"/>
          </a:xfrm>
        </p:grpSpPr>
        <p:sp>
          <p:nvSpPr>
            <p:cNvPr id="14812" name="Google Shape;14812;p142"/>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142"/>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142"/>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142"/>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142"/>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142"/>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142"/>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142"/>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142"/>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142"/>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142"/>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142"/>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142"/>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142"/>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142"/>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142"/>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142"/>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9" name="Google Shape;14829;p142"/>
          <p:cNvGrpSpPr/>
          <p:nvPr/>
        </p:nvGrpSpPr>
        <p:grpSpPr>
          <a:xfrm>
            <a:off x="3542281" y="1353205"/>
            <a:ext cx="366196" cy="357005"/>
            <a:chOff x="3542281" y="1505605"/>
            <a:chExt cx="366196" cy="357005"/>
          </a:xfrm>
        </p:grpSpPr>
        <p:sp>
          <p:nvSpPr>
            <p:cNvPr id="14830" name="Google Shape;14830;p142"/>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142"/>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142"/>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142"/>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142"/>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142"/>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142"/>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142"/>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142"/>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142"/>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142"/>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142"/>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142"/>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142"/>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142"/>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142"/>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142"/>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142"/>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142"/>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142"/>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142"/>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142"/>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142"/>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142"/>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142"/>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5" name="Google Shape;14855;p142"/>
          <p:cNvGrpSpPr/>
          <p:nvPr/>
        </p:nvGrpSpPr>
        <p:grpSpPr>
          <a:xfrm>
            <a:off x="1748382" y="3232397"/>
            <a:ext cx="364673" cy="340067"/>
            <a:chOff x="1748382" y="3384797"/>
            <a:chExt cx="364673" cy="340067"/>
          </a:xfrm>
        </p:grpSpPr>
        <p:sp>
          <p:nvSpPr>
            <p:cNvPr id="14856" name="Google Shape;14856;p142"/>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142"/>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142"/>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142"/>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142"/>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142"/>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142"/>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142"/>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142"/>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142"/>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142"/>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142"/>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142"/>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142"/>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142"/>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1" name="Google Shape;14871;p142"/>
          <p:cNvGrpSpPr/>
          <p:nvPr/>
        </p:nvGrpSpPr>
        <p:grpSpPr>
          <a:xfrm>
            <a:off x="6221064" y="3658649"/>
            <a:ext cx="364673" cy="339804"/>
            <a:chOff x="6221064" y="3811049"/>
            <a:chExt cx="364673" cy="339804"/>
          </a:xfrm>
        </p:grpSpPr>
        <p:sp>
          <p:nvSpPr>
            <p:cNvPr id="14872" name="Google Shape;14872;p142"/>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142"/>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142"/>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142"/>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142"/>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142"/>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142"/>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142"/>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142"/>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142"/>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142"/>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142"/>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142"/>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142"/>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142"/>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7" name="Google Shape;14887;p142"/>
          <p:cNvGrpSpPr/>
          <p:nvPr/>
        </p:nvGrpSpPr>
        <p:grpSpPr>
          <a:xfrm>
            <a:off x="2182643" y="3233920"/>
            <a:ext cx="382030" cy="320451"/>
            <a:chOff x="2182643" y="3386320"/>
            <a:chExt cx="382030" cy="320451"/>
          </a:xfrm>
        </p:grpSpPr>
        <p:sp>
          <p:nvSpPr>
            <p:cNvPr id="14888" name="Google Shape;14888;p142"/>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142"/>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142"/>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142"/>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142"/>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142"/>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142"/>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142"/>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142"/>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142"/>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142"/>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142"/>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142"/>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142"/>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142"/>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3" name="Google Shape;14903;p142"/>
          <p:cNvGrpSpPr/>
          <p:nvPr/>
        </p:nvGrpSpPr>
        <p:grpSpPr>
          <a:xfrm>
            <a:off x="3084386" y="3236940"/>
            <a:ext cx="353880" cy="330745"/>
            <a:chOff x="3084386" y="3389340"/>
            <a:chExt cx="353880" cy="330745"/>
          </a:xfrm>
        </p:grpSpPr>
        <p:sp>
          <p:nvSpPr>
            <p:cNvPr id="14904" name="Google Shape;14904;p142"/>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142"/>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142"/>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142"/>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142"/>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142"/>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142"/>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142"/>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142"/>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142"/>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142"/>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142"/>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6" name="Google Shape;14916;p142"/>
          <p:cNvGrpSpPr/>
          <p:nvPr/>
        </p:nvGrpSpPr>
        <p:grpSpPr>
          <a:xfrm>
            <a:off x="863499" y="1818506"/>
            <a:ext cx="347078" cy="364016"/>
            <a:chOff x="863499" y="1970906"/>
            <a:chExt cx="347078" cy="364016"/>
          </a:xfrm>
        </p:grpSpPr>
        <p:sp>
          <p:nvSpPr>
            <p:cNvPr id="14917" name="Google Shape;14917;p142"/>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142"/>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142"/>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142"/>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142"/>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142"/>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142"/>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142"/>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142"/>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142"/>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142"/>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142"/>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142"/>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142"/>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1" name="Google Shape;14931;p142"/>
          <p:cNvGrpSpPr/>
          <p:nvPr/>
        </p:nvGrpSpPr>
        <p:grpSpPr>
          <a:xfrm>
            <a:off x="1749879" y="1818506"/>
            <a:ext cx="364436" cy="364174"/>
            <a:chOff x="1749879" y="1970906"/>
            <a:chExt cx="364436" cy="364174"/>
          </a:xfrm>
        </p:grpSpPr>
        <p:sp>
          <p:nvSpPr>
            <p:cNvPr id="14932" name="Google Shape;14932;p142"/>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142"/>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142"/>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142"/>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142"/>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142"/>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142"/>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142"/>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142"/>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142"/>
            <p:cNvSpPr/>
            <p:nvPr/>
          </p:nvSpPr>
          <p:spPr>
            <a:xfrm>
              <a:off x="1932097" y="2076707"/>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142"/>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142"/>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142"/>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142"/>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6" name="Google Shape;14946;p142"/>
          <p:cNvGrpSpPr/>
          <p:nvPr/>
        </p:nvGrpSpPr>
        <p:grpSpPr>
          <a:xfrm>
            <a:off x="2186425" y="1823758"/>
            <a:ext cx="396106" cy="353985"/>
            <a:chOff x="2186425" y="1976158"/>
            <a:chExt cx="396106" cy="353985"/>
          </a:xfrm>
        </p:grpSpPr>
        <p:sp>
          <p:nvSpPr>
            <p:cNvPr id="14947" name="Google Shape;14947;p142"/>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142"/>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142"/>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142"/>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142"/>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142"/>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142"/>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4" name="Google Shape;14954;p142"/>
          <p:cNvGrpSpPr/>
          <p:nvPr/>
        </p:nvGrpSpPr>
        <p:grpSpPr>
          <a:xfrm>
            <a:off x="2659157" y="1865012"/>
            <a:ext cx="319190" cy="271240"/>
            <a:chOff x="2659157" y="2017412"/>
            <a:chExt cx="319190" cy="271240"/>
          </a:xfrm>
        </p:grpSpPr>
        <p:sp>
          <p:nvSpPr>
            <p:cNvPr id="14955" name="Google Shape;14955;p142"/>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142"/>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142"/>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142"/>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142"/>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142"/>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142"/>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142"/>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142"/>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142"/>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142"/>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142"/>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142"/>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142"/>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142"/>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142"/>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142"/>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142"/>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142"/>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142"/>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142"/>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142"/>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142"/>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142"/>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142"/>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142"/>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1" name="Google Shape;14981;p142"/>
          <p:cNvGrpSpPr/>
          <p:nvPr/>
        </p:nvGrpSpPr>
        <p:grpSpPr>
          <a:xfrm>
            <a:off x="3111775" y="1841116"/>
            <a:ext cx="318928" cy="319217"/>
            <a:chOff x="3111775" y="1993516"/>
            <a:chExt cx="318928" cy="319217"/>
          </a:xfrm>
        </p:grpSpPr>
        <p:sp>
          <p:nvSpPr>
            <p:cNvPr id="14982" name="Google Shape;14982;p142"/>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142"/>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142"/>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142"/>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142"/>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142"/>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142"/>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142"/>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142"/>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142"/>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142"/>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142"/>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142"/>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142"/>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142"/>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142"/>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142"/>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142"/>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142"/>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142"/>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142"/>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142"/>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142"/>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142"/>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142"/>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142"/>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142"/>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142"/>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142"/>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142"/>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2" name="Google Shape;15012;p142"/>
          <p:cNvGrpSpPr/>
          <p:nvPr/>
        </p:nvGrpSpPr>
        <p:grpSpPr>
          <a:xfrm>
            <a:off x="4023785" y="1818007"/>
            <a:ext cx="288807" cy="355377"/>
            <a:chOff x="4023785" y="1970407"/>
            <a:chExt cx="288807" cy="355377"/>
          </a:xfrm>
        </p:grpSpPr>
        <p:sp>
          <p:nvSpPr>
            <p:cNvPr id="15013" name="Google Shape;15013;p142"/>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142"/>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142"/>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142"/>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142"/>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142"/>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142"/>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142"/>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142"/>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142"/>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142"/>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142"/>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142"/>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142"/>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142"/>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142"/>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142"/>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142"/>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142"/>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142"/>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3" name="Google Shape;15033;p142"/>
          <p:cNvGrpSpPr/>
          <p:nvPr/>
        </p:nvGrpSpPr>
        <p:grpSpPr>
          <a:xfrm>
            <a:off x="3544540" y="3228563"/>
            <a:ext cx="320188" cy="319269"/>
            <a:chOff x="3544540" y="3380963"/>
            <a:chExt cx="320188" cy="319269"/>
          </a:xfrm>
        </p:grpSpPr>
        <p:sp>
          <p:nvSpPr>
            <p:cNvPr id="15034" name="Google Shape;15034;p142"/>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142"/>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142"/>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142"/>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142"/>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142"/>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142"/>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142"/>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142"/>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142"/>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142"/>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142"/>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142"/>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142"/>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142"/>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142"/>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0" name="Google Shape;15050;p142"/>
          <p:cNvGrpSpPr/>
          <p:nvPr/>
        </p:nvGrpSpPr>
        <p:grpSpPr>
          <a:xfrm>
            <a:off x="3944637" y="3202434"/>
            <a:ext cx="415696" cy="371605"/>
            <a:chOff x="3944637" y="3354834"/>
            <a:chExt cx="415696" cy="371605"/>
          </a:xfrm>
        </p:grpSpPr>
        <p:sp>
          <p:nvSpPr>
            <p:cNvPr id="15051" name="Google Shape;15051;p142"/>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142"/>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142"/>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142"/>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142"/>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142"/>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142"/>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142"/>
            <p:cNvSpPr/>
            <p:nvPr/>
          </p:nvSpPr>
          <p:spPr>
            <a:xfrm>
              <a:off x="4187647" y="3375265"/>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142"/>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142"/>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142"/>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142"/>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142"/>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142"/>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142"/>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142"/>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142"/>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8" name="Google Shape;15068;p142"/>
          <p:cNvGrpSpPr/>
          <p:nvPr/>
        </p:nvGrpSpPr>
        <p:grpSpPr>
          <a:xfrm>
            <a:off x="1314619" y="3669127"/>
            <a:ext cx="346317" cy="332136"/>
            <a:chOff x="1314619" y="3821527"/>
            <a:chExt cx="346317" cy="332136"/>
          </a:xfrm>
        </p:grpSpPr>
        <p:sp>
          <p:nvSpPr>
            <p:cNvPr id="15069" name="Google Shape;15069;p142"/>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142"/>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142"/>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142"/>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142"/>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142"/>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142"/>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142"/>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7" name="Google Shape;15077;p142"/>
          <p:cNvGrpSpPr/>
          <p:nvPr/>
        </p:nvGrpSpPr>
        <p:grpSpPr>
          <a:xfrm>
            <a:off x="1751139" y="3638534"/>
            <a:ext cx="386258" cy="380507"/>
            <a:chOff x="1751139" y="3790934"/>
            <a:chExt cx="386258" cy="380507"/>
          </a:xfrm>
        </p:grpSpPr>
        <p:sp>
          <p:nvSpPr>
            <p:cNvPr id="15078" name="Google Shape;15078;p142"/>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142"/>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142"/>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142"/>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142"/>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142"/>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142"/>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142"/>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142"/>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142"/>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142"/>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142"/>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142"/>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142"/>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142"/>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142"/>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142"/>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142"/>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6" name="Google Shape;15096;p142"/>
          <p:cNvGrpSpPr/>
          <p:nvPr/>
        </p:nvGrpSpPr>
        <p:grpSpPr>
          <a:xfrm>
            <a:off x="2189681" y="3669206"/>
            <a:ext cx="395607" cy="318928"/>
            <a:chOff x="2189681" y="3821606"/>
            <a:chExt cx="395607" cy="318928"/>
          </a:xfrm>
        </p:grpSpPr>
        <p:sp>
          <p:nvSpPr>
            <p:cNvPr id="15097" name="Google Shape;15097;p142"/>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142"/>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142"/>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142"/>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142"/>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142"/>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142"/>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142"/>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142"/>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142"/>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142"/>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142"/>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142"/>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142"/>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142"/>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142"/>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142"/>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142"/>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142"/>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142"/>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142"/>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142"/>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142"/>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142"/>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142"/>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142"/>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142"/>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142"/>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142"/>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142"/>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27" name="Google Shape;15127;p142"/>
          <p:cNvSpPr/>
          <p:nvPr/>
        </p:nvSpPr>
        <p:spPr>
          <a:xfrm>
            <a:off x="1288464" y="18876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28" name="Google Shape;15128;p142"/>
          <p:cNvGrpSpPr/>
          <p:nvPr/>
        </p:nvGrpSpPr>
        <p:grpSpPr>
          <a:xfrm>
            <a:off x="1277409" y="1808947"/>
            <a:ext cx="420475" cy="383055"/>
            <a:chOff x="1277409" y="1961347"/>
            <a:chExt cx="420475" cy="383055"/>
          </a:xfrm>
        </p:grpSpPr>
        <p:sp>
          <p:nvSpPr>
            <p:cNvPr id="15129" name="Google Shape;15129;p142"/>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142"/>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142"/>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142"/>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142"/>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142"/>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142"/>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142"/>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142"/>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142"/>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142"/>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142"/>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142"/>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142"/>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142"/>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142"/>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142"/>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142"/>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142"/>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142"/>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142"/>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142"/>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142"/>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142"/>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142"/>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142"/>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142"/>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6" name="Google Shape;15156;p142"/>
          <p:cNvGrpSpPr/>
          <p:nvPr/>
        </p:nvGrpSpPr>
        <p:grpSpPr>
          <a:xfrm>
            <a:off x="2215075" y="2280419"/>
            <a:ext cx="380008" cy="351648"/>
            <a:chOff x="2215075" y="2432819"/>
            <a:chExt cx="380008" cy="351648"/>
          </a:xfrm>
        </p:grpSpPr>
        <p:sp>
          <p:nvSpPr>
            <p:cNvPr id="15157" name="Google Shape;15157;p142"/>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142"/>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142"/>
            <p:cNvSpPr/>
            <p:nvPr/>
          </p:nvSpPr>
          <p:spPr>
            <a:xfrm>
              <a:off x="2471162" y="2720077"/>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142"/>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142"/>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142"/>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142"/>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142"/>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142"/>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142"/>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142"/>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142"/>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142"/>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142"/>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142"/>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142"/>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142"/>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142"/>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142"/>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142"/>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142"/>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142"/>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142"/>
            <p:cNvSpPr/>
            <p:nvPr/>
          </p:nvSpPr>
          <p:spPr>
            <a:xfrm>
              <a:off x="2215075" y="2720077"/>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142"/>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142"/>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142"/>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142"/>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142"/>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142"/>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142"/>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142"/>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8" name="Google Shape;15188;p142"/>
          <p:cNvGrpSpPr/>
          <p:nvPr/>
        </p:nvGrpSpPr>
        <p:grpSpPr>
          <a:xfrm>
            <a:off x="2661416" y="2269942"/>
            <a:ext cx="344059" cy="340671"/>
            <a:chOff x="2661416" y="2422342"/>
            <a:chExt cx="344059" cy="340671"/>
          </a:xfrm>
        </p:grpSpPr>
        <p:sp>
          <p:nvSpPr>
            <p:cNvPr id="15189" name="Google Shape;15189;p142"/>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142"/>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142"/>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142"/>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142"/>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142"/>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142"/>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142"/>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142"/>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142"/>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142"/>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142"/>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142"/>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2" name="Google Shape;15202;p142"/>
          <p:cNvGrpSpPr/>
          <p:nvPr/>
        </p:nvGrpSpPr>
        <p:grpSpPr>
          <a:xfrm>
            <a:off x="4066510" y="2269942"/>
            <a:ext cx="206876" cy="348470"/>
            <a:chOff x="4066510" y="2422342"/>
            <a:chExt cx="206876" cy="348470"/>
          </a:xfrm>
        </p:grpSpPr>
        <p:sp>
          <p:nvSpPr>
            <p:cNvPr id="15203" name="Google Shape;15203;p142"/>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142"/>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142"/>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142"/>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142"/>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142"/>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142"/>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142"/>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142"/>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142"/>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142"/>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142"/>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5" name="Google Shape;15215;p142"/>
          <p:cNvSpPr/>
          <p:nvPr/>
        </p:nvSpPr>
        <p:spPr>
          <a:xfrm>
            <a:off x="2958206" y="37393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6" name="Google Shape;15216;p142"/>
          <p:cNvGrpSpPr/>
          <p:nvPr/>
        </p:nvGrpSpPr>
        <p:grpSpPr>
          <a:xfrm>
            <a:off x="2617693" y="3664925"/>
            <a:ext cx="420475" cy="326491"/>
            <a:chOff x="2617693" y="3817325"/>
            <a:chExt cx="420475" cy="326491"/>
          </a:xfrm>
        </p:grpSpPr>
        <p:sp>
          <p:nvSpPr>
            <p:cNvPr id="15217" name="Google Shape;15217;p142"/>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142"/>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142"/>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142"/>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142"/>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142"/>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142"/>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142"/>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142"/>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142"/>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142"/>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142"/>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142"/>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142"/>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142"/>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142"/>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142"/>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4" name="Google Shape;15234;p142"/>
          <p:cNvGrpSpPr/>
          <p:nvPr/>
        </p:nvGrpSpPr>
        <p:grpSpPr>
          <a:xfrm>
            <a:off x="3545301" y="2271123"/>
            <a:ext cx="358134" cy="356637"/>
            <a:chOff x="3545301" y="2423523"/>
            <a:chExt cx="358134" cy="356637"/>
          </a:xfrm>
        </p:grpSpPr>
        <p:sp>
          <p:nvSpPr>
            <p:cNvPr id="15235" name="Google Shape;15235;p142"/>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142"/>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142"/>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142"/>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142"/>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142"/>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142"/>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142"/>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142"/>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4" name="Google Shape;15244;p142"/>
          <p:cNvGrpSpPr/>
          <p:nvPr/>
        </p:nvGrpSpPr>
        <p:grpSpPr>
          <a:xfrm>
            <a:off x="5766424" y="4122795"/>
            <a:ext cx="358160" cy="356926"/>
            <a:chOff x="5766424" y="4275195"/>
            <a:chExt cx="358160" cy="356926"/>
          </a:xfrm>
        </p:grpSpPr>
        <p:sp>
          <p:nvSpPr>
            <p:cNvPr id="15245" name="Google Shape;15245;p142"/>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142"/>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142"/>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142"/>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142"/>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142"/>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142"/>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142"/>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142"/>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4" name="Google Shape;15254;p142"/>
          <p:cNvGrpSpPr/>
          <p:nvPr/>
        </p:nvGrpSpPr>
        <p:grpSpPr>
          <a:xfrm>
            <a:off x="3531462" y="3672199"/>
            <a:ext cx="377251" cy="324232"/>
            <a:chOff x="3531462" y="3824599"/>
            <a:chExt cx="377251" cy="324232"/>
          </a:xfrm>
        </p:grpSpPr>
        <p:sp>
          <p:nvSpPr>
            <p:cNvPr id="15255" name="Google Shape;15255;p142"/>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142"/>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142"/>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142"/>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142"/>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142"/>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142"/>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142"/>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142"/>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142"/>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142"/>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6" name="Google Shape;15266;p142"/>
          <p:cNvGrpSpPr/>
          <p:nvPr/>
        </p:nvGrpSpPr>
        <p:grpSpPr>
          <a:xfrm>
            <a:off x="4030586" y="3652846"/>
            <a:ext cx="286523" cy="340566"/>
            <a:chOff x="4030586" y="3805246"/>
            <a:chExt cx="286523" cy="340566"/>
          </a:xfrm>
        </p:grpSpPr>
        <p:sp>
          <p:nvSpPr>
            <p:cNvPr id="15267" name="Google Shape;15267;p142"/>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142"/>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142"/>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142"/>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142"/>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142"/>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142"/>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142"/>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142"/>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142"/>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142"/>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142"/>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142"/>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0" name="Google Shape;15280;p142"/>
          <p:cNvGrpSpPr/>
          <p:nvPr/>
        </p:nvGrpSpPr>
        <p:grpSpPr>
          <a:xfrm>
            <a:off x="2180884" y="2736319"/>
            <a:ext cx="376752" cy="374468"/>
            <a:chOff x="2180884" y="2888719"/>
            <a:chExt cx="376752" cy="374468"/>
          </a:xfrm>
        </p:grpSpPr>
        <p:sp>
          <p:nvSpPr>
            <p:cNvPr id="15281" name="Google Shape;15281;p142"/>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142"/>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142"/>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142"/>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142"/>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142"/>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142"/>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142"/>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142"/>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142"/>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142"/>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142"/>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142"/>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142"/>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5" name="Google Shape;15295;p142"/>
          <p:cNvGrpSpPr/>
          <p:nvPr/>
        </p:nvGrpSpPr>
        <p:grpSpPr>
          <a:xfrm>
            <a:off x="3954432" y="2790599"/>
            <a:ext cx="378249" cy="265909"/>
            <a:chOff x="3954432" y="2942999"/>
            <a:chExt cx="378249" cy="265909"/>
          </a:xfrm>
        </p:grpSpPr>
        <p:sp>
          <p:nvSpPr>
            <p:cNvPr id="15296" name="Google Shape;15296;p142"/>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142"/>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142"/>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142"/>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142"/>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142"/>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142"/>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142"/>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142"/>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5" name="Google Shape;15305;p142"/>
          <p:cNvGrpSpPr/>
          <p:nvPr/>
        </p:nvGrpSpPr>
        <p:grpSpPr>
          <a:xfrm>
            <a:off x="1752137" y="4114208"/>
            <a:ext cx="378512" cy="374756"/>
            <a:chOff x="1752137" y="4266608"/>
            <a:chExt cx="378512" cy="374756"/>
          </a:xfrm>
        </p:grpSpPr>
        <p:sp>
          <p:nvSpPr>
            <p:cNvPr id="15306" name="Google Shape;15306;p142"/>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142"/>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142"/>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142"/>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142"/>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142"/>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142"/>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142"/>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142"/>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142"/>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142"/>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142"/>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142"/>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142"/>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142"/>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142"/>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142"/>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142"/>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142"/>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142"/>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142"/>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7" name="Google Shape;15327;p142"/>
          <p:cNvGrpSpPr/>
          <p:nvPr/>
        </p:nvGrpSpPr>
        <p:grpSpPr>
          <a:xfrm>
            <a:off x="3117788" y="3660146"/>
            <a:ext cx="341065" cy="341065"/>
            <a:chOff x="3117788" y="3812546"/>
            <a:chExt cx="341065" cy="341065"/>
          </a:xfrm>
        </p:grpSpPr>
        <p:sp>
          <p:nvSpPr>
            <p:cNvPr id="15328" name="Google Shape;15328;p142"/>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142"/>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142"/>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142"/>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142"/>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142"/>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4" name="Google Shape;15334;p142"/>
          <p:cNvGrpSpPr/>
          <p:nvPr/>
        </p:nvGrpSpPr>
        <p:grpSpPr>
          <a:xfrm>
            <a:off x="3994400" y="4147532"/>
            <a:ext cx="338281" cy="322657"/>
            <a:chOff x="3994400" y="4299932"/>
            <a:chExt cx="338281" cy="322657"/>
          </a:xfrm>
        </p:grpSpPr>
        <p:sp>
          <p:nvSpPr>
            <p:cNvPr id="15335" name="Google Shape;15335;p142"/>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142"/>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142"/>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142"/>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142"/>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142"/>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142"/>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142"/>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43" name="Google Shape;15343;p142"/>
          <p:cNvSpPr/>
          <p:nvPr/>
        </p:nvSpPr>
        <p:spPr>
          <a:xfrm>
            <a:off x="3700340" y="18132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142"/>
          <p:cNvSpPr/>
          <p:nvPr/>
        </p:nvSpPr>
        <p:spPr>
          <a:xfrm>
            <a:off x="3700340" y="18132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5" name="Google Shape;15345;p142"/>
          <p:cNvGrpSpPr/>
          <p:nvPr/>
        </p:nvGrpSpPr>
        <p:grpSpPr>
          <a:xfrm>
            <a:off x="3573426" y="1813228"/>
            <a:ext cx="302358" cy="374993"/>
            <a:chOff x="3573426" y="1965628"/>
            <a:chExt cx="302358" cy="374993"/>
          </a:xfrm>
        </p:grpSpPr>
        <p:sp>
          <p:nvSpPr>
            <p:cNvPr id="15346" name="Google Shape;15346;p142"/>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142"/>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142"/>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142"/>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142"/>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142"/>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142"/>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142"/>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142"/>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142"/>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142"/>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142"/>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142"/>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142"/>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142"/>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142"/>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142"/>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142"/>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142"/>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142"/>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142"/>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142"/>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142"/>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142"/>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142"/>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142"/>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142"/>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142"/>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142"/>
            <p:cNvSpPr/>
            <p:nvPr/>
          </p:nvSpPr>
          <p:spPr>
            <a:xfrm>
              <a:off x="3791068" y="2293352"/>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142"/>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142"/>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142"/>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142"/>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142"/>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142"/>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142"/>
            <p:cNvSpPr/>
            <p:nvPr/>
          </p:nvSpPr>
          <p:spPr>
            <a:xfrm>
              <a:off x="3682247" y="2293352"/>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142"/>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142"/>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142"/>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142"/>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142"/>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142"/>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142"/>
            <p:cNvSpPr/>
            <p:nvPr/>
          </p:nvSpPr>
          <p:spPr>
            <a:xfrm>
              <a:off x="3573426" y="2293352"/>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142"/>
            <p:cNvSpPr/>
            <p:nvPr/>
          </p:nvSpPr>
          <p:spPr>
            <a:xfrm>
              <a:off x="3640047" y="2293352"/>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142"/>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142"/>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142"/>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3" name="Google Shape;15393;p142"/>
          <p:cNvGrpSpPr/>
          <p:nvPr/>
        </p:nvGrpSpPr>
        <p:grpSpPr>
          <a:xfrm>
            <a:off x="3513632" y="2756172"/>
            <a:ext cx="355876" cy="331007"/>
            <a:chOff x="3513632" y="2908572"/>
            <a:chExt cx="355876" cy="331007"/>
          </a:xfrm>
        </p:grpSpPr>
        <p:sp>
          <p:nvSpPr>
            <p:cNvPr id="15394" name="Google Shape;15394;p142"/>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142"/>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142"/>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142"/>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142"/>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142"/>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142"/>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142"/>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142"/>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142"/>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142"/>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142"/>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142"/>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142"/>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142"/>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142"/>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0" name="Google Shape;15410;p142"/>
          <p:cNvGrpSpPr/>
          <p:nvPr/>
        </p:nvGrpSpPr>
        <p:grpSpPr>
          <a:xfrm>
            <a:off x="2694083" y="2736030"/>
            <a:ext cx="235762" cy="374756"/>
            <a:chOff x="2694083" y="2888430"/>
            <a:chExt cx="235762" cy="374756"/>
          </a:xfrm>
        </p:grpSpPr>
        <p:sp>
          <p:nvSpPr>
            <p:cNvPr id="15411" name="Google Shape;15411;p142"/>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142"/>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142"/>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142"/>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142"/>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142"/>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142"/>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142"/>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142"/>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0" name="Google Shape;15420;p142"/>
          <p:cNvGrpSpPr/>
          <p:nvPr/>
        </p:nvGrpSpPr>
        <p:grpSpPr>
          <a:xfrm>
            <a:off x="871534" y="4148188"/>
            <a:ext cx="357661" cy="311155"/>
            <a:chOff x="871534" y="4300588"/>
            <a:chExt cx="357661" cy="311155"/>
          </a:xfrm>
        </p:grpSpPr>
        <p:sp>
          <p:nvSpPr>
            <p:cNvPr id="15421" name="Google Shape;15421;p142"/>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142"/>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142"/>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142"/>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142"/>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142"/>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142"/>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142"/>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142"/>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142"/>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142"/>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142"/>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142"/>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142"/>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142"/>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142"/>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142"/>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142"/>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142"/>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142"/>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142"/>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2" name="Google Shape;15442;p142"/>
          <p:cNvGrpSpPr/>
          <p:nvPr/>
        </p:nvGrpSpPr>
        <p:grpSpPr>
          <a:xfrm>
            <a:off x="916019" y="3669206"/>
            <a:ext cx="250100" cy="336785"/>
            <a:chOff x="916019" y="3821606"/>
            <a:chExt cx="250100" cy="336785"/>
          </a:xfrm>
        </p:grpSpPr>
        <p:sp>
          <p:nvSpPr>
            <p:cNvPr id="15443" name="Google Shape;15443;p142"/>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142"/>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142"/>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142"/>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142"/>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142"/>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142"/>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142"/>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142"/>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142"/>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142"/>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142"/>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142"/>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6" name="Google Shape;15456;p142"/>
          <p:cNvGrpSpPr/>
          <p:nvPr/>
        </p:nvGrpSpPr>
        <p:grpSpPr>
          <a:xfrm>
            <a:off x="849686" y="2757170"/>
            <a:ext cx="374730" cy="332504"/>
            <a:chOff x="849686" y="2909570"/>
            <a:chExt cx="374730" cy="332504"/>
          </a:xfrm>
        </p:grpSpPr>
        <p:sp>
          <p:nvSpPr>
            <p:cNvPr id="15457" name="Google Shape;15457;p142"/>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142"/>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142"/>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142"/>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142"/>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142"/>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142"/>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142"/>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142"/>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142"/>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142"/>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8" name="Google Shape;15468;p142"/>
          <p:cNvGrpSpPr/>
          <p:nvPr/>
        </p:nvGrpSpPr>
        <p:grpSpPr>
          <a:xfrm>
            <a:off x="1735567" y="2267841"/>
            <a:ext cx="417718" cy="372866"/>
            <a:chOff x="1735567" y="2420241"/>
            <a:chExt cx="417718" cy="372866"/>
          </a:xfrm>
        </p:grpSpPr>
        <p:sp>
          <p:nvSpPr>
            <p:cNvPr id="15469" name="Google Shape;15469;p142"/>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142"/>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142"/>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142"/>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142"/>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142"/>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142"/>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142"/>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142"/>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142"/>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142"/>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142"/>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1" name="Google Shape;15481;p142"/>
          <p:cNvGrpSpPr/>
          <p:nvPr/>
        </p:nvGrpSpPr>
        <p:grpSpPr>
          <a:xfrm>
            <a:off x="3599318" y="4147190"/>
            <a:ext cx="251098" cy="309028"/>
            <a:chOff x="3599318" y="4299590"/>
            <a:chExt cx="251098" cy="309028"/>
          </a:xfrm>
        </p:grpSpPr>
        <p:sp>
          <p:nvSpPr>
            <p:cNvPr id="15482" name="Google Shape;15482;p142"/>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142"/>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142"/>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142"/>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142"/>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142"/>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8" name="Google Shape;15488;p142"/>
          <p:cNvGrpSpPr/>
          <p:nvPr/>
        </p:nvGrpSpPr>
        <p:grpSpPr>
          <a:xfrm>
            <a:off x="3105998" y="2280840"/>
            <a:ext cx="345818" cy="345056"/>
            <a:chOff x="3105998" y="2433240"/>
            <a:chExt cx="345818" cy="345056"/>
          </a:xfrm>
        </p:grpSpPr>
        <p:sp>
          <p:nvSpPr>
            <p:cNvPr id="15489" name="Google Shape;15489;p142"/>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142"/>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142"/>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142"/>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142"/>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142"/>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142"/>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142"/>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142"/>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142"/>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142"/>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0" name="Google Shape;15500;p142"/>
          <p:cNvGrpSpPr/>
          <p:nvPr/>
        </p:nvGrpSpPr>
        <p:grpSpPr>
          <a:xfrm>
            <a:off x="1737326" y="2748373"/>
            <a:ext cx="374730" cy="350361"/>
            <a:chOff x="1737326" y="2900773"/>
            <a:chExt cx="374730" cy="350361"/>
          </a:xfrm>
        </p:grpSpPr>
        <p:sp>
          <p:nvSpPr>
            <p:cNvPr id="15501" name="Google Shape;15501;p142"/>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142"/>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142"/>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142"/>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142"/>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142"/>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142"/>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142"/>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142"/>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142"/>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142"/>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142"/>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142"/>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142"/>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142"/>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142"/>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142"/>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8" name="Google Shape;15518;p142"/>
          <p:cNvGrpSpPr/>
          <p:nvPr/>
        </p:nvGrpSpPr>
        <p:grpSpPr>
          <a:xfrm>
            <a:off x="4000676" y="1426996"/>
            <a:ext cx="327226" cy="211603"/>
            <a:chOff x="4000676" y="1579396"/>
            <a:chExt cx="327226" cy="211603"/>
          </a:xfrm>
        </p:grpSpPr>
        <p:sp>
          <p:nvSpPr>
            <p:cNvPr id="15519" name="Google Shape;15519;p142"/>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142"/>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142"/>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142"/>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142"/>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142"/>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142"/>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142"/>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142"/>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142"/>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142"/>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142"/>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142"/>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142"/>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142"/>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142"/>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5" name="Google Shape;15535;p142"/>
          <p:cNvGrpSpPr/>
          <p:nvPr/>
        </p:nvGrpSpPr>
        <p:grpSpPr>
          <a:xfrm>
            <a:off x="2635523" y="1363184"/>
            <a:ext cx="371054" cy="336469"/>
            <a:chOff x="2635523" y="1515584"/>
            <a:chExt cx="371054" cy="336469"/>
          </a:xfrm>
        </p:grpSpPr>
        <p:sp>
          <p:nvSpPr>
            <p:cNvPr id="15536" name="Google Shape;15536;p142"/>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142"/>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142"/>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142"/>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142"/>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142"/>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142"/>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3" name="Google Shape;15543;p142"/>
          <p:cNvGrpSpPr/>
          <p:nvPr/>
        </p:nvGrpSpPr>
        <p:grpSpPr>
          <a:xfrm>
            <a:off x="2231907" y="1368331"/>
            <a:ext cx="311627" cy="326569"/>
            <a:chOff x="2231907" y="1520731"/>
            <a:chExt cx="311627" cy="326569"/>
          </a:xfrm>
        </p:grpSpPr>
        <p:sp>
          <p:nvSpPr>
            <p:cNvPr id="15544" name="Google Shape;15544;p142"/>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142"/>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142"/>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142"/>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142"/>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142"/>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142"/>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142"/>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142"/>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142"/>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4" name="Google Shape;15554;p142"/>
          <p:cNvGrpSpPr/>
          <p:nvPr/>
        </p:nvGrpSpPr>
        <p:grpSpPr>
          <a:xfrm>
            <a:off x="1340249" y="4149133"/>
            <a:ext cx="311890" cy="304695"/>
            <a:chOff x="1340249" y="4301533"/>
            <a:chExt cx="311890" cy="304695"/>
          </a:xfrm>
        </p:grpSpPr>
        <p:sp>
          <p:nvSpPr>
            <p:cNvPr id="15555" name="Google Shape;15555;p142"/>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142"/>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142"/>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142"/>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142"/>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142"/>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142"/>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142"/>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142"/>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142"/>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142"/>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142"/>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142"/>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142"/>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9" name="Google Shape;15569;p142"/>
          <p:cNvGrpSpPr/>
          <p:nvPr/>
        </p:nvGrpSpPr>
        <p:grpSpPr>
          <a:xfrm>
            <a:off x="1330690" y="3224624"/>
            <a:ext cx="306874" cy="332268"/>
            <a:chOff x="1330690" y="3377024"/>
            <a:chExt cx="306874" cy="332268"/>
          </a:xfrm>
        </p:grpSpPr>
        <p:sp>
          <p:nvSpPr>
            <p:cNvPr id="15570" name="Google Shape;15570;p142"/>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142"/>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142"/>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142"/>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142"/>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142"/>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142"/>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142"/>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142"/>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142"/>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142"/>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142"/>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142"/>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142"/>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142"/>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142"/>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142"/>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142"/>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142"/>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9" name="Google Shape;15589;p142"/>
          <p:cNvGrpSpPr/>
          <p:nvPr/>
        </p:nvGrpSpPr>
        <p:grpSpPr>
          <a:xfrm>
            <a:off x="2650597" y="3229377"/>
            <a:ext cx="341511" cy="324994"/>
            <a:chOff x="2650597" y="3381777"/>
            <a:chExt cx="341511" cy="324994"/>
          </a:xfrm>
        </p:grpSpPr>
        <p:sp>
          <p:nvSpPr>
            <p:cNvPr id="15590" name="Google Shape;15590;p142"/>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142"/>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142"/>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142"/>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142"/>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142"/>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142"/>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142"/>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142"/>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142"/>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142"/>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142"/>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142"/>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142"/>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142"/>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142"/>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142"/>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142"/>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142"/>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142"/>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142"/>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142"/>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142"/>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142"/>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142"/>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142"/>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142"/>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142"/>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142"/>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142"/>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142"/>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142"/>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142"/>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142"/>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142"/>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5" name="Google Shape;15625;p142"/>
          <p:cNvGrpSpPr/>
          <p:nvPr/>
        </p:nvGrpSpPr>
        <p:grpSpPr>
          <a:xfrm>
            <a:off x="1295502" y="2284962"/>
            <a:ext cx="402645" cy="323917"/>
            <a:chOff x="1295502" y="2437362"/>
            <a:chExt cx="402645" cy="323917"/>
          </a:xfrm>
        </p:grpSpPr>
        <p:sp>
          <p:nvSpPr>
            <p:cNvPr id="15626" name="Google Shape;15626;p142"/>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142"/>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142"/>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142"/>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142"/>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142"/>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142"/>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142"/>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142"/>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142"/>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142"/>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142"/>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142"/>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142"/>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142"/>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142"/>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2" name="Google Shape;15642;p142"/>
          <p:cNvGrpSpPr/>
          <p:nvPr/>
        </p:nvGrpSpPr>
        <p:grpSpPr>
          <a:xfrm>
            <a:off x="882590" y="2285960"/>
            <a:ext cx="337310" cy="337047"/>
            <a:chOff x="882590" y="2438360"/>
            <a:chExt cx="337310" cy="337047"/>
          </a:xfrm>
        </p:grpSpPr>
        <p:sp>
          <p:nvSpPr>
            <p:cNvPr id="15643" name="Google Shape;15643;p142"/>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142"/>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142"/>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142"/>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142"/>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142"/>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142"/>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142"/>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142"/>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142"/>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142"/>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142"/>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142"/>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142"/>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142"/>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142"/>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142"/>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142"/>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142"/>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142"/>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142"/>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142"/>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142"/>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142"/>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7" name="Google Shape;15667;p142"/>
          <p:cNvGrpSpPr/>
          <p:nvPr/>
        </p:nvGrpSpPr>
        <p:grpSpPr>
          <a:xfrm>
            <a:off x="4885060" y="1366388"/>
            <a:ext cx="385786" cy="342588"/>
            <a:chOff x="4885060" y="1518788"/>
            <a:chExt cx="385786" cy="342588"/>
          </a:xfrm>
        </p:grpSpPr>
        <p:sp>
          <p:nvSpPr>
            <p:cNvPr id="15668" name="Google Shape;15668;p142"/>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142"/>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142"/>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142"/>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142"/>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142"/>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142"/>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142"/>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142"/>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142"/>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142"/>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142"/>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142"/>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142"/>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142"/>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142"/>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142"/>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142"/>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142"/>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7" name="Google Shape;15687;p142"/>
          <p:cNvGrpSpPr/>
          <p:nvPr/>
        </p:nvGrpSpPr>
        <p:grpSpPr>
          <a:xfrm>
            <a:off x="5394478" y="1362133"/>
            <a:ext cx="249076" cy="351096"/>
            <a:chOff x="5394478" y="1514533"/>
            <a:chExt cx="249076" cy="351096"/>
          </a:xfrm>
        </p:grpSpPr>
        <p:sp>
          <p:nvSpPr>
            <p:cNvPr id="15688" name="Google Shape;15688;p142"/>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142"/>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142"/>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142"/>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142"/>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142"/>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142"/>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142"/>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142"/>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142"/>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142"/>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142"/>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142"/>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142"/>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142"/>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142"/>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142"/>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142"/>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142"/>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142"/>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8" name="Google Shape;15708;p142"/>
          <p:cNvGrpSpPr/>
          <p:nvPr/>
        </p:nvGrpSpPr>
        <p:grpSpPr>
          <a:xfrm>
            <a:off x="5782259" y="1359612"/>
            <a:ext cx="356138" cy="356138"/>
            <a:chOff x="5782259" y="1512012"/>
            <a:chExt cx="356138" cy="356138"/>
          </a:xfrm>
        </p:grpSpPr>
        <p:sp>
          <p:nvSpPr>
            <p:cNvPr id="15709" name="Google Shape;15709;p142"/>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142"/>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142"/>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142"/>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142"/>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142"/>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142"/>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142"/>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142"/>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142"/>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142"/>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0" name="Google Shape;15720;p142"/>
          <p:cNvGrpSpPr/>
          <p:nvPr/>
        </p:nvGrpSpPr>
        <p:grpSpPr>
          <a:xfrm>
            <a:off x="6229598" y="1365652"/>
            <a:ext cx="343560" cy="343822"/>
            <a:chOff x="6229598" y="1518052"/>
            <a:chExt cx="343560" cy="343822"/>
          </a:xfrm>
        </p:grpSpPr>
        <p:sp>
          <p:nvSpPr>
            <p:cNvPr id="15721" name="Google Shape;15721;p142"/>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142"/>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142"/>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142"/>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142"/>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142"/>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142"/>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142"/>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142"/>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142"/>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142"/>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142"/>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142"/>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142"/>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142"/>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142"/>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142"/>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142"/>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142"/>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0" name="Google Shape;15740;p142"/>
          <p:cNvGrpSpPr/>
          <p:nvPr/>
        </p:nvGrpSpPr>
        <p:grpSpPr>
          <a:xfrm>
            <a:off x="870773" y="3205585"/>
            <a:ext cx="342824" cy="351228"/>
            <a:chOff x="870773" y="3357985"/>
            <a:chExt cx="342824" cy="351228"/>
          </a:xfrm>
        </p:grpSpPr>
        <p:sp>
          <p:nvSpPr>
            <p:cNvPr id="15741" name="Google Shape;15741;p142"/>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142"/>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142"/>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142"/>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142"/>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142"/>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142"/>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142"/>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9" name="Google Shape;15749;p142"/>
          <p:cNvGrpSpPr/>
          <p:nvPr/>
        </p:nvGrpSpPr>
        <p:grpSpPr>
          <a:xfrm>
            <a:off x="2743084" y="4147190"/>
            <a:ext cx="159372" cy="308896"/>
            <a:chOff x="2743084" y="4299590"/>
            <a:chExt cx="159372" cy="308896"/>
          </a:xfrm>
        </p:grpSpPr>
        <p:sp>
          <p:nvSpPr>
            <p:cNvPr id="15750" name="Google Shape;15750;p142"/>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142"/>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142"/>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142"/>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142"/>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142"/>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142"/>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142"/>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142"/>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142"/>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142"/>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142"/>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142"/>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142"/>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142"/>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5" name="Google Shape;15765;p142"/>
          <p:cNvGrpSpPr/>
          <p:nvPr/>
        </p:nvGrpSpPr>
        <p:grpSpPr>
          <a:xfrm>
            <a:off x="1293506" y="2787316"/>
            <a:ext cx="374730" cy="272211"/>
            <a:chOff x="1293506" y="2939716"/>
            <a:chExt cx="374730" cy="272211"/>
          </a:xfrm>
        </p:grpSpPr>
        <p:sp>
          <p:nvSpPr>
            <p:cNvPr id="15766" name="Google Shape;15766;p142"/>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142"/>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142"/>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142"/>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142"/>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142"/>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142"/>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142"/>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142"/>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142"/>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142"/>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142"/>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142"/>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142"/>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142"/>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142"/>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142"/>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142"/>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142"/>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142"/>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142"/>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142"/>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142"/>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142"/>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142"/>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142"/>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142"/>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142"/>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142"/>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142"/>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6" name="Google Shape;15796;p142"/>
          <p:cNvGrpSpPr/>
          <p:nvPr/>
        </p:nvGrpSpPr>
        <p:grpSpPr>
          <a:xfrm>
            <a:off x="6669900" y="1353074"/>
            <a:ext cx="345083" cy="369216"/>
            <a:chOff x="6669900" y="1505474"/>
            <a:chExt cx="345083" cy="369216"/>
          </a:xfrm>
        </p:grpSpPr>
        <p:sp>
          <p:nvSpPr>
            <p:cNvPr id="15797" name="Google Shape;15797;p142"/>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142"/>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142"/>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142"/>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142"/>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142"/>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142"/>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142"/>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142"/>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142"/>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142"/>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142"/>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142"/>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142"/>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142"/>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142"/>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142"/>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142"/>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142"/>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142"/>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142"/>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142"/>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9" name="Google Shape;15819;p142"/>
          <p:cNvGrpSpPr/>
          <p:nvPr/>
        </p:nvGrpSpPr>
        <p:grpSpPr>
          <a:xfrm>
            <a:off x="7117003" y="1365600"/>
            <a:ext cx="333003" cy="344085"/>
            <a:chOff x="7117003" y="1518000"/>
            <a:chExt cx="333003" cy="344085"/>
          </a:xfrm>
        </p:grpSpPr>
        <p:sp>
          <p:nvSpPr>
            <p:cNvPr id="15820" name="Google Shape;15820;p142"/>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142"/>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142"/>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142"/>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142"/>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142"/>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142"/>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142"/>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142"/>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142"/>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142"/>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142"/>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142"/>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142"/>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142"/>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142"/>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142"/>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142"/>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142"/>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142"/>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142"/>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142"/>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142"/>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142"/>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142"/>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142"/>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142"/>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142"/>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142"/>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142"/>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142"/>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142"/>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142"/>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142"/>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142"/>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142"/>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142"/>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142"/>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8" name="Google Shape;15858;p142"/>
          <p:cNvGrpSpPr/>
          <p:nvPr/>
        </p:nvGrpSpPr>
        <p:grpSpPr>
          <a:xfrm>
            <a:off x="2200238" y="4136765"/>
            <a:ext cx="374756" cy="329300"/>
            <a:chOff x="2200238" y="4289165"/>
            <a:chExt cx="374756" cy="329300"/>
          </a:xfrm>
        </p:grpSpPr>
        <p:sp>
          <p:nvSpPr>
            <p:cNvPr id="15859" name="Google Shape;15859;p142"/>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142"/>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142"/>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142"/>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142"/>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142"/>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142"/>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142"/>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142"/>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142"/>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142"/>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142"/>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142"/>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142"/>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142"/>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142"/>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142"/>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142"/>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142"/>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142"/>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142"/>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142"/>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1" name="Google Shape;15881;p142"/>
          <p:cNvGrpSpPr/>
          <p:nvPr/>
        </p:nvGrpSpPr>
        <p:grpSpPr>
          <a:xfrm>
            <a:off x="7556043" y="1347559"/>
            <a:ext cx="337283" cy="380192"/>
            <a:chOff x="7556043" y="1499959"/>
            <a:chExt cx="337283" cy="380192"/>
          </a:xfrm>
        </p:grpSpPr>
        <p:sp>
          <p:nvSpPr>
            <p:cNvPr id="15882" name="Google Shape;15882;p142"/>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142"/>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142"/>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142"/>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142"/>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142"/>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142"/>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142"/>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142"/>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142"/>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142"/>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142"/>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142"/>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142"/>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6" name="Google Shape;15896;p142"/>
          <p:cNvGrpSpPr/>
          <p:nvPr/>
        </p:nvGrpSpPr>
        <p:grpSpPr>
          <a:xfrm>
            <a:off x="7992826" y="1365390"/>
            <a:ext cx="317431" cy="344584"/>
            <a:chOff x="7992826" y="1517790"/>
            <a:chExt cx="317431" cy="344584"/>
          </a:xfrm>
        </p:grpSpPr>
        <p:sp>
          <p:nvSpPr>
            <p:cNvPr id="15897" name="Google Shape;15897;p142"/>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142"/>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142"/>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142"/>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142"/>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142"/>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142"/>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142"/>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142"/>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142"/>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142"/>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142"/>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142"/>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142"/>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142"/>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142"/>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142"/>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4" name="Google Shape;15914;p142"/>
          <p:cNvGrpSpPr/>
          <p:nvPr/>
        </p:nvGrpSpPr>
        <p:grpSpPr>
          <a:xfrm>
            <a:off x="4864446" y="3187807"/>
            <a:ext cx="395607" cy="387414"/>
            <a:chOff x="4864446" y="3340207"/>
            <a:chExt cx="395607" cy="387414"/>
          </a:xfrm>
        </p:grpSpPr>
        <p:sp>
          <p:nvSpPr>
            <p:cNvPr id="15915" name="Google Shape;15915;p142"/>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142"/>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142"/>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142"/>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142"/>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142"/>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142"/>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142"/>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142"/>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142"/>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142"/>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142"/>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142"/>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142"/>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142"/>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142"/>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142"/>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142"/>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142"/>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142"/>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142"/>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142"/>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142"/>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142"/>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142"/>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0" name="Google Shape;15940;p142"/>
          <p:cNvGrpSpPr/>
          <p:nvPr/>
        </p:nvGrpSpPr>
        <p:grpSpPr>
          <a:xfrm>
            <a:off x="3130367" y="4172085"/>
            <a:ext cx="297342" cy="258871"/>
            <a:chOff x="3130367" y="4324485"/>
            <a:chExt cx="297342" cy="258871"/>
          </a:xfrm>
        </p:grpSpPr>
        <p:sp>
          <p:nvSpPr>
            <p:cNvPr id="15941" name="Google Shape;15941;p142"/>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142"/>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142"/>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142"/>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142"/>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142"/>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142"/>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142"/>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142"/>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142"/>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142"/>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142"/>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142"/>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142"/>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142"/>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142"/>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142"/>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142"/>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142"/>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142"/>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142"/>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142"/>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142"/>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4" name="Google Shape;15964;p142"/>
          <p:cNvGrpSpPr/>
          <p:nvPr/>
        </p:nvGrpSpPr>
        <p:grpSpPr>
          <a:xfrm>
            <a:off x="5302988" y="3237439"/>
            <a:ext cx="394609" cy="286523"/>
            <a:chOff x="5302988" y="3389839"/>
            <a:chExt cx="394609" cy="286523"/>
          </a:xfrm>
        </p:grpSpPr>
        <p:sp>
          <p:nvSpPr>
            <p:cNvPr id="15965" name="Google Shape;15965;p142"/>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142"/>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142"/>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142"/>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142"/>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142"/>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142"/>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142"/>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142"/>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142"/>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142"/>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142"/>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142"/>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142"/>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142"/>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142"/>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142"/>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142"/>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142"/>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142"/>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142"/>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142"/>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142"/>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142"/>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142"/>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142"/>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142"/>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142"/>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142"/>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142"/>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142"/>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142"/>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142"/>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98" name="Google Shape;15998;p142"/>
          <p:cNvSpPr/>
          <p:nvPr/>
        </p:nvSpPr>
        <p:spPr>
          <a:xfrm>
            <a:off x="5741031"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99" name="Google Shape;15999;p142"/>
          <p:cNvGrpSpPr/>
          <p:nvPr/>
        </p:nvGrpSpPr>
        <p:grpSpPr>
          <a:xfrm>
            <a:off x="3060752" y="2751209"/>
            <a:ext cx="390565" cy="359578"/>
            <a:chOff x="3060752" y="2903609"/>
            <a:chExt cx="390565" cy="359578"/>
          </a:xfrm>
        </p:grpSpPr>
        <p:sp>
          <p:nvSpPr>
            <p:cNvPr id="16000" name="Google Shape;16000;p142"/>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142"/>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142"/>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142"/>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142"/>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142"/>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142"/>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142"/>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142"/>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142"/>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142"/>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142"/>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142"/>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142"/>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142"/>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142"/>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142"/>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142"/>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142"/>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142"/>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142"/>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142"/>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142"/>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142"/>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142"/>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142"/>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142"/>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142"/>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142"/>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142"/>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142"/>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142"/>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142"/>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142"/>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4" name="Google Shape;16034;p142"/>
          <p:cNvGrpSpPr/>
          <p:nvPr/>
        </p:nvGrpSpPr>
        <p:grpSpPr>
          <a:xfrm>
            <a:off x="5741031" y="3233657"/>
            <a:ext cx="394609" cy="294585"/>
            <a:chOff x="5741031" y="3386057"/>
            <a:chExt cx="394609" cy="294585"/>
          </a:xfrm>
        </p:grpSpPr>
        <p:sp>
          <p:nvSpPr>
            <p:cNvPr id="16035" name="Google Shape;16035;p142"/>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142"/>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142"/>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142"/>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142"/>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142"/>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142"/>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142"/>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142"/>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142"/>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142"/>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142"/>
            <p:cNvSpPr/>
            <p:nvPr/>
          </p:nvSpPr>
          <p:spPr>
            <a:xfrm>
              <a:off x="5772202" y="3492122"/>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142"/>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142"/>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142"/>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142"/>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142"/>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142"/>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142"/>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142"/>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142"/>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142"/>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142"/>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142"/>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142"/>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142"/>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142"/>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142"/>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142"/>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142"/>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65" name="Google Shape;16065;p142"/>
          <p:cNvSpPr/>
          <p:nvPr/>
        </p:nvSpPr>
        <p:spPr>
          <a:xfrm>
            <a:off x="6560317"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66" name="Google Shape;16066;p142"/>
          <p:cNvGrpSpPr/>
          <p:nvPr/>
        </p:nvGrpSpPr>
        <p:grpSpPr>
          <a:xfrm>
            <a:off x="6179074" y="3216326"/>
            <a:ext cx="394609" cy="328749"/>
            <a:chOff x="6179074" y="3368726"/>
            <a:chExt cx="394609" cy="328749"/>
          </a:xfrm>
        </p:grpSpPr>
        <p:sp>
          <p:nvSpPr>
            <p:cNvPr id="16067" name="Google Shape;16067;p142"/>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142"/>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142"/>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142"/>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142"/>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142"/>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142"/>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142"/>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142"/>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142"/>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142"/>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142"/>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142"/>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142"/>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142"/>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142"/>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142"/>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142"/>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142"/>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142"/>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142"/>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142"/>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142"/>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142"/>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142"/>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142"/>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142"/>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142"/>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142"/>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142"/>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142"/>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142"/>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142"/>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142"/>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142"/>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142"/>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142"/>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142"/>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142"/>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142"/>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142"/>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142"/>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142"/>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142"/>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142"/>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142"/>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142"/>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142"/>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142"/>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142"/>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142"/>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142"/>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142"/>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142"/>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142"/>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142"/>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142"/>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142"/>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142"/>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142"/>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142"/>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142"/>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142"/>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142"/>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142"/>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142"/>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142"/>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142"/>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142"/>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142"/>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142"/>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142"/>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142"/>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142"/>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142"/>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142"/>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142"/>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142"/>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142"/>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142"/>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142"/>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142"/>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142"/>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0" name="Google Shape;16150;p142"/>
          <p:cNvGrpSpPr/>
          <p:nvPr/>
        </p:nvGrpSpPr>
        <p:grpSpPr>
          <a:xfrm>
            <a:off x="7054924" y="3215328"/>
            <a:ext cx="394583" cy="331007"/>
            <a:chOff x="7054924" y="3367728"/>
            <a:chExt cx="394583" cy="331007"/>
          </a:xfrm>
        </p:grpSpPr>
        <p:sp>
          <p:nvSpPr>
            <p:cNvPr id="16151" name="Google Shape;16151;p142"/>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142"/>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142"/>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142"/>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142"/>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142"/>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142"/>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142"/>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142"/>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142"/>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142"/>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142"/>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142"/>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142"/>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142"/>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6" name="Google Shape;16166;p142"/>
          <p:cNvGrpSpPr/>
          <p:nvPr/>
        </p:nvGrpSpPr>
        <p:grpSpPr>
          <a:xfrm>
            <a:off x="7492967" y="3209025"/>
            <a:ext cx="394583" cy="343586"/>
            <a:chOff x="7492967" y="3361425"/>
            <a:chExt cx="394583" cy="343586"/>
          </a:xfrm>
        </p:grpSpPr>
        <p:sp>
          <p:nvSpPr>
            <p:cNvPr id="16167" name="Google Shape;16167;p142"/>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142"/>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142"/>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142"/>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142"/>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142"/>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142"/>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142"/>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142"/>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142"/>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142"/>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142"/>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142"/>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142"/>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142"/>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142"/>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142"/>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142"/>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142"/>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142"/>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142"/>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142"/>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142"/>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0" name="Google Shape;16190;p142"/>
          <p:cNvGrpSpPr/>
          <p:nvPr/>
        </p:nvGrpSpPr>
        <p:grpSpPr>
          <a:xfrm>
            <a:off x="7935527" y="3200754"/>
            <a:ext cx="385287" cy="360156"/>
            <a:chOff x="7935527" y="3353154"/>
            <a:chExt cx="385287" cy="360156"/>
          </a:xfrm>
        </p:grpSpPr>
        <p:sp>
          <p:nvSpPr>
            <p:cNvPr id="16191" name="Google Shape;16191;p142"/>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142"/>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142"/>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142"/>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142"/>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142"/>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142"/>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142"/>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142"/>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142"/>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142"/>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142"/>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3" name="Google Shape;16203;p142"/>
          <p:cNvGrpSpPr/>
          <p:nvPr/>
        </p:nvGrpSpPr>
        <p:grpSpPr>
          <a:xfrm>
            <a:off x="5319821" y="1833842"/>
            <a:ext cx="348103" cy="348103"/>
            <a:chOff x="5319821" y="1986242"/>
            <a:chExt cx="348103" cy="348103"/>
          </a:xfrm>
        </p:grpSpPr>
        <p:sp>
          <p:nvSpPr>
            <p:cNvPr id="16204" name="Google Shape;16204;p142"/>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142"/>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142"/>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142"/>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142"/>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142"/>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142"/>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142"/>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142"/>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142"/>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142"/>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142"/>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142"/>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142"/>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142"/>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142"/>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142"/>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142"/>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142"/>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142"/>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142"/>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142"/>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142"/>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142"/>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142"/>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142"/>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142"/>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142"/>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142"/>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142"/>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142"/>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142"/>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142"/>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142"/>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142"/>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142"/>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142"/>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1" name="Google Shape;16241;p142"/>
          <p:cNvGrpSpPr/>
          <p:nvPr/>
        </p:nvGrpSpPr>
        <p:grpSpPr>
          <a:xfrm>
            <a:off x="5765926" y="1824283"/>
            <a:ext cx="348339" cy="348103"/>
            <a:chOff x="5765926" y="1976683"/>
            <a:chExt cx="348339" cy="348103"/>
          </a:xfrm>
        </p:grpSpPr>
        <p:sp>
          <p:nvSpPr>
            <p:cNvPr id="16242" name="Google Shape;16242;p142"/>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142"/>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142"/>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142"/>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142"/>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142"/>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142"/>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142"/>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142"/>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142"/>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142"/>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142"/>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142"/>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142"/>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6" name="Google Shape;16256;p142"/>
          <p:cNvGrpSpPr/>
          <p:nvPr/>
        </p:nvGrpSpPr>
        <p:grpSpPr>
          <a:xfrm>
            <a:off x="6191390" y="1829089"/>
            <a:ext cx="389068" cy="347787"/>
            <a:chOff x="6191390" y="1981489"/>
            <a:chExt cx="389068" cy="347787"/>
          </a:xfrm>
        </p:grpSpPr>
        <p:sp>
          <p:nvSpPr>
            <p:cNvPr id="16257" name="Google Shape;16257;p142"/>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142"/>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142"/>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142"/>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142"/>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142"/>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142"/>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4" name="Google Shape;16264;p142"/>
          <p:cNvGrpSpPr/>
          <p:nvPr/>
        </p:nvGrpSpPr>
        <p:grpSpPr>
          <a:xfrm>
            <a:off x="6657846" y="1855191"/>
            <a:ext cx="348103" cy="295714"/>
            <a:chOff x="6657846" y="2007591"/>
            <a:chExt cx="348103" cy="295714"/>
          </a:xfrm>
        </p:grpSpPr>
        <p:sp>
          <p:nvSpPr>
            <p:cNvPr id="16265" name="Google Shape;16265;p142"/>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142"/>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142"/>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142"/>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142"/>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142"/>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142"/>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142"/>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142"/>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142"/>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142"/>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142"/>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142"/>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142"/>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142"/>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142"/>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142"/>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142"/>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142"/>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142"/>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142"/>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142"/>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142"/>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142"/>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142"/>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142"/>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1" name="Google Shape;16291;p142"/>
          <p:cNvGrpSpPr/>
          <p:nvPr/>
        </p:nvGrpSpPr>
        <p:grpSpPr>
          <a:xfrm>
            <a:off x="7104188" y="1819504"/>
            <a:ext cx="347341" cy="348103"/>
            <a:chOff x="7104188" y="1971904"/>
            <a:chExt cx="347341" cy="348103"/>
          </a:xfrm>
        </p:grpSpPr>
        <p:sp>
          <p:nvSpPr>
            <p:cNvPr id="16292" name="Google Shape;16292;p142"/>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142"/>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142"/>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142"/>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142"/>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142"/>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142"/>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142"/>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142"/>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142"/>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142"/>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142"/>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142"/>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142"/>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142"/>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142"/>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142"/>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142"/>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142"/>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142"/>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142"/>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142"/>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142"/>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142"/>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142"/>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142"/>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142"/>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142"/>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142"/>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142"/>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2" name="Google Shape;16322;p142"/>
          <p:cNvGrpSpPr/>
          <p:nvPr/>
        </p:nvGrpSpPr>
        <p:grpSpPr>
          <a:xfrm>
            <a:off x="7551264" y="1819504"/>
            <a:ext cx="344321" cy="348155"/>
            <a:chOff x="7551264" y="1971904"/>
            <a:chExt cx="344321" cy="348155"/>
          </a:xfrm>
        </p:grpSpPr>
        <p:sp>
          <p:nvSpPr>
            <p:cNvPr id="16323" name="Google Shape;16323;p142"/>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142"/>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142"/>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142"/>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142"/>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142"/>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142"/>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142"/>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142"/>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142"/>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142"/>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142"/>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142"/>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142"/>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142"/>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142"/>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142"/>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142"/>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142"/>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2" name="Google Shape;16342;p142"/>
          <p:cNvGrpSpPr/>
          <p:nvPr/>
        </p:nvGrpSpPr>
        <p:grpSpPr>
          <a:xfrm>
            <a:off x="7992065" y="1819504"/>
            <a:ext cx="351621" cy="348103"/>
            <a:chOff x="7992065" y="1971904"/>
            <a:chExt cx="351621" cy="348103"/>
          </a:xfrm>
        </p:grpSpPr>
        <p:sp>
          <p:nvSpPr>
            <p:cNvPr id="16343" name="Google Shape;16343;p142"/>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142"/>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142"/>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142"/>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142"/>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142"/>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142"/>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142"/>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142"/>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142"/>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142"/>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142"/>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142"/>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142"/>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142"/>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8" name="Google Shape;16358;p142"/>
          <p:cNvGrpSpPr/>
          <p:nvPr/>
        </p:nvGrpSpPr>
        <p:grpSpPr>
          <a:xfrm>
            <a:off x="4911189" y="3641055"/>
            <a:ext cx="296580" cy="364935"/>
            <a:chOff x="4911189" y="3793455"/>
            <a:chExt cx="296580" cy="364935"/>
          </a:xfrm>
        </p:grpSpPr>
        <p:sp>
          <p:nvSpPr>
            <p:cNvPr id="16359" name="Google Shape;16359;p142"/>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142"/>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142"/>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142"/>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142"/>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142"/>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142"/>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142"/>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142"/>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142"/>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142"/>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142"/>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142"/>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142"/>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142"/>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142"/>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142"/>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142"/>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142"/>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142"/>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9" name="Google Shape;16379;p142"/>
          <p:cNvGrpSpPr/>
          <p:nvPr/>
        </p:nvGrpSpPr>
        <p:grpSpPr>
          <a:xfrm>
            <a:off x="5341433" y="3640871"/>
            <a:ext cx="330272" cy="329117"/>
            <a:chOff x="5341433" y="3793271"/>
            <a:chExt cx="330272" cy="329117"/>
          </a:xfrm>
        </p:grpSpPr>
        <p:sp>
          <p:nvSpPr>
            <p:cNvPr id="16380" name="Google Shape;16380;p142"/>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142"/>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142"/>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142"/>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142"/>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142"/>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142"/>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142"/>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142"/>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142"/>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142"/>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142"/>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142"/>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142"/>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142"/>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142"/>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6" name="Google Shape;16396;p142"/>
          <p:cNvGrpSpPr/>
          <p:nvPr/>
        </p:nvGrpSpPr>
        <p:grpSpPr>
          <a:xfrm>
            <a:off x="5744051" y="3613850"/>
            <a:ext cx="428511" cy="383186"/>
            <a:chOff x="5744051" y="3766250"/>
            <a:chExt cx="428511" cy="383186"/>
          </a:xfrm>
        </p:grpSpPr>
        <p:sp>
          <p:nvSpPr>
            <p:cNvPr id="16397" name="Google Shape;16397;p142"/>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142"/>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142"/>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142"/>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142"/>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142"/>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142"/>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142"/>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142"/>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142"/>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142"/>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142"/>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142"/>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142"/>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142"/>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142"/>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142"/>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4" name="Google Shape;16414;p142"/>
          <p:cNvGrpSpPr/>
          <p:nvPr/>
        </p:nvGrpSpPr>
        <p:grpSpPr>
          <a:xfrm>
            <a:off x="6678697" y="3640924"/>
            <a:ext cx="342824" cy="328985"/>
            <a:chOff x="6678697" y="3793324"/>
            <a:chExt cx="342824" cy="328985"/>
          </a:xfrm>
        </p:grpSpPr>
        <p:sp>
          <p:nvSpPr>
            <p:cNvPr id="16415" name="Google Shape;16415;p142"/>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142"/>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142"/>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142"/>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142"/>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142"/>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142"/>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142"/>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3" name="Google Shape;16423;p142"/>
          <p:cNvGrpSpPr/>
          <p:nvPr/>
        </p:nvGrpSpPr>
        <p:grpSpPr>
          <a:xfrm>
            <a:off x="7101903" y="3609622"/>
            <a:ext cx="398627" cy="392088"/>
            <a:chOff x="7101903" y="3762022"/>
            <a:chExt cx="398627" cy="392088"/>
          </a:xfrm>
        </p:grpSpPr>
        <p:sp>
          <p:nvSpPr>
            <p:cNvPr id="16424" name="Google Shape;16424;p142"/>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142"/>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142"/>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142"/>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142"/>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142"/>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142"/>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142"/>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142"/>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142"/>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142"/>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142"/>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142"/>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142"/>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142"/>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142"/>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142"/>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142"/>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2" name="Google Shape;16442;p142"/>
          <p:cNvGrpSpPr/>
          <p:nvPr/>
        </p:nvGrpSpPr>
        <p:grpSpPr>
          <a:xfrm>
            <a:off x="7541469" y="3641055"/>
            <a:ext cx="407897" cy="328985"/>
            <a:chOff x="7541469" y="3793455"/>
            <a:chExt cx="407897" cy="328985"/>
          </a:xfrm>
        </p:grpSpPr>
        <p:sp>
          <p:nvSpPr>
            <p:cNvPr id="16443" name="Google Shape;16443;p142"/>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142"/>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142"/>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142"/>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142"/>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142"/>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142"/>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142"/>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142"/>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142"/>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142"/>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142"/>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142"/>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142"/>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142"/>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142"/>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142"/>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142"/>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142"/>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142"/>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142"/>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142"/>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142"/>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142"/>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142"/>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142"/>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142"/>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142"/>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142"/>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142"/>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3" name="Google Shape;16473;p142"/>
          <p:cNvGrpSpPr/>
          <p:nvPr/>
        </p:nvGrpSpPr>
        <p:grpSpPr>
          <a:xfrm>
            <a:off x="5310288" y="2803912"/>
            <a:ext cx="432292" cy="264412"/>
            <a:chOff x="5310288" y="2956312"/>
            <a:chExt cx="432292" cy="264412"/>
          </a:xfrm>
        </p:grpSpPr>
        <p:sp>
          <p:nvSpPr>
            <p:cNvPr id="16474" name="Google Shape;16474;p142"/>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142"/>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142"/>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142"/>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142"/>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142"/>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142"/>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142"/>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142"/>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142"/>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142"/>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142"/>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142"/>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142"/>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142"/>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142"/>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142"/>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142"/>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142"/>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142"/>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142"/>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142"/>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142"/>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142"/>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142"/>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142"/>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142"/>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1" name="Google Shape;16501;p142"/>
          <p:cNvGrpSpPr/>
          <p:nvPr/>
        </p:nvGrpSpPr>
        <p:grpSpPr>
          <a:xfrm>
            <a:off x="4879047" y="2279920"/>
            <a:ext cx="398075" cy="340303"/>
            <a:chOff x="4879047" y="2432320"/>
            <a:chExt cx="398075" cy="340303"/>
          </a:xfrm>
        </p:grpSpPr>
        <p:sp>
          <p:nvSpPr>
            <p:cNvPr id="16502" name="Google Shape;16502;p142"/>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142"/>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142"/>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142"/>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142"/>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142"/>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142"/>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142"/>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142"/>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142"/>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142"/>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142"/>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142"/>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142"/>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142"/>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142"/>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142"/>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142"/>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142"/>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142"/>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142"/>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142"/>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142"/>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142"/>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142"/>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142"/>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8" name="Google Shape;16528;p142"/>
          <p:cNvGrpSpPr/>
          <p:nvPr/>
        </p:nvGrpSpPr>
        <p:grpSpPr>
          <a:xfrm>
            <a:off x="5388701" y="2241423"/>
            <a:ext cx="280982" cy="395896"/>
            <a:chOff x="5388701" y="2393823"/>
            <a:chExt cx="280982" cy="395896"/>
          </a:xfrm>
        </p:grpSpPr>
        <p:sp>
          <p:nvSpPr>
            <p:cNvPr id="16529" name="Google Shape;16529;p142"/>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142"/>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142"/>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142"/>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142"/>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142"/>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142"/>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142"/>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142"/>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142"/>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142"/>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142"/>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142"/>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142"/>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142"/>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142"/>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142"/>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142"/>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142"/>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142"/>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142"/>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142"/>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142"/>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142"/>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142"/>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142"/>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142"/>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142"/>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142"/>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142"/>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9" name="Google Shape;16559;p142"/>
          <p:cNvGrpSpPr/>
          <p:nvPr/>
        </p:nvGrpSpPr>
        <p:grpSpPr>
          <a:xfrm>
            <a:off x="5743289" y="2286722"/>
            <a:ext cx="444871" cy="316407"/>
            <a:chOff x="5743289" y="2439122"/>
            <a:chExt cx="444871" cy="316407"/>
          </a:xfrm>
        </p:grpSpPr>
        <p:sp>
          <p:nvSpPr>
            <p:cNvPr id="16560" name="Google Shape;16560;p142"/>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142"/>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142"/>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142"/>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142"/>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142"/>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142"/>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142"/>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142"/>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142"/>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142"/>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142"/>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142"/>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142"/>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142"/>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142"/>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142"/>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142"/>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142"/>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142"/>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142"/>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142"/>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142"/>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142"/>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142"/>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142"/>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142"/>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142"/>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142"/>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9" name="Google Shape;16589;p142"/>
          <p:cNvGrpSpPr/>
          <p:nvPr/>
        </p:nvGrpSpPr>
        <p:grpSpPr>
          <a:xfrm>
            <a:off x="6230360" y="2280183"/>
            <a:ext cx="351359" cy="363412"/>
            <a:chOff x="6230360" y="2432583"/>
            <a:chExt cx="351359" cy="363412"/>
          </a:xfrm>
        </p:grpSpPr>
        <p:sp>
          <p:nvSpPr>
            <p:cNvPr id="16590" name="Google Shape;16590;p142"/>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142"/>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142"/>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142"/>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142"/>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142"/>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142"/>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142"/>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142"/>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142"/>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142"/>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142"/>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142"/>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142"/>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142"/>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142"/>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142"/>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142"/>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142"/>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142"/>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142"/>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1" name="Google Shape;16611;p142"/>
          <p:cNvGrpSpPr/>
          <p:nvPr/>
        </p:nvGrpSpPr>
        <p:grpSpPr>
          <a:xfrm>
            <a:off x="6633976" y="2307152"/>
            <a:ext cx="387781" cy="286680"/>
            <a:chOff x="6633976" y="2459552"/>
            <a:chExt cx="387781" cy="286680"/>
          </a:xfrm>
        </p:grpSpPr>
        <p:sp>
          <p:nvSpPr>
            <p:cNvPr id="16612" name="Google Shape;16612;p142"/>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142"/>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142"/>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142"/>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142"/>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142"/>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142"/>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9" name="Google Shape;16619;p142"/>
          <p:cNvGrpSpPr/>
          <p:nvPr/>
        </p:nvGrpSpPr>
        <p:grpSpPr>
          <a:xfrm>
            <a:off x="7091110" y="2276165"/>
            <a:ext cx="376989" cy="348864"/>
            <a:chOff x="7091110" y="2428565"/>
            <a:chExt cx="376989" cy="348864"/>
          </a:xfrm>
        </p:grpSpPr>
        <p:sp>
          <p:nvSpPr>
            <p:cNvPr id="16620" name="Google Shape;16620;p142"/>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142"/>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142"/>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142"/>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142"/>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142"/>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142"/>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142"/>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142"/>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142"/>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142"/>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142"/>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142"/>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142"/>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142"/>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142"/>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142"/>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142"/>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142"/>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142"/>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142"/>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142"/>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142"/>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142"/>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142"/>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142"/>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142"/>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142"/>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142"/>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142"/>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142"/>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1" name="Google Shape;16651;p142"/>
          <p:cNvGrpSpPr/>
          <p:nvPr/>
        </p:nvGrpSpPr>
        <p:grpSpPr>
          <a:xfrm>
            <a:off x="7536427" y="2262825"/>
            <a:ext cx="369715" cy="375492"/>
            <a:chOff x="7536427" y="2415225"/>
            <a:chExt cx="369715" cy="375492"/>
          </a:xfrm>
        </p:grpSpPr>
        <p:sp>
          <p:nvSpPr>
            <p:cNvPr id="16652" name="Google Shape;16652;p142"/>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142"/>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142"/>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142"/>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142"/>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142"/>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142"/>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142"/>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142"/>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142"/>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142"/>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142"/>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142"/>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142"/>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142"/>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142"/>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142"/>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142"/>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142"/>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142"/>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142"/>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142"/>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142"/>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142"/>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142"/>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142"/>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142"/>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142"/>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142"/>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142"/>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142"/>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142"/>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142"/>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142"/>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142"/>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142"/>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142"/>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142"/>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0" name="Google Shape;16690;p142"/>
          <p:cNvGrpSpPr/>
          <p:nvPr/>
        </p:nvGrpSpPr>
        <p:grpSpPr>
          <a:xfrm>
            <a:off x="7980773" y="2276402"/>
            <a:ext cx="353381" cy="358160"/>
            <a:chOff x="7980773" y="2428802"/>
            <a:chExt cx="353381" cy="358160"/>
          </a:xfrm>
        </p:grpSpPr>
        <p:sp>
          <p:nvSpPr>
            <p:cNvPr id="16691" name="Google Shape;16691;p142"/>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142"/>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142"/>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142"/>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142"/>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142"/>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142"/>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142"/>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142"/>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142"/>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142"/>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142"/>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142"/>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142"/>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142"/>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142"/>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142"/>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142"/>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142"/>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142"/>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142"/>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142"/>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142"/>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142"/>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142"/>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142"/>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142"/>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142"/>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142"/>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142"/>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1" name="Google Shape;16721;p142"/>
          <p:cNvGrpSpPr/>
          <p:nvPr/>
        </p:nvGrpSpPr>
        <p:grpSpPr>
          <a:xfrm>
            <a:off x="4886058" y="4138840"/>
            <a:ext cx="346343" cy="343953"/>
            <a:chOff x="4886058" y="4291240"/>
            <a:chExt cx="346343" cy="343953"/>
          </a:xfrm>
        </p:grpSpPr>
        <p:sp>
          <p:nvSpPr>
            <p:cNvPr id="16722" name="Google Shape;16722;p142"/>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142"/>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142"/>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142"/>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142"/>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142"/>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142"/>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142"/>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142"/>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142"/>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142"/>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142"/>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142"/>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5" name="Google Shape;16735;p142"/>
          <p:cNvGrpSpPr/>
          <p:nvPr/>
        </p:nvGrpSpPr>
        <p:grpSpPr>
          <a:xfrm>
            <a:off x="5344216" y="4138656"/>
            <a:ext cx="304616" cy="343560"/>
            <a:chOff x="5344216" y="4291056"/>
            <a:chExt cx="304616" cy="343560"/>
          </a:xfrm>
        </p:grpSpPr>
        <p:sp>
          <p:nvSpPr>
            <p:cNvPr id="16736" name="Google Shape;16736;p142"/>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142"/>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142"/>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142"/>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142"/>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142"/>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142"/>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142"/>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142"/>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142"/>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142"/>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7" name="Google Shape;16747;p142"/>
          <p:cNvGrpSpPr/>
          <p:nvPr/>
        </p:nvGrpSpPr>
        <p:grpSpPr>
          <a:xfrm>
            <a:off x="6279999" y="4112022"/>
            <a:ext cx="204093" cy="343743"/>
            <a:chOff x="6271562" y="4290872"/>
            <a:chExt cx="204093" cy="343743"/>
          </a:xfrm>
        </p:grpSpPr>
        <p:sp>
          <p:nvSpPr>
            <p:cNvPr id="16748" name="Google Shape;16748;p142"/>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142"/>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142"/>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142"/>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142"/>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142"/>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142"/>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142"/>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142"/>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142"/>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142"/>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142"/>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0" name="Google Shape;16760;p142"/>
          <p:cNvGrpSpPr/>
          <p:nvPr/>
        </p:nvGrpSpPr>
        <p:grpSpPr>
          <a:xfrm>
            <a:off x="6639491" y="4176838"/>
            <a:ext cx="344085" cy="267195"/>
            <a:chOff x="6639491" y="4329238"/>
            <a:chExt cx="344085" cy="267195"/>
          </a:xfrm>
        </p:grpSpPr>
        <p:sp>
          <p:nvSpPr>
            <p:cNvPr id="16761" name="Google Shape;16761;p142"/>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142"/>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142"/>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142"/>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142"/>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142"/>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142"/>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142"/>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142"/>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142"/>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142"/>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142"/>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142"/>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142"/>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142"/>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142"/>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142"/>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142"/>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9" name="Google Shape;16779;p142"/>
          <p:cNvGrpSpPr/>
          <p:nvPr/>
        </p:nvGrpSpPr>
        <p:grpSpPr>
          <a:xfrm>
            <a:off x="7133336" y="4138656"/>
            <a:ext cx="232979" cy="343560"/>
            <a:chOff x="7133336" y="4291056"/>
            <a:chExt cx="232979" cy="343560"/>
          </a:xfrm>
        </p:grpSpPr>
        <p:sp>
          <p:nvSpPr>
            <p:cNvPr id="16780" name="Google Shape;16780;p142"/>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142"/>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142"/>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142"/>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142"/>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142"/>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142"/>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142"/>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142"/>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142"/>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142"/>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142"/>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142"/>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142"/>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142"/>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142"/>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142"/>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7" name="Google Shape;16797;p142"/>
          <p:cNvGrpSpPr/>
          <p:nvPr/>
        </p:nvGrpSpPr>
        <p:grpSpPr>
          <a:xfrm>
            <a:off x="7571379" y="4138656"/>
            <a:ext cx="232979" cy="343560"/>
            <a:chOff x="7571379" y="4291056"/>
            <a:chExt cx="232979" cy="343560"/>
          </a:xfrm>
        </p:grpSpPr>
        <p:sp>
          <p:nvSpPr>
            <p:cNvPr id="16798" name="Google Shape;16798;p142"/>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142"/>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142"/>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142"/>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142"/>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142"/>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142"/>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142"/>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142"/>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142"/>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142"/>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142"/>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142"/>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142"/>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142"/>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142"/>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4" name="Google Shape;16814;p142"/>
          <p:cNvGrpSpPr/>
          <p:nvPr/>
        </p:nvGrpSpPr>
        <p:grpSpPr>
          <a:xfrm>
            <a:off x="6666381" y="3195475"/>
            <a:ext cx="295819" cy="370712"/>
            <a:chOff x="6666381" y="3347875"/>
            <a:chExt cx="295819" cy="370712"/>
          </a:xfrm>
        </p:grpSpPr>
        <p:sp>
          <p:nvSpPr>
            <p:cNvPr id="16815" name="Google Shape;16815;p142"/>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142"/>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142"/>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142"/>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142"/>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142"/>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142"/>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142"/>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142"/>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142"/>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142"/>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142"/>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142"/>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142"/>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142"/>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142"/>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142"/>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142"/>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142"/>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142"/>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142"/>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142"/>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142"/>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142"/>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142"/>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142"/>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142"/>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142"/>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142"/>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142"/>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142"/>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142"/>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142"/>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142"/>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142"/>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142"/>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142"/>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142"/>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142"/>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142"/>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5" name="Google Shape;16855;p142"/>
          <p:cNvGrpSpPr/>
          <p:nvPr/>
        </p:nvGrpSpPr>
        <p:grpSpPr>
          <a:xfrm>
            <a:off x="4877760" y="2735059"/>
            <a:ext cx="389567" cy="390329"/>
            <a:chOff x="4877760" y="2887459"/>
            <a:chExt cx="389567" cy="390329"/>
          </a:xfrm>
        </p:grpSpPr>
        <p:sp>
          <p:nvSpPr>
            <p:cNvPr id="16856" name="Google Shape;16856;p142"/>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142"/>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142"/>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142"/>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142"/>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142"/>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142"/>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142"/>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142"/>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142"/>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142"/>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142"/>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142"/>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142"/>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142"/>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142"/>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142"/>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142"/>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142"/>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142"/>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142"/>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142"/>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142"/>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142"/>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142"/>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142"/>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142"/>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142"/>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142"/>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142"/>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142"/>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142"/>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142"/>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142"/>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142"/>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142"/>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142"/>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142"/>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142"/>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142"/>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142"/>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142"/>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142"/>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142"/>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00" name="Google Shape;16900;p142"/>
          <p:cNvSpPr/>
          <p:nvPr/>
        </p:nvSpPr>
        <p:spPr>
          <a:xfrm>
            <a:off x="5911170"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142"/>
          <p:cNvSpPr/>
          <p:nvPr/>
        </p:nvSpPr>
        <p:spPr>
          <a:xfrm>
            <a:off x="5911170"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142"/>
          <p:cNvSpPr/>
          <p:nvPr/>
        </p:nvSpPr>
        <p:spPr>
          <a:xfrm>
            <a:off x="5798094"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142"/>
          <p:cNvSpPr/>
          <p:nvPr/>
        </p:nvSpPr>
        <p:spPr>
          <a:xfrm>
            <a:off x="5797831"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142"/>
          <p:cNvSpPr/>
          <p:nvPr/>
        </p:nvSpPr>
        <p:spPr>
          <a:xfrm>
            <a:off x="5779239"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05" name="Google Shape;16905;p142"/>
          <p:cNvGrpSpPr/>
          <p:nvPr/>
        </p:nvGrpSpPr>
        <p:grpSpPr>
          <a:xfrm>
            <a:off x="5779239" y="2735295"/>
            <a:ext cx="314411" cy="389830"/>
            <a:chOff x="5779239" y="2887695"/>
            <a:chExt cx="314411" cy="389830"/>
          </a:xfrm>
        </p:grpSpPr>
        <p:sp>
          <p:nvSpPr>
            <p:cNvPr id="16906" name="Google Shape;16906;p142"/>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142"/>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142"/>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142"/>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142"/>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142"/>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142"/>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142"/>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142"/>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142"/>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142"/>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142"/>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142"/>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142"/>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142"/>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142"/>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142"/>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142"/>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142"/>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142"/>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142"/>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142"/>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142"/>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142"/>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142"/>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142"/>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142"/>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142"/>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142"/>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142"/>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142"/>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142"/>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142"/>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142"/>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142"/>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142"/>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142"/>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142"/>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142"/>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142"/>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142"/>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142"/>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142"/>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142"/>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0" name="Google Shape;16950;p142"/>
          <p:cNvGrpSpPr/>
          <p:nvPr/>
        </p:nvGrpSpPr>
        <p:grpSpPr>
          <a:xfrm>
            <a:off x="6190130" y="2788577"/>
            <a:ext cx="389830" cy="283004"/>
            <a:chOff x="6190130" y="2940977"/>
            <a:chExt cx="389830" cy="283004"/>
          </a:xfrm>
        </p:grpSpPr>
        <p:sp>
          <p:nvSpPr>
            <p:cNvPr id="16951" name="Google Shape;16951;p142"/>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142"/>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142"/>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142"/>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142"/>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142"/>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142"/>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142"/>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142"/>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142"/>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142"/>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142"/>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142"/>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142"/>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142"/>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142"/>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142"/>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142"/>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142"/>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142"/>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142"/>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142"/>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142"/>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142"/>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142"/>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142"/>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142"/>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142"/>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142"/>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142"/>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1" name="Google Shape;16981;p142"/>
          <p:cNvGrpSpPr/>
          <p:nvPr/>
        </p:nvGrpSpPr>
        <p:grpSpPr>
          <a:xfrm>
            <a:off x="6633976" y="2747874"/>
            <a:ext cx="389803" cy="364673"/>
            <a:chOff x="6633976" y="2900274"/>
            <a:chExt cx="389803" cy="364673"/>
          </a:xfrm>
        </p:grpSpPr>
        <p:sp>
          <p:nvSpPr>
            <p:cNvPr id="16982" name="Google Shape;16982;p142"/>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142"/>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142"/>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142"/>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142"/>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142"/>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142"/>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142"/>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142"/>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142"/>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142"/>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142"/>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142"/>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142"/>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142"/>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142"/>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142"/>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9" name="Google Shape;16999;p142"/>
          <p:cNvGrpSpPr/>
          <p:nvPr/>
        </p:nvGrpSpPr>
        <p:grpSpPr>
          <a:xfrm>
            <a:off x="7517835" y="2733037"/>
            <a:ext cx="364935" cy="382529"/>
            <a:chOff x="7517835" y="2885437"/>
            <a:chExt cx="364935" cy="382529"/>
          </a:xfrm>
        </p:grpSpPr>
        <p:sp>
          <p:nvSpPr>
            <p:cNvPr id="17000" name="Google Shape;17000;p142"/>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142"/>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142"/>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142"/>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142"/>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142"/>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142"/>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142"/>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142"/>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142"/>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142"/>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142"/>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142"/>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142"/>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142"/>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142"/>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142"/>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142"/>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142"/>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142"/>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142"/>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142"/>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142"/>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142"/>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142"/>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142"/>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142"/>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142"/>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142"/>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142"/>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142"/>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142"/>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142"/>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142"/>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142"/>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142"/>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142"/>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7" name="Google Shape;17037;p142"/>
          <p:cNvGrpSpPr/>
          <p:nvPr/>
        </p:nvGrpSpPr>
        <p:grpSpPr>
          <a:xfrm>
            <a:off x="7087591" y="2734744"/>
            <a:ext cx="358160" cy="385602"/>
            <a:chOff x="7087591" y="2887144"/>
            <a:chExt cx="358160" cy="385602"/>
          </a:xfrm>
        </p:grpSpPr>
        <p:sp>
          <p:nvSpPr>
            <p:cNvPr id="17038" name="Google Shape;17038;p142"/>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142"/>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142"/>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142"/>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142"/>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142"/>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142"/>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142"/>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142"/>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142"/>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142"/>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142"/>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142"/>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142"/>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142"/>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142"/>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142"/>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142"/>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142"/>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7" name="Google Shape;17057;p142"/>
          <p:cNvGrpSpPr/>
          <p:nvPr/>
        </p:nvGrpSpPr>
        <p:grpSpPr>
          <a:xfrm>
            <a:off x="7951362" y="2733037"/>
            <a:ext cx="382529" cy="382529"/>
            <a:chOff x="7951362" y="2885437"/>
            <a:chExt cx="382529" cy="382529"/>
          </a:xfrm>
        </p:grpSpPr>
        <p:sp>
          <p:nvSpPr>
            <p:cNvPr id="17058" name="Google Shape;17058;p142"/>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142"/>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142"/>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142"/>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142"/>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142"/>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142"/>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142"/>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142"/>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142"/>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142"/>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142"/>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142"/>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142"/>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142"/>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142"/>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142"/>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142"/>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142"/>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142"/>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142"/>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142"/>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142"/>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142"/>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142"/>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142"/>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142"/>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142"/>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142"/>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142"/>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142"/>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142"/>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142"/>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142"/>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142"/>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142"/>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142"/>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142"/>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142"/>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142"/>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142"/>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142"/>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142"/>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142"/>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142"/>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142"/>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142"/>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142"/>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142"/>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7" name="Google Shape;17107;p142"/>
          <p:cNvGrpSpPr/>
          <p:nvPr/>
        </p:nvGrpSpPr>
        <p:grpSpPr>
          <a:xfrm>
            <a:off x="8054406" y="3662089"/>
            <a:ext cx="276964" cy="336601"/>
            <a:chOff x="8054406" y="3814489"/>
            <a:chExt cx="276964" cy="336601"/>
          </a:xfrm>
        </p:grpSpPr>
        <p:sp>
          <p:nvSpPr>
            <p:cNvPr id="17108" name="Google Shape;17108;p142"/>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142"/>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142"/>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142"/>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142"/>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142"/>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142"/>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142"/>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142"/>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7" name="Google Shape;17117;p142"/>
          <p:cNvGrpSpPr/>
          <p:nvPr/>
        </p:nvGrpSpPr>
        <p:grpSpPr>
          <a:xfrm>
            <a:off x="7936787" y="4142674"/>
            <a:ext cx="378249" cy="335524"/>
            <a:chOff x="7936787" y="4295074"/>
            <a:chExt cx="378249" cy="335524"/>
          </a:xfrm>
        </p:grpSpPr>
        <p:sp>
          <p:nvSpPr>
            <p:cNvPr id="17118" name="Google Shape;17118;p142"/>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142"/>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142"/>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142"/>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142"/>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142"/>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142"/>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142"/>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142"/>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142"/>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142"/>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142"/>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142"/>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142"/>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142"/>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142"/>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4" name="Google Shape;17134;p142"/>
          <p:cNvGrpSpPr/>
          <p:nvPr/>
        </p:nvGrpSpPr>
        <p:grpSpPr>
          <a:xfrm>
            <a:off x="4886058" y="1813490"/>
            <a:ext cx="388569" cy="388307"/>
            <a:chOff x="4886058" y="1965890"/>
            <a:chExt cx="388569" cy="388307"/>
          </a:xfrm>
        </p:grpSpPr>
        <p:sp>
          <p:nvSpPr>
            <p:cNvPr id="17135" name="Google Shape;17135;p142"/>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142"/>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142"/>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142"/>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142"/>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142"/>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142"/>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142"/>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142"/>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142"/>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142"/>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46" name="Google Shape;17146;p142"/>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7147" name="Google Shape;17147;p142"/>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151" name="Shape 17151"/>
        <p:cNvGrpSpPr/>
        <p:nvPr/>
      </p:nvGrpSpPr>
      <p:grpSpPr>
        <a:xfrm>
          <a:off x="0" y="0"/>
          <a:ext cx="0" cy="0"/>
          <a:chOff x="0" y="0"/>
          <a:chExt cx="0" cy="0"/>
        </a:xfrm>
      </p:grpSpPr>
      <p:grpSp>
        <p:nvGrpSpPr>
          <p:cNvPr id="17152" name="Google Shape;17152;p143"/>
          <p:cNvGrpSpPr/>
          <p:nvPr/>
        </p:nvGrpSpPr>
        <p:grpSpPr>
          <a:xfrm>
            <a:off x="1765162" y="3194389"/>
            <a:ext cx="292801" cy="359258"/>
            <a:chOff x="1765162" y="3346789"/>
            <a:chExt cx="292801" cy="359258"/>
          </a:xfrm>
        </p:grpSpPr>
        <p:sp>
          <p:nvSpPr>
            <p:cNvPr id="17153" name="Google Shape;17153;p143"/>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143"/>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143"/>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143"/>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143"/>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143"/>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143"/>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143"/>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143"/>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143"/>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143"/>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143"/>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143"/>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143"/>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143"/>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8" name="Google Shape;17168;p143"/>
          <p:cNvGrpSpPr/>
          <p:nvPr/>
        </p:nvGrpSpPr>
        <p:grpSpPr>
          <a:xfrm>
            <a:off x="3077632" y="2292604"/>
            <a:ext cx="358996" cy="296309"/>
            <a:chOff x="3077632" y="2445004"/>
            <a:chExt cx="358996" cy="296309"/>
          </a:xfrm>
        </p:grpSpPr>
        <p:sp>
          <p:nvSpPr>
            <p:cNvPr id="17169" name="Google Shape;17169;p143"/>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143"/>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143"/>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143"/>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143"/>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143"/>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143"/>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143"/>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143"/>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143"/>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143"/>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143"/>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143"/>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143"/>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143"/>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143"/>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143"/>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143"/>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143"/>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143"/>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143"/>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143"/>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143"/>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143"/>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143"/>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143"/>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5" name="Google Shape;17195;p143"/>
          <p:cNvGrpSpPr/>
          <p:nvPr/>
        </p:nvGrpSpPr>
        <p:grpSpPr>
          <a:xfrm>
            <a:off x="2635237" y="2279380"/>
            <a:ext cx="359232" cy="323018"/>
            <a:chOff x="2635237" y="2431780"/>
            <a:chExt cx="359232" cy="323018"/>
          </a:xfrm>
        </p:grpSpPr>
        <p:sp>
          <p:nvSpPr>
            <p:cNvPr id="17196" name="Google Shape;17196;p143"/>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143"/>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143"/>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143"/>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143"/>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143"/>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143"/>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143"/>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143"/>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143"/>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143"/>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143"/>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143"/>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143"/>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143"/>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1" name="Google Shape;17211;p143"/>
          <p:cNvGrpSpPr/>
          <p:nvPr/>
        </p:nvGrpSpPr>
        <p:grpSpPr>
          <a:xfrm>
            <a:off x="4011651" y="3615732"/>
            <a:ext cx="373189" cy="358944"/>
            <a:chOff x="4011651" y="3768132"/>
            <a:chExt cx="373189" cy="358944"/>
          </a:xfrm>
        </p:grpSpPr>
        <p:sp>
          <p:nvSpPr>
            <p:cNvPr id="17212" name="Google Shape;17212;p143"/>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143"/>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143"/>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143"/>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143"/>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143"/>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143"/>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143"/>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143"/>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143"/>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2" name="Google Shape;17222;p143"/>
          <p:cNvGrpSpPr/>
          <p:nvPr/>
        </p:nvGrpSpPr>
        <p:grpSpPr>
          <a:xfrm>
            <a:off x="2189568" y="1809203"/>
            <a:ext cx="364993" cy="359049"/>
            <a:chOff x="2189568" y="1961603"/>
            <a:chExt cx="364993" cy="359049"/>
          </a:xfrm>
        </p:grpSpPr>
        <p:sp>
          <p:nvSpPr>
            <p:cNvPr id="17223" name="Google Shape;17223;p143"/>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143"/>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143"/>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143"/>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143"/>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143"/>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143"/>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143"/>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143"/>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143"/>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143"/>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143"/>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143"/>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143"/>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143"/>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143"/>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9" name="Google Shape;17239;p143"/>
          <p:cNvGrpSpPr/>
          <p:nvPr/>
        </p:nvGrpSpPr>
        <p:grpSpPr>
          <a:xfrm>
            <a:off x="2193077" y="2267571"/>
            <a:ext cx="378426" cy="346323"/>
            <a:chOff x="2193077" y="2419971"/>
            <a:chExt cx="378426" cy="346323"/>
          </a:xfrm>
        </p:grpSpPr>
        <p:sp>
          <p:nvSpPr>
            <p:cNvPr id="17240" name="Google Shape;17240;p143"/>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143"/>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143"/>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143"/>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143"/>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143"/>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143"/>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143"/>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143"/>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143"/>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143"/>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143"/>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143"/>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143"/>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143"/>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143"/>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143"/>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143"/>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143"/>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143"/>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143"/>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1" name="Google Shape;17261;p143"/>
          <p:cNvGrpSpPr/>
          <p:nvPr/>
        </p:nvGrpSpPr>
        <p:grpSpPr>
          <a:xfrm>
            <a:off x="861622" y="2729370"/>
            <a:ext cx="276802" cy="367140"/>
            <a:chOff x="861622" y="2881770"/>
            <a:chExt cx="276802" cy="367140"/>
          </a:xfrm>
        </p:grpSpPr>
        <p:sp>
          <p:nvSpPr>
            <p:cNvPr id="17262" name="Google Shape;17262;p143"/>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143"/>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143"/>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143"/>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143"/>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143"/>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143"/>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143"/>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143"/>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143"/>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143"/>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143"/>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143"/>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143"/>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143"/>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143"/>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143"/>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143"/>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143"/>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143"/>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143"/>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143"/>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4" name="Google Shape;17284;p143"/>
          <p:cNvGrpSpPr/>
          <p:nvPr/>
        </p:nvGrpSpPr>
        <p:grpSpPr>
          <a:xfrm>
            <a:off x="3968184" y="2729291"/>
            <a:ext cx="369444" cy="367140"/>
            <a:chOff x="3968184" y="2881691"/>
            <a:chExt cx="369444" cy="367140"/>
          </a:xfrm>
        </p:grpSpPr>
        <p:sp>
          <p:nvSpPr>
            <p:cNvPr id="17285" name="Google Shape;17285;p143"/>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143"/>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143"/>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143"/>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143"/>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143"/>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143"/>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143"/>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143"/>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143"/>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143"/>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143"/>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143"/>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143"/>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143"/>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143"/>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143"/>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143"/>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143"/>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143"/>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143"/>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143"/>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143"/>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143"/>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9" name="Google Shape;17309;p143"/>
          <p:cNvGrpSpPr/>
          <p:nvPr/>
        </p:nvGrpSpPr>
        <p:grpSpPr>
          <a:xfrm>
            <a:off x="3513796" y="2729684"/>
            <a:ext cx="371487" cy="366826"/>
            <a:chOff x="3513796" y="2882084"/>
            <a:chExt cx="371487" cy="366826"/>
          </a:xfrm>
        </p:grpSpPr>
        <p:sp>
          <p:nvSpPr>
            <p:cNvPr id="17310" name="Google Shape;17310;p143"/>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143"/>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143"/>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143"/>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143"/>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143"/>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143"/>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143"/>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143"/>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143"/>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143"/>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143"/>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143"/>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143"/>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143"/>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143"/>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143"/>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143"/>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143"/>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143"/>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143"/>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143"/>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143"/>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143"/>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143"/>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143"/>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143"/>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143"/>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143"/>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143"/>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143"/>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143"/>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143"/>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143"/>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143"/>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143"/>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143"/>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143"/>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143"/>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143"/>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143"/>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143"/>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143"/>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143"/>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143"/>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143"/>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143"/>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143"/>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143"/>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9" name="Google Shape;17359;p143"/>
          <p:cNvGrpSpPr/>
          <p:nvPr/>
        </p:nvGrpSpPr>
        <p:grpSpPr>
          <a:xfrm>
            <a:off x="873615" y="1347875"/>
            <a:ext cx="335011" cy="359232"/>
            <a:chOff x="873615" y="1500275"/>
            <a:chExt cx="335011" cy="359232"/>
          </a:xfrm>
        </p:grpSpPr>
        <p:sp>
          <p:nvSpPr>
            <p:cNvPr id="17360" name="Google Shape;17360;p143"/>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143"/>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143"/>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143"/>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143"/>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143"/>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143"/>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143"/>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143"/>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143"/>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143"/>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1" name="Google Shape;17371;p143"/>
          <p:cNvGrpSpPr/>
          <p:nvPr/>
        </p:nvGrpSpPr>
        <p:grpSpPr>
          <a:xfrm>
            <a:off x="2202058" y="3194337"/>
            <a:ext cx="337158" cy="359311"/>
            <a:chOff x="2202058" y="3346737"/>
            <a:chExt cx="337158" cy="359311"/>
          </a:xfrm>
        </p:grpSpPr>
        <p:sp>
          <p:nvSpPr>
            <p:cNvPr id="17372" name="Google Shape;17372;p143"/>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143"/>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143"/>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143"/>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143"/>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143"/>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143"/>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143"/>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143"/>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1" name="Google Shape;17381;p143"/>
          <p:cNvGrpSpPr/>
          <p:nvPr/>
        </p:nvGrpSpPr>
        <p:grpSpPr>
          <a:xfrm>
            <a:off x="2223059" y="3665772"/>
            <a:ext cx="359232" cy="306050"/>
            <a:chOff x="2223059" y="3818172"/>
            <a:chExt cx="359232" cy="306050"/>
          </a:xfrm>
        </p:grpSpPr>
        <p:sp>
          <p:nvSpPr>
            <p:cNvPr id="17382" name="Google Shape;17382;p143"/>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143"/>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143"/>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143"/>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143"/>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143"/>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143"/>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143"/>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143"/>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1" name="Google Shape;17391;p143"/>
          <p:cNvGrpSpPr/>
          <p:nvPr/>
        </p:nvGrpSpPr>
        <p:grpSpPr>
          <a:xfrm>
            <a:off x="1725989" y="1839420"/>
            <a:ext cx="378426" cy="298509"/>
            <a:chOff x="1725989" y="1991820"/>
            <a:chExt cx="378426" cy="298509"/>
          </a:xfrm>
        </p:grpSpPr>
        <p:sp>
          <p:nvSpPr>
            <p:cNvPr id="17392" name="Google Shape;17392;p143"/>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143"/>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143"/>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143"/>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143"/>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143"/>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143"/>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143"/>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143"/>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143"/>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143"/>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143"/>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4" name="Google Shape;17404;p143"/>
          <p:cNvGrpSpPr/>
          <p:nvPr/>
        </p:nvGrpSpPr>
        <p:grpSpPr>
          <a:xfrm>
            <a:off x="1768409" y="3639351"/>
            <a:ext cx="367978" cy="359075"/>
            <a:chOff x="1768409" y="3791751"/>
            <a:chExt cx="367978" cy="359075"/>
          </a:xfrm>
        </p:grpSpPr>
        <p:sp>
          <p:nvSpPr>
            <p:cNvPr id="17405" name="Google Shape;17405;p143"/>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143"/>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143"/>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143"/>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143"/>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143"/>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143"/>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143"/>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143"/>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143"/>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143"/>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143"/>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143"/>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8" name="Google Shape;17418;p143"/>
          <p:cNvGrpSpPr/>
          <p:nvPr/>
        </p:nvGrpSpPr>
        <p:grpSpPr>
          <a:xfrm>
            <a:off x="2668963" y="3638906"/>
            <a:ext cx="358735" cy="359311"/>
            <a:chOff x="2668963" y="3791306"/>
            <a:chExt cx="358735" cy="359311"/>
          </a:xfrm>
        </p:grpSpPr>
        <p:sp>
          <p:nvSpPr>
            <p:cNvPr id="17419" name="Google Shape;17419;p143"/>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143"/>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143"/>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143"/>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143"/>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143"/>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143"/>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143"/>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143"/>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143"/>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143"/>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143"/>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143"/>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143"/>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143"/>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143"/>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5" name="Google Shape;17435;p143"/>
          <p:cNvGrpSpPr/>
          <p:nvPr/>
        </p:nvGrpSpPr>
        <p:grpSpPr>
          <a:xfrm>
            <a:off x="849682" y="1842798"/>
            <a:ext cx="363893" cy="291727"/>
            <a:chOff x="849682" y="1995198"/>
            <a:chExt cx="363893" cy="291727"/>
          </a:xfrm>
        </p:grpSpPr>
        <p:sp>
          <p:nvSpPr>
            <p:cNvPr id="17436" name="Google Shape;17436;p143"/>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143"/>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143"/>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143"/>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143"/>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143"/>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143"/>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143"/>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143"/>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143"/>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143"/>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143"/>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143"/>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143"/>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143"/>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143"/>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143"/>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143"/>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4" name="Google Shape;17454;p143"/>
          <p:cNvGrpSpPr/>
          <p:nvPr/>
        </p:nvGrpSpPr>
        <p:grpSpPr>
          <a:xfrm>
            <a:off x="3065430" y="1837666"/>
            <a:ext cx="378190" cy="302044"/>
            <a:chOff x="3065430" y="1990066"/>
            <a:chExt cx="378190" cy="302044"/>
          </a:xfrm>
        </p:grpSpPr>
        <p:sp>
          <p:nvSpPr>
            <p:cNvPr id="17455" name="Google Shape;17455;p143"/>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143"/>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143"/>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143"/>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143"/>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143"/>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143"/>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143"/>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143"/>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143"/>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143"/>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6" name="Google Shape;17466;p143"/>
          <p:cNvGrpSpPr/>
          <p:nvPr/>
        </p:nvGrpSpPr>
        <p:grpSpPr>
          <a:xfrm>
            <a:off x="3568234" y="3639010"/>
            <a:ext cx="347501" cy="359284"/>
            <a:chOff x="3568234" y="3791410"/>
            <a:chExt cx="347501" cy="359284"/>
          </a:xfrm>
        </p:grpSpPr>
        <p:sp>
          <p:nvSpPr>
            <p:cNvPr id="17467" name="Google Shape;17467;p143"/>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143"/>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143"/>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143"/>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143"/>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143"/>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143"/>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143"/>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143"/>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143"/>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143"/>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8" name="Google Shape;17478;p143"/>
          <p:cNvGrpSpPr/>
          <p:nvPr/>
        </p:nvGrpSpPr>
        <p:grpSpPr>
          <a:xfrm>
            <a:off x="1759925" y="1348687"/>
            <a:ext cx="347004" cy="358420"/>
            <a:chOff x="1759925" y="1501087"/>
            <a:chExt cx="347004" cy="358420"/>
          </a:xfrm>
        </p:grpSpPr>
        <p:sp>
          <p:nvSpPr>
            <p:cNvPr id="17479" name="Google Shape;17479;p143"/>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143"/>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143"/>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143"/>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143"/>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143"/>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143"/>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143"/>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143"/>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143"/>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143"/>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143"/>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143"/>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143"/>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143"/>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143"/>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143"/>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143"/>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143"/>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143"/>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143"/>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143"/>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143"/>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143"/>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143"/>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143"/>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143"/>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6" name="Google Shape;17506;p143"/>
          <p:cNvGrpSpPr/>
          <p:nvPr/>
        </p:nvGrpSpPr>
        <p:grpSpPr>
          <a:xfrm>
            <a:off x="3519295" y="2261260"/>
            <a:ext cx="360227" cy="359311"/>
            <a:chOff x="3519295" y="2413660"/>
            <a:chExt cx="360227" cy="359311"/>
          </a:xfrm>
        </p:grpSpPr>
        <p:sp>
          <p:nvSpPr>
            <p:cNvPr id="17507" name="Google Shape;17507;p143"/>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143"/>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143"/>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143"/>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143"/>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143"/>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143"/>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143"/>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143"/>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143"/>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143"/>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143"/>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143"/>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143"/>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143"/>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143"/>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143"/>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143"/>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143"/>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143"/>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143"/>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143"/>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143"/>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143"/>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143"/>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143"/>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143"/>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143"/>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143"/>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143"/>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143"/>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143"/>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143"/>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143"/>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143"/>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2" name="Google Shape;17542;p143"/>
          <p:cNvGrpSpPr/>
          <p:nvPr/>
        </p:nvGrpSpPr>
        <p:grpSpPr>
          <a:xfrm>
            <a:off x="1330255" y="3693318"/>
            <a:ext cx="358996" cy="250774"/>
            <a:chOff x="1330255" y="3845718"/>
            <a:chExt cx="358996" cy="250774"/>
          </a:xfrm>
        </p:grpSpPr>
        <p:sp>
          <p:nvSpPr>
            <p:cNvPr id="17543" name="Google Shape;17543;p143"/>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143"/>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143"/>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143"/>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143"/>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143"/>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143"/>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143"/>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143"/>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143"/>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3" name="Google Shape;17553;p143"/>
          <p:cNvGrpSpPr/>
          <p:nvPr/>
        </p:nvGrpSpPr>
        <p:grpSpPr>
          <a:xfrm>
            <a:off x="3115103" y="3638984"/>
            <a:ext cx="373424" cy="359311"/>
            <a:chOff x="3115103" y="3791384"/>
            <a:chExt cx="373424" cy="359311"/>
          </a:xfrm>
        </p:grpSpPr>
        <p:sp>
          <p:nvSpPr>
            <p:cNvPr id="17554" name="Google Shape;17554;p143"/>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143"/>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143"/>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143"/>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143"/>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143"/>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143"/>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143"/>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143"/>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143"/>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143"/>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143"/>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143"/>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143"/>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8" name="Google Shape;17568;p143"/>
          <p:cNvGrpSpPr/>
          <p:nvPr/>
        </p:nvGrpSpPr>
        <p:grpSpPr>
          <a:xfrm>
            <a:off x="883853" y="3640241"/>
            <a:ext cx="378190" cy="357059"/>
            <a:chOff x="883853" y="3792641"/>
            <a:chExt cx="378190" cy="357059"/>
          </a:xfrm>
        </p:grpSpPr>
        <p:sp>
          <p:nvSpPr>
            <p:cNvPr id="17569" name="Google Shape;17569;p143"/>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143"/>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143"/>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143"/>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143"/>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143"/>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143"/>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143"/>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143"/>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143"/>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143"/>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143"/>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143"/>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143"/>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143"/>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143"/>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143"/>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143"/>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143"/>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143"/>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143"/>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143"/>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143"/>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143"/>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143"/>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143"/>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5" name="Google Shape;17595;p143"/>
          <p:cNvGrpSpPr/>
          <p:nvPr/>
        </p:nvGrpSpPr>
        <p:grpSpPr>
          <a:xfrm>
            <a:off x="3934196" y="2332405"/>
            <a:ext cx="401207" cy="214036"/>
            <a:chOff x="3934196" y="2484805"/>
            <a:chExt cx="401207" cy="214036"/>
          </a:xfrm>
        </p:grpSpPr>
        <p:sp>
          <p:nvSpPr>
            <p:cNvPr id="17596" name="Google Shape;17596;p143"/>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143"/>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143"/>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143"/>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143"/>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1" name="Google Shape;17601;p143"/>
          <p:cNvGrpSpPr/>
          <p:nvPr/>
        </p:nvGrpSpPr>
        <p:grpSpPr>
          <a:xfrm>
            <a:off x="3999894" y="1347797"/>
            <a:ext cx="342474" cy="359232"/>
            <a:chOff x="3999894" y="1500197"/>
            <a:chExt cx="342474" cy="359232"/>
          </a:xfrm>
        </p:grpSpPr>
        <p:sp>
          <p:nvSpPr>
            <p:cNvPr id="17602" name="Google Shape;17602;p143"/>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143"/>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143"/>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143"/>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143"/>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143"/>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143"/>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143"/>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143"/>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143"/>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2" name="Google Shape;17612;p143"/>
          <p:cNvGrpSpPr/>
          <p:nvPr/>
        </p:nvGrpSpPr>
        <p:grpSpPr>
          <a:xfrm>
            <a:off x="2233795" y="2729762"/>
            <a:ext cx="232601" cy="366747"/>
            <a:chOff x="2233795" y="2882162"/>
            <a:chExt cx="232601" cy="366747"/>
          </a:xfrm>
        </p:grpSpPr>
        <p:sp>
          <p:nvSpPr>
            <p:cNvPr id="17613" name="Google Shape;17613;p143"/>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143"/>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143"/>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143"/>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143"/>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143"/>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143"/>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143"/>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143"/>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143"/>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143"/>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143"/>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143"/>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143"/>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143"/>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143"/>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143"/>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143"/>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1" name="Google Shape;17631;p143"/>
          <p:cNvGrpSpPr/>
          <p:nvPr/>
        </p:nvGrpSpPr>
        <p:grpSpPr>
          <a:xfrm>
            <a:off x="3523772" y="3252022"/>
            <a:ext cx="362008" cy="244175"/>
            <a:chOff x="3523772" y="3404422"/>
            <a:chExt cx="362008" cy="244175"/>
          </a:xfrm>
        </p:grpSpPr>
        <p:sp>
          <p:nvSpPr>
            <p:cNvPr id="17632" name="Google Shape;17632;p143"/>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143"/>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143"/>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143"/>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143"/>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143"/>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143"/>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143"/>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143"/>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143"/>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143"/>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143"/>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143"/>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143"/>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143"/>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7" name="Google Shape;17647;p143"/>
          <p:cNvGrpSpPr/>
          <p:nvPr/>
        </p:nvGrpSpPr>
        <p:grpSpPr>
          <a:xfrm>
            <a:off x="3531026" y="1824914"/>
            <a:ext cx="359232" cy="327836"/>
            <a:chOff x="3531026" y="1977314"/>
            <a:chExt cx="359232" cy="327836"/>
          </a:xfrm>
        </p:grpSpPr>
        <p:sp>
          <p:nvSpPr>
            <p:cNvPr id="17648" name="Google Shape;17648;p143"/>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143"/>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143"/>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143"/>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143"/>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143"/>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143"/>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143"/>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143"/>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143"/>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8" name="Google Shape;17658;p143"/>
          <p:cNvGrpSpPr/>
          <p:nvPr/>
        </p:nvGrpSpPr>
        <p:grpSpPr>
          <a:xfrm>
            <a:off x="3123351" y="1347875"/>
            <a:ext cx="296781" cy="359232"/>
            <a:chOff x="3123351" y="1500275"/>
            <a:chExt cx="296781" cy="359232"/>
          </a:xfrm>
        </p:grpSpPr>
        <p:sp>
          <p:nvSpPr>
            <p:cNvPr id="17659" name="Google Shape;17659;p143"/>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143"/>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143"/>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143"/>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143"/>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143"/>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143"/>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143"/>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143"/>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143"/>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143"/>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0" name="Google Shape;17670;p143"/>
          <p:cNvGrpSpPr/>
          <p:nvPr/>
        </p:nvGrpSpPr>
        <p:grpSpPr>
          <a:xfrm>
            <a:off x="2659458" y="1347875"/>
            <a:ext cx="332261" cy="359232"/>
            <a:chOff x="2659458" y="1500275"/>
            <a:chExt cx="332261" cy="359232"/>
          </a:xfrm>
        </p:grpSpPr>
        <p:sp>
          <p:nvSpPr>
            <p:cNvPr id="17671" name="Google Shape;17671;p143"/>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143"/>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143"/>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143"/>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143"/>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143"/>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143"/>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143"/>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143"/>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143"/>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143"/>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143"/>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143"/>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143"/>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143"/>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143"/>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143"/>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143"/>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143"/>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143"/>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1" name="Google Shape;17691;p143"/>
          <p:cNvGrpSpPr/>
          <p:nvPr/>
        </p:nvGrpSpPr>
        <p:grpSpPr>
          <a:xfrm>
            <a:off x="1750184" y="2261130"/>
            <a:ext cx="359730" cy="359441"/>
            <a:chOff x="1750184" y="2413530"/>
            <a:chExt cx="359730" cy="359441"/>
          </a:xfrm>
        </p:grpSpPr>
        <p:sp>
          <p:nvSpPr>
            <p:cNvPr id="17692" name="Google Shape;17692;p143"/>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143"/>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143"/>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143"/>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143"/>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143"/>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143"/>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143"/>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143"/>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143"/>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143"/>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3" name="Google Shape;17703;p143"/>
          <p:cNvGrpSpPr/>
          <p:nvPr/>
        </p:nvGrpSpPr>
        <p:grpSpPr>
          <a:xfrm>
            <a:off x="2230050" y="1347823"/>
            <a:ext cx="316524" cy="359284"/>
            <a:chOff x="2230050" y="1500223"/>
            <a:chExt cx="316524" cy="359284"/>
          </a:xfrm>
        </p:grpSpPr>
        <p:sp>
          <p:nvSpPr>
            <p:cNvPr id="17704" name="Google Shape;17704;p143"/>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143"/>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143"/>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143"/>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143"/>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143"/>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143"/>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143"/>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143"/>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143"/>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143"/>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143"/>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143"/>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143"/>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143"/>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143"/>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143"/>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143"/>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143"/>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143"/>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4" name="Google Shape;17724;p143"/>
          <p:cNvGrpSpPr/>
          <p:nvPr/>
        </p:nvGrpSpPr>
        <p:grpSpPr>
          <a:xfrm>
            <a:off x="2690042" y="4110367"/>
            <a:ext cx="359389" cy="359232"/>
            <a:chOff x="2690042" y="4262767"/>
            <a:chExt cx="359389" cy="359232"/>
          </a:xfrm>
        </p:grpSpPr>
        <p:sp>
          <p:nvSpPr>
            <p:cNvPr id="17725" name="Google Shape;17725;p143"/>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143"/>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143"/>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143"/>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143"/>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143"/>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143"/>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2" name="Google Shape;17732;p143"/>
          <p:cNvGrpSpPr/>
          <p:nvPr/>
        </p:nvGrpSpPr>
        <p:grpSpPr>
          <a:xfrm>
            <a:off x="2689440" y="2729762"/>
            <a:ext cx="222337" cy="366721"/>
            <a:chOff x="2689440" y="2882162"/>
            <a:chExt cx="222337" cy="366721"/>
          </a:xfrm>
        </p:grpSpPr>
        <p:sp>
          <p:nvSpPr>
            <p:cNvPr id="17733" name="Google Shape;17733;p143"/>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143"/>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143"/>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143"/>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143"/>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143"/>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143"/>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143"/>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143"/>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42" name="Google Shape;17742;p143"/>
          <p:cNvSpPr/>
          <p:nvPr/>
        </p:nvSpPr>
        <p:spPr>
          <a:xfrm>
            <a:off x="2637986" y="21285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43" name="Google Shape;17743;p143"/>
          <p:cNvGrpSpPr/>
          <p:nvPr/>
        </p:nvGrpSpPr>
        <p:grpSpPr>
          <a:xfrm>
            <a:off x="2637986" y="1827742"/>
            <a:ext cx="359232" cy="322023"/>
            <a:chOff x="2637986" y="1980142"/>
            <a:chExt cx="359232" cy="322023"/>
          </a:xfrm>
        </p:grpSpPr>
        <p:sp>
          <p:nvSpPr>
            <p:cNvPr id="17744" name="Google Shape;17744;p143"/>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143"/>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143"/>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143"/>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143"/>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143"/>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143"/>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143"/>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143"/>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143"/>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143"/>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143"/>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143"/>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7" name="Google Shape;17757;p143"/>
          <p:cNvGrpSpPr/>
          <p:nvPr/>
        </p:nvGrpSpPr>
        <p:grpSpPr>
          <a:xfrm>
            <a:off x="1306531" y="3194572"/>
            <a:ext cx="323018" cy="359075"/>
            <a:chOff x="1306531" y="3346972"/>
            <a:chExt cx="323018" cy="359075"/>
          </a:xfrm>
        </p:grpSpPr>
        <p:sp>
          <p:nvSpPr>
            <p:cNvPr id="17758" name="Google Shape;17758;p143"/>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143"/>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143"/>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143"/>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143"/>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143"/>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143"/>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143"/>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143"/>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7" name="Google Shape;17767;p143"/>
          <p:cNvGrpSpPr/>
          <p:nvPr/>
        </p:nvGrpSpPr>
        <p:grpSpPr>
          <a:xfrm>
            <a:off x="1308024" y="2261575"/>
            <a:ext cx="360253" cy="357111"/>
            <a:chOff x="1308024" y="2413975"/>
            <a:chExt cx="360253" cy="357111"/>
          </a:xfrm>
        </p:grpSpPr>
        <p:sp>
          <p:nvSpPr>
            <p:cNvPr id="17768" name="Google Shape;17768;p143"/>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143"/>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143"/>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143"/>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143"/>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143"/>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143"/>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143"/>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143"/>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143"/>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143"/>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143"/>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143"/>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143"/>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143"/>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143"/>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143"/>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143"/>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143"/>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143"/>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143"/>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143"/>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143"/>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143"/>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143"/>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143"/>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143"/>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143"/>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143"/>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143"/>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8" name="Google Shape;17798;p143"/>
          <p:cNvGrpSpPr/>
          <p:nvPr/>
        </p:nvGrpSpPr>
        <p:grpSpPr>
          <a:xfrm>
            <a:off x="1298519" y="1817922"/>
            <a:ext cx="378452" cy="341321"/>
            <a:chOff x="1298519" y="1970322"/>
            <a:chExt cx="378452" cy="341321"/>
          </a:xfrm>
        </p:grpSpPr>
        <p:sp>
          <p:nvSpPr>
            <p:cNvPr id="17799" name="Google Shape;17799;p143"/>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143"/>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143"/>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143"/>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143"/>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143"/>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143"/>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143"/>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143"/>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143"/>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143"/>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143"/>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143"/>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143"/>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143"/>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143"/>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143"/>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143"/>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143"/>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143"/>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9" name="Google Shape;17819;p143"/>
          <p:cNvGrpSpPr/>
          <p:nvPr/>
        </p:nvGrpSpPr>
        <p:grpSpPr>
          <a:xfrm>
            <a:off x="3114815" y="3194468"/>
            <a:ext cx="283217" cy="359180"/>
            <a:chOff x="3114815" y="3346868"/>
            <a:chExt cx="283217" cy="359180"/>
          </a:xfrm>
        </p:grpSpPr>
        <p:sp>
          <p:nvSpPr>
            <p:cNvPr id="17820" name="Google Shape;17820;p143"/>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143"/>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143"/>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143"/>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143"/>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143"/>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143"/>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143"/>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143"/>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143"/>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143"/>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143"/>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143"/>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3" name="Google Shape;17833;p143"/>
          <p:cNvGrpSpPr/>
          <p:nvPr/>
        </p:nvGrpSpPr>
        <p:grpSpPr>
          <a:xfrm>
            <a:off x="3973186" y="3200831"/>
            <a:ext cx="378661" cy="346558"/>
            <a:chOff x="3973186" y="3353231"/>
            <a:chExt cx="378661" cy="346558"/>
          </a:xfrm>
        </p:grpSpPr>
        <p:sp>
          <p:nvSpPr>
            <p:cNvPr id="17834" name="Google Shape;17834;p143"/>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143"/>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143"/>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143"/>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143"/>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143"/>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143"/>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143"/>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143"/>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143"/>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143"/>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143"/>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143"/>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143"/>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143"/>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143"/>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143"/>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143"/>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2" name="Google Shape;17852;p143"/>
          <p:cNvGrpSpPr/>
          <p:nvPr/>
        </p:nvGrpSpPr>
        <p:grpSpPr>
          <a:xfrm>
            <a:off x="2152857" y="4110602"/>
            <a:ext cx="373241" cy="359127"/>
            <a:chOff x="2152857" y="4263002"/>
            <a:chExt cx="373241" cy="359127"/>
          </a:xfrm>
        </p:grpSpPr>
        <p:sp>
          <p:nvSpPr>
            <p:cNvPr id="17853" name="Google Shape;17853;p143"/>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143"/>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143"/>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143"/>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143"/>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143"/>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143"/>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143"/>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1" name="Google Shape;17861;p143"/>
          <p:cNvGrpSpPr/>
          <p:nvPr/>
        </p:nvGrpSpPr>
        <p:grpSpPr>
          <a:xfrm>
            <a:off x="859632" y="3194572"/>
            <a:ext cx="303537" cy="359127"/>
            <a:chOff x="859632" y="3346972"/>
            <a:chExt cx="303537" cy="359127"/>
          </a:xfrm>
        </p:grpSpPr>
        <p:sp>
          <p:nvSpPr>
            <p:cNvPr id="17862" name="Google Shape;17862;p143"/>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143"/>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143"/>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143"/>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143"/>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7" name="Google Shape;17867;p143"/>
          <p:cNvGrpSpPr/>
          <p:nvPr/>
        </p:nvGrpSpPr>
        <p:grpSpPr>
          <a:xfrm>
            <a:off x="1767911" y="2729841"/>
            <a:ext cx="265306" cy="366799"/>
            <a:chOff x="1767911" y="2882241"/>
            <a:chExt cx="265306" cy="366799"/>
          </a:xfrm>
        </p:grpSpPr>
        <p:sp>
          <p:nvSpPr>
            <p:cNvPr id="17868" name="Google Shape;17868;p143"/>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143"/>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143"/>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143"/>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143"/>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143"/>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143"/>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143"/>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143"/>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143"/>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143"/>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143"/>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143"/>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143"/>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143"/>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3" name="Google Shape;17883;p143"/>
          <p:cNvGrpSpPr/>
          <p:nvPr/>
        </p:nvGrpSpPr>
        <p:grpSpPr>
          <a:xfrm>
            <a:off x="1332009" y="1347535"/>
            <a:ext cx="331895" cy="359311"/>
            <a:chOff x="1332009" y="1499935"/>
            <a:chExt cx="331895" cy="359311"/>
          </a:xfrm>
        </p:grpSpPr>
        <p:sp>
          <p:nvSpPr>
            <p:cNvPr id="17884" name="Google Shape;17884;p143"/>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143"/>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143"/>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143"/>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143"/>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143"/>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143"/>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143"/>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143"/>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143"/>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143"/>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143"/>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143"/>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143"/>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143"/>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143"/>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143"/>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1" name="Google Shape;17901;p143"/>
          <p:cNvGrpSpPr/>
          <p:nvPr/>
        </p:nvGrpSpPr>
        <p:grpSpPr>
          <a:xfrm>
            <a:off x="2663464" y="3194415"/>
            <a:ext cx="289528" cy="359232"/>
            <a:chOff x="2663464" y="3346815"/>
            <a:chExt cx="289528" cy="359232"/>
          </a:xfrm>
        </p:grpSpPr>
        <p:sp>
          <p:nvSpPr>
            <p:cNvPr id="17902" name="Google Shape;17902;p143"/>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143"/>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143"/>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143"/>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143"/>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143"/>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143"/>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143"/>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143"/>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143"/>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143"/>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3" name="Google Shape;17913;p143"/>
          <p:cNvGrpSpPr/>
          <p:nvPr/>
        </p:nvGrpSpPr>
        <p:grpSpPr>
          <a:xfrm>
            <a:off x="1315775" y="2729527"/>
            <a:ext cx="269051" cy="366983"/>
            <a:chOff x="1315775" y="2881927"/>
            <a:chExt cx="269051" cy="366983"/>
          </a:xfrm>
        </p:grpSpPr>
        <p:sp>
          <p:nvSpPr>
            <p:cNvPr id="17914" name="Google Shape;17914;p143"/>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143"/>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143"/>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143"/>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143"/>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143"/>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143"/>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143"/>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143"/>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143"/>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143"/>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143"/>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143"/>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143"/>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143"/>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9" name="Google Shape;17929;p143"/>
          <p:cNvGrpSpPr/>
          <p:nvPr/>
        </p:nvGrpSpPr>
        <p:grpSpPr>
          <a:xfrm>
            <a:off x="3977427" y="1827742"/>
            <a:ext cx="359232" cy="322023"/>
            <a:chOff x="3977427" y="1980142"/>
            <a:chExt cx="359232" cy="322023"/>
          </a:xfrm>
        </p:grpSpPr>
        <p:sp>
          <p:nvSpPr>
            <p:cNvPr id="17930" name="Google Shape;17930;p143"/>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143"/>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143"/>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143"/>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143"/>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143"/>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143"/>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143"/>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143"/>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143"/>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0" name="Google Shape;17940;p143"/>
          <p:cNvGrpSpPr/>
          <p:nvPr/>
        </p:nvGrpSpPr>
        <p:grpSpPr>
          <a:xfrm>
            <a:off x="865628" y="2261208"/>
            <a:ext cx="361720" cy="359180"/>
            <a:chOff x="865628" y="2413608"/>
            <a:chExt cx="361720" cy="359180"/>
          </a:xfrm>
        </p:grpSpPr>
        <p:sp>
          <p:nvSpPr>
            <p:cNvPr id="17941" name="Google Shape;17941;p143"/>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143"/>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143"/>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143"/>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143"/>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143"/>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143"/>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143"/>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143"/>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143"/>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143"/>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143"/>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143"/>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4" name="Google Shape;17954;p143"/>
          <p:cNvGrpSpPr/>
          <p:nvPr/>
        </p:nvGrpSpPr>
        <p:grpSpPr>
          <a:xfrm>
            <a:off x="3117093" y="2729527"/>
            <a:ext cx="268815" cy="366983"/>
            <a:chOff x="3117093" y="2881927"/>
            <a:chExt cx="268815" cy="366983"/>
          </a:xfrm>
        </p:grpSpPr>
        <p:sp>
          <p:nvSpPr>
            <p:cNvPr id="17955" name="Google Shape;17955;p143"/>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143"/>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143"/>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143"/>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143"/>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143"/>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143"/>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143"/>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143"/>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143"/>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143"/>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143"/>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143"/>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143"/>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143"/>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0" name="Google Shape;17970;p143"/>
          <p:cNvGrpSpPr/>
          <p:nvPr/>
        </p:nvGrpSpPr>
        <p:grpSpPr>
          <a:xfrm>
            <a:off x="3534508" y="1355600"/>
            <a:ext cx="368502" cy="343521"/>
            <a:chOff x="3534508" y="1508000"/>
            <a:chExt cx="368502" cy="343521"/>
          </a:xfrm>
        </p:grpSpPr>
        <p:sp>
          <p:nvSpPr>
            <p:cNvPr id="17971" name="Google Shape;17971;p143"/>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143"/>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143"/>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143"/>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143"/>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143"/>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143"/>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143"/>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143"/>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143"/>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143"/>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143"/>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143"/>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143"/>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143"/>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6" name="Google Shape;17986;p143"/>
          <p:cNvGrpSpPr/>
          <p:nvPr/>
        </p:nvGrpSpPr>
        <p:grpSpPr>
          <a:xfrm>
            <a:off x="7147436" y="1350599"/>
            <a:ext cx="279054" cy="354754"/>
            <a:chOff x="7147436" y="1502999"/>
            <a:chExt cx="279054" cy="354754"/>
          </a:xfrm>
        </p:grpSpPr>
        <p:sp>
          <p:nvSpPr>
            <p:cNvPr id="17987" name="Google Shape;17987;p143"/>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143"/>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143"/>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143"/>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143"/>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143"/>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143"/>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143"/>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143"/>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143"/>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143"/>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143"/>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143"/>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143"/>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143"/>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143"/>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3" name="Google Shape;18003;p143"/>
          <p:cNvGrpSpPr/>
          <p:nvPr/>
        </p:nvGrpSpPr>
        <p:grpSpPr>
          <a:xfrm>
            <a:off x="7603081" y="1820672"/>
            <a:ext cx="276802" cy="354807"/>
            <a:chOff x="7603081" y="1973072"/>
            <a:chExt cx="276802" cy="354807"/>
          </a:xfrm>
        </p:grpSpPr>
        <p:sp>
          <p:nvSpPr>
            <p:cNvPr id="18004" name="Google Shape;18004;p143"/>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143"/>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143"/>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143"/>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143"/>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143"/>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143"/>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143"/>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143"/>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143"/>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143"/>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143"/>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143"/>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143"/>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8" name="Google Shape;18018;p143"/>
          <p:cNvGrpSpPr/>
          <p:nvPr/>
        </p:nvGrpSpPr>
        <p:grpSpPr>
          <a:xfrm>
            <a:off x="6696792" y="1350599"/>
            <a:ext cx="276802" cy="354754"/>
            <a:chOff x="6696792" y="1502999"/>
            <a:chExt cx="276802" cy="354754"/>
          </a:xfrm>
        </p:grpSpPr>
        <p:sp>
          <p:nvSpPr>
            <p:cNvPr id="18019" name="Google Shape;18019;p143"/>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143"/>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143"/>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143"/>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143"/>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143"/>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143"/>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143"/>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143"/>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143"/>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143"/>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143"/>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143"/>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143"/>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143"/>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34" name="Google Shape;18034;p143"/>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35" name="Google Shape;18035;p143"/>
          <p:cNvGrpSpPr/>
          <p:nvPr/>
        </p:nvGrpSpPr>
        <p:grpSpPr>
          <a:xfrm>
            <a:off x="6223393" y="1350599"/>
            <a:ext cx="320295" cy="354754"/>
            <a:chOff x="6223393" y="1502999"/>
            <a:chExt cx="320295" cy="354754"/>
          </a:xfrm>
        </p:grpSpPr>
        <p:sp>
          <p:nvSpPr>
            <p:cNvPr id="18036" name="Google Shape;18036;p143"/>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143"/>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143"/>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143"/>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143"/>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143"/>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143"/>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143"/>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143"/>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143"/>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143"/>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143"/>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143"/>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143"/>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143"/>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143"/>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143"/>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143"/>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143"/>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143"/>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143"/>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143"/>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143"/>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9" name="Google Shape;18059;p143"/>
          <p:cNvGrpSpPr/>
          <p:nvPr/>
        </p:nvGrpSpPr>
        <p:grpSpPr>
          <a:xfrm>
            <a:off x="5310611" y="1350572"/>
            <a:ext cx="339515" cy="354781"/>
            <a:chOff x="5310611" y="1502972"/>
            <a:chExt cx="339515" cy="354781"/>
          </a:xfrm>
        </p:grpSpPr>
        <p:sp>
          <p:nvSpPr>
            <p:cNvPr id="18060" name="Google Shape;18060;p143"/>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143"/>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143"/>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143"/>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143"/>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143"/>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143"/>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143"/>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143"/>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143"/>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143"/>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143"/>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143"/>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143"/>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143"/>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143"/>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6" name="Google Shape;18076;p143"/>
          <p:cNvGrpSpPr/>
          <p:nvPr/>
        </p:nvGrpSpPr>
        <p:grpSpPr>
          <a:xfrm>
            <a:off x="6253637" y="3637701"/>
            <a:ext cx="274550" cy="354833"/>
            <a:chOff x="6253637" y="3790101"/>
            <a:chExt cx="274550" cy="354833"/>
          </a:xfrm>
        </p:grpSpPr>
        <p:sp>
          <p:nvSpPr>
            <p:cNvPr id="18077" name="Google Shape;18077;p143"/>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143"/>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143"/>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143"/>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143"/>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143"/>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143"/>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143"/>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143"/>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143"/>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143"/>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143"/>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143"/>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143"/>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143"/>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143"/>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143"/>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4" name="Google Shape;18094;p143"/>
          <p:cNvGrpSpPr/>
          <p:nvPr/>
        </p:nvGrpSpPr>
        <p:grpSpPr>
          <a:xfrm>
            <a:off x="5802731" y="3637780"/>
            <a:ext cx="274576" cy="354754"/>
            <a:chOff x="5802731" y="3790180"/>
            <a:chExt cx="274576" cy="354754"/>
          </a:xfrm>
        </p:grpSpPr>
        <p:sp>
          <p:nvSpPr>
            <p:cNvPr id="18095" name="Google Shape;18095;p143"/>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143"/>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143"/>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143"/>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143"/>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143"/>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143"/>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143"/>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143"/>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143"/>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143"/>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143"/>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143"/>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143"/>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143"/>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143"/>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143"/>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143"/>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143"/>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143"/>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143"/>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6" name="Google Shape;18116;p143"/>
          <p:cNvGrpSpPr/>
          <p:nvPr/>
        </p:nvGrpSpPr>
        <p:grpSpPr>
          <a:xfrm>
            <a:off x="5352088" y="3637806"/>
            <a:ext cx="274550" cy="354728"/>
            <a:chOff x="5352088" y="3790206"/>
            <a:chExt cx="274550" cy="354728"/>
          </a:xfrm>
        </p:grpSpPr>
        <p:sp>
          <p:nvSpPr>
            <p:cNvPr id="18117" name="Google Shape;18117;p143"/>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143"/>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143"/>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143"/>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143"/>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143"/>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143"/>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143"/>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143"/>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143"/>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143"/>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143"/>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143"/>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143"/>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143"/>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143"/>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143"/>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143"/>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143"/>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143"/>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143"/>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143"/>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143"/>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143"/>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1" name="Google Shape;18141;p143"/>
          <p:cNvGrpSpPr/>
          <p:nvPr/>
        </p:nvGrpSpPr>
        <p:grpSpPr>
          <a:xfrm>
            <a:off x="4901706" y="3637675"/>
            <a:ext cx="274550" cy="354859"/>
            <a:chOff x="4901706" y="3790075"/>
            <a:chExt cx="274550" cy="354859"/>
          </a:xfrm>
        </p:grpSpPr>
        <p:sp>
          <p:nvSpPr>
            <p:cNvPr id="18142" name="Google Shape;18142;p143"/>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143"/>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143"/>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143"/>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143"/>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143"/>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143"/>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143"/>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143"/>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143"/>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143"/>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143"/>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143"/>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143"/>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143"/>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143"/>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143"/>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9" name="Google Shape;18159;p143"/>
          <p:cNvGrpSpPr/>
          <p:nvPr/>
        </p:nvGrpSpPr>
        <p:grpSpPr>
          <a:xfrm>
            <a:off x="8052704" y="1350808"/>
            <a:ext cx="275073" cy="354545"/>
            <a:chOff x="8052704" y="1503208"/>
            <a:chExt cx="275073" cy="354545"/>
          </a:xfrm>
        </p:grpSpPr>
        <p:sp>
          <p:nvSpPr>
            <p:cNvPr id="18160" name="Google Shape;18160;p143"/>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143"/>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143"/>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143"/>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143"/>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143"/>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143"/>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143"/>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143"/>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143"/>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143"/>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143"/>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143"/>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143"/>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143"/>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143"/>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143"/>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7" name="Google Shape;18177;p143"/>
          <p:cNvGrpSpPr/>
          <p:nvPr/>
        </p:nvGrpSpPr>
        <p:grpSpPr>
          <a:xfrm>
            <a:off x="5794745" y="1350599"/>
            <a:ext cx="274550" cy="354754"/>
            <a:chOff x="5794745" y="1502999"/>
            <a:chExt cx="274550" cy="354754"/>
          </a:xfrm>
        </p:grpSpPr>
        <p:sp>
          <p:nvSpPr>
            <p:cNvPr id="18178" name="Google Shape;18178;p143"/>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143"/>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143"/>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143"/>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143"/>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143"/>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143"/>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143"/>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143"/>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143"/>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143"/>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143"/>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143"/>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143"/>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143"/>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143"/>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143"/>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143"/>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143"/>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143"/>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143"/>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143"/>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143"/>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1" name="Google Shape;18201;p143"/>
          <p:cNvGrpSpPr/>
          <p:nvPr/>
        </p:nvGrpSpPr>
        <p:grpSpPr>
          <a:xfrm>
            <a:off x="4896940" y="1350599"/>
            <a:ext cx="263316" cy="354754"/>
            <a:chOff x="4896940" y="1502999"/>
            <a:chExt cx="263316" cy="354754"/>
          </a:xfrm>
        </p:grpSpPr>
        <p:sp>
          <p:nvSpPr>
            <p:cNvPr id="18202" name="Google Shape;18202;p143"/>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143"/>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143"/>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143"/>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143"/>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143"/>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143"/>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143"/>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143"/>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143"/>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143"/>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143"/>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143"/>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143"/>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143"/>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143"/>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143"/>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143"/>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143"/>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143"/>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143"/>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3" name="Google Shape;18223;p143"/>
          <p:cNvGrpSpPr/>
          <p:nvPr/>
        </p:nvGrpSpPr>
        <p:grpSpPr>
          <a:xfrm>
            <a:off x="6255392" y="4115682"/>
            <a:ext cx="274550" cy="354728"/>
            <a:chOff x="6255392" y="4268082"/>
            <a:chExt cx="274550" cy="354728"/>
          </a:xfrm>
        </p:grpSpPr>
        <p:sp>
          <p:nvSpPr>
            <p:cNvPr id="18224" name="Google Shape;18224;p143"/>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143"/>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143"/>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143"/>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143"/>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143"/>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143"/>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143"/>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143"/>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143"/>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143"/>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143"/>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143"/>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143"/>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143"/>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143"/>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143"/>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143"/>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143"/>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143"/>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4" name="Google Shape;18244;p143"/>
          <p:cNvGrpSpPr/>
          <p:nvPr/>
        </p:nvGrpSpPr>
        <p:grpSpPr>
          <a:xfrm>
            <a:off x="7604076" y="3637675"/>
            <a:ext cx="275807" cy="354859"/>
            <a:chOff x="7604076" y="3790075"/>
            <a:chExt cx="275807" cy="354859"/>
          </a:xfrm>
        </p:grpSpPr>
        <p:sp>
          <p:nvSpPr>
            <p:cNvPr id="18245" name="Google Shape;18245;p143"/>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143"/>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143"/>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143"/>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143"/>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143"/>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143"/>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143"/>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143"/>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143"/>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143"/>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143"/>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143"/>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143"/>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143"/>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143"/>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143"/>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143"/>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143"/>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143"/>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143"/>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143"/>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7" name="Google Shape;18267;p143"/>
          <p:cNvGrpSpPr/>
          <p:nvPr/>
        </p:nvGrpSpPr>
        <p:grpSpPr>
          <a:xfrm>
            <a:off x="7154427" y="3637806"/>
            <a:ext cx="274550" cy="354493"/>
            <a:chOff x="7154427" y="3790206"/>
            <a:chExt cx="274550" cy="354493"/>
          </a:xfrm>
        </p:grpSpPr>
        <p:sp>
          <p:nvSpPr>
            <p:cNvPr id="18268" name="Google Shape;18268;p143"/>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143"/>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143"/>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143"/>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143"/>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143"/>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143"/>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143"/>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143"/>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143"/>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143"/>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143"/>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143"/>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143"/>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143"/>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143"/>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143"/>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143"/>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143"/>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143"/>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8" name="Google Shape;18288;p143"/>
          <p:cNvGrpSpPr/>
          <p:nvPr/>
        </p:nvGrpSpPr>
        <p:grpSpPr>
          <a:xfrm>
            <a:off x="8054458" y="1820750"/>
            <a:ext cx="274576" cy="354728"/>
            <a:chOff x="8054458" y="1973150"/>
            <a:chExt cx="274576" cy="354728"/>
          </a:xfrm>
        </p:grpSpPr>
        <p:sp>
          <p:nvSpPr>
            <p:cNvPr id="18289" name="Google Shape;18289;p143"/>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143"/>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143"/>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143"/>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143"/>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143"/>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143"/>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143"/>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143"/>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143"/>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143"/>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143"/>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143"/>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143"/>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143"/>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143"/>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143"/>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143"/>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143"/>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143"/>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143"/>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143"/>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1" name="Google Shape;18311;p143"/>
          <p:cNvGrpSpPr/>
          <p:nvPr/>
        </p:nvGrpSpPr>
        <p:grpSpPr>
          <a:xfrm>
            <a:off x="7153930" y="1820750"/>
            <a:ext cx="274812" cy="354728"/>
            <a:chOff x="7153930" y="1973150"/>
            <a:chExt cx="274812" cy="354728"/>
          </a:xfrm>
        </p:grpSpPr>
        <p:sp>
          <p:nvSpPr>
            <p:cNvPr id="18312" name="Google Shape;18312;p143"/>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143"/>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143"/>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143"/>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143"/>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143"/>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143"/>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143"/>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143"/>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143"/>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143"/>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143"/>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143"/>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143"/>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143"/>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143"/>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143"/>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143"/>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143"/>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1" name="Google Shape;18331;p143"/>
          <p:cNvGrpSpPr/>
          <p:nvPr/>
        </p:nvGrpSpPr>
        <p:grpSpPr>
          <a:xfrm>
            <a:off x="6703522" y="1820698"/>
            <a:ext cx="274812" cy="354781"/>
            <a:chOff x="6703522" y="1973098"/>
            <a:chExt cx="274812" cy="354781"/>
          </a:xfrm>
        </p:grpSpPr>
        <p:sp>
          <p:nvSpPr>
            <p:cNvPr id="18332" name="Google Shape;18332;p143"/>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143"/>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143"/>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143"/>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143"/>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143"/>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143"/>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143"/>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143"/>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143"/>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143"/>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143"/>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143"/>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143"/>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143"/>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143"/>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143"/>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143"/>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143"/>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143"/>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143"/>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143"/>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143"/>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143"/>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143"/>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7" name="Google Shape;18357;p143"/>
          <p:cNvGrpSpPr/>
          <p:nvPr/>
        </p:nvGrpSpPr>
        <p:grpSpPr>
          <a:xfrm>
            <a:off x="6253375" y="1820750"/>
            <a:ext cx="274812" cy="354728"/>
            <a:chOff x="6253375" y="1973150"/>
            <a:chExt cx="274812" cy="354728"/>
          </a:xfrm>
        </p:grpSpPr>
        <p:sp>
          <p:nvSpPr>
            <p:cNvPr id="18358" name="Google Shape;18358;p143"/>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143"/>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143"/>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143"/>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143"/>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143"/>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143"/>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143"/>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143"/>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143"/>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143"/>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143"/>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143"/>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143"/>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143"/>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143"/>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143"/>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143"/>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143"/>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143"/>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143"/>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143"/>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143"/>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143"/>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143"/>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143"/>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143"/>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143"/>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143"/>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143"/>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143"/>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143"/>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143"/>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143"/>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143"/>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143"/>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143"/>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143"/>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6" name="Google Shape;18396;p143"/>
          <p:cNvGrpSpPr/>
          <p:nvPr/>
        </p:nvGrpSpPr>
        <p:grpSpPr>
          <a:xfrm>
            <a:off x="5802496" y="1820750"/>
            <a:ext cx="275309" cy="354728"/>
            <a:chOff x="5802496" y="1973150"/>
            <a:chExt cx="275309" cy="354728"/>
          </a:xfrm>
        </p:grpSpPr>
        <p:sp>
          <p:nvSpPr>
            <p:cNvPr id="18397" name="Google Shape;18397;p143"/>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143"/>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143"/>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143"/>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143"/>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143"/>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143"/>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143"/>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143"/>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143"/>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143"/>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143"/>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143"/>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143"/>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143"/>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143"/>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143"/>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143"/>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143"/>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143"/>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143"/>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143"/>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143"/>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143"/>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143"/>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143"/>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3" name="Google Shape;18423;p143"/>
          <p:cNvGrpSpPr/>
          <p:nvPr/>
        </p:nvGrpSpPr>
        <p:grpSpPr>
          <a:xfrm>
            <a:off x="5353083" y="1820750"/>
            <a:ext cx="274576" cy="354728"/>
            <a:chOff x="5353083" y="1973150"/>
            <a:chExt cx="274576" cy="354728"/>
          </a:xfrm>
        </p:grpSpPr>
        <p:sp>
          <p:nvSpPr>
            <p:cNvPr id="18424" name="Google Shape;18424;p143"/>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143"/>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143"/>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143"/>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143"/>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143"/>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143"/>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143"/>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143"/>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143"/>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143"/>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143"/>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143"/>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143"/>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143"/>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143"/>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143"/>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143"/>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143"/>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143"/>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143"/>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5" name="Google Shape;18445;p143"/>
          <p:cNvGrpSpPr/>
          <p:nvPr/>
        </p:nvGrpSpPr>
        <p:grpSpPr>
          <a:xfrm>
            <a:off x="4902701" y="1820750"/>
            <a:ext cx="274812" cy="354728"/>
            <a:chOff x="4902701" y="1973150"/>
            <a:chExt cx="274812" cy="354728"/>
          </a:xfrm>
        </p:grpSpPr>
        <p:sp>
          <p:nvSpPr>
            <p:cNvPr id="18446" name="Google Shape;18446;p143"/>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143"/>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143"/>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143"/>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143"/>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143"/>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143"/>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143"/>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143"/>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143"/>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143"/>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143"/>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143"/>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143"/>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143"/>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143"/>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143"/>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143"/>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143"/>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143"/>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143"/>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143"/>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143"/>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143"/>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143"/>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1" name="Google Shape;18471;p143"/>
          <p:cNvGrpSpPr/>
          <p:nvPr/>
        </p:nvGrpSpPr>
        <p:grpSpPr>
          <a:xfrm>
            <a:off x="4902701" y="2727589"/>
            <a:ext cx="272560" cy="354676"/>
            <a:chOff x="4902701" y="2879989"/>
            <a:chExt cx="272560" cy="354676"/>
          </a:xfrm>
        </p:grpSpPr>
        <p:sp>
          <p:nvSpPr>
            <p:cNvPr id="18472" name="Google Shape;18472;p143"/>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143"/>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143"/>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143"/>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143"/>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143"/>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143"/>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143"/>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143"/>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143"/>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143"/>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143"/>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143"/>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143"/>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143"/>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143"/>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143"/>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143"/>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143"/>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143"/>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143"/>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143"/>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143"/>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143"/>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6" name="Google Shape;18496;p143"/>
          <p:cNvGrpSpPr/>
          <p:nvPr/>
        </p:nvGrpSpPr>
        <p:grpSpPr>
          <a:xfrm>
            <a:off x="5803988" y="4115682"/>
            <a:ext cx="274550" cy="354728"/>
            <a:chOff x="5803988" y="4268082"/>
            <a:chExt cx="274550" cy="354728"/>
          </a:xfrm>
        </p:grpSpPr>
        <p:sp>
          <p:nvSpPr>
            <p:cNvPr id="18497" name="Google Shape;18497;p143"/>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143"/>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143"/>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143"/>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143"/>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143"/>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143"/>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143"/>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143"/>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143"/>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143"/>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143"/>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143"/>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143"/>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143"/>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143"/>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143"/>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143"/>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143"/>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143"/>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143"/>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143"/>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9" name="Google Shape;18519;p143"/>
          <p:cNvGrpSpPr/>
          <p:nvPr/>
        </p:nvGrpSpPr>
        <p:grpSpPr>
          <a:xfrm>
            <a:off x="5352349" y="4115682"/>
            <a:ext cx="274550" cy="354728"/>
            <a:chOff x="5352349" y="4268082"/>
            <a:chExt cx="274550" cy="354728"/>
          </a:xfrm>
        </p:grpSpPr>
        <p:sp>
          <p:nvSpPr>
            <p:cNvPr id="18520" name="Google Shape;18520;p143"/>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143"/>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143"/>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143"/>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143"/>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143"/>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143"/>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143"/>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143"/>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143"/>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143"/>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143"/>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143"/>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143"/>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143"/>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143"/>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143"/>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143"/>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143"/>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143"/>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143"/>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143"/>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2" name="Google Shape;18542;p143"/>
          <p:cNvGrpSpPr/>
          <p:nvPr/>
        </p:nvGrpSpPr>
        <p:grpSpPr>
          <a:xfrm>
            <a:off x="7606826" y="2266890"/>
            <a:ext cx="274550" cy="354728"/>
            <a:chOff x="7606826" y="2419290"/>
            <a:chExt cx="274550" cy="354728"/>
          </a:xfrm>
        </p:grpSpPr>
        <p:sp>
          <p:nvSpPr>
            <p:cNvPr id="18543" name="Google Shape;18543;p143"/>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143"/>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143"/>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143"/>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143"/>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143"/>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143"/>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143"/>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143"/>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143"/>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143"/>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143"/>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143"/>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143"/>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143"/>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8" name="Google Shape;18558;p143"/>
          <p:cNvGrpSpPr/>
          <p:nvPr/>
        </p:nvGrpSpPr>
        <p:grpSpPr>
          <a:xfrm>
            <a:off x="7156182" y="2266890"/>
            <a:ext cx="274550" cy="354728"/>
            <a:chOff x="7156182" y="2419290"/>
            <a:chExt cx="274550" cy="354728"/>
          </a:xfrm>
        </p:grpSpPr>
        <p:sp>
          <p:nvSpPr>
            <p:cNvPr id="18559" name="Google Shape;18559;p143"/>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143"/>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143"/>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143"/>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143"/>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143"/>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143"/>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143"/>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143"/>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143"/>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143"/>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143"/>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143"/>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143"/>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143"/>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4" name="Google Shape;18574;p143"/>
          <p:cNvGrpSpPr/>
          <p:nvPr/>
        </p:nvGrpSpPr>
        <p:grpSpPr>
          <a:xfrm>
            <a:off x="6705276" y="2266890"/>
            <a:ext cx="274812" cy="354728"/>
            <a:chOff x="6705276" y="2419290"/>
            <a:chExt cx="274812" cy="354728"/>
          </a:xfrm>
        </p:grpSpPr>
        <p:sp>
          <p:nvSpPr>
            <p:cNvPr id="18575" name="Google Shape;18575;p143"/>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143"/>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143"/>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143"/>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143"/>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143"/>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143"/>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143"/>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143"/>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143"/>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143"/>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143"/>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143"/>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143"/>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143"/>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143"/>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143"/>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143"/>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143"/>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143"/>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143"/>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143"/>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143"/>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143"/>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143"/>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143"/>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143"/>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143"/>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3" name="Google Shape;18603;p143"/>
          <p:cNvGrpSpPr/>
          <p:nvPr/>
        </p:nvGrpSpPr>
        <p:grpSpPr>
          <a:xfrm>
            <a:off x="4902936" y="2266890"/>
            <a:ext cx="274576" cy="354728"/>
            <a:chOff x="4902936" y="2419290"/>
            <a:chExt cx="274576" cy="354728"/>
          </a:xfrm>
        </p:grpSpPr>
        <p:sp>
          <p:nvSpPr>
            <p:cNvPr id="18604" name="Google Shape;18604;p143"/>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143"/>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143"/>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143"/>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143"/>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143"/>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143"/>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143"/>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143"/>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143"/>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143"/>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143"/>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143"/>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143"/>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143"/>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143"/>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143"/>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143"/>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143"/>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143"/>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4" name="Google Shape;18624;p143"/>
          <p:cNvGrpSpPr/>
          <p:nvPr/>
        </p:nvGrpSpPr>
        <p:grpSpPr>
          <a:xfrm>
            <a:off x="7608056" y="3193394"/>
            <a:ext cx="270334" cy="354754"/>
            <a:chOff x="7608056" y="3345794"/>
            <a:chExt cx="270334" cy="354754"/>
          </a:xfrm>
        </p:grpSpPr>
        <p:sp>
          <p:nvSpPr>
            <p:cNvPr id="18625" name="Google Shape;18625;p143"/>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143"/>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143"/>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143"/>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143"/>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143"/>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143"/>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143"/>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143"/>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143"/>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143"/>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143"/>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143"/>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143"/>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143"/>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143"/>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143"/>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143"/>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143"/>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4" name="Google Shape;18644;p143"/>
          <p:cNvGrpSpPr/>
          <p:nvPr/>
        </p:nvGrpSpPr>
        <p:grpSpPr>
          <a:xfrm>
            <a:off x="6712765" y="4115682"/>
            <a:ext cx="263316" cy="354728"/>
            <a:chOff x="6712765" y="4268082"/>
            <a:chExt cx="263316" cy="354728"/>
          </a:xfrm>
        </p:grpSpPr>
        <p:sp>
          <p:nvSpPr>
            <p:cNvPr id="18645" name="Google Shape;18645;p143"/>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143"/>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143"/>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143"/>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143"/>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143"/>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143"/>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143"/>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143"/>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143"/>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143"/>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143"/>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143"/>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143"/>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143"/>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143"/>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1" name="Google Shape;18661;p143"/>
          <p:cNvGrpSpPr/>
          <p:nvPr/>
        </p:nvGrpSpPr>
        <p:grpSpPr>
          <a:xfrm>
            <a:off x="5359341" y="2266759"/>
            <a:ext cx="262819" cy="354859"/>
            <a:chOff x="5359341" y="2419159"/>
            <a:chExt cx="262819" cy="354859"/>
          </a:xfrm>
        </p:grpSpPr>
        <p:sp>
          <p:nvSpPr>
            <p:cNvPr id="18662" name="Google Shape;18662;p143"/>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143"/>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143"/>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143"/>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143"/>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143"/>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143"/>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143"/>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143"/>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143"/>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143"/>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143"/>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143"/>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143"/>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143"/>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143"/>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143"/>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143"/>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143"/>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143"/>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143"/>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3" name="Google Shape;18683;p143"/>
          <p:cNvGrpSpPr/>
          <p:nvPr/>
        </p:nvGrpSpPr>
        <p:grpSpPr>
          <a:xfrm>
            <a:off x="6709282" y="3637806"/>
            <a:ext cx="263316" cy="354493"/>
            <a:chOff x="6709282" y="3790206"/>
            <a:chExt cx="263316" cy="354493"/>
          </a:xfrm>
        </p:grpSpPr>
        <p:sp>
          <p:nvSpPr>
            <p:cNvPr id="18684" name="Google Shape;18684;p143"/>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143"/>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143"/>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143"/>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143"/>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143"/>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143"/>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143"/>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143"/>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143"/>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143"/>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143"/>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143"/>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143"/>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143"/>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143"/>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0" name="Google Shape;18700;p143"/>
          <p:cNvGrpSpPr/>
          <p:nvPr/>
        </p:nvGrpSpPr>
        <p:grpSpPr>
          <a:xfrm>
            <a:off x="6260629" y="2266890"/>
            <a:ext cx="263055" cy="354493"/>
            <a:chOff x="6260629" y="2419290"/>
            <a:chExt cx="263055" cy="354493"/>
          </a:xfrm>
        </p:grpSpPr>
        <p:sp>
          <p:nvSpPr>
            <p:cNvPr id="18701" name="Google Shape;18701;p143"/>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143"/>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143"/>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143"/>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143"/>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143"/>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143"/>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143"/>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143"/>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143"/>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143"/>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143"/>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143"/>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143"/>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143"/>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6" name="Google Shape;18716;p143"/>
          <p:cNvGrpSpPr/>
          <p:nvPr/>
        </p:nvGrpSpPr>
        <p:grpSpPr>
          <a:xfrm>
            <a:off x="6260864" y="2727511"/>
            <a:ext cx="263343" cy="354754"/>
            <a:chOff x="6260864" y="2879911"/>
            <a:chExt cx="263343" cy="354754"/>
          </a:xfrm>
        </p:grpSpPr>
        <p:sp>
          <p:nvSpPr>
            <p:cNvPr id="18717" name="Google Shape;18717;p143"/>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143"/>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143"/>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143"/>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143"/>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143"/>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143"/>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143"/>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143"/>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143"/>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143"/>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143"/>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143"/>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143"/>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143"/>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143"/>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143"/>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143"/>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5" name="Google Shape;18735;p143"/>
          <p:cNvGrpSpPr/>
          <p:nvPr/>
        </p:nvGrpSpPr>
        <p:grpSpPr>
          <a:xfrm>
            <a:off x="8062968" y="2266890"/>
            <a:ext cx="263316" cy="354728"/>
            <a:chOff x="8062968" y="2419290"/>
            <a:chExt cx="263316" cy="354728"/>
          </a:xfrm>
        </p:grpSpPr>
        <p:sp>
          <p:nvSpPr>
            <p:cNvPr id="18736" name="Google Shape;18736;p143"/>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143"/>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143"/>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143"/>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143"/>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143"/>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143"/>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143"/>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143"/>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143"/>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143"/>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143"/>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143"/>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143"/>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143"/>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143"/>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143"/>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3" name="Google Shape;18753;p143"/>
          <p:cNvGrpSpPr/>
          <p:nvPr/>
        </p:nvGrpSpPr>
        <p:grpSpPr>
          <a:xfrm>
            <a:off x="5809723" y="2266890"/>
            <a:ext cx="263316" cy="354728"/>
            <a:chOff x="5809723" y="2419290"/>
            <a:chExt cx="263316" cy="354728"/>
          </a:xfrm>
        </p:grpSpPr>
        <p:sp>
          <p:nvSpPr>
            <p:cNvPr id="18754" name="Google Shape;18754;p143"/>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143"/>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143"/>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143"/>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143"/>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143"/>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143"/>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143"/>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143"/>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143"/>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143"/>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143"/>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143"/>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143"/>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143"/>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143"/>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143"/>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1" name="Google Shape;18771;p143"/>
          <p:cNvGrpSpPr/>
          <p:nvPr/>
        </p:nvGrpSpPr>
        <p:grpSpPr>
          <a:xfrm>
            <a:off x="7606826" y="1350599"/>
            <a:ext cx="263552" cy="354754"/>
            <a:chOff x="7606826" y="1502999"/>
            <a:chExt cx="263552" cy="354754"/>
          </a:xfrm>
        </p:grpSpPr>
        <p:sp>
          <p:nvSpPr>
            <p:cNvPr id="18772" name="Google Shape;18772;p143"/>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143"/>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143"/>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143"/>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143"/>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143"/>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143"/>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143"/>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143"/>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143"/>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143"/>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143"/>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143"/>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143"/>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143"/>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143"/>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143"/>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143"/>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0" name="Google Shape;18790;p143"/>
          <p:cNvGrpSpPr/>
          <p:nvPr/>
        </p:nvGrpSpPr>
        <p:grpSpPr>
          <a:xfrm>
            <a:off x="8060455" y="3637675"/>
            <a:ext cx="264076" cy="354623"/>
            <a:chOff x="8060455" y="3790075"/>
            <a:chExt cx="264076" cy="354623"/>
          </a:xfrm>
        </p:grpSpPr>
        <p:sp>
          <p:nvSpPr>
            <p:cNvPr id="18791" name="Google Shape;18791;p143"/>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143"/>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143"/>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143"/>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143"/>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143"/>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143"/>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143"/>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143"/>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143"/>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143"/>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143"/>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143"/>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143"/>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143"/>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143"/>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143"/>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143"/>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143"/>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143"/>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143"/>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143"/>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143"/>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4" name="Google Shape;18814;p143"/>
          <p:cNvGrpSpPr/>
          <p:nvPr/>
        </p:nvGrpSpPr>
        <p:grpSpPr>
          <a:xfrm>
            <a:off x="7614550" y="2727511"/>
            <a:ext cx="263316" cy="354754"/>
            <a:chOff x="7614550" y="2879911"/>
            <a:chExt cx="263316" cy="354754"/>
          </a:xfrm>
        </p:grpSpPr>
        <p:sp>
          <p:nvSpPr>
            <p:cNvPr id="18815" name="Google Shape;18815;p143"/>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143"/>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143"/>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143"/>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143"/>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143"/>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143"/>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143"/>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143"/>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143"/>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143"/>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143"/>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143"/>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143"/>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143"/>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143"/>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143"/>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143"/>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143"/>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4" name="Google Shape;18834;p143"/>
          <p:cNvGrpSpPr/>
          <p:nvPr/>
        </p:nvGrpSpPr>
        <p:grpSpPr>
          <a:xfrm>
            <a:off x="4900684" y="4115787"/>
            <a:ext cx="274576" cy="354623"/>
            <a:chOff x="4900684" y="4268187"/>
            <a:chExt cx="274576" cy="354623"/>
          </a:xfrm>
        </p:grpSpPr>
        <p:sp>
          <p:nvSpPr>
            <p:cNvPr id="18835" name="Google Shape;18835;p143"/>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143"/>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143"/>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143"/>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143"/>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143"/>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143"/>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143"/>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143"/>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143"/>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143"/>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143"/>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143"/>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143"/>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143"/>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0" name="Google Shape;18850;p143"/>
          <p:cNvGrpSpPr/>
          <p:nvPr/>
        </p:nvGrpSpPr>
        <p:grpSpPr>
          <a:xfrm>
            <a:off x="7161654" y="3193394"/>
            <a:ext cx="263343" cy="354754"/>
            <a:chOff x="7161654" y="3345794"/>
            <a:chExt cx="263343" cy="354754"/>
          </a:xfrm>
        </p:grpSpPr>
        <p:sp>
          <p:nvSpPr>
            <p:cNvPr id="18851" name="Google Shape;18851;p143"/>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143"/>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143"/>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143"/>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143"/>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143"/>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143"/>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143"/>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143"/>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143"/>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143"/>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143"/>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143"/>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143"/>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143"/>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143"/>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143"/>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143"/>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143"/>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0" name="Google Shape;18870;p143"/>
          <p:cNvGrpSpPr/>
          <p:nvPr/>
        </p:nvGrpSpPr>
        <p:grpSpPr>
          <a:xfrm>
            <a:off x="6711770" y="3193394"/>
            <a:ext cx="263081" cy="354754"/>
            <a:chOff x="6711770" y="3345794"/>
            <a:chExt cx="263081" cy="354754"/>
          </a:xfrm>
        </p:grpSpPr>
        <p:sp>
          <p:nvSpPr>
            <p:cNvPr id="18871" name="Google Shape;18871;p143"/>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143"/>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143"/>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143"/>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143"/>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143"/>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143"/>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143"/>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143"/>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143"/>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143"/>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143"/>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143"/>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143"/>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143"/>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143"/>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143"/>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8" name="Google Shape;18888;p143"/>
          <p:cNvGrpSpPr/>
          <p:nvPr/>
        </p:nvGrpSpPr>
        <p:grpSpPr>
          <a:xfrm>
            <a:off x="7163409" y="2727851"/>
            <a:ext cx="263316" cy="354414"/>
            <a:chOff x="7163409" y="2880251"/>
            <a:chExt cx="263316" cy="354414"/>
          </a:xfrm>
        </p:grpSpPr>
        <p:sp>
          <p:nvSpPr>
            <p:cNvPr id="18889" name="Google Shape;18889;p143"/>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143"/>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143"/>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143"/>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143"/>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143"/>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143"/>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143"/>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143"/>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143"/>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143"/>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143"/>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1" name="Google Shape;18901;p143"/>
          <p:cNvGrpSpPr/>
          <p:nvPr/>
        </p:nvGrpSpPr>
        <p:grpSpPr>
          <a:xfrm>
            <a:off x="6712032" y="2727772"/>
            <a:ext cx="263316" cy="354493"/>
            <a:chOff x="6712032" y="2880172"/>
            <a:chExt cx="263316" cy="354493"/>
          </a:xfrm>
        </p:grpSpPr>
        <p:sp>
          <p:nvSpPr>
            <p:cNvPr id="18902" name="Google Shape;18902;p143"/>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143"/>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143"/>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143"/>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143"/>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143"/>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143"/>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143"/>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143"/>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143"/>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143"/>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143"/>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143"/>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143"/>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143"/>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143"/>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143"/>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143"/>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143"/>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143"/>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143"/>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3" name="Google Shape;18923;p143"/>
          <p:cNvGrpSpPr/>
          <p:nvPr/>
        </p:nvGrpSpPr>
        <p:grpSpPr>
          <a:xfrm>
            <a:off x="6261624" y="3193394"/>
            <a:ext cx="263316" cy="354754"/>
            <a:chOff x="6261624" y="3345794"/>
            <a:chExt cx="263316" cy="354754"/>
          </a:xfrm>
        </p:grpSpPr>
        <p:sp>
          <p:nvSpPr>
            <p:cNvPr id="18924" name="Google Shape;18924;p143"/>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143"/>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143"/>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143"/>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143"/>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143"/>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143"/>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143"/>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143"/>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143"/>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143"/>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143"/>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143"/>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143"/>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143"/>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143"/>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143"/>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143"/>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143"/>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143"/>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143"/>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143"/>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143"/>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143"/>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143"/>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143"/>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143"/>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143"/>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52" name="Google Shape;18952;p143"/>
          <p:cNvSpPr/>
          <p:nvPr/>
        </p:nvSpPr>
        <p:spPr>
          <a:xfrm>
            <a:off x="5880422" y="32106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53" name="Google Shape;18953;p143"/>
          <p:cNvGrpSpPr/>
          <p:nvPr/>
        </p:nvGrpSpPr>
        <p:grpSpPr>
          <a:xfrm>
            <a:off x="5811739" y="3193394"/>
            <a:ext cx="263316" cy="354754"/>
            <a:chOff x="5811739" y="3345794"/>
            <a:chExt cx="263316" cy="354754"/>
          </a:xfrm>
        </p:grpSpPr>
        <p:sp>
          <p:nvSpPr>
            <p:cNvPr id="18954" name="Google Shape;18954;p143"/>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143"/>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143"/>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143"/>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143"/>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143"/>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143"/>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143"/>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143"/>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143"/>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143"/>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143"/>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143"/>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143"/>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143"/>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143"/>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143"/>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143"/>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143"/>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143"/>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143"/>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5" name="Google Shape;18975;p143"/>
          <p:cNvGrpSpPr/>
          <p:nvPr/>
        </p:nvGrpSpPr>
        <p:grpSpPr>
          <a:xfrm>
            <a:off x="5363818" y="3193394"/>
            <a:ext cx="259074" cy="354493"/>
            <a:chOff x="5363818" y="3345794"/>
            <a:chExt cx="259074" cy="354493"/>
          </a:xfrm>
        </p:grpSpPr>
        <p:sp>
          <p:nvSpPr>
            <p:cNvPr id="18976" name="Google Shape;18976;p143"/>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143"/>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143"/>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143"/>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143"/>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143"/>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143"/>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143"/>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143"/>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143"/>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143"/>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143"/>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143"/>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143"/>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143"/>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143"/>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143"/>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143"/>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143"/>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143"/>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143"/>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143"/>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143"/>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143"/>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143"/>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1" name="Google Shape;19001;p143"/>
          <p:cNvGrpSpPr/>
          <p:nvPr/>
        </p:nvGrpSpPr>
        <p:grpSpPr>
          <a:xfrm>
            <a:off x="4912939" y="3193263"/>
            <a:ext cx="261326" cy="354885"/>
            <a:chOff x="4912939" y="3345663"/>
            <a:chExt cx="261326" cy="354885"/>
          </a:xfrm>
        </p:grpSpPr>
        <p:sp>
          <p:nvSpPr>
            <p:cNvPr id="19002" name="Google Shape;19002;p143"/>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143"/>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143"/>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143"/>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143"/>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143"/>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143"/>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143"/>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143"/>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143"/>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143"/>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143"/>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143"/>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143"/>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143"/>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143"/>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143"/>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143"/>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143"/>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143"/>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143"/>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3" name="Google Shape;19023;p143"/>
          <p:cNvGrpSpPr/>
          <p:nvPr/>
        </p:nvGrpSpPr>
        <p:grpSpPr>
          <a:xfrm>
            <a:off x="5809723" y="2727511"/>
            <a:ext cx="263081" cy="355016"/>
            <a:chOff x="5809723" y="2879911"/>
            <a:chExt cx="263081" cy="355016"/>
          </a:xfrm>
        </p:grpSpPr>
        <p:sp>
          <p:nvSpPr>
            <p:cNvPr id="19024" name="Google Shape;19024;p143"/>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143"/>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143"/>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143"/>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143"/>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143"/>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143"/>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143"/>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143"/>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143"/>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143"/>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143"/>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143"/>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143"/>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143"/>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143"/>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143"/>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143"/>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143"/>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143"/>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143"/>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143"/>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6" name="Google Shape;19046;p143"/>
          <p:cNvGrpSpPr/>
          <p:nvPr/>
        </p:nvGrpSpPr>
        <p:grpSpPr>
          <a:xfrm>
            <a:off x="7616069" y="4115656"/>
            <a:ext cx="263316" cy="354754"/>
            <a:chOff x="7616069" y="4268056"/>
            <a:chExt cx="263316" cy="354754"/>
          </a:xfrm>
        </p:grpSpPr>
        <p:sp>
          <p:nvSpPr>
            <p:cNvPr id="19047" name="Google Shape;19047;p143"/>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143"/>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143"/>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143"/>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143"/>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143"/>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143"/>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143"/>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143"/>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143"/>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143"/>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143"/>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143"/>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143"/>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143"/>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143"/>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143"/>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143"/>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143"/>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143"/>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143"/>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8" name="Google Shape;19068;p143"/>
          <p:cNvGrpSpPr/>
          <p:nvPr/>
        </p:nvGrpSpPr>
        <p:grpSpPr>
          <a:xfrm>
            <a:off x="7164404" y="4115918"/>
            <a:ext cx="263316" cy="354493"/>
            <a:chOff x="7164404" y="4268318"/>
            <a:chExt cx="263316" cy="354493"/>
          </a:xfrm>
        </p:grpSpPr>
        <p:sp>
          <p:nvSpPr>
            <p:cNvPr id="19069" name="Google Shape;19069;p143"/>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143"/>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143"/>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143"/>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143"/>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143"/>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143"/>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143"/>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143"/>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143"/>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143"/>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143"/>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143"/>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143"/>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143"/>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143"/>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5" name="Google Shape;19085;p143"/>
          <p:cNvGrpSpPr/>
          <p:nvPr/>
        </p:nvGrpSpPr>
        <p:grpSpPr>
          <a:xfrm>
            <a:off x="5358346" y="2727511"/>
            <a:ext cx="263316" cy="354754"/>
            <a:chOff x="5358346" y="2879911"/>
            <a:chExt cx="263316" cy="354754"/>
          </a:xfrm>
        </p:grpSpPr>
        <p:sp>
          <p:nvSpPr>
            <p:cNvPr id="19086" name="Google Shape;19086;p143"/>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143"/>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143"/>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143"/>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143"/>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143"/>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143"/>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143"/>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143"/>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143"/>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143"/>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143"/>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143"/>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143"/>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143"/>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143"/>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143"/>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143"/>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143"/>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143"/>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143"/>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7" name="Google Shape;19107;p143"/>
          <p:cNvGrpSpPr/>
          <p:nvPr/>
        </p:nvGrpSpPr>
        <p:grpSpPr>
          <a:xfrm>
            <a:off x="8061450" y="3193342"/>
            <a:ext cx="263316" cy="354807"/>
            <a:chOff x="8061450" y="3345742"/>
            <a:chExt cx="263316" cy="354807"/>
          </a:xfrm>
        </p:grpSpPr>
        <p:sp>
          <p:nvSpPr>
            <p:cNvPr id="19108" name="Google Shape;19108;p143"/>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143"/>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143"/>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143"/>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143"/>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143"/>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143"/>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143"/>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143"/>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143"/>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143"/>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143"/>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143"/>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143"/>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143"/>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143"/>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4" name="Google Shape;19124;p143"/>
          <p:cNvGrpSpPr/>
          <p:nvPr/>
        </p:nvGrpSpPr>
        <p:grpSpPr>
          <a:xfrm>
            <a:off x="8065953" y="2727511"/>
            <a:ext cx="263081" cy="354754"/>
            <a:chOff x="8065953" y="2879911"/>
            <a:chExt cx="263081" cy="354754"/>
          </a:xfrm>
        </p:grpSpPr>
        <p:sp>
          <p:nvSpPr>
            <p:cNvPr id="19125" name="Google Shape;19125;p143"/>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143"/>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143"/>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143"/>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143"/>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143"/>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143"/>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143"/>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143"/>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143"/>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143"/>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143"/>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143"/>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143"/>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143"/>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143"/>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1" name="Google Shape;19141;p143"/>
          <p:cNvGrpSpPr/>
          <p:nvPr/>
        </p:nvGrpSpPr>
        <p:grpSpPr>
          <a:xfrm>
            <a:off x="8064199" y="4115918"/>
            <a:ext cx="270308" cy="354493"/>
            <a:chOff x="8064199" y="4268318"/>
            <a:chExt cx="270308" cy="354493"/>
          </a:xfrm>
        </p:grpSpPr>
        <p:sp>
          <p:nvSpPr>
            <p:cNvPr id="19142" name="Google Shape;19142;p143"/>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143"/>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143"/>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143"/>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143"/>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143"/>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143"/>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143"/>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143"/>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143"/>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143"/>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143"/>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143"/>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143"/>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143"/>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143"/>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143"/>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143"/>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60" name="Google Shape;19160;p143"/>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9161" name="Google Shape;19161;p143"/>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165" name="Shape 19165"/>
        <p:cNvGrpSpPr/>
        <p:nvPr/>
      </p:nvGrpSpPr>
      <p:grpSpPr>
        <a:xfrm>
          <a:off x="0" y="0"/>
          <a:ext cx="0" cy="0"/>
          <a:chOff x="0" y="0"/>
          <a:chExt cx="0" cy="0"/>
        </a:xfrm>
      </p:grpSpPr>
      <p:grpSp>
        <p:nvGrpSpPr>
          <p:cNvPr id="19166" name="Google Shape;19166;p144"/>
          <p:cNvGrpSpPr/>
          <p:nvPr/>
        </p:nvGrpSpPr>
        <p:grpSpPr>
          <a:xfrm>
            <a:off x="3511608" y="3163570"/>
            <a:ext cx="381482" cy="366926"/>
            <a:chOff x="3511608" y="3348218"/>
            <a:chExt cx="381482" cy="366926"/>
          </a:xfrm>
        </p:grpSpPr>
        <p:sp>
          <p:nvSpPr>
            <p:cNvPr id="19167" name="Google Shape;19167;p144"/>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144"/>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144"/>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144"/>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144"/>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144"/>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144"/>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144"/>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144"/>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144"/>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144"/>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144"/>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144"/>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144"/>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1" name="Google Shape;19181;p144"/>
          <p:cNvGrpSpPr/>
          <p:nvPr/>
        </p:nvGrpSpPr>
        <p:grpSpPr>
          <a:xfrm>
            <a:off x="1849816" y="3622692"/>
            <a:ext cx="163616" cy="366665"/>
            <a:chOff x="1849816" y="3807339"/>
            <a:chExt cx="163616" cy="366665"/>
          </a:xfrm>
        </p:grpSpPr>
        <p:sp>
          <p:nvSpPr>
            <p:cNvPr id="19182" name="Google Shape;19182;p144"/>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144"/>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144"/>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144"/>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144"/>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144"/>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144"/>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144"/>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144"/>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144"/>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144"/>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144"/>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144"/>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144"/>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6" name="Google Shape;19196;p144"/>
          <p:cNvGrpSpPr/>
          <p:nvPr/>
        </p:nvGrpSpPr>
        <p:grpSpPr>
          <a:xfrm>
            <a:off x="2274757" y="3622666"/>
            <a:ext cx="202292" cy="366430"/>
            <a:chOff x="2274757" y="3807313"/>
            <a:chExt cx="202292" cy="366430"/>
          </a:xfrm>
        </p:grpSpPr>
        <p:sp>
          <p:nvSpPr>
            <p:cNvPr id="19197" name="Google Shape;19197;p144"/>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144"/>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144"/>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144"/>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144"/>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144"/>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144"/>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144"/>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144"/>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144"/>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7" name="Google Shape;19207;p144"/>
          <p:cNvGrpSpPr/>
          <p:nvPr/>
        </p:nvGrpSpPr>
        <p:grpSpPr>
          <a:xfrm>
            <a:off x="3972716" y="3163570"/>
            <a:ext cx="366404" cy="366665"/>
            <a:chOff x="3972716" y="3348218"/>
            <a:chExt cx="366404" cy="366665"/>
          </a:xfrm>
        </p:grpSpPr>
        <p:sp>
          <p:nvSpPr>
            <p:cNvPr id="19208" name="Google Shape;19208;p144"/>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144"/>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144"/>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144"/>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144"/>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144"/>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144"/>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144"/>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144"/>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144"/>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144"/>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144"/>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0" name="Google Shape;19220;p144"/>
          <p:cNvGrpSpPr/>
          <p:nvPr/>
        </p:nvGrpSpPr>
        <p:grpSpPr>
          <a:xfrm>
            <a:off x="866528" y="3163701"/>
            <a:ext cx="317405" cy="366534"/>
            <a:chOff x="866528" y="3348348"/>
            <a:chExt cx="317405" cy="366534"/>
          </a:xfrm>
        </p:grpSpPr>
        <p:sp>
          <p:nvSpPr>
            <p:cNvPr id="19221" name="Google Shape;19221;p144"/>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144"/>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144"/>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144"/>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144"/>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144"/>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144"/>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144"/>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9" name="Google Shape;19229;p144"/>
          <p:cNvGrpSpPr/>
          <p:nvPr/>
        </p:nvGrpSpPr>
        <p:grpSpPr>
          <a:xfrm>
            <a:off x="1316818" y="3163648"/>
            <a:ext cx="310872" cy="366848"/>
            <a:chOff x="1316818" y="3348296"/>
            <a:chExt cx="310872" cy="366848"/>
          </a:xfrm>
        </p:grpSpPr>
        <p:sp>
          <p:nvSpPr>
            <p:cNvPr id="19230" name="Google Shape;19230;p144"/>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144"/>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144"/>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144"/>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144"/>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144"/>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144"/>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144"/>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144"/>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144"/>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144"/>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144"/>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144"/>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144"/>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144"/>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144"/>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144"/>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144"/>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144"/>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144"/>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144"/>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144"/>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144"/>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144"/>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4" name="Google Shape;19254;p144"/>
          <p:cNvGrpSpPr/>
          <p:nvPr/>
        </p:nvGrpSpPr>
        <p:grpSpPr>
          <a:xfrm>
            <a:off x="3105247" y="3163596"/>
            <a:ext cx="305620" cy="366430"/>
            <a:chOff x="3105247" y="3348244"/>
            <a:chExt cx="305620" cy="366430"/>
          </a:xfrm>
        </p:grpSpPr>
        <p:sp>
          <p:nvSpPr>
            <p:cNvPr id="19255" name="Google Shape;19255;p144"/>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144"/>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144"/>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144"/>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144"/>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144"/>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144"/>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2" name="Google Shape;19262;p144"/>
          <p:cNvGrpSpPr/>
          <p:nvPr/>
        </p:nvGrpSpPr>
        <p:grpSpPr>
          <a:xfrm>
            <a:off x="2661988" y="3163570"/>
            <a:ext cx="304078" cy="366665"/>
            <a:chOff x="2661988" y="3348218"/>
            <a:chExt cx="304078" cy="366665"/>
          </a:xfrm>
        </p:grpSpPr>
        <p:sp>
          <p:nvSpPr>
            <p:cNvPr id="19263" name="Google Shape;19263;p144"/>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144"/>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144"/>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144"/>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144"/>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144"/>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144"/>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144"/>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144"/>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144"/>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144"/>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144"/>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144"/>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144"/>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144"/>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144"/>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144"/>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144"/>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144"/>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2" name="Google Shape;19282;p144"/>
          <p:cNvGrpSpPr/>
          <p:nvPr/>
        </p:nvGrpSpPr>
        <p:grpSpPr>
          <a:xfrm>
            <a:off x="2212927" y="3164249"/>
            <a:ext cx="307606" cy="366482"/>
            <a:chOff x="2212927" y="3348897"/>
            <a:chExt cx="307606" cy="366482"/>
          </a:xfrm>
        </p:grpSpPr>
        <p:sp>
          <p:nvSpPr>
            <p:cNvPr id="19283" name="Google Shape;19283;p144"/>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144"/>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144"/>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144"/>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144"/>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144"/>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144"/>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144"/>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144"/>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144"/>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3" name="Google Shape;19293;p144"/>
          <p:cNvGrpSpPr/>
          <p:nvPr/>
        </p:nvGrpSpPr>
        <p:grpSpPr>
          <a:xfrm>
            <a:off x="1764389" y="3163570"/>
            <a:ext cx="310114" cy="366665"/>
            <a:chOff x="1764389" y="3348218"/>
            <a:chExt cx="310114" cy="366665"/>
          </a:xfrm>
        </p:grpSpPr>
        <p:sp>
          <p:nvSpPr>
            <p:cNvPr id="19294" name="Google Shape;19294;p144"/>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144"/>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144"/>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144"/>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144"/>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144"/>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144"/>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144"/>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144"/>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144"/>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144"/>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144"/>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144"/>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144"/>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144"/>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144"/>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144"/>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144"/>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144"/>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144"/>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4" name="Google Shape;19314;p144"/>
          <p:cNvGrpSpPr/>
          <p:nvPr/>
        </p:nvGrpSpPr>
        <p:grpSpPr>
          <a:xfrm>
            <a:off x="2777572" y="3622640"/>
            <a:ext cx="81716" cy="366717"/>
            <a:chOff x="2777572" y="3807287"/>
            <a:chExt cx="81716" cy="366717"/>
          </a:xfrm>
        </p:grpSpPr>
        <p:sp>
          <p:nvSpPr>
            <p:cNvPr id="19315" name="Google Shape;19315;p144"/>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144"/>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144"/>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144"/>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144"/>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144"/>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144"/>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144"/>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144"/>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144"/>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144"/>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6" name="Google Shape;19326;p144"/>
          <p:cNvGrpSpPr/>
          <p:nvPr/>
        </p:nvGrpSpPr>
        <p:grpSpPr>
          <a:xfrm>
            <a:off x="3934014" y="4145133"/>
            <a:ext cx="366665" cy="256334"/>
            <a:chOff x="3934014" y="4329780"/>
            <a:chExt cx="366665" cy="256334"/>
          </a:xfrm>
        </p:grpSpPr>
        <p:sp>
          <p:nvSpPr>
            <p:cNvPr id="19327" name="Google Shape;19327;p144"/>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144"/>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144"/>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144"/>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144"/>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144"/>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144"/>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144"/>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144"/>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144"/>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144"/>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144"/>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144"/>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0" name="Google Shape;19340;p144"/>
          <p:cNvGrpSpPr/>
          <p:nvPr/>
        </p:nvGrpSpPr>
        <p:grpSpPr>
          <a:xfrm>
            <a:off x="947670" y="3622692"/>
            <a:ext cx="194295" cy="366404"/>
            <a:chOff x="947670" y="3807339"/>
            <a:chExt cx="194295" cy="366404"/>
          </a:xfrm>
        </p:grpSpPr>
        <p:sp>
          <p:nvSpPr>
            <p:cNvPr id="19341" name="Google Shape;19341;p144"/>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144"/>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144"/>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144"/>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144"/>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144"/>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144"/>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144"/>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144"/>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144"/>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1" name="Google Shape;19351;p144"/>
          <p:cNvGrpSpPr/>
          <p:nvPr/>
        </p:nvGrpSpPr>
        <p:grpSpPr>
          <a:xfrm>
            <a:off x="3420379" y="4101910"/>
            <a:ext cx="368939" cy="342283"/>
            <a:chOff x="3420379" y="4286557"/>
            <a:chExt cx="368939" cy="342283"/>
          </a:xfrm>
        </p:grpSpPr>
        <p:sp>
          <p:nvSpPr>
            <p:cNvPr id="19352" name="Google Shape;19352;p144"/>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144"/>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144"/>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144"/>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144"/>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144"/>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144"/>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144"/>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144"/>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144"/>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144"/>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144"/>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144"/>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144"/>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144"/>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144"/>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8" name="Google Shape;19368;p144"/>
          <p:cNvGrpSpPr/>
          <p:nvPr/>
        </p:nvGrpSpPr>
        <p:grpSpPr>
          <a:xfrm>
            <a:off x="3965190" y="3657605"/>
            <a:ext cx="369801" cy="296813"/>
            <a:chOff x="3965190" y="3842252"/>
            <a:chExt cx="369801" cy="296813"/>
          </a:xfrm>
        </p:grpSpPr>
        <p:sp>
          <p:nvSpPr>
            <p:cNvPr id="19369" name="Google Shape;19369;p144"/>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144"/>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144"/>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144"/>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144"/>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144"/>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144"/>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144"/>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144"/>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144"/>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144"/>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144"/>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144"/>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144"/>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144"/>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144"/>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144"/>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144"/>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144"/>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144"/>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144"/>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0" name="Google Shape;19390;p144"/>
          <p:cNvGrpSpPr/>
          <p:nvPr/>
        </p:nvGrpSpPr>
        <p:grpSpPr>
          <a:xfrm>
            <a:off x="3506590" y="3649164"/>
            <a:ext cx="396796" cy="313407"/>
            <a:chOff x="3506590" y="3833812"/>
            <a:chExt cx="396796" cy="313407"/>
          </a:xfrm>
        </p:grpSpPr>
        <p:sp>
          <p:nvSpPr>
            <p:cNvPr id="19391" name="Google Shape;19391;p144"/>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144"/>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144"/>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4" name="Google Shape;19394;p144"/>
          <p:cNvGrpSpPr/>
          <p:nvPr/>
        </p:nvGrpSpPr>
        <p:grpSpPr>
          <a:xfrm>
            <a:off x="2769288" y="1780716"/>
            <a:ext cx="104556" cy="366665"/>
            <a:chOff x="2769288" y="1965364"/>
            <a:chExt cx="104556" cy="366665"/>
          </a:xfrm>
        </p:grpSpPr>
        <p:sp>
          <p:nvSpPr>
            <p:cNvPr id="19395" name="Google Shape;19395;p144"/>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144"/>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144"/>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144"/>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144"/>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144"/>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144"/>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144"/>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144"/>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144"/>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144"/>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144"/>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7" name="Google Shape;19407;p144"/>
          <p:cNvGrpSpPr/>
          <p:nvPr/>
        </p:nvGrpSpPr>
        <p:grpSpPr>
          <a:xfrm>
            <a:off x="3966679" y="1826213"/>
            <a:ext cx="367162" cy="275698"/>
            <a:chOff x="3966679" y="2010861"/>
            <a:chExt cx="367162" cy="275698"/>
          </a:xfrm>
        </p:grpSpPr>
        <p:sp>
          <p:nvSpPr>
            <p:cNvPr id="19408" name="Google Shape;19408;p144"/>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144"/>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144"/>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144"/>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2" name="Google Shape;19412;p144"/>
          <p:cNvGrpSpPr/>
          <p:nvPr/>
        </p:nvGrpSpPr>
        <p:grpSpPr>
          <a:xfrm>
            <a:off x="1752577" y="1840847"/>
            <a:ext cx="366404" cy="246220"/>
            <a:chOff x="1752577" y="2025495"/>
            <a:chExt cx="366404" cy="246220"/>
          </a:xfrm>
        </p:grpSpPr>
        <p:sp>
          <p:nvSpPr>
            <p:cNvPr id="19413" name="Google Shape;19413;p144"/>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144"/>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144"/>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144"/>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144"/>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144"/>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144"/>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144"/>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144"/>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144"/>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144"/>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144"/>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144"/>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144"/>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144"/>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144"/>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9" name="Google Shape;19429;p144"/>
          <p:cNvGrpSpPr/>
          <p:nvPr/>
        </p:nvGrpSpPr>
        <p:grpSpPr>
          <a:xfrm>
            <a:off x="1309553" y="1884933"/>
            <a:ext cx="366404" cy="158363"/>
            <a:chOff x="1309553" y="2069580"/>
            <a:chExt cx="366404" cy="158363"/>
          </a:xfrm>
        </p:grpSpPr>
        <p:sp>
          <p:nvSpPr>
            <p:cNvPr id="19430" name="Google Shape;19430;p144"/>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144"/>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144"/>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144"/>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144"/>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144"/>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144"/>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144"/>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144"/>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144"/>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144"/>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144"/>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144"/>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144"/>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144"/>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144"/>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144"/>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144"/>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144"/>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144"/>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144"/>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144"/>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144"/>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144"/>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144"/>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144"/>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6" name="Google Shape;19456;p144"/>
          <p:cNvGrpSpPr/>
          <p:nvPr/>
        </p:nvGrpSpPr>
        <p:grpSpPr>
          <a:xfrm>
            <a:off x="866528" y="1904114"/>
            <a:ext cx="366639" cy="119635"/>
            <a:chOff x="866528" y="2088762"/>
            <a:chExt cx="366639" cy="119635"/>
          </a:xfrm>
        </p:grpSpPr>
        <p:sp>
          <p:nvSpPr>
            <p:cNvPr id="19457" name="Google Shape;19457;p144"/>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144"/>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144"/>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144"/>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144"/>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144"/>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144"/>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144"/>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144"/>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144"/>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144"/>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144"/>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144"/>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144"/>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1" name="Google Shape;19471;p144"/>
          <p:cNvGrpSpPr/>
          <p:nvPr/>
        </p:nvGrpSpPr>
        <p:grpSpPr>
          <a:xfrm>
            <a:off x="2329269" y="1780664"/>
            <a:ext cx="98807" cy="366273"/>
            <a:chOff x="2329269" y="1965312"/>
            <a:chExt cx="98807" cy="366273"/>
          </a:xfrm>
        </p:grpSpPr>
        <p:sp>
          <p:nvSpPr>
            <p:cNvPr id="19472" name="Google Shape;19472;p144"/>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144"/>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144"/>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5" name="Google Shape;19475;p144"/>
          <p:cNvGrpSpPr/>
          <p:nvPr/>
        </p:nvGrpSpPr>
        <p:grpSpPr>
          <a:xfrm>
            <a:off x="3208053" y="1780324"/>
            <a:ext cx="112344" cy="366926"/>
            <a:chOff x="3208053" y="1964972"/>
            <a:chExt cx="112344" cy="366926"/>
          </a:xfrm>
        </p:grpSpPr>
        <p:sp>
          <p:nvSpPr>
            <p:cNvPr id="19476" name="Google Shape;19476;p144"/>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144"/>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144"/>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144"/>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144"/>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144"/>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2" name="Google Shape;19482;p144"/>
          <p:cNvGrpSpPr/>
          <p:nvPr/>
        </p:nvGrpSpPr>
        <p:grpSpPr>
          <a:xfrm>
            <a:off x="3225379" y="3622692"/>
            <a:ext cx="72413" cy="366404"/>
            <a:chOff x="3225379" y="3807339"/>
            <a:chExt cx="72413" cy="366404"/>
          </a:xfrm>
        </p:grpSpPr>
        <p:sp>
          <p:nvSpPr>
            <p:cNvPr id="19483" name="Google Shape;19483;p144"/>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144"/>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144"/>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144"/>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144"/>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144"/>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144"/>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144"/>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1" name="Google Shape;19491;p144"/>
          <p:cNvGrpSpPr/>
          <p:nvPr/>
        </p:nvGrpSpPr>
        <p:grpSpPr>
          <a:xfrm>
            <a:off x="3523916" y="1826448"/>
            <a:ext cx="366665" cy="275201"/>
            <a:chOff x="3523916" y="2011096"/>
            <a:chExt cx="366665" cy="275201"/>
          </a:xfrm>
        </p:grpSpPr>
        <p:sp>
          <p:nvSpPr>
            <p:cNvPr id="19492" name="Google Shape;19492;p144"/>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144"/>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144"/>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144"/>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144"/>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144"/>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144"/>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144"/>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144"/>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144"/>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144"/>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144"/>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144"/>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144"/>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144"/>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144"/>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144"/>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144"/>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144"/>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144"/>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2" name="Google Shape;19512;p144"/>
          <p:cNvGrpSpPr/>
          <p:nvPr/>
        </p:nvGrpSpPr>
        <p:grpSpPr>
          <a:xfrm>
            <a:off x="1742777" y="1315349"/>
            <a:ext cx="393791" cy="366744"/>
            <a:chOff x="1742777" y="1499997"/>
            <a:chExt cx="393791" cy="366744"/>
          </a:xfrm>
        </p:grpSpPr>
        <p:sp>
          <p:nvSpPr>
            <p:cNvPr id="19513" name="Google Shape;19513;p144"/>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144"/>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144"/>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144"/>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144"/>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144"/>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144"/>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144"/>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144"/>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144"/>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144"/>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144"/>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144"/>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144"/>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7" name="Google Shape;19527;p144"/>
          <p:cNvGrpSpPr/>
          <p:nvPr/>
        </p:nvGrpSpPr>
        <p:grpSpPr>
          <a:xfrm>
            <a:off x="4014449" y="1315349"/>
            <a:ext cx="319914" cy="366639"/>
            <a:chOff x="4014449" y="1499997"/>
            <a:chExt cx="319914" cy="366639"/>
          </a:xfrm>
        </p:grpSpPr>
        <p:sp>
          <p:nvSpPr>
            <p:cNvPr id="19528" name="Google Shape;19528;p144"/>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144"/>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144"/>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144"/>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144"/>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3" name="Google Shape;19533;p144"/>
          <p:cNvGrpSpPr/>
          <p:nvPr/>
        </p:nvGrpSpPr>
        <p:grpSpPr>
          <a:xfrm>
            <a:off x="866267" y="1406813"/>
            <a:ext cx="367397" cy="183711"/>
            <a:chOff x="866267" y="1591460"/>
            <a:chExt cx="367397" cy="183711"/>
          </a:xfrm>
        </p:grpSpPr>
        <p:sp>
          <p:nvSpPr>
            <p:cNvPr id="19534" name="Google Shape;19534;p144"/>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144"/>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144"/>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144"/>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144"/>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144"/>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144"/>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144"/>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144"/>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144"/>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144"/>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144"/>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144"/>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144"/>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144"/>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144"/>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144"/>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144"/>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2" name="Google Shape;19552;p144"/>
          <p:cNvGrpSpPr/>
          <p:nvPr/>
        </p:nvGrpSpPr>
        <p:grpSpPr>
          <a:xfrm>
            <a:off x="3117843" y="1315244"/>
            <a:ext cx="327440" cy="366744"/>
            <a:chOff x="3117843" y="1499892"/>
            <a:chExt cx="327440" cy="366744"/>
          </a:xfrm>
        </p:grpSpPr>
        <p:sp>
          <p:nvSpPr>
            <p:cNvPr id="19553" name="Google Shape;19553;p144"/>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144"/>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144"/>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144"/>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144"/>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144"/>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144"/>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0" name="Google Shape;19560;p144"/>
          <p:cNvGrpSpPr/>
          <p:nvPr/>
        </p:nvGrpSpPr>
        <p:grpSpPr>
          <a:xfrm>
            <a:off x="2667005" y="1315349"/>
            <a:ext cx="336770" cy="366639"/>
            <a:chOff x="2667005" y="1499997"/>
            <a:chExt cx="336770" cy="366639"/>
          </a:xfrm>
        </p:grpSpPr>
        <p:sp>
          <p:nvSpPr>
            <p:cNvPr id="19561" name="Google Shape;19561;p144"/>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144"/>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144"/>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144"/>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144"/>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144"/>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144"/>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144"/>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144"/>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144"/>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144"/>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144"/>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144"/>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144"/>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144"/>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144"/>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144"/>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144"/>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144"/>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0" name="Google Shape;19580;p144"/>
          <p:cNvGrpSpPr/>
          <p:nvPr/>
        </p:nvGrpSpPr>
        <p:grpSpPr>
          <a:xfrm>
            <a:off x="3564866" y="1315349"/>
            <a:ext cx="326473" cy="366639"/>
            <a:chOff x="3564866" y="1499997"/>
            <a:chExt cx="326473" cy="366639"/>
          </a:xfrm>
        </p:grpSpPr>
        <p:sp>
          <p:nvSpPr>
            <p:cNvPr id="19581" name="Google Shape;19581;p144"/>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144"/>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144"/>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144"/>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144"/>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144"/>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144"/>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144"/>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144"/>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0" name="Google Shape;19590;p144"/>
          <p:cNvGrpSpPr/>
          <p:nvPr/>
        </p:nvGrpSpPr>
        <p:grpSpPr>
          <a:xfrm>
            <a:off x="1314074" y="1315349"/>
            <a:ext cx="364392" cy="366639"/>
            <a:chOff x="1314074" y="1499997"/>
            <a:chExt cx="364392" cy="366639"/>
          </a:xfrm>
        </p:grpSpPr>
        <p:sp>
          <p:nvSpPr>
            <p:cNvPr id="19591" name="Google Shape;19591;p144"/>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144"/>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144"/>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144"/>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144"/>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144"/>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144"/>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144"/>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144"/>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144"/>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144"/>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144"/>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3" name="Google Shape;19603;p144"/>
          <p:cNvGrpSpPr/>
          <p:nvPr/>
        </p:nvGrpSpPr>
        <p:grpSpPr>
          <a:xfrm>
            <a:off x="2220479" y="1315349"/>
            <a:ext cx="337005" cy="366639"/>
            <a:chOff x="2220479" y="1499997"/>
            <a:chExt cx="337005" cy="366639"/>
          </a:xfrm>
        </p:grpSpPr>
        <p:sp>
          <p:nvSpPr>
            <p:cNvPr id="19604" name="Google Shape;19604;p144"/>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144"/>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144"/>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144"/>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144"/>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144"/>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144"/>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144"/>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144"/>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144"/>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144"/>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5" name="Google Shape;19615;p144"/>
          <p:cNvGrpSpPr/>
          <p:nvPr/>
        </p:nvGrpSpPr>
        <p:grpSpPr>
          <a:xfrm>
            <a:off x="4105155" y="2241328"/>
            <a:ext cx="87230" cy="366430"/>
            <a:chOff x="4105155" y="2425976"/>
            <a:chExt cx="87230" cy="366430"/>
          </a:xfrm>
        </p:grpSpPr>
        <p:sp>
          <p:nvSpPr>
            <p:cNvPr id="19616" name="Google Shape;19616;p144"/>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144"/>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144"/>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144"/>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144"/>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144"/>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2" name="Google Shape;19622;p144"/>
          <p:cNvGrpSpPr/>
          <p:nvPr/>
        </p:nvGrpSpPr>
        <p:grpSpPr>
          <a:xfrm>
            <a:off x="1808109" y="2241354"/>
            <a:ext cx="267884" cy="366639"/>
            <a:chOff x="1808109" y="2426002"/>
            <a:chExt cx="267884" cy="366639"/>
          </a:xfrm>
        </p:grpSpPr>
        <p:sp>
          <p:nvSpPr>
            <p:cNvPr id="19623" name="Google Shape;19623;p144"/>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144"/>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144"/>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144"/>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144"/>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144"/>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144"/>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144"/>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144"/>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144"/>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144"/>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144"/>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144"/>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144"/>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144"/>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144"/>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144"/>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144"/>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144"/>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144"/>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144"/>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4" name="Google Shape;19644;p144"/>
          <p:cNvGrpSpPr/>
          <p:nvPr/>
        </p:nvGrpSpPr>
        <p:grpSpPr>
          <a:xfrm>
            <a:off x="3603568" y="2241354"/>
            <a:ext cx="207597" cy="366639"/>
            <a:chOff x="3603568" y="2426002"/>
            <a:chExt cx="207597" cy="366639"/>
          </a:xfrm>
        </p:grpSpPr>
        <p:sp>
          <p:nvSpPr>
            <p:cNvPr id="19645" name="Google Shape;19645;p144"/>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144"/>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144"/>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144"/>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144"/>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144"/>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1" name="Google Shape;19651;p144"/>
          <p:cNvGrpSpPr/>
          <p:nvPr/>
        </p:nvGrpSpPr>
        <p:grpSpPr>
          <a:xfrm>
            <a:off x="2246115" y="2241354"/>
            <a:ext cx="274417" cy="366404"/>
            <a:chOff x="2246115" y="2426002"/>
            <a:chExt cx="274417" cy="366404"/>
          </a:xfrm>
        </p:grpSpPr>
        <p:sp>
          <p:nvSpPr>
            <p:cNvPr id="19652" name="Google Shape;19652;p144"/>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144"/>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144"/>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144"/>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144"/>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144"/>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144"/>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144"/>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0" name="Google Shape;19660;p144"/>
          <p:cNvGrpSpPr/>
          <p:nvPr/>
        </p:nvGrpSpPr>
        <p:grpSpPr>
          <a:xfrm>
            <a:off x="2696666" y="2241354"/>
            <a:ext cx="256099" cy="366639"/>
            <a:chOff x="2696666" y="2426002"/>
            <a:chExt cx="256099" cy="366639"/>
          </a:xfrm>
        </p:grpSpPr>
        <p:sp>
          <p:nvSpPr>
            <p:cNvPr id="19661" name="Google Shape;19661;p144"/>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144"/>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144"/>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144"/>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144"/>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144"/>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7" name="Google Shape;19667;p144"/>
          <p:cNvGrpSpPr/>
          <p:nvPr/>
        </p:nvGrpSpPr>
        <p:grpSpPr>
          <a:xfrm>
            <a:off x="3149072" y="2241354"/>
            <a:ext cx="225863" cy="366430"/>
            <a:chOff x="3149072" y="2426002"/>
            <a:chExt cx="225863" cy="366430"/>
          </a:xfrm>
        </p:grpSpPr>
        <p:sp>
          <p:nvSpPr>
            <p:cNvPr id="19668" name="Google Shape;19668;p144"/>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144"/>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144"/>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144"/>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144"/>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144"/>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144"/>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144"/>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144"/>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144"/>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144"/>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9" name="Google Shape;19679;p144"/>
          <p:cNvGrpSpPr/>
          <p:nvPr/>
        </p:nvGrpSpPr>
        <p:grpSpPr>
          <a:xfrm>
            <a:off x="1361556" y="2241276"/>
            <a:ext cx="283224" cy="366482"/>
            <a:chOff x="1361556" y="2425923"/>
            <a:chExt cx="283224" cy="366482"/>
          </a:xfrm>
        </p:grpSpPr>
        <p:sp>
          <p:nvSpPr>
            <p:cNvPr id="19680" name="Google Shape;19680;p144"/>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144"/>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144"/>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144"/>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144"/>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144"/>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144"/>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144"/>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144"/>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144"/>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144"/>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144"/>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144"/>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144"/>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144"/>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144"/>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144"/>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144"/>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144"/>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144"/>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00" name="Google Shape;19700;p144"/>
          <p:cNvGrpSpPr/>
          <p:nvPr/>
        </p:nvGrpSpPr>
        <p:grpSpPr>
          <a:xfrm>
            <a:off x="3973735" y="2706408"/>
            <a:ext cx="361883" cy="366979"/>
            <a:chOff x="3973735" y="2891056"/>
            <a:chExt cx="361883" cy="366979"/>
          </a:xfrm>
        </p:grpSpPr>
        <p:sp>
          <p:nvSpPr>
            <p:cNvPr id="19701" name="Google Shape;19701;p144"/>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144"/>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144"/>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144"/>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144"/>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144"/>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144"/>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144"/>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144"/>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144"/>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144"/>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144"/>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144"/>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144"/>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144"/>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144"/>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144"/>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8" name="Google Shape;19718;p144"/>
          <p:cNvGrpSpPr/>
          <p:nvPr/>
        </p:nvGrpSpPr>
        <p:grpSpPr>
          <a:xfrm>
            <a:off x="3527941" y="2732096"/>
            <a:ext cx="366665" cy="315654"/>
            <a:chOff x="3527941" y="2916744"/>
            <a:chExt cx="366665" cy="315654"/>
          </a:xfrm>
        </p:grpSpPr>
        <p:sp>
          <p:nvSpPr>
            <p:cNvPr id="19719" name="Google Shape;19719;p144"/>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144"/>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144"/>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144"/>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144"/>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144"/>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144"/>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144"/>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144"/>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144"/>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144"/>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144"/>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144"/>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144"/>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144"/>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144"/>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144"/>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144"/>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144"/>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144"/>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144"/>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144"/>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144"/>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144"/>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144"/>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144"/>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144"/>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144"/>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144"/>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144"/>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9" name="Google Shape;19749;p144"/>
          <p:cNvGrpSpPr/>
          <p:nvPr/>
        </p:nvGrpSpPr>
        <p:grpSpPr>
          <a:xfrm>
            <a:off x="2640873" y="2706983"/>
            <a:ext cx="366404" cy="366404"/>
            <a:chOff x="2640873" y="2891631"/>
            <a:chExt cx="366404" cy="366404"/>
          </a:xfrm>
        </p:grpSpPr>
        <p:sp>
          <p:nvSpPr>
            <p:cNvPr id="19750" name="Google Shape;19750;p144"/>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144"/>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144"/>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144"/>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144"/>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144"/>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144"/>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144"/>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144"/>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144"/>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144"/>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144"/>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144"/>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144"/>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4" name="Google Shape;19764;p144"/>
          <p:cNvGrpSpPr/>
          <p:nvPr/>
        </p:nvGrpSpPr>
        <p:grpSpPr>
          <a:xfrm>
            <a:off x="2197091" y="2753473"/>
            <a:ext cx="366665" cy="273189"/>
            <a:chOff x="2197091" y="2938120"/>
            <a:chExt cx="366665" cy="273189"/>
          </a:xfrm>
        </p:grpSpPr>
        <p:sp>
          <p:nvSpPr>
            <p:cNvPr id="19765" name="Google Shape;19765;p144"/>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144"/>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144"/>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144"/>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144"/>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144"/>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144"/>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144"/>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144"/>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144"/>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144"/>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144"/>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144"/>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144"/>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144"/>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144"/>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144"/>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144"/>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144"/>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144"/>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144"/>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144"/>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144"/>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144"/>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9" name="Google Shape;19789;p144"/>
          <p:cNvGrpSpPr/>
          <p:nvPr/>
        </p:nvGrpSpPr>
        <p:grpSpPr>
          <a:xfrm>
            <a:off x="1753570" y="2707479"/>
            <a:ext cx="366665" cy="365202"/>
            <a:chOff x="1753570" y="2892127"/>
            <a:chExt cx="366665" cy="365202"/>
          </a:xfrm>
        </p:grpSpPr>
        <p:sp>
          <p:nvSpPr>
            <p:cNvPr id="19790" name="Google Shape;19790;p144"/>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144"/>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144"/>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144"/>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144"/>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144"/>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144"/>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144"/>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144"/>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144"/>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144"/>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144"/>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144"/>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144"/>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144"/>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144"/>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144"/>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144"/>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8" name="Google Shape;19808;p144"/>
          <p:cNvGrpSpPr/>
          <p:nvPr/>
        </p:nvGrpSpPr>
        <p:grpSpPr>
          <a:xfrm>
            <a:off x="1303751" y="3622692"/>
            <a:ext cx="367684" cy="366561"/>
            <a:chOff x="1303751" y="3807339"/>
            <a:chExt cx="367684" cy="366561"/>
          </a:xfrm>
        </p:grpSpPr>
        <p:sp>
          <p:nvSpPr>
            <p:cNvPr id="19809" name="Google Shape;19809;p144"/>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144"/>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144"/>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144"/>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144"/>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144"/>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144"/>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144"/>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144"/>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144"/>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144"/>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144"/>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144"/>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144"/>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144"/>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144"/>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144"/>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144"/>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144"/>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144"/>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144"/>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144"/>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144"/>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144"/>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144"/>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144"/>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144"/>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144"/>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144"/>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144"/>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144"/>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144"/>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144"/>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144"/>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144"/>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144"/>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144"/>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144"/>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144"/>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144"/>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144"/>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50" name="Google Shape;19850;p144"/>
          <p:cNvSpPr/>
          <p:nvPr/>
        </p:nvSpPr>
        <p:spPr>
          <a:xfrm>
            <a:off x="1321365" y="2721303"/>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51" name="Google Shape;19851;p144"/>
          <p:cNvGrpSpPr/>
          <p:nvPr/>
        </p:nvGrpSpPr>
        <p:grpSpPr>
          <a:xfrm>
            <a:off x="1310049" y="2706774"/>
            <a:ext cx="384749" cy="366613"/>
            <a:chOff x="1310049" y="2891421"/>
            <a:chExt cx="384749" cy="366613"/>
          </a:xfrm>
        </p:grpSpPr>
        <p:sp>
          <p:nvSpPr>
            <p:cNvPr id="19852" name="Google Shape;19852;p144"/>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144"/>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144"/>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144"/>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144"/>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144"/>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144"/>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144"/>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144"/>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144"/>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144"/>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144"/>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144"/>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144"/>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6" name="Google Shape;19866;p144"/>
          <p:cNvGrpSpPr/>
          <p:nvPr/>
        </p:nvGrpSpPr>
        <p:grpSpPr>
          <a:xfrm>
            <a:off x="849673" y="2706695"/>
            <a:ext cx="383468" cy="366665"/>
            <a:chOff x="849673" y="2891343"/>
            <a:chExt cx="383468" cy="366665"/>
          </a:xfrm>
        </p:grpSpPr>
        <p:sp>
          <p:nvSpPr>
            <p:cNvPr id="19867" name="Google Shape;19867;p144"/>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144"/>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144"/>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144"/>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144"/>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144"/>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144"/>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144"/>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144"/>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144"/>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144"/>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144"/>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9" name="Google Shape;19879;p144"/>
          <p:cNvGrpSpPr/>
          <p:nvPr/>
        </p:nvGrpSpPr>
        <p:grpSpPr>
          <a:xfrm>
            <a:off x="920257" y="2241354"/>
            <a:ext cx="278024" cy="366508"/>
            <a:chOff x="920257" y="2426002"/>
            <a:chExt cx="278024" cy="366508"/>
          </a:xfrm>
        </p:grpSpPr>
        <p:sp>
          <p:nvSpPr>
            <p:cNvPr id="19880" name="Google Shape;19880;p144"/>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144"/>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144"/>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144"/>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144"/>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144"/>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144"/>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144"/>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144"/>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144"/>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144"/>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144"/>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144"/>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3" name="Google Shape;19893;p144"/>
          <p:cNvGrpSpPr/>
          <p:nvPr/>
        </p:nvGrpSpPr>
        <p:grpSpPr>
          <a:xfrm>
            <a:off x="866528" y="4089836"/>
            <a:ext cx="349810" cy="366665"/>
            <a:chOff x="866528" y="4274484"/>
            <a:chExt cx="349810" cy="366665"/>
          </a:xfrm>
        </p:grpSpPr>
        <p:sp>
          <p:nvSpPr>
            <p:cNvPr id="19894" name="Google Shape;19894;p144"/>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144"/>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144"/>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144"/>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144"/>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144"/>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144"/>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144"/>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144"/>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144"/>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144"/>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5" name="Google Shape;19905;p144"/>
          <p:cNvGrpSpPr/>
          <p:nvPr/>
        </p:nvGrpSpPr>
        <p:grpSpPr>
          <a:xfrm>
            <a:off x="1388708" y="4089836"/>
            <a:ext cx="330210" cy="366665"/>
            <a:chOff x="1388708" y="4274484"/>
            <a:chExt cx="330210" cy="366665"/>
          </a:xfrm>
        </p:grpSpPr>
        <p:sp>
          <p:nvSpPr>
            <p:cNvPr id="19906" name="Google Shape;19906;p144"/>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144"/>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144"/>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144"/>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144"/>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144"/>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144"/>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144"/>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144"/>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144"/>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144"/>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144"/>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144"/>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144"/>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144"/>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144"/>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144"/>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144"/>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144"/>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144"/>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6" name="Google Shape;19926;p144"/>
          <p:cNvGrpSpPr/>
          <p:nvPr/>
        </p:nvGrpSpPr>
        <p:grpSpPr>
          <a:xfrm>
            <a:off x="1874694" y="4108678"/>
            <a:ext cx="375446" cy="328982"/>
            <a:chOff x="1874694" y="4293326"/>
            <a:chExt cx="375446" cy="328982"/>
          </a:xfrm>
        </p:grpSpPr>
        <p:sp>
          <p:nvSpPr>
            <p:cNvPr id="19927" name="Google Shape;19927;p144"/>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144"/>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144"/>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144"/>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144"/>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144"/>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144"/>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144"/>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144"/>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144"/>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144"/>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144"/>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144"/>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144"/>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144"/>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144"/>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144"/>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144"/>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144"/>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144"/>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144"/>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144"/>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9" name="Google Shape;19949;p144"/>
          <p:cNvGrpSpPr/>
          <p:nvPr/>
        </p:nvGrpSpPr>
        <p:grpSpPr>
          <a:xfrm>
            <a:off x="2396116" y="4108443"/>
            <a:ext cx="366665" cy="329714"/>
            <a:chOff x="2396116" y="4293090"/>
            <a:chExt cx="366665" cy="329714"/>
          </a:xfrm>
        </p:grpSpPr>
        <p:sp>
          <p:nvSpPr>
            <p:cNvPr id="19950" name="Google Shape;19950;p144"/>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144"/>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144"/>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144"/>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144"/>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144"/>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144"/>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144"/>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144"/>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144"/>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144"/>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144"/>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144"/>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3" name="Google Shape;19963;p144"/>
          <p:cNvGrpSpPr/>
          <p:nvPr/>
        </p:nvGrpSpPr>
        <p:grpSpPr>
          <a:xfrm>
            <a:off x="2908757" y="4105176"/>
            <a:ext cx="367162" cy="336116"/>
            <a:chOff x="2908757" y="4289824"/>
            <a:chExt cx="367162" cy="336116"/>
          </a:xfrm>
        </p:grpSpPr>
        <p:sp>
          <p:nvSpPr>
            <p:cNvPr id="19964" name="Google Shape;19964;p144"/>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144"/>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144"/>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144"/>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144"/>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144"/>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144"/>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144"/>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144"/>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144"/>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144"/>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144"/>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144"/>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144"/>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144"/>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144"/>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144"/>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144"/>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144"/>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144"/>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144"/>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144"/>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144"/>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144"/>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144"/>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144"/>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144"/>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1" name="Google Shape;19991;p144"/>
          <p:cNvGrpSpPr/>
          <p:nvPr/>
        </p:nvGrpSpPr>
        <p:grpSpPr>
          <a:xfrm>
            <a:off x="3082408" y="2734892"/>
            <a:ext cx="368651" cy="310350"/>
            <a:chOff x="3082408" y="2919540"/>
            <a:chExt cx="368651" cy="310350"/>
          </a:xfrm>
        </p:grpSpPr>
        <p:sp>
          <p:nvSpPr>
            <p:cNvPr id="19992" name="Google Shape;19992;p144"/>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144"/>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144"/>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144"/>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144"/>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144"/>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144"/>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144"/>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144"/>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144"/>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144"/>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144"/>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4" name="Google Shape;20004;p144"/>
          <p:cNvGrpSpPr/>
          <p:nvPr/>
        </p:nvGrpSpPr>
        <p:grpSpPr>
          <a:xfrm>
            <a:off x="7069130" y="2240152"/>
            <a:ext cx="366169" cy="360498"/>
            <a:chOff x="7069130" y="2424800"/>
            <a:chExt cx="366169" cy="360498"/>
          </a:xfrm>
        </p:grpSpPr>
        <p:sp>
          <p:nvSpPr>
            <p:cNvPr id="20005" name="Google Shape;20005;p144"/>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144"/>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144"/>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144"/>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144"/>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144"/>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144"/>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144"/>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144"/>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144"/>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144"/>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144"/>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144"/>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144"/>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144"/>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144"/>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144"/>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144"/>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144"/>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144"/>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5" name="Google Shape;20025;p144"/>
          <p:cNvGrpSpPr/>
          <p:nvPr/>
        </p:nvGrpSpPr>
        <p:grpSpPr>
          <a:xfrm>
            <a:off x="4885655" y="2240073"/>
            <a:ext cx="281473" cy="360629"/>
            <a:chOff x="4885655" y="2424721"/>
            <a:chExt cx="281473" cy="360629"/>
          </a:xfrm>
        </p:grpSpPr>
        <p:sp>
          <p:nvSpPr>
            <p:cNvPr id="20026" name="Google Shape;20026;p144"/>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144"/>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144"/>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144"/>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144"/>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144"/>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144"/>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144"/>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144"/>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144"/>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144"/>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7" name="Google Shape;20037;p144"/>
          <p:cNvGrpSpPr/>
          <p:nvPr/>
        </p:nvGrpSpPr>
        <p:grpSpPr>
          <a:xfrm>
            <a:off x="6625609" y="2262129"/>
            <a:ext cx="364130" cy="316726"/>
            <a:chOff x="6625609" y="2446777"/>
            <a:chExt cx="364130" cy="316726"/>
          </a:xfrm>
        </p:grpSpPr>
        <p:sp>
          <p:nvSpPr>
            <p:cNvPr id="20038" name="Google Shape;20038;p144"/>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144"/>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144"/>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144"/>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144"/>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144"/>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144"/>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144"/>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144"/>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144"/>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144"/>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144"/>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0" name="Google Shape;20050;p144"/>
          <p:cNvGrpSpPr/>
          <p:nvPr/>
        </p:nvGrpSpPr>
        <p:grpSpPr>
          <a:xfrm>
            <a:off x="5757644" y="1827703"/>
            <a:ext cx="360629" cy="298825"/>
            <a:chOff x="5757644" y="2012350"/>
            <a:chExt cx="360629" cy="298825"/>
          </a:xfrm>
        </p:grpSpPr>
        <p:sp>
          <p:nvSpPr>
            <p:cNvPr id="20051" name="Google Shape;20051;p144"/>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144"/>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144"/>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144"/>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144"/>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144"/>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144"/>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144"/>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144"/>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144"/>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144"/>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144"/>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144"/>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144"/>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144"/>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144"/>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144"/>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144"/>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144"/>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144"/>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144"/>
            <p:cNvSpPr/>
            <p:nvPr/>
          </p:nvSpPr>
          <p:spPr>
            <a:xfrm>
              <a:off x="5757644" y="2292308"/>
              <a:ext cx="360629"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144"/>
            <p:cNvSpPr/>
            <p:nvPr/>
          </p:nvSpPr>
          <p:spPr>
            <a:xfrm>
              <a:off x="5757644" y="2292308"/>
              <a:ext cx="360629"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3" name="Google Shape;20073;p144"/>
          <p:cNvGrpSpPr/>
          <p:nvPr/>
        </p:nvGrpSpPr>
        <p:grpSpPr>
          <a:xfrm>
            <a:off x="5317625" y="1798826"/>
            <a:ext cx="360628" cy="356839"/>
            <a:chOff x="5317625" y="1983474"/>
            <a:chExt cx="360628" cy="356839"/>
          </a:xfrm>
        </p:grpSpPr>
        <p:sp>
          <p:nvSpPr>
            <p:cNvPr id="20074" name="Google Shape;20074;p144"/>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144"/>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144"/>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144"/>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144"/>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144"/>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144"/>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144"/>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144"/>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144"/>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144"/>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144"/>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144"/>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144"/>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144"/>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144"/>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144"/>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144"/>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144"/>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3" name="Google Shape;20093;p144"/>
          <p:cNvGrpSpPr/>
          <p:nvPr/>
        </p:nvGrpSpPr>
        <p:grpSpPr>
          <a:xfrm>
            <a:off x="6181827" y="2279037"/>
            <a:ext cx="360628" cy="282989"/>
            <a:chOff x="6181827" y="2463685"/>
            <a:chExt cx="360628" cy="282989"/>
          </a:xfrm>
        </p:grpSpPr>
        <p:sp>
          <p:nvSpPr>
            <p:cNvPr id="20094" name="Google Shape;20094;p144"/>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144"/>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144"/>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144"/>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144"/>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144"/>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144"/>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144"/>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144"/>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144"/>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144"/>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5" name="Google Shape;20105;p144"/>
          <p:cNvGrpSpPr/>
          <p:nvPr/>
        </p:nvGrpSpPr>
        <p:grpSpPr>
          <a:xfrm>
            <a:off x="5346292" y="3156044"/>
            <a:ext cx="291247" cy="360629"/>
            <a:chOff x="5346292" y="3340691"/>
            <a:chExt cx="291247" cy="360628"/>
          </a:xfrm>
        </p:grpSpPr>
        <p:sp>
          <p:nvSpPr>
            <p:cNvPr id="20106" name="Google Shape;20106;p144"/>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144"/>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144"/>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144"/>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144"/>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144"/>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144"/>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144"/>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144"/>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144"/>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144"/>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144"/>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144"/>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144"/>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144"/>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144"/>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144"/>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144"/>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144"/>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144"/>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144"/>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144"/>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144"/>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144"/>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144"/>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1" name="Google Shape;20131;p144"/>
          <p:cNvGrpSpPr/>
          <p:nvPr/>
        </p:nvGrpSpPr>
        <p:grpSpPr>
          <a:xfrm>
            <a:off x="7969264" y="1797049"/>
            <a:ext cx="337763" cy="360393"/>
            <a:chOff x="7969264" y="1981697"/>
            <a:chExt cx="337763" cy="360393"/>
          </a:xfrm>
        </p:grpSpPr>
        <p:sp>
          <p:nvSpPr>
            <p:cNvPr id="20132" name="Google Shape;20132;p144"/>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144"/>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144"/>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144"/>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144"/>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144"/>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144"/>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144"/>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144"/>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144"/>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144"/>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144"/>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144"/>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144"/>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144"/>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144"/>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144"/>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144"/>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0" name="Google Shape;20150;p144"/>
          <p:cNvGrpSpPr/>
          <p:nvPr/>
        </p:nvGrpSpPr>
        <p:grpSpPr>
          <a:xfrm>
            <a:off x="5736032" y="2245352"/>
            <a:ext cx="360890" cy="350332"/>
            <a:chOff x="5736032" y="2430000"/>
            <a:chExt cx="360890" cy="350332"/>
          </a:xfrm>
        </p:grpSpPr>
        <p:sp>
          <p:nvSpPr>
            <p:cNvPr id="20151" name="Google Shape;20151;p144"/>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144"/>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144"/>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144"/>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144"/>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144"/>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144"/>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144"/>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144"/>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144"/>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144"/>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144"/>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144"/>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144"/>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144"/>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144"/>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144"/>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8" name="Google Shape;20168;p144"/>
          <p:cNvGrpSpPr/>
          <p:nvPr/>
        </p:nvGrpSpPr>
        <p:grpSpPr>
          <a:xfrm>
            <a:off x="4877867" y="1811344"/>
            <a:ext cx="360628" cy="331778"/>
            <a:chOff x="4877867" y="1995991"/>
            <a:chExt cx="360628" cy="331778"/>
          </a:xfrm>
        </p:grpSpPr>
        <p:sp>
          <p:nvSpPr>
            <p:cNvPr id="20169" name="Google Shape;20169;p144"/>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144"/>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144"/>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144"/>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144"/>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144"/>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144"/>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144"/>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144"/>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144"/>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144"/>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144"/>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144"/>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144"/>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3" name="Google Shape;20183;p144"/>
          <p:cNvGrpSpPr/>
          <p:nvPr/>
        </p:nvGrpSpPr>
        <p:grpSpPr>
          <a:xfrm>
            <a:off x="7050889" y="2728856"/>
            <a:ext cx="363529" cy="339513"/>
            <a:chOff x="7050889" y="2913503"/>
            <a:chExt cx="363529" cy="339513"/>
          </a:xfrm>
        </p:grpSpPr>
        <p:sp>
          <p:nvSpPr>
            <p:cNvPr id="20184" name="Google Shape;20184;p144"/>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144"/>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144"/>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144"/>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144"/>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144"/>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144"/>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144"/>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144"/>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3" name="Google Shape;20193;p144"/>
          <p:cNvGrpSpPr/>
          <p:nvPr/>
        </p:nvGrpSpPr>
        <p:grpSpPr>
          <a:xfrm>
            <a:off x="7510900" y="1796814"/>
            <a:ext cx="372937" cy="360629"/>
            <a:chOff x="7510900" y="1981462"/>
            <a:chExt cx="372937" cy="360629"/>
          </a:xfrm>
        </p:grpSpPr>
        <p:sp>
          <p:nvSpPr>
            <p:cNvPr id="20194" name="Google Shape;20194;p144"/>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144"/>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144"/>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144"/>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144"/>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144"/>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144"/>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144"/>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144"/>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144"/>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144"/>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144"/>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144"/>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144"/>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144"/>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144"/>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0" name="Google Shape;20210;p144"/>
          <p:cNvGrpSpPr/>
          <p:nvPr/>
        </p:nvGrpSpPr>
        <p:grpSpPr>
          <a:xfrm>
            <a:off x="6599476" y="2733612"/>
            <a:ext cx="360629" cy="329975"/>
            <a:chOff x="6599476" y="2918260"/>
            <a:chExt cx="360629" cy="329975"/>
          </a:xfrm>
        </p:grpSpPr>
        <p:sp>
          <p:nvSpPr>
            <p:cNvPr id="20211" name="Google Shape;20211;p144"/>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144"/>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144"/>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144"/>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144"/>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144"/>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144"/>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144"/>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144"/>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144"/>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144"/>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144"/>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144"/>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144"/>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144"/>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144"/>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144"/>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144"/>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144"/>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144"/>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144"/>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144"/>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144"/>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144"/>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144"/>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6" name="Google Shape;20236;p144"/>
          <p:cNvGrpSpPr/>
          <p:nvPr/>
        </p:nvGrpSpPr>
        <p:grpSpPr>
          <a:xfrm>
            <a:off x="5290499" y="2296886"/>
            <a:ext cx="360628" cy="247292"/>
            <a:chOff x="5290499" y="2481533"/>
            <a:chExt cx="360628" cy="247292"/>
          </a:xfrm>
        </p:grpSpPr>
        <p:sp>
          <p:nvSpPr>
            <p:cNvPr id="20237" name="Google Shape;20237;p144"/>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144"/>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144"/>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144"/>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144"/>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144"/>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144"/>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144"/>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144"/>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144"/>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144"/>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144"/>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144"/>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144"/>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144"/>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144"/>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144"/>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144"/>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144"/>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144"/>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144"/>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144"/>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144"/>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144"/>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144"/>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144"/>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144"/>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4" name="Google Shape;20264;p144"/>
          <p:cNvGrpSpPr/>
          <p:nvPr/>
        </p:nvGrpSpPr>
        <p:grpSpPr>
          <a:xfrm>
            <a:off x="6201923" y="1796866"/>
            <a:ext cx="351325" cy="360576"/>
            <a:chOff x="6201923" y="1981514"/>
            <a:chExt cx="351325" cy="360576"/>
          </a:xfrm>
        </p:grpSpPr>
        <p:sp>
          <p:nvSpPr>
            <p:cNvPr id="20265" name="Google Shape;20265;p144"/>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144"/>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144"/>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144"/>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144"/>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144"/>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144"/>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2" name="Google Shape;20272;p144"/>
          <p:cNvGrpSpPr/>
          <p:nvPr/>
        </p:nvGrpSpPr>
        <p:grpSpPr>
          <a:xfrm>
            <a:off x="4894461" y="3156044"/>
            <a:ext cx="312884" cy="360785"/>
            <a:chOff x="4894461" y="3340691"/>
            <a:chExt cx="312884" cy="360785"/>
          </a:xfrm>
        </p:grpSpPr>
        <p:sp>
          <p:nvSpPr>
            <p:cNvPr id="20273" name="Google Shape;20273;p144"/>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144"/>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144"/>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144"/>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144"/>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144"/>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144"/>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144"/>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144"/>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144"/>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144"/>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144"/>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144"/>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144"/>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144"/>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144"/>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9" name="Google Shape;20289;p144"/>
          <p:cNvGrpSpPr/>
          <p:nvPr/>
        </p:nvGrpSpPr>
        <p:grpSpPr>
          <a:xfrm>
            <a:off x="5339237" y="1316603"/>
            <a:ext cx="245541" cy="360629"/>
            <a:chOff x="5339237" y="1501251"/>
            <a:chExt cx="245541" cy="360629"/>
          </a:xfrm>
        </p:grpSpPr>
        <p:sp>
          <p:nvSpPr>
            <p:cNvPr id="20290" name="Google Shape;20290;p144"/>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144"/>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144"/>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144"/>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144"/>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144"/>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144"/>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144"/>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144"/>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144"/>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144"/>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144"/>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144"/>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144"/>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144"/>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144"/>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144"/>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144"/>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144"/>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144"/>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144"/>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144"/>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144"/>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144"/>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144"/>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144"/>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144"/>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144"/>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144"/>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144"/>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144"/>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144"/>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144"/>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144"/>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144"/>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144"/>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144"/>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144"/>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144"/>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144"/>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144"/>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144"/>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2" name="Google Shape;20332;p144"/>
          <p:cNvGrpSpPr/>
          <p:nvPr/>
        </p:nvGrpSpPr>
        <p:grpSpPr>
          <a:xfrm>
            <a:off x="7959464" y="2289568"/>
            <a:ext cx="370428" cy="261926"/>
            <a:chOff x="7959464" y="2474216"/>
            <a:chExt cx="370428" cy="261926"/>
          </a:xfrm>
        </p:grpSpPr>
        <p:sp>
          <p:nvSpPr>
            <p:cNvPr id="20333" name="Google Shape;20333;p144"/>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144"/>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144"/>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144"/>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144"/>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144"/>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144"/>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144"/>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144"/>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144"/>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144"/>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144"/>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5" name="Google Shape;20345;p144"/>
          <p:cNvGrpSpPr/>
          <p:nvPr/>
        </p:nvGrpSpPr>
        <p:grpSpPr>
          <a:xfrm>
            <a:off x="7518687" y="2273262"/>
            <a:ext cx="360629" cy="294461"/>
            <a:chOff x="7518687" y="2457909"/>
            <a:chExt cx="360629" cy="294461"/>
          </a:xfrm>
        </p:grpSpPr>
        <p:sp>
          <p:nvSpPr>
            <p:cNvPr id="20346" name="Google Shape;20346;p144"/>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144"/>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144"/>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144"/>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144"/>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144"/>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144"/>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144"/>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144"/>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144"/>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144"/>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144"/>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144"/>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144"/>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144"/>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144"/>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144"/>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144"/>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144"/>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5" name="Google Shape;20365;p144"/>
          <p:cNvGrpSpPr/>
          <p:nvPr/>
        </p:nvGrpSpPr>
        <p:grpSpPr>
          <a:xfrm>
            <a:off x="7086220" y="1796919"/>
            <a:ext cx="343799" cy="360524"/>
            <a:chOff x="7086220" y="1981566"/>
            <a:chExt cx="343799" cy="360524"/>
          </a:xfrm>
        </p:grpSpPr>
        <p:sp>
          <p:nvSpPr>
            <p:cNvPr id="20366" name="Google Shape;20366;p144"/>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144"/>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144"/>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144"/>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144"/>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144"/>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144"/>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144"/>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144"/>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144"/>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144"/>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144"/>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144"/>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144"/>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144"/>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144"/>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2" name="Google Shape;20382;p144"/>
          <p:cNvGrpSpPr/>
          <p:nvPr/>
        </p:nvGrpSpPr>
        <p:grpSpPr>
          <a:xfrm>
            <a:off x="6141112" y="2742915"/>
            <a:ext cx="368416" cy="311369"/>
            <a:chOff x="6141112" y="2927563"/>
            <a:chExt cx="368416" cy="311369"/>
          </a:xfrm>
        </p:grpSpPr>
        <p:sp>
          <p:nvSpPr>
            <p:cNvPr id="20383" name="Google Shape;20383;p144"/>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144"/>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144"/>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144"/>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144"/>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144"/>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144"/>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0" name="Google Shape;20390;p144"/>
          <p:cNvGrpSpPr/>
          <p:nvPr/>
        </p:nvGrpSpPr>
        <p:grpSpPr>
          <a:xfrm>
            <a:off x="7520699" y="2718298"/>
            <a:ext cx="335489" cy="360629"/>
            <a:chOff x="7520699" y="2902946"/>
            <a:chExt cx="335489" cy="360629"/>
          </a:xfrm>
        </p:grpSpPr>
        <p:sp>
          <p:nvSpPr>
            <p:cNvPr id="20391" name="Google Shape;20391;p144"/>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144"/>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144"/>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144"/>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144"/>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144"/>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144"/>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144"/>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144"/>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144"/>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144"/>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144"/>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144"/>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144"/>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144"/>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6" name="Google Shape;20406;p144"/>
          <p:cNvGrpSpPr/>
          <p:nvPr/>
        </p:nvGrpSpPr>
        <p:grpSpPr>
          <a:xfrm>
            <a:off x="7988340" y="2718298"/>
            <a:ext cx="308886" cy="360628"/>
            <a:chOff x="7988340" y="2902946"/>
            <a:chExt cx="308886" cy="360628"/>
          </a:xfrm>
        </p:grpSpPr>
        <p:sp>
          <p:nvSpPr>
            <p:cNvPr id="20407" name="Google Shape;20407;p144"/>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144"/>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144"/>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144"/>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144"/>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144"/>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144"/>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144"/>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144"/>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144"/>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144"/>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144"/>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144"/>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144"/>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144"/>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144"/>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144"/>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144"/>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144"/>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144"/>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144"/>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144"/>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144"/>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0" name="Google Shape;20430;p144"/>
          <p:cNvGrpSpPr/>
          <p:nvPr/>
        </p:nvGrpSpPr>
        <p:grpSpPr>
          <a:xfrm>
            <a:off x="5690039" y="2718351"/>
            <a:ext cx="362902" cy="360498"/>
            <a:chOff x="5690039" y="2902998"/>
            <a:chExt cx="362902" cy="360498"/>
          </a:xfrm>
        </p:grpSpPr>
        <p:sp>
          <p:nvSpPr>
            <p:cNvPr id="20431" name="Google Shape;20431;p144"/>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144"/>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144"/>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144"/>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144"/>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144"/>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144"/>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8" name="Google Shape;20438;p144"/>
          <p:cNvGrpSpPr/>
          <p:nvPr/>
        </p:nvGrpSpPr>
        <p:grpSpPr>
          <a:xfrm>
            <a:off x="4871935" y="1316342"/>
            <a:ext cx="258503" cy="360890"/>
            <a:chOff x="4871935" y="1500990"/>
            <a:chExt cx="258503" cy="360890"/>
          </a:xfrm>
        </p:grpSpPr>
        <p:sp>
          <p:nvSpPr>
            <p:cNvPr id="20439" name="Google Shape;20439;p144"/>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144"/>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144"/>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144"/>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144"/>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144"/>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144"/>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144"/>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144"/>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144"/>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144"/>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144"/>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144"/>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144"/>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53" name="Google Shape;20453;p144"/>
          <p:cNvSpPr/>
          <p:nvPr/>
        </p:nvSpPr>
        <p:spPr>
          <a:xfrm>
            <a:off x="6342646"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54" name="Google Shape;20454;p144"/>
          <p:cNvGrpSpPr/>
          <p:nvPr/>
        </p:nvGrpSpPr>
        <p:grpSpPr>
          <a:xfrm>
            <a:off x="6265764" y="1316603"/>
            <a:ext cx="234983" cy="360629"/>
            <a:chOff x="6265764" y="1501251"/>
            <a:chExt cx="234983" cy="360629"/>
          </a:xfrm>
        </p:grpSpPr>
        <p:sp>
          <p:nvSpPr>
            <p:cNvPr id="20455" name="Google Shape;20455;p144"/>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144"/>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144"/>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144"/>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144"/>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144"/>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144"/>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144"/>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144"/>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144"/>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144"/>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144"/>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7" name="Google Shape;20467;p144"/>
          <p:cNvGrpSpPr/>
          <p:nvPr/>
        </p:nvGrpSpPr>
        <p:grpSpPr>
          <a:xfrm>
            <a:off x="6193639" y="3217351"/>
            <a:ext cx="360628" cy="238250"/>
            <a:chOff x="6193639" y="3401998"/>
            <a:chExt cx="360628" cy="238250"/>
          </a:xfrm>
        </p:grpSpPr>
        <p:sp>
          <p:nvSpPr>
            <p:cNvPr id="20468" name="Google Shape;20468;p144"/>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144"/>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144"/>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144"/>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144"/>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144"/>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144"/>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144"/>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144"/>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144"/>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144"/>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9" name="Google Shape;20479;p144"/>
          <p:cNvGrpSpPr/>
          <p:nvPr/>
        </p:nvGrpSpPr>
        <p:grpSpPr>
          <a:xfrm>
            <a:off x="5801625" y="1316603"/>
            <a:ext cx="246037" cy="360629"/>
            <a:chOff x="5801625" y="1501251"/>
            <a:chExt cx="246037" cy="360629"/>
          </a:xfrm>
        </p:grpSpPr>
        <p:sp>
          <p:nvSpPr>
            <p:cNvPr id="20480" name="Google Shape;20480;p144"/>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144"/>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144"/>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144"/>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144"/>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144"/>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144"/>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144"/>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144"/>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144"/>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144"/>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144"/>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144"/>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144"/>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144"/>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144"/>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144"/>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144"/>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144"/>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9" name="Google Shape;20499;p144"/>
          <p:cNvGrpSpPr/>
          <p:nvPr/>
        </p:nvGrpSpPr>
        <p:grpSpPr>
          <a:xfrm>
            <a:off x="6641680" y="1796814"/>
            <a:ext cx="352083" cy="360864"/>
            <a:chOff x="6641680" y="1981462"/>
            <a:chExt cx="352083" cy="360864"/>
          </a:xfrm>
        </p:grpSpPr>
        <p:sp>
          <p:nvSpPr>
            <p:cNvPr id="20500" name="Google Shape;20500;p144"/>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144"/>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144"/>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144"/>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144"/>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144"/>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144"/>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144"/>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144"/>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144"/>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144"/>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144"/>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144"/>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144"/>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144"/>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144"/>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144"/>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144"/>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144"/>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144"/>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144"/>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144"/>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144"/>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144"/>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144"/>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144"/>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144"/>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144"/>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8" name="Google Shape;20528;p144"/>
          <p:cNvGrpSpPr/>
          <p:nvPr/>
        </p:nvGrpSpPr>
        <p:grpSpPr>
          <a:xfrm>
            <a:off x="7205332" y="1316603"/>
            <a:ext cx="198032" cy="360629"/>
            <a:chOff x="7205332" y="1501251"/>
            <a:chExt cx="198032" cy="360629"/>
          </a:xfrm>
        </p:grpSpPr>
        <p:sp>
          <p:nvSpPr>
            <p:cNvPr id="20529" name="Google Shape;20529;p144"/>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144"/>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144"/>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144"/>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144"/>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144"/>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144"/>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144"/>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144"/>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144"/>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144"/>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144"/>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144"/>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144"/>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144"/>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144"/>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144"/>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144"/>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144"/>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144"/>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9" name="Google Shape;20549;p144"/>
          <p:cNvGrpSpPr/>
          <p:nvPr/>
        </p:nvGrpSpPr>
        <p:grpSpPr>
          <a:xfrm>
            <a:off x="7688313" y="1316603"/>
            <a:ext cx="153058" cy="360628"/>
            <a:chOff x="7688313" y="1501251"/>
            <a:chExt cx="153058" cy="360628"/>
          </a:xfrm>
        </p:grpSpPr>
        <p:sp>
          <p:nvSpPr>
            <p:cNvPr id="20550" name="Google Shape;20550;p144"/>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144"/>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144"/>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144"/>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144"/>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144"/>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144"/>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144"/>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144"/>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144"/>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144"/>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144"/>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144"/>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144"/>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144"/>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144"/>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6" name="Google Shape;20566;p144"/>
          <p:cNvGrpSpPr/>
          <p:nvPr/>
        </p:nvGrpSpPr>
        <p:grpSpPr>
          <a:xfrm>
            <a:off x="8150179" y="1316603"/>
            <a:ext cx="150811" cy="360629"/>
            <a:chOff x="8150179" y="1501251"/>
            <a:chExt cx="150811" cy="360629"/>
          </a:xfrm>
        </p:grpSpPr>
        <p:sp>
          <p:nvSpPr>
            <p:cNvPr id="20567" name="Google Shape;20567;p144"/>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144"/>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144"/>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144"/>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144"/>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144"/>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144"/>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144"/>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144"/>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76" name="Google Shape;20576;p144"/>
          <p:cNvSpPr/>
          <p:nvPr/>
        </p:nvSpPr>
        <p:spPr>
          <a:xfrm>
            <a:off x="4948085"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77" name="Google Shape;20577;p144"/>
          <p:cNvGrpSpPr/>
          <p:nvPr/>
        </p:nvGrpSpPr>
        <p:grpSpPr>
          <a:xfrm>
            <a:off x="4877867" y="2718298"/>
            <a:ext cx="170149" cy="360629"/>
            <a:chOff x="4877867" y="2902946"/>
            <a:chExt cx="170149" cy="360629"/>
          </a:xfrm>
        </p:grpSpPr>
        <p:sp>
          <p:nvSpPr>
            <p:cNvPr id="20578" name="Google Shape;20578;p144"/>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144"/>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144"/>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144"/>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144"/>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144"/>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144"/>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144"/>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144"/>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144"/>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144"/>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144"/>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144"/>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1" name="Google Shape;20591;p144"/>
          <p:cNvGrpSpPr/>
          <p:nvPr/>
        </p:nvGrpSpPr>
        <p:grpSpPr>
          <a:xfrm>
            <a:off x="6741689" y="1316028"/>
            <a:ext cx="207962" cy="361203"/>
            <a:chOff x="6741689" y="1500676"/>
            <a:chExt cx="207962" cy="361203"/>
          </a:xfrm>
        </p:grpSpPr>
        <p:sp>
          <p:nvSpPr>
            <p:cNvPr id="20592" name="Google Shape;20592;p144"/>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144"/>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144"/>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144"/>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144"/>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144"/>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144"/>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144"/>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144"/>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144"/>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144"/>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144"/>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144"/>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144"/>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144"/>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144"/>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144"/>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144"/>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144"/>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1" name="Google Shape;20611;p144"/>
          <p:cNvGrpSpPr/>
          <p:nvPr/>
        </p:nvGrpSpPr>
        <p:grpSpPr>
          <a:xfrm>
            <a:off x="5752627" y="3245757"/>
            <a:ext cx="360628" cy="181464"/>
            <a:chOff x="5752627" y="3430404"/>
            <a:chExt cx="360628" cy="181464"/>
          </a:xfrm>
        </p:grpSpPr>
        <p:sp>
          <p:nvSpPr>
            <p:cNvPr id="20612" name="Google Shape;20612;p144"/>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144"/>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144"/>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144"/>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144"/>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144"/>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144"/>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144"/>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144"/>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144"/>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144"/>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144"/>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144"/>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144"/>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144"/>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144"/>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144"/>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144"/>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144"/>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144"/>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144"/>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144"/>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144"/>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144"/>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144"/>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144"/>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144"/>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144"/>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0" name="Google Shape;20640;p144"/>
          <p:cNvGrpSpPr/>
          <p:nvPr/>
        </p:nvGrpSpPr>
        <p:grpSpPr>
          <a:xfrm>
            <a:off x="5235700" y="2718351"/>
            <a:ext cx="361909" cy="360759"/>
            <a:chOff x="5235700" y="2902998"/>
            <a:chExt cx="361909" cy="360759"/>
          </a:xfrm>
        </p:grpSpPr>
        <p:sp>
          <p:nvSpPr>
            <p:cNvPr id="20641" name="Google Shape;20641;p144"/>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144"/>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144"/>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144"/>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144"/>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144"/>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144"/>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8" name="Google Shape;20648;p144"/>
          <p:cNvGrpSpPr/>
          <p:nvPr/>
        </p:nvGrpSpPr>
        <p:grpSpPr>
          <a:xfrm>
            <a:off x="6634912" y="3210321"/>
            <a:ext cx="360367" cy="252309"/>
            <a:chOff x="6634912" y="3394969"/>
            <a:chExt cx="360367" cy="252309"/>
          </a:xfrm>
        </p:grpSpPr>
        <p:sp>
          <p:nvSpPr>
            <p:cNvPr id="20649" name="Google Shape;20649;p144"/>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144"/>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144"/>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144"/>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144"/>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144"/>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144"/>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144"/>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144"/>
            <p:cNvSpPr/>
            <p:nvPr/>
          </p:nvSpPr>
          <p:spPr>
            <a:xfrm>
              <a:off x="6833414" y="3519594"/>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144"/>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144"/>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144"/>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144"/>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2" name="Google Shape;20662;p144"/>
          <p:cNvGrpSpPr/>
          <p:nvPr/>
        </p:nvGrpSpPr>
        <p:grpSpPr>
          <a:xfrm>
            <a:off x="7059330" y="3156148"/>
            <a:ext cx="377170" cy="360655"/>
            <a:chOff x="7059330" y="3340796"/>
            <a:chExt cx="377170" cy="360655"/>
          </a:xfrm>
        </p:grpSpPr>
        <p:sp>
          <p:nvSpPr>
            <p:cNvPr id="20663" name="Google Shape;20663;p144"/>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144"/>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144"/>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144"/>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144"/>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144"/>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144"/>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144"/>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144"/>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144"/>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144"/>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144"/>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5" name="Google Shape;20675;p144"/>
          <p:cNvGrpSpPr/>
          <p:nvPr/>
        </p:nvGrpSpPr>
        <p:grpSpPr>
          <a:xfrm>
            <a:off x="7957948" y="3190983"/>
            <a:ext cx="360629" cy="291012"/>
            <a:chOff x="7957948" y="3375631"/>
            <a:chExt cx="360629" cy="291012"/>
          </a:xfrm>
        </p:grpSpPr>
        <p:sp>
          <p:nvSpPr>
            <p:cNvPr id="20676" name="Google Shape;20676;p144"/>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144"/>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144"/>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144"/>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144"/>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144"/>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144"/>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144"/>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144"/>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144"/>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144"/>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144"/>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144"/>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144"/>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144"/>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144"/>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144"/>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144"/>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4" name="Google Shape;20694;p144"/>
          <p:cNvGrpSpPr/>
          <p:nvPr/>
        </p:nvGrpSpPr>
        <p:grpSpPr>
          <a:xfrm>
            <a:off x="6198656" y="3683241"/>
            <a:ext cx="347562" cy="227954"/>
            <a:chOff x="6198656" y="3867888"/>
            <a:chExt cx="347562" cy="227954"/>
          </a:xfrm>
        </p:grpSpPr>
        <p:sp>
          <p:nvSpPr>
            <p:cNvPr id="20695" name="Google Shape;20695;p144"/>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144"/>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144"/>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144"/>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144"/>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144"/>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144"/>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144"/>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144"/>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144"/>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144"/>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6" name="Google Shape;20706;p144"/>
          <p:cNvGrpSpPr/>
          <p:nvPr/>
        </p:nvGrpSpPr>
        <p:grpSpPr>
          <a:xfrm>
            <a:off x="5706895" y="3634504"/>
            <a:ext cx="349392" cy="325454"/>
            <a:chOff x="5706895" y="3819151"/>
            <a:chExt cx="349392" cy="325454"/>
          </a:xfrm>
        </p:grpSpPr>
        <p:sp>
          <p:nvSpPr>
            <p:cNvPr id="20707" name="Google Shape;20707;p144"/>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144"/>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144"/>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144"/>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144"/>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144"/>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144"/>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144"/>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144"/>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144"/>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144"/>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144"/>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144"/>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144"/>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144"/>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2" name="Google Shape;20722;p144"/>
          <p:cNvGrpSpPr/>
          <p:nvPr/>
        </p:nvGrpSpPr>
        <p:grpSpPr>
          <a:xfrm>
            <a:off x="7648618" y="3156096"/>
            <a:ext cx="97265" cy="360393"/>
            <a:chOff x="7648618" y="3340744"/>
            <a:chExt cx="97265" cy="360393"/>
          </a:xfrm>
        </p:grpSpPr>
        <p:sp>
          <p:nvSpPr>
            <p:cNvPr id="20723" name="Google Shape;20723;p144"/>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144"/>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144"/>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6" name="Google Shape;20726;p144"/>
          <p:cNvGrpSpPr/>
          <p:nvPr/>
        </p:nvGrpSpPr>
        <p:grpSpPr>
          <a:xfrm>
            <a:off x="7164356" y="3606019"/>
            <a:ext cx="385507" cy="382501"/>
            <a:chOff x="7164356" y="3790667"/>
            <a:chExt cx="385507" cy="382501"/>
          </a:xfrm>
        </p:grpSpPr>
        <p:sp>
          <p:nvSpPr>
            <p:cNvPr id="20727" name="Google Shape;20727;p144"/>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144"/>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144"/>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144"/>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144"/>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144"/>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144"/>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144"/>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144"/>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144"/>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144"/>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144"/>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144"/>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144"/>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144"/>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144"/>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144"/>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144"/>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144"/>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144"/>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144"/>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144"/>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144"/>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144"/>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1" name="Google Shape;20751;p144"/>
          <p:cNvGrpSpPr/>
          <p:nvPr/>
        </p:nvGrpSpPr>
        <p:grpSpPr>
          <a:xfrm>
            <a:off x="6670400" y="3641821"/>
            <a:ext cx="387911" cy="310846"/>
            <a:chOff x="6670400" y="3826468"/>
            <a:chExt cx="387911" cy="310846"/>
          </a:xfrm>
        </p:grpSpPr>
        <p:sp>
          <p:nvSpPr>
            <p:cNvPr id="20752" name="Google Shape;20752;p144"/>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144"/>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144"/>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144"/>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144"/>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144"/>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144"/>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144"/>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144"/>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144"/>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144"/>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144"/>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144"/>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144"/>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144"/>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144"/>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144"/>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144"/>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0" name="Google Shape;20770;p144"/>
          <p:cNvGrpSpPr/>
          <p:nvPr/>
        </p:nvGrpSpPr>
        <p:grpSpPr>
          <a:xfrm>
            <a:off x="7662181" y="3618798"/>
            <a:ext cx="302823" cy="360498"/>
            <a:chOff x="7662181" y="3803446"/>
            <a:chExt cx="302823" cy="360498"/>
          </a:xfrm>
        </p:grpSpPr>
        <p:sp>
          <p:nvSpPr>
            <p:cNvPr id="20771" name="Google Shape;20771;p144"/>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144"/>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144"/>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144"/>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144"/>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144"/>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144"/>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144"/>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144"/>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144"/>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1" name="Google Shape;20781;p144"/>
          <p:cNvGrpSpPr/>
          <p:nvPr/>
        </p:nvGrpSpPr>
        <p:grpSpPr>
          <a:xfrm>
            <a:off x="5206562" y="3619347"/>
            <a:ext cx="363895" cy="355663"/>
            <a:chOff x="5206562" y="3803994"/>
            <a:chExt cx="363895" cy="355663"/>
          </a:xfrm>
        </p:grpSpPr>
        <p:sp>
          <p:nvSpPr>
            <p:cNvPr id="20782" name="Google Shape;20782;p144"/>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144"/>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144"/>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144"/>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144"/>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144"/>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144"/>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144"/>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144"/>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144"/>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144"/>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144"/>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144"/>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144"/>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96" name="Google Shape;20796;p144"/>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20797" name="Google Shape;20797;p144"/>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801" name="Shape 20801"/>
        <p:cNvGrpSpPr/>
        <p:nvPr/>
      </p:nvGrpSpPr>
      <p:grpSpPr>
        <a:xfrm>
          <a:off x="0" y="0"/>
          <a:ext cx="0" cy="0"/>
          <a:chOff x="0" y="0"/>
          <a:chExt cx="0" cy="0"/>
        </a:xfrm>
      </p:grpSpPr>
      <p:grpSp>
        <p:nvGrpSpPr>
          <p:cNvPr id="20802" name="Google Shape;20802;p145"/>
          <p:cNvGrpSpPr/>
          <p:nvPr/>
        </p:nvGrpSpPr>
        <p:grpSpPr>
          <a:xfrm>
            <a:off x="4682526" y="1512217"/>
            <a:ext cx="369948" cy="370132"/>
            <a:chOff x="4682526" y="1512217"/>
            <a:chExt cx="369948" cy="370132"/>
          </a:xfrm>
        </p:grpSpPr>
        <p:sp>
          <p:nvSpPr>
            <p:cNvPr id="20803" name="Google Shape;20803;p145"/>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145"/>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145"/>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145"/>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145"/>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145"/>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145"/>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145"/>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145"/>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145"/>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145"/>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145"/>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145"/>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145"/>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145"/>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8" name="Google Shape;20818;p145"/>
          <p:cNvGrpSpPr/>
          <p:nvPr/>
        </p:nvGrpSpPr>
        <p:grpSpPr>
          <a:xfrm>
            <a:off x="3592433" y="1980212"/>
            <a:ext cx="381542" cy="370079"/>
            <a:chOff x="3592433" y="1980212"/>
            <a:chExt cx="381542" cy="370079"/>
          </a:xfrm>
        </p:grpSpPr>
        <p:sp>
          <p:nvSpPr>
            <p:cNvPr id="20819" name="Google Shape;20819;p145"/>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145"/>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145"/>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145"/>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145"/>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145"/>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145"/>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145"/>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145"/>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145"/>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145"/>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145"/>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1" name="Google Shape;20831;p145"/>
          <p:cNvGrpSpPr/>
          <p:nvPr/>
        </p:nvGrpSpPr>
        <p:grpSpPr>
          <a:xfrm>
            <a:off x="1398582" y="2973490"/>
            <a:ext cx="371391" cy="235126"/>
            <a:chOff x="1398582" y="2973490"/>
            <a:chExt cx="371391" cy="235126"/>
          </a:xfrm>
        </p:grpSpPr>
        <p:sp>
          <p:nvSpPr>
            <p:cNvPr id="20832" name="Google Shape;20832;p145"/>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145"/>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145"/>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145"/>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145"/>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145"/>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145"/>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145"/>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145"/>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145"/>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145"/>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145"/>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145"/>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145"/>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145"/>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7" name="Google Shape;20847;p145"/>
          <p:cNvGrpSpPr/>
          <p:nvPr/>
        </p:nvGrpSpPr>
        <p:grpSpPr>
          <a:xfrm>
            <a:off x="850795" y="1512217"/>
            <a:ext cx="370132" cy="370132"/>
            <a:chOff x="850795" y="1512217"/>
            <a:chExt cx="370132" cy="370132"/>
          </a:xfrm>
        </p:grpSpPr>
        <p:sp>
          <p:nvSpPr>
            <p:cNvPr id="20848" name="Google Shape;20848;p145"/>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145"/>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145"/>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145"/>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145"/>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145"/>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145"/>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145"/>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145"/>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145"/>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145"/>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145"/>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145"/>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145"/>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145"/>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145"/>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145"/>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145"/>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6" name="Google Shape;20866;p145"/>
          <p:cNvGrpSpPr/>
          <p:nvPr/>
        </p:nvGrpSpPr>
        <p:grpSpPr>
          <a:xfrm>
            <a:off x="8038497" y="2906079"/>
            <a:ext cx="236568" cy="370105"/>
            <a:chOff x="8038497" y="2906079"/>
            <a:chExt cx="236568" cy="370105"/>
          </a:xfrm>
        </p:grpSpPr>
        <p:sp>
          <p:nvSpPr>
            <p:cNvPr id="20867" name="Google Shape;20867;p145"/>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145"/>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145"/>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145"/>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145"/>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145"/>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145"/>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4" name="Google Shape;20874;p145"/>
          <p:cNvGrpSpPr/>
          <p:nvPr/>
        </p:nvGrpSpPr>
        <p:grpSpPr>
          <a:xfrm>
            <a:off x="6324130" y="1566303"/>
            <a:ext cx="370630" cy="261802"/>
            <a:chOff x="6324130" y="1566303"/>
            <a:chExt cx="370630" cy="261802"/>
          </a:xfrm>
        </p:grpSpPr>
        <p:sp>
          <p:nvSpPr>
            <p:cNvPr id="20875" name="Google Shape;20875;p145"/>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145"/>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145"/>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145"/>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145"/>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145"/>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145"/>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145"/>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145"/>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145"/>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145"/>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145"/>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145"/>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145"/>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145"/>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145"/>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145"/>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2" name="Google Shape;20892;p145"/>
          <p:cNvGrpSpPr/>
          <p:nvPr/>
        </p:nvGrpSpPr>
        <p:grpSpPr>
          <a:xfrm>
            <a:off x="5232280" y="2026587"/>
            <a:ext cx="370840" cy="353213"/>
            <a:chOff x="5232280" y="2026587"/>
            <a:chExt cx="370840" cy="353213"/>
          </a:xfrm>
        </p:grpSpPr>
        <p:sp>
          <p:nvSpPr>
            <p:cNvPr id="20893" name="Google Shape;20893;p145"/>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145"/>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145"/>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145"/>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145"/>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145"/>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145"/>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145"/>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145"/>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145"/>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3" name="Google Shape;20903;p145"/>
          <p:cNvGrpSpPr/>
          <p:nvPr/>
        </p:nvGrpSpPr>
        <p:grpSpPr>
          <a:xfrm>
            <a:off x="7968961" y="2435329"/>
            <a:ext cx="379548" cy="365331"/>
            <a:chOff x="7968961" y="2435329"/>
            <a:chExt cx="379548" cy="365331"/>
          </a:xfrm>
        </p:grpSpPr>
        <p:sp>
          <p:nvSpPr>
            <p:cNvPr id="20904" name="Google Shape;20904;p145"/>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145"/>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145"/>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145"/>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145"/>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145"/>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0" name="Google Shape;20910;p145"/>
          <p:cNvGrpSpPr/>
          <p:nvPr/>
        </p:nvGrpSpPr>
        <p:grpSpPr>
          <a:xfrm>
            <a:off x="4136679" y="2115323"/>
            <a:ext cx="373305" cy="223217"/>
            <a:chOff x="4136679" y="2115323"/>
            <a:chExt cx="373305" cy="223217"/>
          </a:xfrm>
        </p:grpSpPr>
        <p:sp>
          <p:nvSpPr>
            <p:cNvPr id="20911" name="Google Shape;20911;p145"/>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145"/>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145"/>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145"/>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5" name="Google Shape;20915;p145"/>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145"/>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145"/>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145"/>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145"/>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145"/>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1" name="Google Shape;20921;p145"/>
          <p:cNvGrpSpPr/>
          <p:nvPr/>
        </p:nvGrpSpPr>
        <p:grpSpPr>
          <a:xfrm>
            <a:off x="7423823" y="2464077"/>
            <a:ext cx="372046" cy="307730"/>
            <a:chOff x="7423823" y="2464077"/>
            <a:chExt cx="372046" cy="307730"/>
          </a:xfrm>
        </p:grpSpPr>
        <p:sp>
          <p:nvSpPr>
            <p:cNvPr id="20922" name="Google Shape;20922;p145"/>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145"/>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145"/>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145"/>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145"/>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145"/>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145"/>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145"/>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145"/>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145"/>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145"/>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145"/>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145"/>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5" name="Google Shape;20935;p145"/>
          <p:cNvGrpSpPr/>
          <p:nvPr/>
        </p:nvGrpSpPr>
        <p:grpSpPr>
          <a:xfrm>
            <a:off x="3882511" y="3365156"/>
            <a:ext cx="295061" cy="370263"/>
            <a:chOff x="3882511" y="3365156"/>
            <a:chExt cx="295061" cy="370263"/>
          </a:xfrm>
        </p:grpSpPr>
        <p:sp>
          <p:nvSpPr>
            <p:cNvPr id="20936" name="Google Shape;20936;p145"/>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145"/>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145"/>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145"/>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145"/>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1" name="Google Shape;20941;p145"/>
          <p:cNvGrpSpPr/>
          <p:nvPr/>
        </p:nvGrpSpPr>
        <p:grpSpPr>
          <a:xfrm>
            <a:off x="5229788" y="1512217"/>
            <a:ext cx="370132" cy="370132"/>
            <a:chOff x="5229788" y="1512217"/>
            <a:chExt cx="370132" cy="370132"/>
          </a:xfrm>
        </p:grpSpPr>
        <p:sp>
          <p:nvSpPr>
            <p:cNvPr id="20942" name="Google Shape;20942;p145"/>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145"/>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145"/>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145"/>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145"/>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145"/>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145"/>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145"/>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145"/>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145"/>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145"/>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145"/>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145"/>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145"/>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145"/>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145"/>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145"/>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9" name="Google Shape;20959;p145"/>
          <p:cNvGrpSpPr/>
          <p:nvPr/>
        </p:nvGrpSpPr>
        <p:grpSpPr>
          <a:xfrm>
            <a:off x="6041869" y="3365392"/>
            <a:ext cx="373882" cy="370053"/>
            <a:chOff x="6041869" y="3365392"/>
            <a:chExt cx="373882" cy="370053"/>
          </a:xfrm>
        </p:grpSpPr>
        <p:sp>
          <p:nvSpPr>
            <p:cNvPr id="20960" name="Google Shape;20960;p145"/>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145"/>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145"/>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145"/>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145"/>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145"/>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145"/>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145"/>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145"/>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145"/>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0" name="Google Shape;20970;p145"/>
          <p:cNvGrpSpPr/>
          <p:nvPr/>
        </p:nvGrpSpPr>
        <p:grpSpPr>
          <a:xfrm>
            <a:off x="4684309" y="2087493"/>
            <a:ext cx="374748" cy="279140"/>
            <a:chOff x="4684309" y="2087493"/>
            <a:chExt cx="374748" cy="279140"/>
          </a:xfrm>
        </p:grpSpPr>
        <p:sp>
          <p:nvSpPr>
            <p:cNvPr id="20971" name="Google Shape;20971;p145"/>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145"/>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145"/>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145"/>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145"/>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145"/>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145"/>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145"/>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145"/>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145"/>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145"/>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145"/>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3" name="Google Shape;20983;p145"/>
          <p:cNvGrpSpPr/>
          <p:nvPr/>
        </p:nvGrpSpPr>
        <p:grpSpPr>
          <a:xfrm>
            <a:off x="7521110" y="2906131"/>
            <a:ext cx="175400" cy="370053"/>
            <a:chOff x="7521110" y="2906131"/>
            <a:chExt cx="175400" cy="370053"/>
          </a:xfrm>
        </p:grpSpPr>
        <p:sp>
          <p:nvSpPr>
            <p:cNvPr id="20984" name="Google Shape;20984;p145"/>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145"/>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145"/>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145"/>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145"/>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145"/>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145"/>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145"/>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145"/>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3" name="Google Shape;20993;p145"/>
          <p:cNvGrpSpPr/>
          <p:nvPr/>
        </p:nvGrpSpPr>
        <p:grpSpPr>
          <a:xfrm>
            <a:off x="3586925" y="1523286"/>
            <a:ext cx="371023" cy="347915"/>
            <a:chOff x="3586925" y="1523286"/>
            <a:chExt cx="371023" cy="347915"/>
          </a:xfrm>
        </p:grpSpPr>
        <p:sp>
          <p:nvSpPr>
            <p:cNvPr id="20994" name="Google Shape;20994;p145"/>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145"/>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145"/>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145"/>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145"/>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145"/>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145"/>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145"/>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145"/>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145"/>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145"/>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145"/>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145"/>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145"/>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145"/>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145"/>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145"/>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145"/>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145"/>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3" name="Google Shape;21013;p145"/>
          <p:cNvGrpSpPr/>
          <p:nvPr/>
        </p:nvGrpSpPr>
        <p:grpSpPr>
          <a:xfrm>
            <a:off x="6876009" y="2475461"/>
            <a:ext cx="370158" cy="285120"/>
            <a:chOff x="6876009" y="2475461"/>
            <a:chExt cx="370158" cy="285120"/>
          </a:xfrm>
        </p:grpSpPr>
        <p:sp>
          <p:nvSpPr>
            <p:cNvPr id="21014" name="Google Shape;21014;p145"/>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145"/>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145"/>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145"/>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145"/>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145"/>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145"/>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145"/>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145"/>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3" name="Google Shape;21023;p145"/>
          <p:cNvGrpSpPr/>
          <p:nvPr/>
        </p:nvGrpSpPr>
        <p:grpSpPr>
          <a:xfrm>
            <a:off x="6328222" y="2445847"/>
            <a:ext cx="370158" cy="344269"/>
            <a:chOff x="6328222" y="2445847"/>
            <a:chExt cx="370158" cy="344269"/>
          </a:xfrm>
        </p:grpSpPr>
        <p:sp>
          <p:nvSpPr>
            <p:cNvPr id="21024" name="Google Shape;21024;p145"/>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145"/>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145"/>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145"/>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145"/>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145"/>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145"/>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145"/>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2" name="Google Shape;21032;p145"/>
          <p:cNvGrpSpPr/>
          <p:nvPr/>
        </p:nvGrpSpPr>
        <p:grpSpPr>
          <a:xfrm>
            <a:off x="5249540" y="2432942"/>
            <a:ext cx="351639" cy="370184"/>
            <a:chOff x="5249540" y="2432942"/>
            <a:chExt cx="351639" cy="370184"/>
          </a:xfrm>
        </p:grpSpPr>
        <p:sp>
          <p:nvSpPr>
            <p:cNvPr id="21033" name="Google Shape;21033;p145"/>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145"/>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145"/>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145"/>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145"/>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145"/>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145"/>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0" name="Google Shape;21040;p145"/>
          <p:cNvGrpSpPr/>
          <p:nvPr/>
        </p:nvGrpSpPr>
        <p:grpSpPr>
          <a:xfrm>
            <a:off x="4137047" y="2482176"/>
            <a:ext cx="371102" cy="271585"/>
            <a:chOff x="4137047" y="2482176"/>
            <a:chExt cx="371102" cy="271585"/>
          </a:xfrm>
        </p:grpSpPr>
        <p:sp>
          <p:nvSpPr>
            <p:cNvPr id="21041" name="Google Shape;21041;p145"/>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145"/>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145"/>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145"/>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145"/>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145"/>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145"/>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145"/>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145"/>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145"/>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145"/>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2" name="Google Shape;21052;p145"/>
          <p:cNvGrpSpPr/>
          <p:nvPr/>
        </p:nvGrpSpPr>
        <p:grpSpPr>
          <a:xfrm>
            <a:off x="4686434" y="2432916"/>
            <a:ext cx="367377" cy="370079"/>
            <a:chOff x="4686434" y="2432916"/>
            <a:chExt cx="367377" cy="370079"/>
          </a:xfrm>
        </p:grpSpPr>
        <p:sp>
          <p:nvSpPr>
            <p:cNvPr id="21053" name="Google Shape;21053;p145"/>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145"/>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145"/>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145"/>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145"/>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145"/>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145"/>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145"/>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145"/>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145"/>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145"/>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4" name="Google Shape;21064;p145"/>
          <p:cNvGrpSpPr/>
          <p:nvPr/>
        </p:nvGrpSpPr>
        <p:grpSpPr>
          <a:xfrm>
            <a:off x="6328222" y="2056306"/>
            <a:ext cx="372099" cy="293986"/>
            <a:chOff x="6328222" y="2056306"/>
            <a:chExt cx="372099" cy="293986"/>
          </a:xfrm>
        </p:grpSpPr>
        <p:sp>
          <p:nvSpPr>
            <p:cNvPr id="21065" name="Google Shape;21065;p145"/>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145"/>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145"/>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145"/>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145"/>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145"/>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145"/>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145"/>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145"/>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4" name="Google Shape;21074;p145"/>
          <p:cNvGrpSpPr/>
          <p:nvPr/>
        </p:nvGrpSpPr>
        <p:grpSpPr>
          <a:xfrm>
            <a:off x="5789327" y="2432968"/>
            <a:ext cx="352531" cy="370132"/>
            <a:chOff x="5789327" y="2432968"/>
            <a:chExt cx="352531" cy="370132"/>
          </a:xfrm>
        </p:grpSpPr>
        <p:sp>
          <p:nvSpPr>
            <p:cNvPr id="21075" name="Google Shape;21075;p145"/>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145"/>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145"/>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145"/>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145"/>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145"/>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145"/>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145"/>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145"/>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145"/>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5" name="Google Shape;21085;p145"/>
          <p:cNvGrpSpPr/>
          <p:nvPr/>
        </p:nvGrpSpPr>
        <p:grpSpPr>
          <a:xfrm>
            <a:off x="874612" y="1980134"/>
            <a:ext cx="322314" cy="370158"/>
            <a:chOff x="874612" y="1980134"/>
            <a:chExt cx="322314" cy="370158"/>
          </a:xfrm>
        </p:grpSpPr>
        <p:sp>
          <p:nvSpPr>
            <p:cNvPr id="21086" name="Google Shape;21086;p145"/>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145"/>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145"/>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145"/>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145"/>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145"/>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145"/>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145"/>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145"/>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145"/>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145"/>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145"/>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145"/>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145"/>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145"/>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145"/>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145"/>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3" name="Google Shape;21103;p145"/>
          <p:cNvGrpSpPr/>
          <p:nvPr/>
        </p:nvGrpSpPr>
        <p:grpSpPr>
          <a:xfrm>
            <a:off x="3039662" y="2514780"/>
            <a:ext cx="374223" cy="329764"/>
            <a:chOff x="3039662" y="2514780"/>
            <a:chExt cx="374223" cy="329764"/>
          </a:xfrm>
        </p:grpSpPr>
        <p:sp>
          <p:nvSpPr>
            <p:cNvPr id="21104" name="Google Shape;21104;p145"/>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145"/>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145"/>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145"/>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145"/>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145"/>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145"/>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145"/>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145"/>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145"/>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145"/>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145"/>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145"/>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145"/>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145"/>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145"/>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145"/>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145"/>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2" name="Google Shape;21122;p145"/>
          <p:cNvGrpSpPr/>
          <p:nvPr/>
        </p:nvGrpSpPr>
        <p:grpSpPr>
          <a:xfrm>
            <a:off x="1946369" y="2563122"/>
            <a:ext cx="374066" cy="233395"/>
            <a:chOff x="1946369" y="2563122"/>
            <a:chExt cx="374066" cy="233395"/>
          </a:xfrm>
        </p:grpSpPr>
        <p:sp>
          <p:nvSpPr>
            <p:cNvPr id="21123" name="Google Shape;21123;p145"/>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145"/>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145"/>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145"/>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145"/>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145"/>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145"/>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145"/>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1" name="Google Shape;21131;p145"/>
          <p:cNvGrpSpPr/>
          <p:nvPr/>
        </p:nvGrpSpPr>
        <p:grpSpPr>
          <a:xfrm>
            <a:off x="4135263" y="2906184"/>
            <a:ext cx="374040" cy="370184"/>
            <a:chOff x="4135263" y="2906184"/>
            <a:chExt cx="374040" cy="370184"/>
          </a:xfrm>
        </p:grpSpPr>
        <p:sp>
          <p:nvSpPr>
            <p:cNvPr id="21132" name="Google Shape;21132;p145"/>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145"/>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145"/>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5" name="Google Shape;21135;p145"/>
          <p:cNvGrpSpPr/>
          <p:nvPr/>
        </p:nvGrpSpPr>
        <p:grpSpPr>
          <a:xfrm>
            <a:off x="4683601" y="2906184"/>
            <a:ext cx="372676" cy="370184"/>
            <a:chOff x="4683601" y="2906184"/>
            <a:chExt cx="372676" cy="370184"/>
          </a:xfrm>
        </p:grpSpPr>
        <p:sp>
          <p:nvSpPr>
            <p:cNvPr id="21136" name="Google Shape;21136;p145"/>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145"/>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145"/>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145"/>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145"/>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145"/>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2" name="Google Shape;21142;p145"/>
          <p:cNvGrpSpPr/>
          <p:nvPr/>
        </p:nvGrpSpPr>
        <p:grpSpPr>
          <a:xfrm>
            <a:off x="870808" y="2906053"/>
            <a:ext cx="329134" cy="370132"/>
            <a:chOff x="870808" y="2906053"/>
            <a:chExt cx="329134" cy="370132"/>
          </a:xfrm>
        </p:grpSpPr>
        <p:sp>
          <p:nvSpPr>
            <p:cNvPr id="21143" name="Google Shape;21143;p145"/>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145"/>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145"/>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145"/>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145"/>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145"/>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145"/>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145"/>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145"/>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2" name="Google Shape;21152;p145"/>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145"/>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145"/>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145"/>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145"/>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145"/>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145"/>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145"/>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145"/>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145"/>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2" name="Google Shape;21162;p145"/>
          <p:cNvGrpSpPr/>
          <p:nvPr/>
        </p:nvGrpSpPr>
        <p:grpSpPr>
          <a:xfrm>
            <a:off x="1943878" y="2909069"/>
            <a:ext cx="374774" cy="364282"/>
            <a:chOff x="1943878" y="2909069"/>
            <a:chExt cx="374774" cy="364282"/>
          </a:xfrm>
        </p:grpSpPr>
        <p:sp>
          <p:nvSpPr>
            <p:cNvPr id="21163" name="Google Shape;21163;p145"/>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145"/>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145"/>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145"/>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145"/>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145"/>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145"/>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145"/>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145"/>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145"/>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145"/>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145"/>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145"/>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145"/>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145"/>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145"/>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145"/>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145"/>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145"/>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145"/>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145"/>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4" name="Google Shape;21184;p145"/>
          <p:cNvGrpSpPr/>
          <p:nvPr/>
        </p:nvGrpSpPr>
        <p:grpSpPr>
          <a:xfrm>
            <a:off x="1128072" y="3365261"/>
            <a:ext cx="328872" cy="370158"/>
            <a:chOff x="1128072" y="3365261"/>
            <a:chExt cx="328872" cy="370158"/>
          </a:xfrm>
        </p:grpSpPr>
        <p:sp>
          <p:nvSpPr>
            <p:cNvPr id="21185" name="Google Shape;21185;p145"/>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145"/>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145"/>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145"/>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145"/>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145"/>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145"/>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145"/>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145"/>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145"/>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145"/>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145"/>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145"/>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145"/>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145"/>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145"/>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145"/>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145"/>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145"/>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145"/>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145"/>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145"/>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145"/>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145"/>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145"/>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145"/>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145"/>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145"/>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145"/>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145"/>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145"/>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145"/>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145"/>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145"/>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145"/>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145"/>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145"/>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145"/>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145"/>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145"/>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145"/>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145"/>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145"/>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145"/>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9" name="Google Shape;21229;p145"/>
          <p:cNvGrpSpPr/>
          <p:nvPr/>
        </p:nvGrpSpPr>
        <p:grpSpPr>
          <a:xfrm>
            <a:off x="5776868" y="1515181"/>
            <a:ext cx="370866" cy="364151"/>
            <a:chOff x="5776868" y="1515181"/>
            <a:chExt cx="370866" cy="364151"/>
          </a:xfrm>
        </p:grpSpPr>
        <p:sp>
          <p:nvSpPr>
            <p:cNvPr id="21230" name="Google Shape;21230;p145"/>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145"/>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145"/>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145"/>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145"/>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145"/>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145"/>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145"/>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145"/>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145"/>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145"/>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145"/>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145"/>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145"/>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145"/>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145"/>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145"/>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7" name="Google Shape;21247;p145"/>
          <p:cNvGrpSpPr/>
          <p:nvPr/>
        </p:nvGrpSpPr>
        <p:grpSpPr>
          <a:xfrm>
            <a:off x="3577849" y="2432942"/>
            <a:ext cx="393660" cy="370079"/>
            <a:chOff x="3577849" y="2432942"/>
            <a:chExt cx="393660" cy="370079"/>
          </a:xfrm>
        </p:grpSpPr>
        <p:sp>
          <p:nvSpPr>
            <p:cNvPr id="21248" name="Google Shape;21248;p145"/>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145"/>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145"/>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145"/>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145"/>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145"/>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145"/>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145"/>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145"/>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145"/>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8" name="Google Shape;21258;p145"/>
          <p:cNvGrpSpPr/>
          <p:nvPr/>
        </p:nvGrpSpPr>
        <p:grpSpPr>
          <a:xfrm>
            <a:off x="2493999" y="2927037"/>
            <a:ext cx="370132" cy="328164"/>
            <a:chOff x="2493999" y="2927037"/>
            <a:chExt cx="370132" cy="328164"/>
          </a:xfrm>
        </p:grpSpPr>
        <p:sp>
          <p:nvSpPr>
            <p:cNvPr id="21259" name="Google Shape;21259;p145"/>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145"/>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145"/>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145"/>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145"/>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145"/>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145"/>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145"/>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145"/>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145"/>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145"/>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145"/>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1" name="Google Shape;21271;p145"/>
          <p:cNvGrpSpPr/>
          <p:nvPr/>
        </p:nvGrpSpPr>
        <p:grpSpPr>
          <a:xfrm>
            <a:off x="3589417" y="2950696"/>
            <a:ext cx="370315" cy="281028"/>
            <a:chOff x="3589417" y="2950696"/>
            <a:chExt cx="370315" cy="281028"/>
          </a:xfrm>
        </p:grpSpPr>
        <p:sp>
          <p:nvSpPr>
            <p:cNvPr id="21272" name="Google Shape;21272;p145"/>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145"/>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145"/>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145"/>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145"/>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145"/>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145"/>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145"/>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145"/>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145"/>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145"/>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145"/>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145"/>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145"/>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145"/>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145"/>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145"/>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145"/>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145"/>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145"/>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2" name="Google Shape;21292;p145"/>
          <p:cNvGrpSpPr/>
          <p:nvPr/>
        </p:nvGrpSpPr>
        <p:grpSpPr>
          <a:xfrm>
            <a:off x="3032711" y="2911718"/>
            <a:ext cx="396125" cy="359062"/>
            <a:chOff x="3032711" y="2911718"/>
            <a:chExt cx="396125" cy="359062"/>
          </a:xfrm>
        </p:grpSpPr>
        <p:sp>
          <p:nvSpPr>
            <p:cNvPr id="21293" name="Google Shape;21293;p145"/>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145"/>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145"/>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145"/>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145"/>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145"/>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145"/>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145"/>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145"/>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145"/>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145"/>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145"/>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5" name="Google Shape;21305;p145"/>
          <p:cNvGrpSpPr/>
          <p:nvPr/>
        </p:nvGrpSpPr>
        <p:grpSpPr>
          <a:xfrm>
            <a:off x="7417764" y="1513397"/>
            <a:ext cx="373174" cy="367692"/>
            <a:chOff x="7417764" y="1513397"/>
            <a:chExt cx="373174" cy="367692"/>
          </a:xfrm>
        </p:grpSpPr>
        <p:sp>
          <p:nvSpPr>
            <p:cNvPr id="21306" name="Google Shape;21306;p145"/>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145"/>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145"/>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145"/>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145"/>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145"/>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145"/>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145"/>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145"/>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145"/>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145"/>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145"/>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145"/>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145"/>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145"/>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145"/>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145"/>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145"/>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145"/>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5" name="Google Shape;21325;p145"/>
          <p:cNvGrpSpPr/>
          <p:nvPr/>
        </p:nvGrpSpPr>
        <p:grpSpPr>
          <a:xfrm>
            <a:off x="6871944" y="1514368"/>
            <a:ext cx="370132" cy="365672"/>
            <a:chOff x="6871944" y="1514368"/>
            <a:chExt cx="370132" cy="365672"/>
          </a:xfrm>
        </p:grpSpPr>
        <p:sp>
          <p:nvSpPr>
            <p:cNvPr id="21326" name="Google Shape;21326;p145"/>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145"/>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145"/>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145"/>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145"/>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145"/>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145"/>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145"/>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145"/>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145"/>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145"/>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145"/>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145"/>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145"/>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145"/>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145"/>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145"/>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145"/>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4" name="Google Shape;21344;p145"/>
          <p:cNvGrpSpPr/>
          <p:nvPr/>
        </p:nvGrpSpPr>
        <p:grpSpPr>
          <a:xfrm>
            <a:off x="6561931" y="3365261"/>
            <a:ext cx="400375" cy="370184"/>
            <a:chOff x="6561931" y="3365261"/>
            <a:chExt cx="400375" cy="370184"/>
          </a:xfrm>
        </p:grpSpPr>
        <p:sp>
          <p:nvSpPr>
            <p:cNvPr id="21345" name="Google Shape;21345;p145"/>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145"/>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145"/>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145"/>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145"/>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145"/>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145"/>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145"/>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145"/>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145"/>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145"/>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145"/>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7" name="Google Shape;21357;p145"/>
          <p:cNvGrpSpPr/>
          <p:nvPr/>
        </p:nvGrpSpPr>
        <p:grpSpPr>
          <a:xfrm>
            <a:off x="1942120" y="1985852"/>
            <a:ext cx="378315" cy="358695"/>
            <a:chOff x="1942120" y="1985852"/>
            <a:chExt cx="378315" cy="358695"/>
          </a:xfrm>
        </p:grpSpPr>
        <p:sp>
          <p:nvSpPr>
            <p:cNvPr id="21358" name="Google Shape;21358;p145"/>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145"/>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145"/>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145"/>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145"/>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3" name="Google Shape;21363;p145"/>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4" name="Google Shape;21364;p145"/>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145"/>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145"/>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145"/>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145"/>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145"/>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145"/>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145"/>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145"/>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145"/>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145"/>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145"/>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145"/>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145"/>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8" name="Google Shape;21378;p145"/>
          <p:cNvGrpSpPr/>
          <p:nvPr/>
        </p:nvGrpSpPr>
        <p:grpSpPr>
          <a:xfrm>
            <a:off x="1401415" y="2429218"/>
            <a:ext cx="364282" cy="374197"/>
            <a:chOff x="1401415" y="2429218"/>
            <a:chExt cx="364282" cy="374197"/>
          </a:xfrm>
        </p:grpSpPr>
        <p:sp>
          <p:nvSpPr>
            <p:cNvPr id="21379" name="Google Shape;21379;p145"/>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145"/>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145"/>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145"/>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145"/>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145"/>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145"/>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145"/>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145"/>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145"/>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145"/>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145"/>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145"/>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145"/>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145"/>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4" name="Google Shape;21394;p145"/>
          <p:cNvGrpSpPr/>
          <p:nvPr/>
        </p:nvGrpSpPr>
        <p:grpSpPr>
          <a:xfrm>
            <a:off x="7110427" y="3365261"/>
            <a:ext cx="400401" cy="370184"/>
            <a:chOff x="7110427" y="3365261"/>
            <a:chExt cx="400401" cy="370184"/>
          </a:xfrm>
        </p:grpSpPr>
        <p:sp>
          <p:nvSpPr>
            <p:cNvPr id="21395" name="Google Shape;21395;p145"/>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145"/>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145"/>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145"/>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145"/>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145"/>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145"/>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2" name="Google Shape;21402;p145"/>
          <p:cNvGrpSpPr/>
          <p:nvPr/>
        </p:nvGrpSpPr>
        <p:grpSpPr>
          <a:xfrm>
            <a:off x="7658949" y="3363137"/>
            <a:ext cx="400375" cy="370132"/>
            <a:chOff x="7658949" y="3363137"/>
            <a:chExt cx="400375" cy="370132"/>
          </a:xfrm>
        </p:grpSpPr>
        <p:sp>
          <p:nvSpPr>
            <p:cNvPr id="21403" name="Google Shape;21403;p145"/>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145"/>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145"/>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145"/>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145"/>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8" name="Google Shape;21408;p145"/>
          <p:cNvGrpSpPr/>
          <p:nvPr/>
        </p:nvGrpSpPr>
        <p:grpSpPr>
          <a:xfrm>
            <a:off x="3304481" y="3379389"/>
            <a:ext cx="356623" cy="370105"/>
            <a:chOff x="3307156" y="3365314"/>
            <a:chExt cx="356623" cy="370105"/>
          </a:xfrm>
        </p:grpSpPr>
        <p:sp>
          <p:nvSpPr>
            <p:cNvPr id="21409" name="Google Shape;21409;p145"/>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145"/>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145"/>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145"/>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145"/>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145"/>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145"/>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145"/>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145"/>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145"/>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145"/>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145"/>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145"/>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145"/>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145"/>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4" name="Google Shape;21424;p145"/>
          <p:cNvGrpSpPr/>
          <p:nvPr/>
        </p:nvGrpSpPr>
        <p:grpSpPr>
          <a:xfrm>
            <a:off x="7422407" y="1980107"/>
            <a:ext cx="372807" cy="370079"/>
            <a:chOff x="7422407" y="1980107"/>
            <a:chExt cx="372807" cy="370079"/>
          </a:xfrm>
        </p:grpSpPr>
        <p:sp>
          <p:nvSpPr>
            <p:cNvPr id="21425" name="Google Shape;21425;p145"/>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145"/>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145"/>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145"/>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145"/>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145"/>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145"/>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145"/>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145"/>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145"/>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145"/>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145"/>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145"/>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38" name="Google Shape;21438;p145"/>
          <p:cNvGrpSpPr/>
          <p:nvPr/>
        </p:nvGrpSpPr>
        <p:grpSpPr>
          <a:xfrm>
            <a:off x="6916141" y="2906184"/>
            <a:ext cx="289737" cy="370394"/>
            <a:chOff x="6916141" y="2906184"/>
            <a:chExt cx="289737" cy="370394"/>
          </a:xfrm>
        </p:grpSpPr>
        <p:sp>
          <p:nvSpPr>
            <p:cNvPr id="21439" name="Google Shape;21439;p145"/>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145"/>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145"/>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145"/>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145"/>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145"/>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5" name="Google Shape;21445;p145"/>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6" name="Google Shape;21446;p145"/>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145"/>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145"/>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145"/>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145"/>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145"/>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145"/>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145"/>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145"/>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145"/>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145"/>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145"/>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145"/>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145"/>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0" name="Google Shape;21460;p145"/>
          <p:cNvGrpSpPr/>
          <p:nvPr/>
        </p:nvGrpSpPr>
        <p:grpSpPr>
          <a:xfrm>
            <a:off x="7970194" y="2013577"/>
            <a:ext cx="372676" cy="331731"/>
            <a:chOff x="7970194" y="2013577"/>
            <a:chExt cx="372676" cy="331731"/>
          </a:xfrm>
        </p:grpSpPr>
        <p:sp>
          <p:nvSpPr>
            <p:cNvPr id="21461" name="Google Shape;21461;p145"/>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145"/>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145"/>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145"/>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5" name="Google Shape;21465;p145"/>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145"/>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145"/>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145"/>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145"/>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145"/>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1" name="Google Shape;21471;p145"/>
          <p:cNvGrpSpPr/>
          <p:nvPr/>
        </p:nvGrpSpPr>
        <p:grpSpPr>
          <a:xfrm>
            <a:off x="1416733" y="1512190"/>
            <a:ext cx="332964" cy="370158"/>
            <a:chOff x="1416733" y="1512190"/>
            <a:chExt cx="332964" cy="370158"/>
          </a:xfrm>
        </p:grpSpPr>
        <p:sp>
          <p:nvSpPr>
            <p:cNvPr id="21472" name="Google Shape;21472;p145"/>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145"/>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145"/>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145"/>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145"/>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145"/>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145"/>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145"/>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145"/>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145"/>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145"/>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145"/>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145"/>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145"/>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145"/>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145"/>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145"/>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145"/>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145"/>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1" name="Google Shape;21491;p145"/>
          <p:cNvGrpSpPr/>
          <p:nvPr/>
        </p:nvGrpSpPr>
        <p:grpSpPr>
          <a:xfrm>
            <a:off x="5246366" y="2906105"/>
            <a:ext cx="342852" cy="370079"/>
            <a:chOff x="5246366" y="2906105"/>
            <a:chExt cx="342852" cy="370079"/>
          </a:xfrm>
        </p:grpSpPr>
        <p:sp>
          <p:nvSpPr>
            <p:cNvPr id="21492" name="Google Shape;21492;p145"/>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145"/>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145"/>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145"/>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145"/>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145"/>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8" name="Google Shape;21498;p145"/>
          <p:cNvGrpSpPr/>
          <p:nvPr/>
        </p:nvGrpSpPr>
        <p:grpSpPr>
          <a:xfrm>
            <a:off x="849667" y="2434883"/>
            <a:ext cx="371259" cy="366249"/>
            <a:chOff x="849667" y="2434883"/>
            <a:chExt cx="371259" cy="366249"/>
          </a:xfrm>
        </p:grpSpPr>
        <p:sp>
          <p:nvSpPr>
            <p:cNvPr id="21499" name="Google Shape;21499;p145"/>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145"/>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145"/>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145"/>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145"/>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145"/>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145"/>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145"/>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145"/>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145"/>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145"/>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145"/>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145"/>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2" name="Google Shape;21512;p145"/>
          <p:cNvGrpSpPr/>
          <p:nvPr/>
        </p:nvGrpSpPr>
        <p:grpSpPr>
          <a:xfrm>
            <a:off x="4417026" y="3365366"/>
            <a:ext cx="332728" cy="370053"/>
            <a:chOff x="4417026" y="3365366"/>
            <a:chExt cx="332728" cy="370053"/>
          </a:xfrm>
        </p:grpSpPr>
        <p:sp>
          <p:nvSpPr>
            <p:cNvPr id="21513" name="Google Shape;21513;p145"/>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145"/>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145"/>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145"/>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145"/>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145"/>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145"/>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145"/>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1" name="Google Shape;21521;p145"/>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145"/>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145"/>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145"/>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145"/>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145"/>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145"/>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145"/>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145"/>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145"/>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1" name="Google Shape;21531;p145"/>
          <p:cNvGrpSpPr/>
          <p:nvPr/>
        </p:nvGrpSpPr>
        <p:grpSpPr>
          <a:xfrm>
            <a:off x="2497068" y="1980186"/>
            <a:ext cx="363994" cy="370105"/>
            <a:chOff x="2497068" y="1980186"/>
            <a:chExt cx="363994" cy="370105"/>
          </a:xfrm>
        </p:grpSpPr>
        <p:sp>
          <p:nvSpPr>
            <p:cNvPr id="21532" name="Google Shape;21532;p145"/>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145"/>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145"/>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145"/>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145"/>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145"/>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8" name="Google Shape;21538;p145"/>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145"/>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145"/>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145"/>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145"/>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145"/>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145"/>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145"/>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145"/>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145"/>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145"/>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145"/>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145"/>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145"/>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145"/>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3" name="Google Shape;21553;p145"/>
          <p:cNvGrpSpPr/>
          <p:nvPr/>
        </p:nvGrpSpPr>
        <p:grpSpPr>
          <a:xfrm>
            <a:off x="5820278" y="2906158"/>
            <a:ext cx="294904" cy="370027"/>
            <a:chOff x="5820278" y="2906158"/>
            <a:chExt cx="294904" cy="370027"/>
          </a:xfrm>
        </p:grpSpPr>
        <p:sp>
          <p:nvSpPr>
            <p:cNvPr id="21554" name="Google Shape;21554;p145"/>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145"/>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6" name="Google Shape;21556;p145"/>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145"/>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145"/>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145"/>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145"/>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1" name="Google Shape;21561;p145"/>
          <p:cNvGrpSpPr/>
          <p:nvPr/>
        </p:nvGrpSpPr>
        <p:grpSpPr>
          <a:xfrm>
            <a:off x="4946819" y="3383229"/>
            <a:ext cx="370132" cy="334223"/>
            <a:chOff x="4946819" y="3383229"/>
            <a:chExt cx="370132" cy="334223"/>
          </a:xfrm>
        </p:grpSpPr>
        <p:sp>
          <p:nvSpPr>
            <p:cNvPr id="21562" name="Google Shape;21562;p145"/>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145"/>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145"/>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145"/>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145"/>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145"/>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145"/>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145"/>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145"/>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1" name="Google Shape;21571;p145"/>
          <p:cNvGrpSpPr/>
          <p:nvPr/>
        </p:nvGrpSpPr>
        <p:grpSpPr>
          <a:xfrm>
            <a:off x="3038403" y="1539234"/>
            <a:ext cx="375482" cy="316072"/>
            <a:chOff x="3038403" y="1539234"/>
            <a:chExt cx="375482" cy="316072"/>
          </a:xfrm>
        </p:grpSpPr>
        <p:sp>
          <p:nvSpPr>
            <p:cNvPr id="21572" name="Google Shape;21572;p145"/>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73" name="Google Shape;21573;p145"/>
            <p:cNvGrpSpPr/>
            <p:nvPr/>
          </p:nvGrpSpPr>
          <p:grpSpPr>
            <a:xfrm>
              <a:off x="3038403" y="1539234"/>
              <a:ext cx="375482" cy="316072"/>
              <a:chOff x="3038403" y="1539234"/>
              <a:chExt cx="375482" cy="316072"/>
            </a:xfrm>
          </p:grpSpPr>
          <p:sp>
            <p:nvSpPr>
              <p:cNvPr id="21574" name="Google Shape;21574;p145"/>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145"/>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145"/>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145"/>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145"/>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145"/>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145"/>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145"/>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145"/>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583" name="Google Shape;21583;p145"/>
          <p:cNvGrpSpPr/>
          <p:nvPr/>
        </p:nvGrpSpPr>
        <p:grpSpPr>
          <a:xfrm>
            <a:off x="6332865" y="2906131"/>
            <a:ext cx="360846" cy="370184"/>
            <a:chOff x="6332865" y="2906131"/>
            <a:chExt cx="360846" cy="370184"/>
          </a:xfrm>
        </p:grpSpPr>
        <p:sp>
          <p:nvSpPr>
            <p:cNvPr id="21584" name="Google Shape;21584;p145"/>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145"/>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145"/>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145"/>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145"/>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145"/>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145"/>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145"/>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2" name="Google Shape;21592;p145"/>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3" name="Google Shape;21593;p145"/>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145"/>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5" name="Google Shape;21595;p145"/>
          <p:cNvGrpSpPr/>
          <p:nvPr/>
        </p:nvGrpSpPr>
        <p:grpSpPr>
          <a:xfrm>
            <a:off x="4135079" y="1518066"/>
            <a:ext cx="370132" cy="358223"/>
            <a:chOff x="4135079" y="1518066"/>
            <a:chExt cx="370132" cy="358223"/>
          </a:xfrm>
        </p:grpSpPr>
        <p:sp>
          <p:nvSpPr>
            <p:cNvPr id="21596" name="Google Shape;21596;p145"/>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145"/>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145"/>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145"/>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145"/>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145"/>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145"/>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145"/>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145"/>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145"/>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145"/>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145"/>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145"/>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145"/>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145"/>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1" name="Google Shape;21611;p145"/>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2" name="Google Shape;21612;p145"/>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145"/>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145"/>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5" name="Google Shape;21615;p145"/>
          <p:cNvGrpSpPr/>
          <p:nvPr/>
        </p:nvGrpSpPr>
        <p:grpSpPr>
          <a:xfrm>
            <a:off x="6878869" y="1980134"/>
            <a:ext cx="361240" cy="370158"/>
            <a:chOff x="6878869" y="1980134"/>
            <a:chExt cx="361240" cy="370158"/>
          </a:xfrm>
        </p:grpSpPr>
        <p:sp>
          <p:nvSpPr>
            <p:cNvPr id="21616" name="Google Shape;21616;p145"/>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145"/>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145"/>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145"/>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145"/>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145"/>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145"/>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145"/>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145"/>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145"/>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145"/>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145"/>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145"/>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9" name="Google Shape;21629;p145"/>
          <p:cNvGrpSpPr/>
          <p:nvPr/>
        </p:nvGrpSpPr>
        <p:grpSpPr>
          <a:xfrm>
            <a:off x="2493999" y="2550033"/>
            <a:ext cx="370132" cy="259467"/>
            <a:chOff x="2493999" y="2550033"/>
            <a:chExt cx="370132" cy="259467"/>
          </a:xfrm>
        </p:grpSpPr>
        <p:sp>
          <p:nvSpPr>
            <p:cNvPr id="21630" name="Google Shape;21630;p145"/>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145"/>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145"/>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145"/>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145"/>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145"/>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6" name="Google Shape;21636;p145"/>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145"/>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145"/>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145"/>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145"/>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145"/>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145"/>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145"/>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145"/>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145"/>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145"/>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145"/>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145"/>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9" name="Google Shape;21649;p145"/>
          <p:cNvGrpSpPr/>
          <p:nvPr/>
        </p:nvGrpSpPr>
        <p:grpSpPr>
          <a:xfrm>
            <a:off x="1699703" y="3365261"/>
            <a:ext cx="281054" cy="370158"/>
            <a:chOff x="1699703" y="3365261"/>
            <a:chExt cx="281054" cy="370158"/>
          </a:xfrm>
        </p:grpSpPr>
        <p:sp>
          <p:nvSpPr>
            <p:cNvPr id="21650" name="Google Shape;21650;p145"/>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145"/>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145"/>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145"/>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145"/>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145"/>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145"/>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145"/>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145"/>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145"/>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145"/>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145"/>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145"/>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3" name="Google Shape;21663;p145"/>
          <p:cNvGrpSpPr/>
          <p:nvPr/>
        </p:nvGrpSpPr>
        <p:grpSpPr>
          <a:xfrm>
            <a:off x="7966810" y="1519430"/>
            <a:ext cx="369974" cy="355626"/>
            <a:chOff x="7966810" y="1519430"/>
            <a:chExt cx="369974" cy="355626"/>
          </a:xfrm>
        </p:grpSpPr>
        <p:sp>
          <p:nvSpPr>
            <p:cNvPr id="21664" name="Google Shape;21664;p145"/>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145"/>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145"/>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145"/>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145"/>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145"/>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145"/>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1" name="Google Shape;21671;p145"/>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145"/>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145"/>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145"/>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145"/>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145"/>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145"/>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145"/>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145"/>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0" name="Google Shape;21680;p145"/>
          <p:cNvGrpSpPr/>
          <p:nvPr/>
        </p:nvGrpSpPr>
        <p:grpSpPr>
          <a:xfrm>
            <a:off x="2792628" y="3365340"/>
            <a:ext cx="290445" cy="370079"/>
            <a:chOff x="2792628" y="3365340"/>
            <a:chExt cx="290445" cy="370079"/>
          </a:xfrm>
        </p:grpSpPr>
        <p:sp>
          <p:nvSpPr>
            <p:cNvPr id="21681" name="Google Shape;21681;p145"/>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145"/>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145"/>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145"/>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145"/>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145"/>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145"/>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145"/>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145"/>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145"/>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145"/>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145"/>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145"/>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145"/>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5" name="Google Shape;21695;p145"/>
          <p:cNvGrpSpPr/>
          <p:nvPr/>
        </p:nvGrpSpPr>
        <p:grpSpPr>
          <a:xfrm>
            <a:off x="1389585" y="1988317"/>
            <a:ext cx="388125" cy="353790"/>
            <a:chOff x="1389585" y="1988317"/>
            <a:chExt cx="388125" cy="353790"/>
          </a:xfrm>
        </p:grpSpPr>
        <p:sp>
          <p:nvSpPr>
            <p:cNvPr id="21696" name="Google Shape;21696;p145"/>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145"/>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145"/>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145"/>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145"/>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145"/>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145"/>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145"/>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145"/>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145"/>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145"/>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145"/>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145"/>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145"/>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145"/>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145"/>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145"/>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145"/>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145"/>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145"/>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145"/>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145"/>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8" name="Google Shape;21718;p145"/>
          <p:cNvGrpSpPr/>
          <p:nvPr/>
        </p:nvGrpSpPr>
        <p:grpSpPr>
          <a:xfrm>
            <a:off x="2492924" y="1512190"/>
            <a:ext cx="370158" cy="370158"/>
            <a:chOff x="2492924" y="1512190"/>
            <a:chExt cx="370158" cy="370158"/>
          </a:xfrm>
        </p:grpSpPr>
        <p:sp>
          <p:nvSpPr>
            <p:cNvPr id="21719" name="Google Shape;21719;p145"/>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145"/>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145"/>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145"/>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145"/>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145"/>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145"/>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145"/>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145"/>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145"/>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145"/>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145"/>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145"/>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145"/>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145"/>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145"/>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145"/>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145"/>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145"/>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145"/>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145"/>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145"/>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1" name="Google Shape;21741;p145"/>
          <p:cNvGrpSpPr/>
          <p:nvPr/>
        </p:nvGrpSpPr>
        <p:grpSpPr>
          <a:xfrm>
            <a:off x="1933569" y="1512243"/>
            <a:ext cx="393975" cy="370105"/>
            <a:chOff x="1933569" y="1512243"/>
            <a:chExt cx="393975" cy="370105"/>
          </a:xfrm>
        </p:grpSpPr>
        <p:sp>
          <p:nvSpPr>
            <p:cNvPr id="21742" name="Google Shape;21742;p145"/>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145"/>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4" name="Google Shape;21744;p145"/>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5" name="Google Shape;21745;p145"/>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145"/>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145"/>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145"/>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145"/>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145"/>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145"/>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145"/>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145"/>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145"/>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145"/>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145"/>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145"/>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145"/>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145"/>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145"/>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145"/>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145"/>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145"/>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145"/>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145"/>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145"/>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145"/>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145"/>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145"/>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0" name="Google Shape;21770;p145"/>
          <p:cNvGrpSpPr/>
          <p:nvPr/>
        </p:nvGrpSpPr>
        <p:grpSpPr>
          <a:xfrm>
            <a:off x="2236106" y="3365392"/>
            <a:ext cx="306471" cy="370000"/>
            <a:chOff x="2236106" y="3365392"/>
            <a:chExt cx="306471" cy="370000"/>
          </a:xfrm>
        </p:grpSpPr>
        <p:sp>
          <p:nvSpPr>
            <p:cNvPr id="21771" name="Google Shape;21771;p145"/>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145"/>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3" name="Google Shape;21773;p145"/>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145"/>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145"/>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145"/>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145"/>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145"/>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145"/>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145"/>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145"/>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145"/>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145"/>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145"/>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5" name="Google Shape;21785;p145"/>
          <p:cNvGrpSpPr/>
          <p:nvPr/>
        </p:nvGrpSpPr>
        <p:grpSpPr>
          <a:xfrm>
            <a:off x="5492823" y="3385563"/>
            <a:ext cx="375325" cy="329606"/>
            <a:chOff x="5492823" y="3385563"/>
            <a:chExt cx="375325" cy="329606"/>
          </a:xfrm>
        </p:grpSpPr>
        <p:sp>
          <p:nvSpPr>
            <p:cNvPr id="21786" name="Google Shape;21786;p145"/>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145"/>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145"/>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145"/>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145"/>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145"/>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145"/>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145"/>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145"/>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145"/>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6" name="Google Shape;21796;p145"/>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7" name="Google Shape;21797;p145"/>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145"/>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9" name="Google Shape;21799;p145"/>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0" name="Google Shape;21800;p145"/>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145"/>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145"/>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145"/>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145"/>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145"/>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6" name="Google Shape;21806;p145"/>
          <p:cNvGrpSpPr/>
          <p:nvPr/>
        </p:nvGrpSpPr>
        <p:grpSpPr>
          <a:xfrm>
            <a:off x="3041787" y="2001118"/>
            <a:ext cx="370158" cy="328164"/>
            <a:chOff x="3041787" y="2001118"/>
            <a:chExt cx="370158" cy="328164"/>
          </a:xfrm>
        </p:grpSpPr>
        <p:sp>
          <p:nvSpPr>
            <p:cNvPr id="21807" name="Google Shape;21807;p145"/>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145"/>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145"/>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145"/>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145"/>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145"/>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145"/>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145"/>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145"/>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145"/>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145"/>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145"/>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145"/>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145"/>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145"/>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145"/>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3" name="Google Shape;21823;p145"/>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145"/>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5" name="Google Shape;21825;p145"/>
          <p:cNvGrpSpPr/>
          <p:nvPr/>
        </p:nvGrpSpPr>
        <p:grpSpPr>
          <a:xfrm>
            <a:off x="5779884" y="2039125"/>
            <a:ext cx="372309" cy="328216"/>
            <a:chOff x="5779884" y="2039125"/>
            <a:chExt cx="372309" cy="328216"/>
          </a:xfrm>
        </p:grpSpPr>
        <p:sp>
          <p:nvSpPr>
            <p:cNvPr id="21826" name="Google Shape;21826;p145"/>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145"/>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145"/>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145"/>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145"/>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145"/>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145"/>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145"/>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145"/>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145"/>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145"/>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145"/>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145"/>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39" name="Google Shape;21839;p145"/>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843" name="Shape 21843"/>
        <p:cNvGrpSpPr/>
        <p:nvPr/>
      </p:nvGrpSpPr>
      <p:grpSpPr>
        <a:xfrm>
          <a:off x="0" y="0"/>
          <a:ext cx="0" cy="0"/>
          <a:chOff x="0" y="0"/>
          <a:chExt cx="0" cy="0"/>
        </a:xfrm>
      </p:grpSpPr>
      <p:grpSp>
        <p:nvGrpSpPr>
          <p:cNvPr id="21844" name="Google Shape;21844;p146"/>
          <p:cNvGrpSpPr/>
          <p:nvPr/>
        </p:nvGrpSpPr>
        <p:grpSpPr>
          <a:xfrm>
            <a:off x="878066" y="1981993"/>
            <a:ext cx="354610" cy="372358"/>
            <a:chOff x="878066" y="1981993"/>
            <a:chExt cx="354610" cy="372358"/>
          </a:xfrm>
        </p:grpSpPr>
        <p:sp>
          <p:nvSpPr>
            <p:cNvPr id="21845" name="Google Shape;21845;p146"/>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146"/>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146"/>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146"/>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146"/>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146"/>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146"/>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146"/>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146"/>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146"/>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146"/>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146"/>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146"/>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146"/>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9" name="Google Shape;21859;p146"/>
          <p:cNvGrpSpPr/>
          <p:nvPr/>
        </p:nvGrpSpPr>
        <p:grpSpPr>
          <a:xfrm>
            <a:off x="1345794" y="1982386"/>
            <a:ext cx="371650" cy="371624"/>
            <a:chOff x="1345794" y="1982386"/>
            <a:chExt cx="371650" cy="371624"/>
          </a:xfrm>
        </p:grpSpPr>
        <p:sp>
          <p:nvSpPr>
            <p:cNvPr id="21860" name="Google Shape;21860;p146"/>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146"/>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146"/>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146"/>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146"/>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146"/>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146"/>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7" name="Google Shape;21867;p146"/>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146"/>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146"/>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146"/>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146"/>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146"/>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146"/>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146"/>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146"/>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146"/>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146"/>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146"/>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146"/>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146"/>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146"/>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146"/>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146"/>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146"/>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146"/>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146"/>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146"/>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146"/>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146"/>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146"/>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146"/>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146"/>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146"/>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146"/>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146"/>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146"/>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7" name="Google Shape;21897;p146"/>
          <p:cNvGrpSpPr/>
          <p:nvPr/>
        </p:nvGrpSpPr>
        <p:grpSpPr>
          <a:xfrm>
            <a:off x="1821465" y="1981993"/>
            <a:ext cx="372410" cy="372410"/>
            <a:chOff x="1821465" y="1981993"/>
            <a:chExt cx="372410" cy="372410"/>
          </a:xfrm>
        </p:grpSpPr>
        <p:sp>
          <p:nvSpPr>
            <p:cNvPr id="21898" name="Google Shape;21898;p146"/>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146"/>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146"/>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146"/>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146"/>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146"/>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146"/>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146"/>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6" name="Google Shape;21906;p146"/>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7" name="Google Shape;21907;p146"/>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146"/>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146"/>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146"/>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146"/>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2" name="Google Shape;21912;p146"/>
          <p:cNvGrpSpPr/>
          <p:nvPr/>
        </p:nvGrpSpPr>
        <p:grpSpPr>
          <a:xfrm>
            <a:off x="2276348" y="1981809"/>
            <a:ext cx="415901" cy="372699"/>
            <a:chOff x="2276348" y="1981809"/>
            <a:chExt cx="415901" cy="372699"/>
          </a:xfrm>
        </p:grpSpPr>
        <p:sp>
          <p:nvSpPr>
            <p:cNvPr id="21913" name="Google Shape;21913;p146"/>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146"/>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146"/>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146"/>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146"/>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146"/>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146"/>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0" name="Google Shape;21920;p146"/>
          <p:cNvGrpSpPr/>
          <p:nvPr/>
        </p:nvGrpSpPr>
        <p:grpSpPr>
          <a:xfrm>
            <a:off x="2774354" y="2009990"/>
            <a:ext cx="372017" cy="316310"/>
            <a:chOff x="2774354" y="2009990"/>
            <a:chExt cx="372017" cy="316310"/>
          </a:xfrm>
        </p:grpSpPr>
        <p:sp>
          <p:nvSpPr>
            <p:cNvPr id="21921" name="Google Shape;21921;p146"/>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146"/>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146"/>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146"/>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146"/>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146"/>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146"/>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146"/>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146"/>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146"/>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146"/>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146"/>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146"/>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146"/>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146"/>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146"/>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146"/>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146"/>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146"/>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146"/>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146"/>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146"/>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146"/>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146"/>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5" name="Google Shape;21945;p146"/>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146"/>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7" name="Google Shape;21947;p146"/>
          <p:cNvGrpSpPr/>
          <p:nvPr/>
        </p:nvGrpSpPr>
        <p:grpSpPr>
          <a:xfrm>
            <a:off x="3722682" y="1981993"/>
            <a:ext cx="375818" cy="372043"/>
            <a:chOff x="3722682" y="1981993"/>
            <a:chExt cx="375818" cy="372043"/>
          </a:xfrm>
        </p:grpSpPr>
        <p:sp>
          <p:nvSpPr>
            <p:cNvPr id="21948" name="Google Shape;21948;p146"/>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146"/>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146"/>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146"/>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146"/>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146"/>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146"/>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146"/>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146"/>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146"/>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146"/>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146"/>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146"/>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146"/>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146"/>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3" name="Google Shape;21963;p146"/>
          <p:cNvGrpSpPr/>
          <p:nvPr/>
        </p:nvGrpSpPr>
        <p:grpSpPr>
          <a:xfrm>
            <a:off x="4201394" y="1981809"/>
            <a:ext cx="373538" cy="372305"/>
            <a:chOff x="4201394" y="1981809"/>
            <a:chExt cx="373538" cy="372305"/>
          </a:xfrm>
        </p:grpSpPr>
        <p:sp>
          <p:nvSpPr>
            <p:cNvPr id="21964" name="Google Shape;21964;p146"/>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146"/>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146"/>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146"/>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146"/>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146"/>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146"/>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146"/>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146"/>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146"/>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146"/>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146"/>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146"/>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146"/>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146"/>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146"/>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80" name="Google Shape;21980;p146"/>
          <p:cNvGrpSpPr/>
          <p:nvPr/>
        </p:nvGrpSpPr>
        <p:grpSpPr>
          <a:xfrm>
            <a:off x="4659658" y="1500266"/>
            <a:ext cx="422743" cy="377784"/>
            <a:chOff x="4659658" y="1500266"/>
            <a:chExt cx="422743" cy="377784"/>
          </a:xfrm>
        </p:grpSpPr>
        <p:sp>
          <p:nvSpPr>
            <p:cNvPr id="21981" name="Google Shape;21981;p146"/>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2" name="Google Shape;21982;p146"/>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3" name="Google Shape;21983;p146"/>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146"/>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146"/>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146"/>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7" name="Google Shape;21987;p146"/>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146"/>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146"/>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146"/>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146"/>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146"/>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146"/>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146"/>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146"/>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146"/>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146"/>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8" name="Google Shape;21998;p146"/>
          <p:cNvGrpSpPr/>
          <p:nvPr/>
        </p:nvGrpSpPr>
        <p:grpSpPr>
          <a:xfrm>
            <a:off x="5211406" y="1513504"/>
            <a:ext cx="260394" cy="351202"/>
            <a:chOff x="5211406" y="1513504"/>
            <a:chExt cx="260394" cy="351202"/>
          </a:xfrm>
        </p:grpSpPr>
        <p:sp>
          <p:nvSpPr>
            <p:cNvPr id="21999" name="Google Shape;21999;p146"/>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146"/>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146"/>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146"/>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146"/>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146"/>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146"/>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146"/>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146"/>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146"/>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146"/>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146"/>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146"/>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2" name="Google Shape;22012;p146"/>
          <p:cNvGrpSpPr/>
          <p:nvPr/>
        </p:nvGrpSpPr>
        <p:grpSpPr>
          <a:xfrm>
            <a:off x="5632602" y="1513216"/>
            <a:ext cx="366722" cy="351779"/>
            <a:chOff x="5632602" y="1513216"/>
            <a:chExt cx="366722" cy="351779"/>
          </a:xfrm>
        </p:grpSpPr>
        <p:sp>
          <p:nvSpPr>
            <p:cNvPr id="22013" name="Google Shape;22013;p146"/>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146"/>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146"/>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146"/>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7" name="Google Shape;22017;p146"/>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146"/>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146"/>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146"/>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1" name="Google Shape;22021;p146"/>
          <p:cNvGrpSpPr/>
          <p:nvPr/>
        </p:nvGrpSpPr>
        <p:grpSpPr>
          <a:xfrm>
            <a:off x="6089372" y="1527136"/>
            <a:ext cx="401902" cy="323965"/>
            <a:chOff x="6089372" y="1527136"/>
            <a:chExt cx="401902" cy="323965"/>
          </a:xfrm>
        </p:grpSpPr>
        <p:sp>
          <p:nvSpPr>
            <p:cNvPr id="22022" name="Google Shape;22022;p146"/>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146"/>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146"/>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146"/>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146"/>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146"/>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146"/>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146"/>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146"/>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146"/>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146"/>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146"/>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146"/>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5" name="Google Shape;22035;p146"/>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146"/>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146"/>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146"/>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146"/>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146"/>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1" name="Google Shape;22041;p146"/>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2" name="Google Shape;22042;p146"/>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146"/>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146"/>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146"/>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146"/>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146"/>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146"/>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146"/>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146"/>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146"/>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2" name="Google Shape;22052;p146"/>
          <p:cNvGrpSpPr/>
          <p:nvPr/>
        </p:nvGrpSpPr>
        <p:grpSpPr>
          <a:xfrm>
            <a:off x="6579435" y="1527897"/>
            <a:ext cx="370103" cy="322444"/>
            <a:chOff x="6579435" y="1527897"/>
            <a:chExt cx="370103" cy="322444"/>
          </a:xfrm>
        </p:grpSpPr>
        <p:sp>
          <p:nvSpPr>
            <p:cNvPr id="22053" name="Google Shape;22053;p146"/>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146"/>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146"/>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146"/>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146"/>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146"/>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146"/>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146"/>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146"/>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146"/>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146"/>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146"/>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146"/>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146"/>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146"/>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146"/>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146"/>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146"/>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146"/>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146"/>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146"/>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4" name="Google Shape;22074;p146"/>
          <p:cNvGrpSpPr/>
          <p:nvPr/>
        </p:nvGrpSpPr>
        <p:grpSpPr>
          <a:xfrm>
            <a:off x="6988887" y="1538854"/>
            <a:ext cx="499920" cy="300136"/>
            <a:chOff x="6988887" y="1538854"/>
            <a:chExt cx="499920" cy="300136"/>
          </a:xfrm>
        </p:grpSpPr>
        <p:sp>
          <p:nvSpPr>
            <p:cNvPr id="22075" name="Google Shape;22075;p146"/>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146"/>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146"/>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146"/>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146"/>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146"/>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146"/>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146"/>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146"/>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146"/>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146"/>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146"/>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146"/>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8" name="Google Shape;22088;p146"/>
          <p:cNvGrpSpPr/>
          <p:nvPr/>
        </p:nvGrpSpPr>
        <p:grpSpPr>
          <a:xfrm>
            <a:off x="8050359" y="1520687"/>
            <a:ext cx="279321" cy="336837"/>
            <a:chOff x="8050359" y="1520687"/>
            <a:chExt cx="279321" cy="336837"/>
          </a:xfrm>
        </p:grpSpPr>
        <p:sp>
          <p:nvSpPr>
            <p:cNvPr id="22089" name="Google Shape;22089;p146"/>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146"/>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146"/>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146"/>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146"/>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146"/>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146"/>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146"/>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146"/>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146"/>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146"/>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146"/>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146"/>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2" name="Google Shape;22102;p146"/>
          <p:cNvGrpSpPr/>
          <p:nvPr/>
        </p:nvGrpSpPr>
        <p:grpSpPr>
          <a:xfrm>
            <a:off x="6093907" y="2461832"/>
            <a:ext cx="364441" cy="339091"/>
            <a:chOff x="6093907" y="2461832"/>
            <a:chExt cx="364441" cy="339091"/>
          </a:xfrm>
        </p:grpSpPr>
        <p:sp>
          <p:nvSpPr>
            <p:cNvPr id="22103" name="Google Shape;22103;p146"/>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146"/>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146"/>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146"/>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146"/>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146"/>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146"/>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146"/>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146"/>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146"/>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3" name="Google Shape;22113;p146"/>
          <p:cNvGrpSpPr/>
          <p:nvPr/>
        </p:nvGrpSpPr>
        <p:grpSpPr>
          <a:xfrm>
            <a:off x="4676331" y="1980866"/>
            <a:ext cx="377680" cy="377680"/>
            <a:chOff x="4676331" y="1980866"/>
            <a:chExt cx="377680" cy="377680"/>
          </a:xfrm>
        </p:grpSpPr>
        <p:sp>
          <p:nvSpPr>
            <p:cNvPr id="22114" name="Google Shape;22114;p146"/>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146"/>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146"/>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146"/>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146"/>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146"/>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146"/>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146"/>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146"/>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146"/>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146"/>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146"/>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146"/>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146"/>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146"/>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146"/>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146"/>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146"/>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146"/>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3" name="Google Shape;22133;p146"/>
          <p:cNvGrpSpPr/>
          <p:nvPr/>
        </p:nvGrpSpPr>
        <p:grpSpPr>
          <a:xfrm>
            <a:off x="7526242" y="1522968"/>
            <a:ext cx="357651" cy="332275"/>
            <a:chOff x="7526242" y="1522968"/>
            <a:chExt cx="357651" cy="332275"/>
          </a:xfrm>
        </p:grpSpPr>
        <p:sp>
          <p:nvSpPr>
            <p:cNvPr id="22134" name="Google Shape;22134;p146"/>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146"/>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146"/>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146"/>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146"/>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146"/>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146"/>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146"/>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146"/>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146"/>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146"/>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146"/>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146"/>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7" name="Google Shape;22147;p146"/>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8" name="Google Shape;22148;p146"/>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146"/>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0" name="Google Shape;22150;p146"/>
          <p:cNvGrpSpPr/>
          <p:nvPr/>
        </p:nvGrpSpPr>
        <p:grpSpPr>
          <a:xfrm>
            <a:off x="3250786" y="1982386"/>
            <a:ext cx="371650" cy="371624"/>
            <a:chOff x="3250786" y="1982386"/>
            <a:chExt cx="371650" cy="371624"/>
          </a:xfrm>
        </p:grpSpPr>
        <p:sp>
          <p:nvSpPr>
            <p:cNvPr id="22151" name="Google Shape;22151;p146"/>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146"/>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146"/>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146"/>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146"/>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146"/>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146"/>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146"/>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146"/>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146"/>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146"/>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2" name="Google Shape;22162;p146"/>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146"/>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146"/>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146"/>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146"/>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146"/>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146"/>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146"/>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146"/>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146"/>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146"/>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146"/>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146"/>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146"/>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146"/>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146"/>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146"/>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146"/>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146"/>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1" name="Google Shape;22181;p146"/>
          <p:cNvGrpSpPr/>
          <p:nvPr/>
        </p:nvGrpSpPr>
        <p:grpSpPr>
          <a:xfrm>
            <a:off x="1342386" y="2916322"/>
            <a:ext cx="373538" cy="331515"/>
            <a:chOff x="1342386" y="2916322"/>
            <a:chExt cx="373538" cy="331515"/>
          </a:xfrm>
        </p:grpSpPr>
        <p:sp>
          <p:nvSpPr>
            <p:cNvPr id="22182" name="Google Shape;22182;p146"/>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146"/>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146"/>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146"/>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146"/>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146"/>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146"/>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146"/>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146"/>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146"/>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146"/>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3" name="Google Shape;22193;p146"/>
          <p:cNvGrpSpPr/>
          <p:nvPr/>
        </p:nvGrpSpPr>
        <p:grpSpPr>
          <a:xfrm>
            <a:off x="2294122" y="2946600"/>
            <a:ext cx="373931" cy="271351"/>
            <a:chOff x="2294122" y="2946600"/>
            <a:chExt cx="373931" cy="271351"/>
          </a:xfrm>
        </p:grpSpPr>
        <p:sp>
          <p:nvSpPr>
            <p:cNvPr id="22194" name="Google Shape;22194;p146"/>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146"/>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146"/>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146"/>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146"/>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146"/>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146"/>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146"/>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146"/>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146"/>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4" name="Google Shape;22204;p146"/>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146"/>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146"/>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146"/>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146"/>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146"/>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146"/>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1" name="Google Shape;22211;p146"/>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146"/>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146"/>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146"/>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146"/>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146"/>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146"/>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146"/>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146"/>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146"/>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146"/>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146"/>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146"/>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4" name="Google Shape;22224;p146"/>
          <p:cNvGrpSpPr/>
          <p:nvPr/>
        </p:nvGrpSpPr>
        <p:grpSpPr>
          <a:xfrm>
            <a:off x="2769819" y="2907251"/>
            <a:ext cx="373905" cy="349682"/>
            <a:chOff x="2769819" y="2907251"/>
            <a:chExt cx="373905" cy="349682"/>
          </a:xfrm>
        </p:grpSpPr>
        <p:sp>
          <p:nvSpPr>
            <p:cNvPr id="22225" name="Google Shape;22225;p146"/>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146"/>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146"/>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146"/>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9" name="Google Shape;22229;p146"/>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146"/>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146"/>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146"/>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3" name="Google Shape;22233;p146"/>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4" name="Google Shape;22234;p146"/>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146"/>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146"/>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146"/>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146"/>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146"/>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146"/>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146"/>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2" name="Google Shape;22242;p146"/>
          <p:cNvGrpSpPr/>
          <p:nvPr/>
        </p:nvGrpSpPr>
        <p:grpSpPr>
          <a:xfrm>
            <a:off x="3246251" y="2895245"/>
            <a:ext cx="375792" cy="373800"/>
            <a:chOff x="3246251" y="2895245"/>
            <a:chExt cx="375792" cy="373800"/>
          </a:xfrm>
        </p:grpSpPr>
        <p:sp>
          <p:nvSpPr>
            <p:cNvPr id="22243" name="Google Shape;22243;p146"/>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146"/>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146"/>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6" name="Google Shape;22246;p146"/>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146"/>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146"/>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146"/>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146"/>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146"/>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146"/>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146"/>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146"/>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146"/>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146"/>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7" name="Google Shape;22257;p146"/>
          <p:cNvGrpSpPr/>
          <p:nvPr/>
        </p:nvGrpSpPr>
        <p:grpSpPr>
          <a:xfrm>
            <a:off x="3791182" y="2895454"/>
            <a:ext cx="234650" cy="373590"/>
            <a:chOff x="3791182" y="2895454"/>
            <a:chExt cx="234650" cy="373590"/>
          </a:xfrm>
        </p:grpSpPr>
        <p:sp>
          <p:nvSpPr>
            <p:cNvPr id="22258" name="Google Shape;22258;p146"/>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146"/>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146"/>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146"/>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146"/>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146"/>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146"/>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146"/>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146"/>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7" name="Google Shape;22267;p146"/>
          <p:cNvGrpSpPr/>
          <p:nvPr/>
        </p:nvGrpSpPr>
        <p:grpSpPr>
          <a:xfrm>
            <a:off x="7042995" y="2489463"/>
            <a:ext cx="364441" cy="256225"/>
            <a:chOff x="7042995" y="2489463"/>
            <a:chExt cx="364441" cy="256225"/>
          </a:xfrm>
        </p:grpSpPr>
        <p:sp>
          <p:nvSpPr>
            <p:cNvPr id="22268" name="Google Shape;22268;p146"/>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146"/>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146"/>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146"/>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146"/>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146"/>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146"/>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146"/>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146"/>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7" name="Google Shape;22277;p146"/>
          <p:cNvGrpSpPr/>
          <p:nvPr/>
        </p:nvGrpSpPr>
        <p:grpSpPr>
          <a:xfrm>
            <a:off x="7517172" y="2437007"/>
            <a:ext cx="364284" cy="361243"/>
            <a:chOff x="7517172" y="2437007"/>
            <a:chExt cx="364284" cy="361243"/>
          </a:xfrm>
        </p:grpSpPr>
        <p:sp>
          <p:nvSpPr>
            <p:cNvPr id="22278" name="Google Shape;22278;p146"/>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146"/>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146"/>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146"/>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146"/>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146"/>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146"/>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146"/>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146"/>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146"/>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8" name="Google Shape;22288;p146"/>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9" name="Google Shape;22289;p146"/>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146"/>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146"/>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2" name="Google Shape;22292;p146"/>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3" name="Google Shape;22293;p146"/>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146"/>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146"/>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6" name="Google Shape;22296;p146"/>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7" name="Google Shape;22297;p146"/>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146"/>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9" name="Google Shape;22299;p146"/>
          <p:cNvGrpSpPr/>
          <p:nvPr/>
        </p:nvGrpSpPr>
        <p:grpSpPr>
          <a:xfrm>
            <a:off x="8006475" y="2436954"/>
            <a:ext cx="335290" cy="361321"/>
            <a:chOff x="8006475" y="2436954"/>
            <a:chExt cx="335290" cy="361321"/>
          </a:xfrm>
        </p:grpSpPr>
        <p:sp>
          <p:nvSpPr>
            <p:cNvPr id="22300" name="Google Shape;22300;p146"/>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146"/>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146"/>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3" name="Google Shape;22303;p146"/>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4" name="Google Shape;22304;p146"/>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146"/>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146"/>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146"/>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8" name="Google Shape;22308;p146"/>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9" name="Google Shape;22309;p146"/>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146"/>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146"/>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146"/>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146"/>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146"/>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146"/>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146"/>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146"/>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146"/>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9" name="Google Shape;22319;p146"/>
          <p:cNvGrpSpPr/>
          <p:nvPr/>
        </p:nvGrpSpPr>
        <p:grpSpPr>
          <a:xfrm>
            <a:off x="5596661" y="2909139"/>
            <a:ext cx="394326" cy="349682"/>
            <a:chOff x="5596661" y="2909139"/>
            <a:chExt cx="394326" cy="349682"/>
          </a:xfrm>
        </p:grpSpPr>
        <p:sp>
          <p:nvSpPr>
            <p:cNvPr id="22320" name="Google Shape;22320;p146"/>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146"/>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146"/>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146"/>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146"/>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146"/>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146"/>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146"/>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146"/>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146"/>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146"/>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146"/>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146"/>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3" name="Google Shape;22333;p146"/>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146"/>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146"/>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6" name="Google Shape;22336;p146"/>
          <p:cNvGrpSpPr/>
          <p:nvPr/>
        </p:nvGrpSpPr>
        <p:grpSpPr>
          <a:xfrm>
            <a:off x="874658" y="2914408"/>
            <a:ext cx="356891" cy="335709"/>
            <a:chOff x="874658" y="2914408"/>
            <a:chExt cx="356891" cy="335709"/>
          </a:xfrm>
        </p:grpSpPr>
        <p:sp>
          <p:nvSpPr>
            <p:cNvPr id="22337" name="Google Shape;22337;p146"/>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146"/>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146"/>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146"/>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146"/>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146"/>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146"/>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146"/>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146"/>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146"/>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146"/>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146"/>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146"/>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146"/>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146"/>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2" name="Google Shape;22352;p146"/>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146"/>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146"/>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146"/>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146"/>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7" name="Google Shape;22357;p146"/>
          <p:cNvGrpSpPr/>
          <p:nvPr/>
        </p:nvGrpSpPr>
        <p:grpSpPr>
          <a:xfrm>
            <a:off x="4230912" y="2929193"/>
            <a:ext cx="308813" cy="306165"/>
            <a:chOff x="4230912" y="2929193"/>
            <a:chExt cx="308813" cy="306165"/>
          </a:xfrm>
        </p:grpSpPr>
        <p:sp>
          <p:nvSpPr>
            <p:cNvPr id="22358" name="Google Shape;22358;p146"/>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146"/>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146"/>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146"/>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146"/>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146"/>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146"/>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146"/>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146"/>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146"/>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146"/>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146"/>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146"/>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146"/>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146"/>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3" name="Google Shape;22373;p146"/>
          <p:cNvGrpSpPr/>
          <p:nvPr/>
        </p:nvGrpSpPr>
        <p:grpSpPr>
          <a:xfrm>
            <a:off x="4627886" y="3401089"/>
            <a:ext cx="409111" cy="267944"/>
            <a:chOff x="4627886" y="3401089"/>
            <a:chExt cx="409111" cy="267944"/>
          </a:xfrm>
        </p:grpSpPr>
        <p:sp>
          <p:nvSpPr>
            <p:cNvPr id="22374" name="Google Shape;22374;p146"/>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146"/>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146"/>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7" name="Google Shape;22377;p146"/>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146"/>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146"/>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146"/>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1" name="Google Shape;22381;p146"/>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2" name="Google Shape;22382;p146"/>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146"/>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146"/>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5" name="Google Shape;22385;p146"/>
          <p:cNvGrpSpPr/>
          <p:nvPr/>
        </p:nvGrpSpPr>
        <p:grpSpPr>
          <a:xfrm>
            <a:off x="4652476" y="2898915"/>
            <a:ext cx="386016" cy="384495"/>
            <a:chOff x="4652476" y="2898915"/>
            <a:chExt cx="386016" cy="384495"/>
          </a:xfrm>
        </p:grpSpPr>
        <p:sp>
          <p:nvSpPr>
            <p:cNvPr id="22386" name="Google Shape;22386;p146"/>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146"/>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146"/>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146"/>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146"/>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146"/>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146"/>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146"/>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146"/>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5" name="Google Shape;22395;p146"/>
          <p:cNvGrpSpPr/>
          <p:nvPr/>
        </p:nvGrpSpPr>
        <p:grpSpPr>
          <a:xfrm>
            <a:off x="5156931" y="2922194"/>
            <a:ext cx="324699" cy="347611"/>
            <a:chOff x="5156931" y="2922194"/>
            <a:chExt cx="324699" cy="347611"/>
          </a:xfrm>
        </p:grpSpPr>
        <p:sp>
          <p:nvSpPr>
            <p:cNvPr id="22396" name="Google Shape;22396;p146"/>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146"/>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146"/>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146"/>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0" name="Google Shape;22400;p146"/>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1" name="Google Shape;22401;p146"/>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2" name="Google Shape;22402;p146"/>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146"/>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146"/>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146"/>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146"/>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146"/>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146"/>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146"/>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146"/>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1" name="Google Shape;22411;p146"/>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2" name="Google Shape;22412;p146"/>
          <p:cNvGrpSpPr/>
          <p:nvPr/>
        </p:nvGrpSpPr>
        <p:grpSpPr>
          <a:xfrm>
            <a:off x="6086331" y="2905337"/>
            <a:ext cx="364441" cy="364834"/>
            <a:chOff x="6086331" y="2905337"/>
            <a:chExt cx="364441" cy="364834"/>
          </a:xfrm>
        </p:grpSpPr>
        <p:sp>
          <p:nvSpPr>
            <p:cNvPr id="22413" name="Google Shape;22413;p146"/>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146"/>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146"/>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146"/>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146"/>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146"/>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9" name="Google Shape;22419;p146"/>
          <p:cNvGrpSpPr/>
          <p:nvPr/>
        </p:nvGrpSpPr>
        <p:grpSpPr>
          <a:xfrm>
            <a:off x="6554059" y="2907251"/>
            <a:ext cx="377706" cy="377680"/>
            <a:chOff x="6554059" y="2907251"/>
            <a:chExt cx="377706" cy="377680"/>
          </a:xfrm>
        </p:grpSpPr>
        <p:sp>
          <p:nvSpPr>
            <p:cNvPr id="22420" name="Google Shape;22420;p146"/>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146"/>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146"/>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146"/>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146"/>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146"/>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146"/>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146"/>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146"/>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146"/>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146"/>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146"/>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146"/>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146"/>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4" name="Google Shape;22434;p146"/>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5" name="Google Shape;22435;p146"/>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6" name="Google Shape;22436;p146"/>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7" name="Google Shape;22437;p146"/>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146"/>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146"/>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146"/>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1" name="Google Shape;22441;p146"/>
          <p:cNvGrpSpPr/>
          <p:nvPr/>
        </p:nvGrpSpPr>
        <p:grpSpPr>
          <a:xfrm>
            <a:off x="7491796" y="2945446"/>
            <a:ext cx="400801" cy="317542"/>
            <a:chOff x="7491796" y="2945446"/>
            <a:chExt cx="400801" cy="317542"/>
          </a:xfrm>
        </p:grpSpPr>
        <p:sp>
          <p:nvSpPr>
            <p:cNvPr id="22442" name="Google Shape;22442;p146"/>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146"/>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146"/>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146"/>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146"/>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146"/>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146"/>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146"/>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146"/>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146"/>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146"/>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146"/>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146"/>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5" name="Google Shape;22455;p146"/>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146"/>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146"/>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146"/>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146"/>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146"/>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146"/>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146"/>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146"/>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4" name="Google Shape;22464;p146"/>
          <p:cNvGrpSpPr/>
          <p:nvPr/>
        </p:nvGrpSpPr>
        <p:grpSpPr>
          <a:xfrm>
            <a:off x="7045643" y="2907723"/>
            <a:ext cx="345304" cy="365857"/>
            <a:chOff x="7045643" y="2907723"/>
            <a:chExt cx="345304" cy="365857"/>
          </a:xfrm>
        </p:grpSpPr>
        <p:sp>
          <p:nvSpPr>
            <p:cNvPr id="22465" name="Google Shape;22465;p146"/>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6" name="Google Shape;22466;p146"/>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146"/>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146"/>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146"/>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146"/>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146"/>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146"/>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146"/>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146"/>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146"/>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146"/>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146"/>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146"/>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146"/>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146"/>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1" name="Google Shape;22481;p146"/>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2" name="Google Shape;22482;p146"/>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146"/>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4" name="Google Shape;22484;p146"/>
          <p:cNvGrpSpPr/>
          <p:nvPr/>
        </p:nvGrpSpPr>
        <p:grpSpPr>
          <a:xfrm>
            <a:off x="7992843" y="2907251"/>
            <a:ext cx="347794" cy="366328"/>
            <a:chOff x="7992843" y="2907251"/>
            <a:chExt cx="347794" cy="366328"/>
          </a:xfrm>
        </p:grpSpPr>
        <p:sp>
          <p:nvSpPr>
            <p:cNvPr id="22485" name="Google Shape;22485;p146"/>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146"/>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146"/>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8" name="Google Shape;22488;p146"/>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9" name="Google Shape;22489;p146"/>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146"/>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1" name="Google Shape;22491;p146"/>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146"/>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146"/>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146"/>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146"/>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146"/>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146"/>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146"/>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146"/>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0" name="Google Shape;22500;p146"/>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1" name="Google Shape;22501;p146"/>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146"/>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146"/>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146"/>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146"/>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146"/>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146"/>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146"/>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146"/>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146"/>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146"/>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146"/>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146"/>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146"/>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146"/>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146"/>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146"/>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18" name="Google Shape;22518;p146"/>
          <p:cNvGrpSpPr/>
          <p:nvPr/>
        </p:nvGrpSpPr>
        <p:grpSpPr>
          <a:xfrm>
            <a:off x="873898" y="1512377"/>
            <a:ext cx="398127" cy="353457"/>
            <a:chOff x="873898" y="1512377"/>
            <a:chExt cx="398127" cy="353457"/>
          </a:xfrm>
        </p:grpSpPr>
        <p:sp>
          <p:nvSpPr>
            <p:cNvPr id="22519" name="Google Shape;22519;p146"/>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146"/>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1" name="Google Shape;22521;p146"/>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2" name="Google Shape;22522;p146"/>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146"/>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146"/>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146"/>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146"/>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146"/>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8" name="Google Shape;22528;p146"/>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9" name="Google Shape;22529;p146"/>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146"/>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146"/>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146"/>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146"/>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146"/>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146"/>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146"/>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146"/>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38" name="Google Shape;22538;p146"/>
          <p:cNvGrpSpPr/>
          <p:nvPr/>
        </p:nvGrpSpPr>
        <p:grpSpPr>
          <a:xfrm>
            <a:off x="1424125" y="1515680"/>
            <a:ext cx="246762" cy="347139"/>
            <a:chOff x="1424125" y="1515680"/>
            <a:chExt cx="246762" cy="347139"/>
          </a:xfrm>
        </p:grpSpPr>
        <p:sp>
          <p:nvSpPr>
            <p:cNvPr id="22539" name="Google Shape;22539;p146"/>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146"/>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146"/>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146"/>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146"/>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146"/>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5" name="Google Shape;22545;p146"/>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146"/>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146"/>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146"/>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146"/>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146"/>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1" name="Google Shape;22551;p146"/>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146"/>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146"/>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146"/>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146"/>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146"/>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146"/>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146"/>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9" name="Google Shape;22559;p146"/>
          <p:cNvGrpSpPr/>
          <p:nvPr/>
        </p:nvGrpSpPr>
        <p:grpSpPr>
          <a:xfrm>
            <a:off x="2319498" y="1512744"/>
            <a:ext cx="352697" cy="352723"/>
            <a:chOff x="2319498" y="1512744"/>
            <a:chExt cx="352697" cy="352723"/>
          </a:xfrm>
        </p:grpSpPr>
        <p:sp>
          <p:nvSpPr>
            <p:cNvPr id="22560" name="Google Shape;22560;p146"/>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146"/>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146"/>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146"/>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146"/>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146"/>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6" name="Google Shape;22566;p146"/>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146"/>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146"/>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146"/>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0" name="Google Shape;22570;p146"/>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1" name="Google Shape;22571;p146"/>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146"/>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146"/>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146"/>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146"/>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146"/>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146"/>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146"/>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9" name="Google Shape;22579;p146"/>
          <p:cNvGrpSpPr/>
          <p:nvPr/>
        </p:nvGrpSpPr>
        <p:grpSpPr>
          <a:xfrm>
            <a:off x="4236601" y="1512666"/>
            <a:ext cx="312981" cy="352697"/>
            <a:chOff x="4236601" y="1512666"/>
            <a:chExt cx="312981" cy="352697"/>
          </a:xfrm>
        </p:grpSpPr>
        <p:sp>
          <p:nvSpPr>
            <p:cNvPr id="22580" name="Google Shape;22580;p146"/>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146"/>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146"/>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146"/>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146"/>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5" name="Google Shape;22585;p146"/>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6" name="Google Shape;22586;p146"/>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146"/>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146"/>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9" name="Google Shape;22589;p146"/>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146"/>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146"/>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146"/>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146"/>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94" name="Google Shape;22594;p146"/>
          <p:cNvGrpSpPr/>
          <p:nvPr/>
        </p:nvGrpSpPr>
        <p:grpSpPr>
          <a:xfrm>
            <a:off x="849675" y="3347716"/>
            <a:ext cx="346300" cy="375818"/>
            <a:chOff x="849675" y="3347716"/>
            <a:chExt cx="346300" cy="375818"/>
          </a:xfrm>
        </p:grpSpPr>
        <p:sp>
          <p:nvSpPr>
            <p:cNvPr id="22595" name="Google Shape;22595;p146"/>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146"/>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146"/>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146"/>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146"/>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146"/>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146"/>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146"/>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146"/>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146"/>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146"/>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6" name="Google Shape;22606;p146"/>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146"/>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146"/>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9" name="Google Shape;22609;p146"/>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0" name="Google Shape;22610;p146"/>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1" name="Google Shape;22611;p146"/>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2" name="Google Shape;22612;p146"/>
          <p:cNvGrpSpPr/>
          <p:nvPr/>
        </p:nvGrpSpPr>
        <p:grpSpPr>
          <a:xfrm>
            <a:off x="1324219" y="3399202"/>
            <a:ext cx="376578" cy="272846"/>
            <a:chOff x="1324219" y="3399202"/>
            <a:chExt cx="376578" cy="272846"/>
          </a:xfrm>
        </p:grpSpPr>
        <p:sp>
          <p:nvSpPr>
            <p:cNvPr id="22613" name="Google Shape;22613;p146"/>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146"/>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146"/>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146"/>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146"/>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146"/>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9" name="Google Shape;22619;p146"/>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146"/>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146"/>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146"/>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146"/>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4" name="Google Shape;22624;p146"/>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146"/>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146"/>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146"/>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146"/>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9" name="Google Shape;22629;p146"/>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0" name="Google Shape;22630;p146"/>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146"/>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146"/>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146"/>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146"/>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146"/>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146"/>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146"/>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146"/>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146"/>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146"/>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146"/>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146"/>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146"/>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146"/>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146"/>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46" name="Google Shape;22646;p146"/>
          <p:cNvGrpSpPr/>
          <p:nvPr/>
        </p:nvGrpSpPr>
        <p:grpSpPr>
          <a:xfrm>
            <a:off x="1798763" y="3395401"/>
            <a:ext cx="376185" cy="280448"/>
            <a:chOff x="1798763" y="3395401"/>
            <a:chExt cx="376185" cy="280448"/>
          </a:xfrm>
        </p:grpSpPr>
        <p:sp>
          <p:nvSpPr>
            <p:cNvPr id="22647" name="Google Shape;22647;p146"/>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146"/>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146"/>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146"/>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146"/>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146"/>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146"/>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146"/>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146"/>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6" name="Google Shape;22656;p146"/>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7" name="Google Shape;22657;p146"/>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146"/>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146"/>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146"/>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146"/>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146"/>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146"/>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146"/>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146"/>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146"/>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146"/>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146"/>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146"/>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146"/>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1" name="Google Shape;22671;p146"/>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2" name="Google Shape;22672;p146"/>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3" name="Google Shape;22673;p146"/>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146"/>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146"/>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146"/>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7" name="Google Shape;22677;p146"/>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8" name="Google Shape;22678;p146"/>
          <p:cNvGrpSpPr/>
          <p:nvPr/>
        </p:nvGrpSpPr>
        <p:grpSpPr>
          <a:xfrm>
            <a:off x="2273307" y="3378754"/>
            <a:ext cx="375818" cy="313374"/>
            <a:chOff x="2273307" y="3378754"/>
            <a:chExt cx="375818" cy="313374"/>
          </a:xfrm>
        </p:grpSpPr>
        <p:sp>
          <p:nvSpPr>
            <p:cNvPr id="22679" name="Google Shape;22679;p146"/>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146"/>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146"/>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146"/>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146"/>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146"/>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146"/>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146"/>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7" name="Google Shape;22687;p146"/>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8" name="Google Shape;22688;p146"/>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9" name="Google Shape;22689;p146"/>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0" name="Google Shape;22690;p146"/>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146"/>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146"/>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3" name="Google Shape;22693;p146"/>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4" name="Google Shape;22694;p146"/>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146"/>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146"/>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146"/>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146"/>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146"/>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0" name="Google Shape;22700;p146"/>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1" name="Google Shape;22701;p146"/>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146"/>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146"/>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146"/>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146"/>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146"/>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146"/>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146"/>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146"/>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146"/>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146"/>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2" name="Google Shape;22712;p146"/>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3" name="Google Shape;22713;p146"/>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4" name="Google Shape;22714;p146"/>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5" name="Google Shape;22715;p146"/>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146"/>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146"/>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8" name="Google Shape;22718;p146"/>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9" name="Google Shape;22719;p146"/>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146"/>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146"/>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146"/>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146"/>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146"/>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146"/>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6" name="Google Shape;22726;p146"/>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7" name="Google Shape;22727;p146"/>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146"/>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9" name="Google Shape;22729;p146"/>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0" name="Google Shape;22730;p146"/>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146"/>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146"/>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146"/>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146"/>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5" name="Google Shape;22735;p146"/>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6" name="Google Shape;22736;p146"/>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146"/>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146"/>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146"/>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146"/>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146"/>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146"/>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146"/>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146"/>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146"/>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146"/>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7" name="Google Shape;22747;p146"/>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8" name="Google Shape;22748;p146"/>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146"/>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146"/>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146"/>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146"/>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146"/>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146"/>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146"/>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146"/>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146"/>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8" name="Google Shape;22758;p146"/>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9" name="Google Shape;22759;p146"/>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146"/>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146"/>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146"/>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3" name="Google Shape;22763;p146"/>
          <p:cNvGrpSpPr/>
          <p:nvPr/>
        </p:nvGrpSpPr>
        <p:grpSpPr>
          <a:xfrm>
            <a:off x="2747484" y="3359460"/>
            <a:ext cx="377706" cy="352330"/>
            <a:chOff x="2747484" y="3359460"/>
            <a:chExt cx="377706" cy="352330"/>
          </a:xfrm>
        </p:grpSpPr>
        <p:sp>
          <p:nvSpPr>
            <p:cNvPr id="22764" name="Google Shape;22764;p146"/>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146"/>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146"/>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146"/>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146"/>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146"/>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0" name="Google Shape;22770;p146"/>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1" name="Google Shape;22771;p146"/>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146"/>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3" name="Google Shape;22773;p146"/>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4" name="Google Shape;22774;p146"/>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5" name="Google Shape;22775;p146"/>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146"/>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146"/>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146"/>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9" name="Google Shape;22779;p146"/>
          <p:cNvGrpSpPr/>
          <p:nvPr/>
        </p:nvGrpSpPr>
        <p:grpSpPr>
          <a:xfrm>
            <a:off x="3696205" y="3371938"/>
            <a:ext cx="375792" cy="327373"/>
            <a:chOff x="3696205" y="3371938"/>
            <a:chExt cx="375792" cy="327373"/>
          </a:xfrm>
        </p:grpSpPr>
        <p:sp>
          <p:nvSpPr>
            <p:cNvPr id="22780" name="Google Shape;22780;p146"/>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146"/>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2" name="Google Shape;22782;p146"/>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3" name="Google Shape;22783;p146"/>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4" name="Google Shape;22784;p146"/>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5" name="Google Shape;22785;p146"/>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146"/>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146"/>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146"/>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146"/>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146"/>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146"/>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146"/>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3" name="Google Shape;22793;p146"/>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146"/>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146"/>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6" name="Google Shape;22796;p146"/>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7" name="Google Shape;22797;p146"/>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8" name="Google Shape;22798;p146"/>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146"/>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146"/>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146"/>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146"/>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03" name="Google Shape;22803;p146"/>
          <p:cNvGrpSpPr/>
          <p:nvPr/>
        </p:nvGrpSpPr>
        <p:grpSpPr>
          <a:xfrm>
            <a:off x="6567324" y="2436849"/>
            <a:ext cx="366722" cy="342892"/>
            <a:chOff x="6567324" y="2436849"/>
            <a:chExt cx="366722" cy="342892"/>
          </a:xfrm>
        </p:grpSpPr>
        <p:sp>
          <p:nvSpPr>
            <p:cNvPr id="22804" name="Google Shape;22804;p146"/>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146"/>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146"/>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7" name="Google Shape;22807;p146"/>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8" name="Google Shape;22808;p146"/>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146"/>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0" name="Google Shape;22810;p146"/>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146"/>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2" name="Google Shape;22812;p146"/>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3" name="Google Shape;22813;p146"/>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4" name="Google Shape;22814;p146"/>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146"/>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6" name="Google Shape;22816;p146"/>
          <p:cNvGrpSpPr/>
          <p:nvPr/>
        </p:nvGrpSpPr>
        <p:grpSpPr>
          <a:xfrm>
            <a:off x="4208970" y="3361347"/>
            <a:ext cx="299349" cy="348188"/>
            <a:chOff x="4208970" y="3361347"/>
            <a:chExt cx="299349" cy="348188"/>
          </a:xfrm>
        </p:grpSpPr>
        <p:sp>
          <p:nvSpPr>
            <p:cNvPr id="22817" name="Google Shape;22817;p146"/>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146"/>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146"/>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146"/>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146"/>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146"/>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146"/>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146"/>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5" name="Google Shape;22825;p146"/>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6" name="Google Shape;22826;p146"/>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146"/>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146"/>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9" name="Google Shape;22829;p146"/>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0" name="Google Shape;22830;p146"/>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31" name="Google Shape;22831;p146"/>
          <p:cNvGrpSpPr/>
          <p:nvPr/>
        </p:nvGrpSpPr>
        <p:grpSpPr>
          <a:xfrm>
            <a:off x="2786833" y="1512351"/>
            <a:ext cx="366722" cy="353667"/>
            <a:chOff x="2786833" y="1512351"/>
            <a:chExt cx="366722" cy="353667"/>
          </a:xfrm>
        </p:grpSpPr>
        <p:sp>
          <p:nvSpPr>
            <p:cNvPr id="22832" name="Google Shape;22832;p146"/>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146"/>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146"/>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146"/>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146"/>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146"/>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146"/>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146"/>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146"/>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146"/>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146"/>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3" name="Google Shape;22843;p146"/>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146"/>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146"/>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6" name="Google Shape;22846;p146"/>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7" name="Google Shape;22847;p146"/>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146"/>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146"/>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146"/>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1" name="Google Shape;22851;p146"/>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2" name="Google Shape;22852;p146"/>
          <p:cNvGrpSpPr/>
          <p:nvPr/>
        </p:nvGrpSpPr>
        <p:grpSpPr>
          <a:xfrm>
            <a:off x="1845321" y="1512744"/>
            <a:ext cx="352723" cy="353090"/>
            <a:chOff x="1845321" y="1512744"/>
            <a:chExt cx="352723" cy="353090"/>
          </a:xfrm>
        </p:grpSpPr>
        <p:sp>
          <p:nvSpPr>
            <p:cNvPr id="22853" name="Google Shape;22853;p146"/>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146"/>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146"/>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146"/>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146"/>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8" name="Google Shape;22858;p146"/>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9" name="Google Shape;22859;p146"/>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146"/>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146"/>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146"/>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146"/>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64" name="Google Shape;22864;p146"/>
          <p:cNvGrpSpPr/>
          <p:nvPr/>
        </p:nvGrpSpPr>
        <p:grpSpPr>
          <a:xfrm>
            <a:off x="3214452" y="3340533"/>
            <a:ext cx="392465" cy="389896"/>
            <a:chOff x="3214452" y="3340533"/>
            <a:chExt cx="392465" cy="389896"/>
          </a:xfrm>
        </p:grpSpPr>
        <p:sp>
          <p:nvSpPr>
            <p:cNvPr id="22865" name="Google Shape;22865;p146"/>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146"/>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146"/>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146"/>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146"/>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146"/>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1" name="Google Shape;22871;p146"/>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2" name="Google Shape;22872;p146"/>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146"/>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146"/>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146"/>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146"/>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146"/>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146"/>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146"/>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146"/>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146"/>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146"/>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146"/>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146"/>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146"/>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146"/>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146"/>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146"/>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146"/>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0" name="Google Shape;22890;p146"/>
          <p:cNvGrpSpPr/>
          <p:nvPr/>
        </p:nvGrpSpPr>
        <p:grpSpPr>
          <a:xfrm>
            <a:off x="3327229" y="1499899"/>
            <a:ext cx="234650" cy="378440"/>
            <a:chOff x="3327229" y="1499899"/>
            <a:chExt cx="234650" cy="378440"/>
          </a:xfrm>
        </p:grpSpPr>
        <p:sp>
          <p:nvSpPr>
            <p:cNvPr id="22891" name="Google Shape;22891;p146"/>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146"/>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146"/>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4" name="Google Shape;22894;p146"/>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5" name="Google Shape;22895;p146"/>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146"/>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146"/>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146"/>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146"/>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0" name="Google Shape;22900;p146"/>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146"/>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146"/>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146"/>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146"/>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146"/>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146"/>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146"/>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8" name="Google Shape;22908;p146"/>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9" name="Google Shape;22909;p146"/>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146"/>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146"/>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12" name="Google Shape;22912;p146"/>
          <p:cNvGrpSpPr/>
          <p:nvPr/>
        </p:nvGrpSpPr>
        <p:grpSpPr>
          <a:xfrm>
            <a:off x="3735553" y="1530151"/>
            <a:ext cx="366722" cy="317962"/>
            <a:chOff x="3735553" y="1530151"/>
            <a:chExt cx="366722" cy="317962"/>
          </a:xfrm>
        </p:grpSpPr>
        <p:sp>
          <p:nvSpPr>
            <p:cNvPr id="22913" name="Google Shape;22913;p146"/>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4" name="Google Shape;22914;p146"/>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5" name="Google Shape;22915;p146"/>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146"/>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146"/>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146"/>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146"/>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146"/>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146"/>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146"/>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146"/>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146"/>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25" name="Google Shape;22925;p146"/>
          <p:cNvGrpSpPr/>
          <p:nvPr/>
        </p:nvGrpSpPr>
        <p:grpSpPr>
          <a:xfrm>
            <a:off x="866322" y="2469775"/>
            <a:ext cx="379226" cy="322733"/>
            <a:chOff x="866322" y="2469775"/>
            <a:chExt cx="379226" cy="322733"/>
          </a:xfrm>
        </p:grpSpPr>
        <p:sp>
          <p:nvSpPr>
            <p:cNvPr id="22926" name="Google Shape;22926;p146"/>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7" name="Google Shape;22927;p146"/>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146"/>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146"/>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146"/>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146"/>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146"/>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146"/>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4" name="Google Shape;22934;p146"/>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5" name="Google Shape;22935;p146"/>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146"/>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146"/>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146"/>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9" name="Google Shape;22939;p146"/>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0" name="Google Shape;22940;p146"/>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1" name="Google Shape;22941;p146"/>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2" name="Google Shape;22942;p146"/>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3" name="Google Shape;22943;p146"/>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146"/>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146"/>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6" name="Google Shape;22946;p146"/>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7" name="Google Shape;22947;p146"/>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8" name="Google Shape;22948;p146"/>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146"/>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0" name="Google Shape;22950;p146"/>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1" name="Google Shape;22951;p146"/>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2" name="Google Shape;22952;p146"/>
          <p:cNvGrpSpPr/>
          <p:nvPr/>
        </p:nvGrpSpPr>
        <p:grpSpPr>
          <a:xfrm>
            <a:off x="1328387" y="2500814"/>
            <a:ext cx="404183" cy="289151"/>
            <a:chOff x="1328387" y="2500814"/>
            <a:chExt cx="404183" cy="289151"/>
          </a:xfrm>
        </p:grpSpPr>
        <p:sp>
          <p:nvSpPr>
            <p:cNvPr id="22953" name="Google Shape;22953;p146"/>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146"/>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146"/>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146"/>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146"/>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8" name="Google Shape;22958;p146"/>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9" name="Google Shape;22959;p146"/>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146"/>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146"/>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146"/>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146"/>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4" name="Google Shape;22964;p146"/>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5" name="Google Shape;22965;p146"/>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146"/>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146"/>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146"/>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146"/>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146"/>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1" name="Google Shape;22971;p146"/>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2" name="Google Shape;22972;p146"/>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146"/>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4" name="Google Shape;22974;p146"/>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5" name="Google Shape;22975;p146"/>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146"/>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146"/>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146"/>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146"/>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146"/>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1" name="Google Shape;22981;p146"/>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2" name="Google Shape;22982;p146"/>
          <p:cNvGrpSpPr/>
          <p:nvPr/>
        </p:nvGrpSpPr>
        <p:grpSpPr>
          <a:xfrm>
            <a:off x="1821465" y="2495702"/>
            <a:ext cx="365988" cy="270801"/>
            <a:chOff x="1821465" y="2495702"/>
            <a:chExt cx="365988" cy="270801"/>
          </a:xfrm>
        </p:grpSpPr>
        <p:sp>
          <p:nvSpPr>
            <p:cNvPr id="22983" name="Google Shape;22983;p146"/>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146"/>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146"/>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146"/>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146"/>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8" name="Google Shape;22988;p146"/>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9" name="Google Shape;22989;p146"/>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90" name="Google Shape;22990;p146"/>
          <p:cNvGrpSpPr/>
          <p:nvPr/>
        </p:nvGrpSpPr>
        <p:grpSpPr>
          <a:xfrm>
            <a:off x="3725723" y="2455776"/>
            <a:ext cx="354977" cy="351202"/>
            <a:chOff x="3725723" y="2455776"/>
            <a:chExt cx="354977" cy="351202"/>
          </a:xfrm>
        </p:grpSpPr>
        <p:sp>
          <p:nvSpPr>
            <p:cNvPr id="22991" name="Google Shape;22991;p146"/>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146"/>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146"/>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146"/>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5" name="Google Shape;22995;p146"/>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6" name="Google Shape;22996;p146"/>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7" name="Google Shape;22997;p146"/>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8" name="Google Shape;22998;p146"/>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9" name="Google Shape;22999;p146"/>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0" name="Google Shape;23000;p146"/>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146"/>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2" name="Google Shape;23002;p146"/>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146"/>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04" name="Google Shape;23004;p146"/>
          <p:cNvGrpSpPr/>
          <p:nvPr/>
        </p:nvGrpSpPr>
        <p:grpSpPr>
          <a:xfrm>
            <a:off x="5226165" y="1977641"/>
            <a:ext cx="230482" cy="388847"/>
            <a:chOff x="5226165" y="1977641"/>
            <a:chExt cx="230482" cy="388847"/>
          </a:xfrm>
        </p:grpSpPr>
        <p:sp>
          <p:nvSpPr>
            <p:cNvPr id="23005" name="Google Shape;23005;p146"/>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146"/>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7" name="Google Shape;23007;p146"/>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8" name="Google Shape;23008;p146"/>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146"/>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146"/>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146"/>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146"/>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146"/>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4" name="Google Shape;23014;p146"/>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5" name="Google Shape;23015;p146"/>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6" name="Google Shape;23016;p146"/>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17" name="Google Shape;23017;p146"/>
          <p:cNvGrpSpPr/>
          <p:nvPr/>
        </p:nvGrpSpPr>
        <p:grpSpPr>
          <a:xfrm>
            <a:off x="5632602" y="2025510"/>
            <a:ext cx="370130" cy="287264"/>
            <a:chOff x="5632602" y="2025510"/>
            <a:chExt cx="370130" cy="287264"/>
          </a:xfrm>
        </p:grpSpPr>
        <p:sp>
          <p:nvSpPr>
            <p:cNvPr id="23018" name="Google Shape;23018;p146"/>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9" name="Google Shape;23019;p146"/>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0" name="Google Shape;23020;p146"/>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146"/>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146"/>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3" name="Google Shape;23023;p146"/>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4" name="Google Shape;23024;p146"/>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5" name="Google Shape;23025;p146"/>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146"/>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146"/>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146"/>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146"/>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0" name="Google Shape;23030;p146"/>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1" name="Google Shape;23031;p146"/>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2" name="Google Shape;23032;p146"/>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146"/>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146"/>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5" name="Google Shape;23035;p146"/>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6" name="Google Shape;23036;p146"/>
          <p:cNvGrpSpPr/>
          <p:nvPr/>
        </p:nvGrpSpPr>
        <p:grpSpPr>
          <a:xfrm>
            <a:off x="4212378" y="2456537"/>
            <a:ext cx="331515" cy="330021"/>
            <a:chOff x="4212378" y="2456537"/>
            <a:chExt cx="331515" cy="330021"/>
          </a:xfrm>
        </p:grpSpPr>
        <p:sp>
          <p:nvSpPr>
            <p:cNvPr id="23037" name="Google Shape;23037;p146"/>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8" name="Google Shape;23038;p146"/>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9" name="Google Shape;23039;p146"/>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146"/>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1" name="Google Shape;23041;p146"/>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2" name="Google Shape;23042;p146"/>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146"/>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4" name="Google Shape;23044;p146"/>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5" name="Google Shape;23045;p146"/>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6" name="Google Shape;23046;p146"/>
          <p:cNvGrpSpPr/>
          <p:nvPr/>
        </p:nvGrpSpPr>
        <p:grpSpPr>
          <a:xfrm>
            <a:off x="6176013" y="1977825"/>
            <a:ext cx="235411" cy="347427"/>
            <a:chOff x="6176013" y="1977825"/>
            <a:chExt cx="235411" cy="347427"/>
          </a:xfrm>
        </p:grpSpPr>
        <p:sp>
          <p:nvSpPr>
            <p:cNvPr id="23047" name="Google Shape;23047;p146"/>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8" name="Google Shape;23048;p146"/>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9" name="Google Shape;23049;p146"/>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0" name="Google Shape;23050;p146"/>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1" name="Google Shape;23051;p146"/>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2" name="Google Shape;23052;p146"/>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3" name="Google Shape;23053;p146"/>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4" name="Google Shape;23054;p146"/>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5" name="Google Shape;23055;p146"/>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6" name="Google Shape;23056;p146"/>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7" name="Google Shape;23057;p146"/>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8" name="Google Shape;23058;p146"/>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9" name="Google Shape;23059;p146"/>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0" name="Google Shape;23060;p146"/>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1" name="Google Shape;23061;p146"/>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2" name="Google Shape;23062;p146"/>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3" name="Google Shape;23063;p146"/>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64" name="Google Shape;23064;p146"/>
          <p:cNvGrpSpPr/>
          <p:nvPr/>
        </p:nvGrpSpPr>
        <p:grpSpPr>
          <a:xfrm>
            <a:off x="6652077" y="1977458"/>
            <a:ext cx="235778" cy="347794"/>
            <a:chOff x="6652077" y="1977458"/>
            <a:chExt cx="235778" cy="347794"/>
          </a:xfrm>
        </p:grpSpPr>
        <p:sp>
          <p:nvSpPr>
            <p:cNvPr id="23065" name="Google Shape;23065;p146"/>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6" name="Google Shape;23066;p146"/>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7" name="Google Shape;23067;p146"/>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8" name="Google Shape;23068;p146"/>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9" name="Google Shape;23069;p146"/>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0" name="Google Shape;23070;p146"/>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1" name="Google Shape;23071;p146"/>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2" name="Google Shape;23072;p146"/>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3" name="Google Shape;23073;p146"/>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4" name="Google Shape;23074;p146"/>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5" name="Google Shape;23075;p146"/>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6" name="Google Shape;23076;p146"/>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7" name="Google Shape;23077;p146"/>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8" name="Google Shape;23078;p146"/>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9" name="Google Shape;23079;p146"/>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0" name="Google Shape;23080;p146"/>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1" name="Google Shape;23081;p146"/>
          <p:cNvGrpSpPr/>
          <p:nvPr/>
        </p:nvGrpSpPr>
        <p:grpSpPr>
          <a:xfrm>
            <a:off x="7072513" y="1997512"/>
            <a:ext cx="394352" cy="308052"/>
            <a:chOff x="7072513" y="1997512"/>
            <a:chExt cx="394352" cy="308052"/>
          </a:xfrm>
        </p:grpSpPr>
        <p:sp>
          <p:nvSpPr>
            <p:cNvPr id="23082" name="Google Shape;23082;p146"/>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3" name="Google Shape;23083;p146"/>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4" name="Google Shape;23084;p146"/>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5" name="Google Shape;23085;p146"/>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6" name="Google Shape;23086;p146"/>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7" name="Google Shape;23087;p146"/>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8" name="Google Shape;23088;p146"/>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9" name="Google Shape;23089;p146"/>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0" name="Google Shape;23090;p146"/>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146"/>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146"/>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3" name="Google Shape;23093;p146"/>
          <p:cNvGrpSpPr/>
          <p:nvPr/>
        </p:nvGrpSpPr>
        <p:grpSpPr>
          <a:xfrm>
            <a:off x="7576208" y="1977825"/>
            <a:ext cx="292533" cy="347454"/>
            <a:chOff x="7576208" y="1977825"/>
            <a:chExt cx="292533" cy="347454"/>
          </a:xfrm>
        </p:grpSpPr>
        <p:sp>
          <p:nvSpPr>
            <p:cNvPr id="23094" name="Google Shape;23094;p146"/>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5" name="Google Shape;23095;p146"/>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6" name="Google Shape;23096;p146"/>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7" name="Google Shape;23097;p146"/>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8" name="Google Shape;23098;p146"/>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9" name="Google Shape;23099;p146"/>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0" name="Google Shape;23100;p146"/>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1" name="Google Shape;23101;p146"/>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2" name="Google Shape;23102;p146"/>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3" name="Google Shape;23103;p146"/>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4" name="Google Shape;23104;p146"/>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5" name="Google Shape;23105;p146"/>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6" name="Google Shape;23106;p146"/>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07" name="Google Shape;23107;p146"/>
          <p:cNvGrpSpPr/>
          <p:nvPr/>
        </p:nvGrpSpPr>
        <p:grpSpPr>
          <a:xfrm>
            <a:off x="8023882" y="1977458"/>
            <a:ext cx="320557" cy="347794"/>
            <a:chOff x="8023882" y="1977458"/>
            <a:chExt cx="320557" cy="347794"/>
          </a:xfrm>
        </p:grpSpPr>
        <p:sp>
          <p:nvSpPr>
            <p:cNvPr id="23108" name="Google Shape;23108;p146"/>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9" name="Google Shape;23109;p146"/>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0" name="Google Shape;23110;p146"/>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1" name="Google Shape;23111;p146"/>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146"/>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146"/>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4" name="Google Shape;23114;p146"/>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5" name="Google Shape;23115;p146"/>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6" name="Google Shape;23116;p146"/>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7" name="Google Shape;23117;p146"/>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8" name="Google Shape;23118;p146"/>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9" name="Google Shape;23119;p146"/>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0" name="Google Shape;23120;p146"/>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1" name="Google Shape;23121;p146"/>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2" name="Google Shape;23122;p146"/>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3" name="Google Shape;23123;p146"/>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4" name="Google Shape;23124;p146"/>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5" name="Google Shape;23125;p146"/>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6" name="Google Shape;23126;p146"/>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7" name="Google Shape;23127;p146"/>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8" name="Google Shape;23128;p146"/>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9" name="Google Shape;23129;p146"/>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0" name="Google Shape;23130;p146"/>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1" name="Google Shape;23131;p146"/>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2" name="Google Shape;23132;p146"/>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3" name="Google Shape;23133;p146"/>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4" name="Google Shape;23134;p146"/>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5" name="Google Shape;23135;p146"/>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6" name="Google Shape;23136;p146"/>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7" name="Google Shape;23137;p146"/>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146"/>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9" name="Google Shape;23139;p146"/>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0" name="Google Shape;23140;p146"/>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1" name="Google Shape;23141;p146"/>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2" name="Google Shape;23142;p146"/>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3" name="Google Shape;23143;p146"/>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4" name="Google Shape;23144;p146"/>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5" name="Google Shape;23145;p146"/>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6" name="Google Shape;23146;p146"/>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146"/>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48" name="Google Shape;23148;p146"/>
          <p:cNvGrpSpPr/>
          <p:nvPr/>
        </p:nvGrpSpPr>
        <p:grpSpPr>
          <a:xfrm>
            <a:off x="5627674" y="2444819"/>
            <a:ext cx="345147" cy="342630"/>
            <a:chOff x="5627674" y="2444819"/>
            <a:chExt cx="345147" cy="342630"/>
          </a:xfrm>
        </p:grpSpPr>
        <p:sp>
          <p:nvSpPr>
            <p:cNvPr id="23149" name="Google Shape;23149;p146"/>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0" name="Google Shape;23150;p146"/>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146"/>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2" name="Google Shape;23152;p146"/>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3" name="Google Shape;23153;p146"/>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4" name="Google Shape;23154;p146"/>
          <p:cNvGrpSpPr/>
          <p:nvPr/>
        </p:nvGrpSpPr>
        <p:grpSpPr>
          <a:xfrm>
            <a:off x="4653996" y="2440257"/>
            <a:ext cx="396607" cy="348555"/>
            <a:chOff x="4653996" y="2440257"/>
            <a:chExt cx="396607" cy="348555"/>
          </a:xfrm>
        </p:grpSpPr>
        <p:sp>
          <p:nvSpPr>
            <p:cNvPr id="23155" name="Google Shape;23155;p146"/>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6" name="Google Shape;23156;p146"/>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7" name="Google Shape;23157;p146"/>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8" name="Google Shape;23158;p146"/>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9" name="Google Shape;23159;p146"/>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0" name="Google Shape;23160;p146"/>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1" name="Google Shape;23161;p146"/>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2" name="Google Shape;23162;p146"/>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146"/>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4" name="Google Shape;23164;p146"/>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5" name="Google Shape;23165;p146"/>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6" name="Google Shape;23166;p146"/>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7" name="Google Shape;23167;p146"/>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8" name="Google Shape;23168;p146"/>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9" name="Google Shape;23169;p146"/>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0" name="Google Shape;23170;p146"/>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1" name="Google Shape;23171;p146"/>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2" name="Google Shape;23172;p146"/>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3" name="Google Shape;23173;p146"/>
          <p:cNvGrpSpPr/>
          <p:nvPr/>
        </p:nvGrpSpPr>
        <p:grpSpPr>
          <a:xfrm>
            <a:off x="1854391" y="2895140"/>
            <a:ext cx="301630" cy="374272"/>
            <a:chOff x="1854391" y="2895140"/>
            <a:chExt cx="301630" cy="374272"/>
          </a:xfrm>
        </p:grpSpPr>
        <p:sp>
          <p:nvSpPr>
            <p:cNvPr id="23174" name="Google Shape;23174;p146"/>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5" name="Google Shape;23175;p146"/>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6" name="Google Shape;23176;p146"/>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7" name="Google Shape;23177;p146"/>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8" name="Google Shape;23178;p146"/>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9" name="Google Shape;23179;p146"/>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0" name="Google Shape;23180;p146"/>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1" name="Google Shape;23181;p146"/>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2" name="Google Shape;23182;p146"/>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3" name="Google Shape;23183;p146"/>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4" name="Google Shape;23184;p146"/>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5" name="Google Shape;23185;p146"/>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6" name="Google Shape;23186;p146"/>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7" name="Google Shape;23187;p146"/>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8" name="Google Shape;23188;p146"/>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9" name="Google Shape;23189;p146"/>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0" name="Google Shape;23190;p146"/>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1" name="Google Shape;23191;p146"/>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2" name="Google Shape;23192;p146"/>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3" name="Google Shape;23193;p146"/>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4" name="Google Shape;23194;p146"/>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5" name="Google Shape;23195;p146"/>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6" name="Google Shape;23196;p146"/>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7" name="Google Shape;23197;p146"/>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8" name="Google Shape;23198;p146"/>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9" name="Google Shape;23199;p146"/>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0" name="Google Shape;23200;p146"/>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1" name="Google Shape;23201;p146"/>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2" name="Google Shape;23202;p146"/>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3" name="Google Shape;23203;p146"/>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4" name="Google Shape;23204;p146"/>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5" name="Google Shape;23205;p146"/>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6" name="Google Shape;23206;p146"/>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7" name="Google Shape;23207;p146"/>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8" name="Google Shape;23208;p146"/>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9" name="Google Shape;23209;p146"/>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0" name="Google Shape;23210;p146"/>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1" name="Google Shape;23211;p146"/>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2" name="Google Shape;23212;p146"/>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3" name="Google Shape;23213;p146"/>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4" name="Google Shape;23214;p146"/>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5" name="Google Shape;23215;p146"/>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6" name="Google Shape;23216;p146"/>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7" name="Google Shape;23217;p146"/>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8" name="Google Shape;23218;p146"/>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9" name="Google Shape;23219;p146"/>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0" name="Google Shape;23220;p146"/>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1" name="Google Shape;23221;p146"/>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2" name="Google Shape;23222;p146"/>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3" name="Google Shape;23223;p146"/>
          <p:cNvGrpSpPr/>
          <p:nvPr/>
        </p:nvGrpSpPr>
        <p:grpSpPr>
          <a:xfrm>
            <a:off x="5172817" y="2438370"/>
            <a:ext cx="289518" cy="357651"/>
            <a:chOff x="5172817" y="2438370"/>
            <a:chExt cx="289518" cy="357651"/>
          </a:xfrm>
        </p:grpSpPr>
        <p:sp>
          <p:nvSpPr>
            <p:cNvPr id="23224" name="Google Shape;23224;p146"/>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5" name="Google Shape;23225;p146"/>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6" name="Google Shape;23226;p146"/>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7" name="Google Shape;23227;p146"/>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8" name="Google Shape;23228;p146"/>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9" name="Google Shape;23229;p146"/>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0" name="Google Shape;23230;p146"/>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1" name="Google Shape;23231;p146"/>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2" name="Google Shape;23232;p146"/>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3" name="Google Shape;23233;p146"/>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4" name="Google Shape;23234;p146"/>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35" name="Google Shape;23235;p146"/>
          <p:cNvGrpSpPr/>
          <p:nvPr/>
        </p:nvGrpSpPr>
        <p:grpSpPr>
          <a:xfrm>
            <a:off x="3234506" y="2484534"/>
            <a:ext cx="388297" cy="293320"/>
            <a:chOff x="3234506" y="2484534"/>
            <a:chExt cx="388297" cy="293320"/>
          </a:xfrm>
        </p:grpSpPr>
        <p:sp>
          <p:nvSpPr>
            <p:cNvPr id="23236" name="Google Shape;23236;p146"/>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7" name="Google Shape;23237;p146"/>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8" name="Google Shape;23238;p146"/>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9" name="Google Shape;23239;p146"/>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0" name="Google Shape;23240;p146"/>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1" name="Google Shape;23241;p146"/>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2" name="Google Shape;23242;p146"/>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3" name="Google Shape;23243;p146"/>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4" name="Google Shape;23244;p146"/>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5" name="Google Shape;23245;p146"/>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6" name="Google Shape;23246;p146"/>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7" name="Google Shape;23247;p146"/>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8" name="Google Shape;23248;p146"/>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9" name="Google Shape;23249;p146"/>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0" name="Google Shape;23250;p146"/>
            <p:cNvSpPr/>
            <p:nvPr/>
          </p:nvSpPr>
          <p:spPr>
            <a:xfrm>
              <a:off x="3263290"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1" name="Google Shape;23251;p146"/>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2" name="Google Shape;23252;p146"/>
          <p:cNvGrpSpPr/>
          <p:nvPr/>
        </p:nvGrpSpPr>
        <p:grpSpPr>
          <a:xfrm>
            <a:off x="6065149" y="3367036"/>
            <a:ext cx="362553" cy="356498"/>
            <a:chOff x="6065149" y="3367036"/>
            <a:chExt cx="362553" cy="356498"/>
          </a:xfrm>
        </p:grpSpPr>
        <p:sp>
          <p:nvSpPr>
            <p:cNvPr id="23253" name="Google Shape;23253;p146"/>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4" name="Google Shape;23254;p146"/>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5" name="Google Shape;23255;p146"/>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6" name="Google Shape;23256;p146"/>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7" name="Google Shape;23257;p146"/>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8" name="Google Shape;23258;p146"/>
          <p:cNvGrpSpPr/>
          <p:nvPr/>
        </p:nvGrpSpPr>
        <p:grpSpPr>
          <a:xfrm>
            <a:off x="6540821" y="3367036"/>
            <a:ext cx="362553" cy="356498"/>
            <a:chOff x="6540821" y="3367036"/>
            <a:chExt cx="362553" cy="356498"/>
          </a:xfrm>
        </p:grpSpPr>
        <p:sp>
          <p:nvSpPr>
            <p:cNvPr id="23259" name="Google Shape;23259;p146"/>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0" name="Google Shape;23260;p146"/>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1" name="Google Shape;23261;p146"/>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2" name="Google Shape;23262;p146"/>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3" name="Google Shape;23263;p146"/>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4" name="Google Shape;23264;p146"/>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5" name="Google Shape;23265;p146"/>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66" name="Google Shape;23266;p146"/>
          <p:cNvGrpSpPr/>
          <p:nvPr/>
        </p:nvGrpSpPr>
        <p:grpSpPr>
          <a:xfrm>
            <a:off x="2302458" y="2474704"/>
            <a:ext cx="354479" cy="312561"/>
            <a:chOff x="2302458" y="2474704"/>
            <a:chExt cx="354479" cy="312561"/>
          </a:xfrm>
        </p:grpSpPr>
        <p:sp>
          <p:nvSpPr>
            <p:cNvPr id="23267" name="Google Shape;23267;p146"/>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8" name="Google Shape;23268;p146"/>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9" name="Google Shape;23269;p146"/>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0" name="Google Shape;23270;p146"/>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1" name="Google Shape;23271;p146"/>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2" name="Google Shape;23272;p146"/>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3" name="Google Shape;23273;p146"/>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4" name="Google Shape;23274;p146"/>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5" name="Google Shape;23275;p146"/>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6" name="Google Shape;23276;p146"/>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7" name="Google Shape;23277;p146"/>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8" name="Google Shape;23278;p146"/>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79" name="Google Shape;23279;p146"/>
          <p:cNvGrpSpPr/>
          <p:nvPr/>
        </p:nvGrpSpPr>
        <p:grpSpPr>
          <a:xfrm>
            <a:off x="2831110" y="2442538"/>
            <a:ext cx="246002" cy="348922"/>
            <a:chOff x="2831110" y="2442538"/>
            <a:chExt cx="246002" cy="348922"/>
          </a:xfrm>
        </p:grpSpPr>
        <p:sp>
          <p:nvSpPr>
            <p:cNvPr id="23280" name="Google Shape;23280;p146"/>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1" name="Google Shape;23281;p146"/>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2" name="Google Shape;23282;p146"/>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3" name="Google Shape;23283;p146"/>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4" name="Google Shape;23284;p146"/>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5" name="Google Shape;23285;p146"/>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6" name="Google Shape;23286;p146"/>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7" name="Google Shape;23287;p146"/>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8" name="Google Shape;23288;p146"/>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9" name="Google Shape;23289;p146"/>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0" name="Google Shape;23290;p146"/>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1" name="Google Shape;23291;p146"/>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2" name="Google Shape;23292;p146"/>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3" name="Google Shape;23293;p146"/>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4" name="Google Shape;23294;p146"/>
          <p:cNvGrpSpPr/>
          <p:nvPr/>
        </p:nvGrpSpPr>
        <p:grpSpPr>
          <a:xfrm>
            <a:off x="7016492" y="3367036"/>
            <a:ext cx="362947" cy="356498"/>
            <a:chOff x="7016492" y="3367036"/>
            <a:chExt cx="362947" cy="356498"/>
          </a:xfrm>
        </p:grpSpPr>
        <p:sp>
          <p:nvSpPr>
            <p:cNvPr id="23295" name="Google Shape;23295;p146"/>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6" name="Google Shape;23296;p146"/>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7" name="Google Shape;23297;p146"/>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8" name="Google Shape;23298;p146"/>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9" name="Google Shape;23299;p146"/>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0" name="Google Shape;23300;p146"/>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1" name="Google Shape;23301;p146"/>
          <p:cNvGrpSpPr/>
          <p:nvPr/>
        </p:nvGrpSpPr>
        <p:grpSpPr>
          <a:xfrm>
            <a:off x="3486106" y="3817357"/>
            <a:ext cx="363314" cy="356576"/>
            <a:chOff x="3763184" y="3817357"/>
            <a:chExt cx="363314" cy="356576"/>
          </a:xfrm>
        </p:grpSpPr>
        <p:sp>
          <p:nvSpPr>
            <p:cNvPr id="23302" name="Google Shape;23302;p146"/>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3" name="Google Shape;23303;p146"/>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4" name="Google Shape;23304;p146"/>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5" name="Google Shape;23305;p146"/>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6" name="Google Shape;23306;p146"/>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7" name="Google Shape;23307;p146"/>
          <p:cNvGrpSpPr/>
          <p:nvPr/>
        </p:nvGrpSpPr>
        <p:grpSpPr>
          <a:xfrm>
            <a:off x="4831774" y="3817357"/>
            <a:ext cx="362947" cy="356576"/>
            <a:chOff x="5108852" y="3817357"/>
            <a:chExt cx="362947" cy="356576"/>
          </a:xfrm>
        </p:grpSpPr>
        <p:sp>
          <p:nvSpPr>
            <p:cNvPr id="23308" name="Google Shape;23308;p146"/>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9" name="Google Shape;23309;p146"/>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0" name="Google Shape;23310;p146"/>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1" name="Google Shape;23311;p146"/>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12" name="Google Shape;23312;p146"/>
          <p:cNvGrpSpPr/>
          <p:nvPr/>
        </p:nvGrpSpPr>
        <p:grpSpPr>
          <a:xfrm>
            <a:off x="5728642" y="3817357"/>
            <a:ext cx="362947" cy="356576"/>
            <a:chOff x="6005720" y="3817357"/>
            <a:chExt cx="362947" cy="356576"/>
          </a:xfrm>
        </p:grpSpPr>
        <p:sp>
          <p:nvSpPr>
            <p:cNvPr id="23313" name="Google Shape;23313;p146"/>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4" name="Google Shape;23314;p146"/>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5" name="Google Shape;23315;p146"/>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6" name="Google Shape;23316;p146"/>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17" name="Google Shape;23317;p146"/>
          <p:cNvGrpSpPr/>
          <p:nvPr/>
        </p:nvGrpSpPr>
        <p:grpSpPr>
          <a:xfrm>
            <a:off x="5589452" y="3367036"/>
            <a:ext cx="362580" cy="356498"/>
            <a:chOff x="5589452" y="3367036"/>
            <a:chExt cx="362580" cy="356498"/>
          </a:xfrm>
        </p:grpSpPr>
        <p:sp>
          <p:nvSpPr>
            <p:cNvPr id="23318" name="Google Shape;23318;p146"/>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9" name="Google Shape;23319;p146"/>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0" name="Google Shape;23320;p146"/>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1" name="Google Shape;23321;p146"/>
          <p:cNvGrpSpPr/>
          <p:nvPr/>
        </p:nvGrpSpPr>
        <p:grpSpPr>
          <a:xfrm>
            <a:off x="3934907" y="3817357"/>
            <a:ext cx="362947" cy="356576"/>
            <a:chOff x="4211985" y="3817357"/>
            <a:chExt cx="362947" cy="356576"/>
          </a:xfrm>
        </p:grpSpPr>
        <p:sp>
          <p:nvSpPr>
            <p:cNvPr id="23322" name="Google Shape;23322;p146"/>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3" name="Google Shape;23323;p146"/>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4" name="Google Shape;23324;p146"/>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5" name="Google Shape;23325;p146"/>
          <p:cNvGrpSpPr/>
          <p:nvPr/>
        </p:nvGrpSpPr>
        <p:grpSpPr>
          <a:xfrm>
            <a:off x="7488021" y="3362475"/>
            <a:ext cx="372017" cy="365621"/>
            <a:chOff x="7488021" y="3362475"/>
            <a:chExt cx="372017" cy="365621"/>
          </a:xfrm>
        </p:grpSpPr>
        <p:sp>
          <p:nvSpPr>
            <p:cNvPr id="23326" name="Google Shape;23326;p146"/>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7" name="Google Shape;23327;p146"/>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8" name="Google Shape;23328;p146"/>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9" name="Google Shape;23329;p146"/>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0" name="Google Shape;23330;p146"/>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1" name="Google Shape;23331;p146"/>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2" name="Google Shape;23332;p146"/>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3" name="Google Shape;23333;p146"/>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4" name="Google Shape;23334;p146"/>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5" name="Google Shape;23335;p146"/>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36" name="Google Shape;23336;p146"/>
          <p:cNvGrpSpPr/>
          <p:nvPr/>
        </p:nvGrpSpPr>
        <p:grpSpPr>
          <a:xfrm>
            <a:off x="5113781" y="3367036"/>
            <a:ext cx="362553" cy="356498"/>
            <a:chOff x="5113781" y="3367036"/>
            <a:chExt cx="362553" cy="356498"/>
          </a:xfrm>
        </p:grpSpPr>
        <p:sp>
          <p:nvSpPr>
            <p:cNvPr id="23337" name="Google Shape;23337;p146"/>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8" name="Google Shape;23338;p146"/>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39" name="Google Shape;23339;p146"/>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40" name="Google Shape;23340;p146"/>
          <p:cNvGrpSpPr/>
          <p:nvPr/>
        </p:nvGrpSpPr>
        <p:grpSpPr>
          <a:xfrm>
            <a:off x="7968621" y="3365489"/>
            <a:ext cx="375818" cy="357651"/>
            <a:chOff x="7968621" y="3365489"/>
            <a:chExt cx="375818" cy="357651"/>
          </a:xfrm>
        </p:grpSpPr>
        <p:sp>
          <p:nvSpPr>
            <p:cNvPr id="23341" name="Google Shape;23341;p146"/>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2" name="Google Shape;23342;p146"/>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3" name="Google Shape;23343;p146"/>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4" name="Google Shape;23344;p146"/>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5" name="Google Shape;23345;p146"/>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6" name="Google Shape;23346;p146"/>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7" name="Google Shape;23347;p146"/>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8" name="Google Shape;23348;p146"/>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9" name="Google Shape;23349;p146"/>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0" name="Google Shape;23350;p146"/>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1" name="Google Shape;23351;p146"/>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2" name="Google Shape;23352;p146"/>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53" name="Google Shape;23353;p146"/>
          <p:cNvGrpSpPr/>
          <p:nvPr/>
        </p:nvGrpSpPr>
        <p:grpSpPr>
          <a:xfrm>
            <a:off x="3037672" y="3817357"/>
            <a:ext cx="362920" cy="356865"/>
            <a:chOff x="3314750" y="3817357"/>
            <a:chExt cx="362920" cy="356865"/>
          </a:xfrm>
        </p:grpSpPr>
        <p:grpSp>
          <p:nvGrpSpPr>
            <p:cNvPr id="23354" name="Google Shape;23354;p146"/>
            <p:cNvGrpSpPr/>
            <p:nvPr/>
          </p:nvGrpSpPr>
          <p:grpSpPr>
            <a:xfrm>
              <a:off x="3314750" y="3817357"/>
              <a:ext cx="362920" cy="356865"/>
              <a:chOff x="3314750" y="3817357"/>
              <a:chExt cx="362920" cy="356865"/>
            </a:xfrm>
          </p:grpSpPr>
          <p:sp>
            <p:nvSpPr>
              <p:cNvPr id="23355" name="Google Shape;23355;p146"/>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6" name="Google Shape;23356;p146"/>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57" name="Google Shape;23357;p146"/>
            <p:cNvGrpSpPr/>
            <p:nvPr/>
          </p:nvGrpSpPr>
          <p:grpSpPr>
            <a:xfrm>
              <a:off x="3394986" y="3894612"/>
              <a:ext cx="202339" cy="202323"/>
              <a:chOff x="935197" y="1793977"/>
              <a:chExt cx="256451" cy="256430"/>
            </a:xfrm>
          </p:grpSpPr>
          <p:sp>
            <p:nvSpPr>
              <p:cNvPr id="23358" name="Google Shape;23358;p146"/>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9" name="Google Shape;23359;p146"/>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360" name="Google Shape;23360;p146"/>
          <p:cNvGrpSpPr/>
          <p:nvPr/>
        </p:nvGrpSpPr>
        <p:grpSpPr>
          <a:xfrm>
            <a:off x="5280208" y="3817357"/>
            <a:ext cx="362947" cy="356576"/>
            <a:chOff x="5557286" y="3817357"/>
            <a:chExt cx="362947" cy="356576"/>
          </a:xfrm>
        </p:grpSpPr>
        <p:grpSp>
          <p:nvGrpSpPr>
            <p:cNvPr id="23361" name="Google Shape;23361;p146"/>
            <p:cNvGrpSpPr/>
            <p:nvPr/>
          </p:nvGrpSpPr>
          <p:grpSpPr>
            <a:xfrm>
              <a:off x="5557286" y="3817357"/>
              <a:ext cx="362947" cy="356576"/>
              <a:chOff x="5557286" y="3817357"/>
              <a:chExt cx="362947" cy="356576"/>
            </a:xfrm>
          </p:grpSpPr>
          <p:sp>
            <p:nvSpPr>
              <p:cNvPr id="23362" name="Google Shape;23362;p146"/>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3" name="Google Shape;23363;p146"/>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4" name="Google Shape;23364;p146"/>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65" name="Google Shape;23365;p146"/>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66" name="Google Shape;23366;p146"/>
          <p:cNvGrpSpPr/>
          <p:nvPr/>
        </p:nvGrpSpPr>
        <p:grpSpPr>
          <a:xfrm>
            <a:off x="2589238" y="3817357"/>
            <a:ext cx="362920" cy="356865"/>
            <a:chOff x="2866317" y="3817357"/>
            <a:chExt cx="362920" cy="356865"/>
          </a:xfrm>
        </p:grpSpPr>
        <p:sp>
          <p:nvSpPr>
            <p:cNvPr id="23367" name="Google Shape;23367;p146"/>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8" name="Google Shape;23368;p146"/>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9" name="Google Shape;23369;p146"/>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70" name="Google Shape;23370;p146"/>
          <p:cNvGrpSpPr/>
          <p:nvPr/>
        </p:nvGrpSpPr>
        <p:grpSpPr>
          <a:xfrm>
            <a:off x="4383341" y="3817357"/>
            <a:ext cx="362947" cy="356576"/>
            <a:chOff x="4660419" y="3817357"/>
            <a:chExt cx="362947" cy="356576"/>
          </a:xfrm>
        </p:grpSpPr>
        <p:grpSp>
          <p:nvGrpSpPr>
            <p:cNvPr id="23371" name="Google Shape;23371;p146"/>
            <p:cNvGrpSpPr/>
            <p:nvPr/>
          </p:nvGrpSpPr>
          <p:grpSpPr>
            <a:xfrm>
              <a:off x="4660419" y="3817357"/>
              <a:ext cx="362947" cy="356576"/>
              <a:chOff x="4660419" y="3817357"/>
              <a:chExt cx="362947" cy="356576"/>
            </a:xfrm>
          </p:grpSpPr>
          <p:sp>
            <p:nvSpPr>
              <p:cNvPr id="23372" name="Google Shape;23372;p146"/>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3" name="Google Shape;23373;p146"/>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74" name="Google Shape;23374;p146"/>
            <p:cNvGrpSpPr/>
            <p:nvPr/>
          </p:nvGrpSpPr>
          <p:grpSpPr>
            <a:xfrm>
              <a:off x="4694459" y="3856408"/>
              <a:ext cx="282308" cy="265356"/>
              <a:chOff x="4690600" y="3853050"/>
              <a:chExt cx="289488" cy="272132"/>
            </a:xfrm>
          </p:grpSpPr>
          <p:sp>
            <p:nvSpPr>
              <p:cNvPr id="23375" name="Google Shape;23375;p146"/>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6" name="Google Shape;23376;p146"/>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377" name="Google Shape;23377;p146"/>
          <p:cNvGrpSpPr/>
          <p:nvPr/>
        </p:nvGrpSpPr>
        <p:grpSpPr>
          <a:xfrm>
            <a:off x="6184880" y="3813323"/>
            <a:ext cx="369882" cy="364325"/>
            <a:chOff x="1190200" y="238125"/>
            <a:chExt cx="5306767" cy="5212083"/>
          </a:xfrm>
        </p:grpSpPr>
        <p:grpSp>
          <p:nvGrpSpPr>
            <p:cNvPr id="23378" name="Google Shape;23378;p146"/>
            <p:cNvGrpSpPr/>
            <p:nvPr/>
          </p:nvGrpSpPr>
          <p:grpSpPr>
            <a:xfrm>
              <a:off x="1190200" y="238125"/>
              <a:ext cx="5212075" cy="5212075"/>
              <a:chOff x="1190200" y="238125"/>
              <a:chExt cx="5212075" cy="5212075"/>
            </a:xfrm>
          </p:grpSpPr>
          <p:sp>
            <p:nvSpPr>
              <p:cNvPr id="23379" name="Google Shape;23379;p146"/>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0" name="Google Shape;23380;p146"/>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81" name="Google Shape;23381;p146"/>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82" name="Google Shape;23382;p146"/>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386" name="Shape 23386"/>
        <p:cNvGrpSpPr/>
        <p:nvPr/>
      </p:nvGrpSpPr>
      <p:grpSpPr>
        <a:xfrm>
          <a:off x="0" y="0"/>
          <a:ext cx="0" cy="0"/>
          <a:chOff x="0" y="0"/>
          <a:chExt cx="0" cy="0"/>
        </a:xfrm>
      </p:grpSpPr>
      <p:pic>
        <p:nvPicPr>
          <p:cNvPr id="23387" name="Google Shape;23387;p14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Reuse Plastic Bottles Workshop XL by Slidesgo">
  <a:themeElements>
    <a:clrScheme name="Simple Light">
      <a:dk1>
        <a:srgbClr val="000000"/>
      </a:dk1>
      <a:lt1>
        <a:srgbClr val="FFFFFF"/>
      </a:lt1>
      <a:dk2>
        <a:srgbClr val="383838"/>
      </a:dk2>
      <a:lt2>
        <a:srgbClr val="95604B"/>
      </a:lt2>
      <a:accent1>
        <a:srgbClr val="E9F7D7"/>
      </a:accent1>
      <a:accent2>
        <a:srgbClr val="A6D165"/>
      </a:accent2>
      <a:accent3>
        <a:srgbClr val="75A641"/>
      </a:accent3>
      <a:accent4>
        <a:srgbClr val="235233"/>
      </a:accent4>
      <a:accent5>
        <a:srgbClr val="552014"/>
      </a:accent5>
      <a:accent6>
        <a:srgbClr val="95604B"/>
      </a:accent6>
      <a:hlink>
        <a:srgbClr val="38383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